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026819633" r:id="rId21"/>
    <p:sldId id="2026819643" r:id="rId22"/>
    <p:sldId id="2147469453" r:id="rId23"/>
    <p:sldId id="2147469454" r:id="rId24"/>
    <p:sldId id="263" r:id="rId25"/>
    <p:sldId id="264" r:id="rId26"/>
    <p:sldId id="265" r:id="rId27"/>
  </p:sldIdLst>
  <p:sldSz cx="12188825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9" roundtripDataSignature="AMtx7mjSBmWDhcdHBmYG2l1AX2GcPdy+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46"/>
    <p:restoredTop sz="94651"/>
  </p:normalViewPr>
  <p:slideViewPr>
    <p:cSldViewPr snapToGrid="0">
      <p:cViewPr varScale="1">
        <p:scale>
          <a:sx n="150" d="100"/>
          <a:sy n="150" d="100"/>
        </p:scale>
        <p:origin x="325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8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79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81" Type="http://schemas.openxmlformats.org/officeDocument/2006/relationships/viewProps" Target="viewProps.xml"/><Relationship Id="rId86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8" Type="http://schemas.openxmlformats.org/officeDocument/2006/relationships/slide" Target="slides/slide7.xml"/><Relationship Id="rId80" Type="http://schemas.openxmlformats.org/officeDocument/2006/relationships/presProps" Target="presProps.xml"/><Relationship Id="rId85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0" name="Google Shape;11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5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3" name="Google Shape;1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53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9" name="Google Shape;1199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54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6" name="Google Shape;1226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6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6" name="Google Shape;1446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6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2" name="Google Shape;1452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6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88" name="Google Shape;1488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4" name="Google Shape;1494;p2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9" name="Google Shape;15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6" name="Google Shape;15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10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3" name="Google Shape;15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0" name="Google Shape;1550;p11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46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9" name="Google Shape;1589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6" name="Google Shape;1596;p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r>
              <a:rPr lang="en-US" sz="1200" b="1" i="0" u="sng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Talk Track:</a:t>
            </a:r>
            <a:endParaRPr sz="800"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/>
              <a:t>This is a high-level view of the constructs that comprise an Organization</a:t>
            </a:r>
            <a:br>
              <a:rPr lang="en-US" sz="1200"/>
            </a:br>
            <a:endParaRPr sz="120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/>
              <a:t>Organizations – A top-level entity used to group and manage resources, users, policies, IaaS services, and catalog entities, while maintaining a secure boundary from other organizations</a:t>
            </a:r>
            <a:br>
              <a:rPr lang="en-US" sz="1200"/>
            </a:br>
            <a:endParaRPr sz="120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/>
              <a:t>Projects – Connect users with the resources they are entitled to and the limits to which they are subject</a:t>
            </a:r>
            <a:br>
              <a:rPr lang="en-US" sz="1200"/>
            </a:br>
            <a:endParaRPr sz="120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/>
              <a:t>Supervisor Clusters - Built on VKS using VCF Networking with Virtual Private Clouds (VPCs)</a:t>
            </a:r>
            <a:br>
              <a:rPr lang="en-US" sz="1200"/>
            </a:br>
            <a:endParaRPr sz="120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/>
              <a:t>VCF Networking with VPC - Provides an isolated domain of networking resources that can be associated with one or more isolated domains of compute resources (vSphere namespace)</a:t>
            </a:r>
            <a:br>
              <a:rPr lang="en-US" sz="1200"/>
            </a:br>
            <a:endParaRPr sz="120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/>
              <a:t>vSphere Namespaces - Define resource limits for CPU, memory, and storage for workloads such as VMs, Kubernetes clusters, and others</a:t>
            </a:r>
            <a:br>
              <a:rPr lang="en-US" sz="1200"/>
            </a:br>
            <a:endParaRPr sz="120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/>
              <a:t>Workloads - Traditional VMs and container-based deployments within same infrastructure &amp; managed with the same tools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597" name="Google Shape;1597;p7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6" name="Google Shape;1616;p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r>
              <a:rPr lang="en-US" sz="1200" b="1" i="0" u="sng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Talk Track:</a:t>
            </a:r>
            <a:endParaRPr sz="800"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20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/>
              <a:t>This is a high-level view of the constructs that comprise an Organization</a:t>
            </a:r>
            <a:br>
              <a:rPr lang="en-US" sz="1200"/>
            </a:br>
            <a:endParaRPr sz="120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/>
              <a:t>Organizations – A top-level entity used to group and manage resources, users, policies, IaaS services, and catalog entities, while maintaining a secure boundary from other organizations</a:t>
            </a:r>
            <a:br>
              <a:rPr lang="en-US" sz="1200"/>
            </a:br>
            <a:endParaRPr sz="120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/>
              <a:t>Projects – Connect users with the resources they are entitled to and the limits to which they are subject</a:t>
            </a:r>
            <a:br>
              <a:rPr lang="en-US" sz="1200"/>
            </a:br>
            <a:endParaRPr sz="120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/>
              <a:t>Supervisor Clusters - Built on VKS using VCF Networking with Virtual Private Clouds (VPCs)</a:t>
            </a:r>
            <a:br>
              <a:rPr lang="en-US" sz="1200"/>
            </a:br>
            <a:endParaRPr sz="1200"/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/>
              <a:t>VCF Networking with VPC - Provides an isolated domain of networking resources that can be associated with one or more isolated domains of compute resources (vSphere namespace)</a:t>
            </a:r>
            <a:br>
              <a:rPr lang="en-US" sz="1200"/>
            </a:br>
            <a:endParaRPr sz="120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/>
              <a:t>vSphere Namespaces - Define resource limits for CPU, memory, and storage for workloads such as VMs, Kubernetes clusters, and others</a:t>
            </a:r>
            <a:br>
              <a:rPr lang="en-US" sz="1200"/>
            </a:br>
            <a:endParaRPr sz="1200"/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•"/>
            </a:pPr>
            <a:r>
              <a:rPr lang="en-US" sz="1200"/>
              <a:t>Workloads - Traditional VMs and container-based deployments within same infrastructure &amp; managed with the same tools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617" name="Google Shape;1617;p7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4" name="Google Shape;1624;p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625" name="Google Shape;1625;p7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200" b="0" i="0" u="none" strike="noStrike" cap="none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4" name="Google Shape;1684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685" name="Google Shape;1685;p7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200" b="0" i="0" u="none" strike="noStrike" cap="none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2" name="Google Shape;1692;p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693" name="Google Shape;1693;p7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200" b="0" i="0" u="none" strike="noStrike" cap="none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0" name="Google Shape;1710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711" name="Google Shape;1711;p7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7074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200" b="0" i="0" u="none" strike="noStrike" cap="none">
              <a:solidFill>
                <a:srgbClr val="71707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8A2B5-5B9A-BBCF-DE72-63982F1A4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C71564-DD53-6D67-1DA3-55E51D5E03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D6C5F-07E2-6B34-21B6-992F94B26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sng" dirty="0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Talk Track:</a:t>
            </a:r>
            <a:endParaRPr lang="en-US" sz="800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Technical view of showing further detail on how multiple organizations/tenants with multiple projects can be assigned on certain resources within the vSphere Supervisor infrastructure.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Specifically, this view shows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2 Tenants across 2 Regions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Regions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Region 1 includes two separate vCenters sharing one NSX Manager deployment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Region 2 single vCenter/NSX Pair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Tenant #1 – </a:t>
            </a:r>
            <a:r>
              <a:rPr lang="en-US" dirty="0" err="1"/>
              <a:t>BigCo</a:t>
            </a:r>
            <a:endParaRPr lang="en-US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2 Projects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2 vSphere Namespaces per Project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Region Quotas</a:t>
            </a:r>
          </a:p>
          <a:p>
            <a:pPr marL="1543050" marR="0" lvl="3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One Region Quota assigning resources to Region West - vSphere Supervisor 1</a:t>
            </a:r>
          </a:p>
          <a:p>
            <a:pPr marL="1543050" marR="0" lvl="3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One Region Quota assigning resources to Region East - vSphere Supervisor 1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Tenant #2 – Small Co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1 Project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2 vSphere Namespaces 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One Region Quota assigning resources to Region West - vSphere Supervisor 2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One Region Quota assigning resources to Region East - vSphere Supervisor 1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Note: Each Organization requires a Region Quota that maps the Supervisor in the Region to the Organization. Each Region can only map 1 Supervisor per region. This is why you see </a:t>
            </a:r>
            <a:r>
              <a:rPr lang="en-US" dirty="0" err="1"/>
              <a:t>BigCo</a:t>
            </a:r>
            <a:r>
              <a:rPr lang="en-US" dirty="0"/>
              <a:t> mapped to Region West Supervisor 1 and </a:t>
            </a:r>
            <a:r>
              <a:rPr lang="en-US" dirty="0" err="1"/>
              <a:t>SmallCo</a:t>
            </a:r>
            <a:r>
              <a:rPr lang="en-US" dirty="0"/>
              <a:t> mapped to Region West Supervisor 2.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561A8-4EAE-6858-7AA5-DEE101B14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99000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21792-A63B-65DA-9796-3EED499F5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12C24D-17E2-7716-3922-7EBB09383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658487-62FF-C60D-A7ED-0C2FAB08B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sng" dirty="0">
                <a:solidFill>
                  <a:srgbClr val="717074"/>
                </a:solidFill>
                <a:latin typeface="Arial"/>
                <a:ea typeface="Arial"/>
                <a:cs typeface="Arial"/>
                <a:sym typeface="Arial"/>
              </a:rPr>
              <a:t>Talk Track:</a:t>
            </a:r>
            <a:endParaRPr lang="en-US" sz="800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Technical view of showing further detail on how multiple organizations/tenants with multiple projects can be assigned on certain resources within the vSphere Supervisor infrastructure.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Specifically, this view shows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2 Tenants across 2 Regions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Regions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Region 1 includes two separate vCenters sharing one NSX Manager deployment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Region 2 single vCenter/NSX Pair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Tenant #1 – </a:t>
            </a:r>
            <a:r>
              <a:rPr lang="en-US" dirty="0" err="1"/>
              <a:t>BigCo</a:t>
            </a:r>
            <a:endParaRPr lang="en-US" dirty="0"/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2 Projects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2 vSphere Namespaces per Project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Region Quotas</a:t>
            </a:r>
          </a:p>
          <a:p>
            <a:pPr marL="1543050" marR="0" lvl="3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One Region Quota assigning resources to Region West - vSphere Supervisor 1</a:t>
            </a:r>
          </a:p>
          <a:p>
            <a:pPr marL="1543050" marR="0" lvl="3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One Region Quota assigning resources to Region East - vSphere Supervisor 1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Tenant #2 – Small Co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1 Project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2 vSphere Namespaces 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One Region Quota assigning resources to Region West - vSphere Supervisor 2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One Region Quota assigning resources to Region East - vSphere Supervisor 1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Note: Each Organization requires a Region Quota that maps the Supervisor in the Region to the Organization. Each Region can only map 1 Supervisor per region. This is why you see </a:t>
            </a:r>
            <a:r>
              <a:rPr lang="en-US" dirty="0" err="1"/>
              <a:t>BigCo</a:t>
            </a:r>
            <a:r>
              <a:rPr lang="en-US" dirty="0"/>
              <a:t> mapped to Region West Supervisor 1 and </a:t>
            </a:r>
            <a:r>
              <a:rPr lang="en-US" dirty="0" err="1"/>
              <a:t>SmallCo</a:t>
            </a:r>
            <a:r>
              <a:rPr lang="en-US" dirty="0"/>
              <a:t> mapped to Region West Supervisor 2.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962C4-A46D-EF12-41F2-EEB5278D8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4FBC3A-A12C-40F9-BB8D-BC30C790139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71707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71707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0988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57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4" name="Google Shape;1274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58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0" name="Google Shape;1280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59:notes"/>
          <p:cNvSpPr txBox="1">
            <a:spLocks noGrp="1"/>
          </p:cNvSpPr>
          <p:nvPr>
            <p:ph type="body" idx="1"/>
          </p:nvPr>
        </p:nvSpPr>
        <p:spPr>
          <a:xfrm>
            <a:off x="457200" y="3810000"/>
            <a:ext cx="5943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3" name="Google Shape;1323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788988" y="609600"/>
            <a:ext cx="5280025" cy="297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Plum">
  <p:cSld name="Section Header – Plum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4" name="Google Shape;44;p1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6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6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and Content">
  <p:cSld name="Title, Sub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Char char="•"/>
              <a:defRPr>
                <a:solidFill>
                  <a:srgbClr val="3C3C3C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/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, Subtitle and Content">
  <p:cSld name="1_Title, Subtitle and Conte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7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None/>
              <a:defRPr sz="1600"/>
            </a:lvl9pPr>
          </a:lstStyle>
          <a:p>
            <a:endParaRPr/>
          </a:p>
        </p:txBody>
      </p:sp>
      <p:sp>
        <p:nvSpPr>
          <p:cNvPr id="57" name="Google Shape;57;p107"/>
          <p:cNvSpPr txBox="1">
            <a:spLocks noGrp="1"/>
          </p:cNvSpPr>
          <p:nvPr>
            <p:ph type="body" idx="2"/>
          </p:nvPr>
        </p:nvSpPr>
        <p:spPr>
          <a:xfrm>
            <a:off x="616505" y="1600201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​"/>
              <a:defRPr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200"/>
              <a:buChar char="•"/>
              <a:defRPr>
                <a:solidFill>
                  <a:schemeClr val="dk1"/>
                </a:solidFill>
              </a:defRPr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1100"/>
              <a:buChar char="–"/>
              <a:defRPr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900"/>
              <a:buChar char="•"/>
              <a:defRPr>
                <a:solidFill>
                  <a:schemeClr val="dk1"/>
                </a:solidFill>
              </a:defRPr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070D"/>
              </a:buClr>
              <a:buSzPts val="900"/>
              <a:buChar char="–"/>
              <a:defRPr>
                <a:solidFill>
                  <a:schemeClr val="dk1"/>
                </a:solidFill>
              </a:defRPr>
            </a:lvl5pPr>
            <a:lvl6pPr marL="2743200" lvl="5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6070D"/>
              </a:buClr>
              <a:buSzPts val="900"/>
              <a:buChar char="•"/>
              <a:defRPr>
                <a:solidFill>
                  <a:srgbClr val="06070D"/>
                </a:solidFill>
              </a:defRPr>
            </a:lvl6pPr>
            <a:lvl7pPr marL="3200400" lvl="6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-"/>
              <a:defRPr/>
            </a:lvl7pPr>
            <a:lvl8pPr marL="3657600" lvl="7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•"/>
              <a:defRPr/>
            </a:lvl8pPr>
            <a:lvl9pPr marL="4114800" lvl="8" indent="-28575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00"/>
              <a:buChar char="-"/>
              <a:defRPr/>
            </a:lvl9pPr>
          </a:lstStyle>
          <a:p>
            <a:endParaRPr/>
          </a:p>
        </p:txBody>
      </p:sp>
      <p:sp>
        <p:nvSpPr>
          <p:cNvPr id="58" name="Google Shape;58;p10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8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63" name="Google Shape;63;p10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– Plum">
  <p:cSld name="Title Slide – Plum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 rotWithShape="1">
          <a:blip r:embed="rId2">
            <a:alphaModFix/>
          </a:blip>
          <a:srcRect l="1042" r="1971" b="1787"/>
          <a:stretch/>
        </p:blipFill>
        <p:spPr>
          <a:xfrm>
            <a:off x="0" y="658109"/>
            <a:ext cx="12188825" cy="6205839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3725"/>
              </a:schemeClr>
            </a:outerShdw>
          </a:effectLst>
        </p:spPr>
      </p:pic>
      <p:sp>
        <p:nvSpPr>
          <p:cNvPr id="85" name="Google Shape;85;p12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6000">
                <a:schemeClr val="accent5"/>
              </a:gs>
              <a:gs pos="45000">
                <a:srgbClr val="4764A1"/>
              </a:gs>
              <a:gs pos="90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2"/>
          <p:cNvSpPr txBox="1">
            <a:spLocks noGrp="1"/>
          </p:cNvSpPr>
          <p:nvPr>
            <p:ph type="body" idx="1"/>
          </p:nvPr>
        </p:nvSpPr>
        <p:spPr>
          <a:xfrm>
            <a:off x="6592948" y="4737425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666666"/>
              </a:buClr>
              <a:buSzPts val="1440"/>
              <a:buFont typeface="Arial"/>
              <a:buNone/>
              <a:defRPr sz="1600" b="0" i="0" u="none" strike="noStrike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body" idx="2"/>
          </p:nvPr>
        </p:nvSpPr>
        <p:spPr>
          <a:xfrm>
            <a:off x="6592948" y="5117480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3"/>
          </p:nvPr>
        </p:nvSpPr>
        <p:spPr>
          <a:xfrm>
            <a:off x="6592948" y="5485986"/>
            <a:ext cx="5402202" cy="35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  <a:defRPr sz="14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2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Google Shape;91;p12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92" name="Google Shape;92;p12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93" name="Google Shape;93;p12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12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12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12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12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12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2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2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12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2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" name="Google Shape;103;p12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04" name="Google Shape;104;p12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12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12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12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2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12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12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1" name="Google Shape;111;p12"/>
          <p:cNvSpPr txBox="1">
            <a:spLocks noGrp="1"/>
          </p:cNvSpPr>
          <p:nvPr>
            <p:ph type="title"/>
          </p:nvPr>
        </p:nvSpPr>
        <p:spPr>
          <a:xfrm>
            <a:off x="6592949" y="1701846"/>
            <a:ext cx="5102866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rial"/>
              <a:buNone/>
              <a:defRPr sz="40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subTitle" idx="4"/>
          </p:nvPr>
        </p:nvSpPr>
        <p:spPr>
          <a:xfrm>
            <a:off x="6592948" y="2986547"/>
            <a:ext cx="5116452" cy="416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13" name="Google Shape;113;p12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2"/>
          <p:cNvPicPr preferRelativeResize="0"/>
          <p:nvPr/>
        </p:nvPicPr>
        <p:blipFill rotWithShape="1">
          <a:blip r:embed="rId2">
            <a:alphaModFix/>
          </a:blip>
          <a:srcRect l="1042" r="1971" b="1787"/>
          <a:stretch/>
        </p:blipFill>
        <p:spPr>
          <a:xfrm>
            <a:off x="0" y="658109"/>
            <a:ext cx="12188825" cy="6205839"/>
          </a:xfrm>
          <a:custGeom>
            <a:avLst/>
            <a:gdLst/>
            <a:ahLst/>
            <a:cxnLst/>
            <a:rect l="l" t="t" r="r" b="b"/>
            <a:pathLst>
              <a:path w="12192401" h="6207660" extrusionOk="0">
                <a:moveTo>
                  <a:pt x="0" y="0"/>
                </a:moveTo>
                <a:lnTo>
                  <a:pt x="12192401" y="0"/>
                </a:lnTo>
                <a:lnTo>
                  <a:pt x="12192401" y="6207660"/>
                </a:lnTo>
                <a:lnTo>
                  <a:pt x="0" y="6207660"/>
                </a:lnTo>
                <a:close/>
              </a:path>
            </a:pathLst>
          </a:custGeom>
          <a:noFill/>
          <a:ln>
            <a:noFill/>
          </a:ln>
          <a:effectLst>
            <a:outerShdw blurRad="241300" sx="102000" sy="102000" algn="ctr" rotWithShape="0">
              <a:schemeClr val="accent3">
                <a:alpha val="13725"/>
              </a:schemeClr>
            </a:outerShdw>
          </a:effectLst>
        </p:spPr>
      </p:pic>
      <p:sp>
        <p:nvSpPr>
          <p:cNvPr id="115" name="Google Shape;115;p12"/>
          <p:cNvSpPr/>
          <p:nvPr/>
        </p:nvSpPr>
        <p:spPr>
          <a:xfrm>
            <a:off x="-3811" y="-260"/>
            <a:ext cx="6334843" cy="4737302"/>
          </a:xfrm>
          <a:custGeom>
            <a:avLst/>
            <a:gdLst/>
            <a:ahLst/>
            <a:cxnLst/>
            <a:rect l="l" t="t" r="r" b="b"/>
            <a:pathLst>
              <a:path w="6334843" h="4737302" extrusionOk="0">
                <a:moveTo>
                  <a:pt x="0" y="0"/>
                </a:moveTo>
                <a:lnTo>
                  <a:pt x="6334843" y="0"/>
                </a:lnTo>
                <a:lnTo>
                  <a:pt x="1987292" y="4347552"/>
                </a:lnTo>
                <a:cubicBezTo>
                  <a:pt x="1737727" y="4597117"/>
                  <a:pt x="1399274" y="4737302"/>
                  <a:pt x="1046384" y="4737302"/>
                </a:cubicBezTo>
                <a:lnTo>
                  <a:pt x="0" y="4737302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6000">
                <a:schemeClr val="accent5"/>
              </a:gs>
              <a:gs pos="45000">
                <a:srgbClr val="4764A1"/>
              </a:gs>
              <a:gs pos="90000">
                <a:schemeClr val="accent3"/>
              </a:gs>
              <a:gs pos="100000">
                <a:schemeClr val="accent3"/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2"/>
          <p:cNvSpPr txBox="1"/>
          <p:nvPr/>
        </p:nvSpPr>
        <p:spPr>
          <a:xfrm>
            <a:off x="1645084" y="6461498"/>
            <a:ext cx="3052118" cy="14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2025 Broadcom.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2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19" name="Google Shape;119;p12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20" name="Google Shape;120;p12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2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2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2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2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12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12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12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12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12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12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31" name="Google Shape;131;p12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12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12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12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12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12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12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8" name="Google Shape;138;p12"/>
          <p:cNvSpPr/>
          <p:nvPr/>
        </p:nvSpPr>
        <p:spPr>
          <a:xfrm>
            <a:off x="-7657" y="648483"/>
            <a:ext cx="12205474" cy="5413289"/>
          </a:xfrm>
          <a:custGeom>
            <a:avLst/>
            <a:gdLst/>
            <a:ahLst/>
            <a:cxnLst/>
            <a:rect l="l" t="t" r="r" b="b"/>
            <a:pathLst>
              <a:path w="12205474" h="5413289" extrusionOk="0">
                <a:moveTo>
                  <a:pt x="7251847" y="0"/>
                </a:moveTo>
                <a:lnTo>
                  <a:pt x="12205474" y="0"/>
                </a:lnTo>
                <a:lnTo>
                  <a:pt x="12205474" y="76269"/>
                </a:lnTo>
                <a:lnTo>
                  <a:pt x="7251847" y="76269"/>
                </a:lnTo>
                <a:cubicBezTo>
                  <a:pt x="7052214" y="76269"/>
                  <a:pt x="6857409" y="115039"/>
                  <a:pt x="6672965" y="191435"/>
                </a:cubicBezTo>
                <a:cubicBezTo>
                  <a:pt x="6488519" y="267830"/>
                  <a:pt x="6323397" y="378166"/>
                  <a:pt x="6182235" y="519327"/>
                </a:cubicBezTo>
                <a:lnTo>
                  <a:pt x="1792619" y="4923656"/>
                </a:lnTo>
                <a:cubicBezTo>
                  <a:pt x="1637157" y="5079181"/>
                  <a:pt x="1455382" y="5200638"/>
                  <a:pt x="1252315" y="5284725"/>
                </a:cubicBezTo>
                <a:cubicBezTo>
                  <a:pt x="1049248" y="5368811"/>
                  <a:pt x="834867" y="5411458"/>
                  <a:pt x="615085" y="5411458"/>
                </a:cubicBezTo>
                <a:lnTo>
                  <a:pt x="0" y="5413289"/>
                </a:lnTo>
                <a:lnTo>
                  <a:pt x="0" y="5336993"/>
                </a:lnTo>
                <a:lnTo>
                  <a:pt x="615085" y="5335189"/>
                </a:lnTo>
                <a:cubicBezTo>
                  <a:pt x="1036536" y="5335189"/>
                  <a:pt x="1440700" y="5167779"/>
                  <a:pt x="1738659" y="4869823"/>
                </a:cubicBezTo>
                <a:lnTo>
                  <a:pt x="6128274" y="465366"/>
                </a:lnTo>
                <a:cubicBezTo>
                  <a:pt x="6426298" y="167410"/>
                  <a:pt x="6830460" y="0"/>
                  <a:pt x="7251847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rgbClr val="6C4B91"/>
              </a:gs>
              <a:gs pos="100000">
                <a:srgbClr val="6C4B9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"/>
          <p:cNvSpPr txBox="1">
            <a:spLocks noGrp="1"/>
          </p:cNvSpPr>
          <p:nvPr>
            <p:ph type="body" idx="1"/>
          </p:nvPr>
        </p:nvSpPr>
        <p:spPr>
          <a:xfrm>
            <a:off x="2894013" y="1359907"/>
            <a:ext cx="7315200" cy="4322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Open Sans"/>
              <a:buChar char="​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None/>
              <a:defRPr sz="1800"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2"/>
                </a:solidFill>
              </a:defRPr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2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None/>
              <a:defRPr sz="1800">
                <a:solidFill>
                  <a:schemeClr val="dk2"/>
                </a:solidFill>
              </a:defRPr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2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Font typeface="Open Sans"/>
              <a:buChar char="​"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3"/>
          <p:cNvSpPr txBox="1"/>
          <p:nvPr/>
        </p:nvSpPr>
        <p:spPr>
          <a:xfrm>
            <a:off x="610289" y="1257625"/>
            <a:ext cx="193987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3"/>
          <p:cNvSpPr txBox="1"/>
          <p:nvPr/>
        </p:nvSpPr>
        <p:spPr>
          <a:xfrm>
            <a:off x="610289" y="1257625"/>
            <a:ext cx="1939871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– Leaf">
  <p:cSld name="Section Header – Leaf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6524631" y="635863"/>
            <a:ext cx="5663315" cy="5331994"/>
          </a:xfrm>
          <a:custGeom>
            <a:avLst/>
            <a:gdLst/>
            <a:ahLst/>
            <a:cxnLst/>
            <a:rect l="l" t="t" r="r" b="b"/>
            <a:pathLst>
              <a:path w="5663315" h="5331994" extrusionOk="0">
                <a:moveTo>
                  <a:pt x="5663315" y="0"/>
                </a:moveTo>
                <a:lnTo>
                  <a:pt x="5663315" y="2653504"/>
                </a:lnTo>
                <a:lnTo>
                  <a:pt x="3356810" y="4960016"/>
                </a:lnTo>
                <a:cubicBezTo>
                  <a:pt x="3118625" y="5198201"/>
                  <a:pt x="2795605" y="5331994"/>
                  <a:pt x="2458806" y="5331994"/>
                </a:cubicBezTo>
                <a:lnTo>
                  <a:pt x="127247" y="5331994"/>
                </a:lnTo>
                <a:cubicBezTo>
                  <a:pt x="14092" y="5331994"/>
                  <a:pt x="-42549" y="5195217"/>
                  <a:pt x="37459" y="5115208"/>
                </a:cubicBezTo>
                <a:lnTo>
                  <a:pt x="4781475" y="371179"/>
                </a:lnTo>
                <a:cubicBezTo>
                  <a:pt x="4989831" y="162766"/>
                  <a:pt x="5263188" y="34280"/>
                  <a:pt x="5553942" y="5414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21000">
                <a:schemeClr val="accent4"/>
              </a:gs>
              <a:gs pos="89000">
                <a:schemeClr val="accent3"/>
              </a:gs>
              <a:gs pos="100000">
                <a:schemeClr val="accent3"/>
              </a:gs>
            </a:gsLst>
            <a:lin ang="189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– Photo 4">
  <p:cSld name="Section Header – Photo 4">
    <p:bg>
      <p:bgPr>
        <a:solidFill>
          <a:schemeClr val="lt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9974" y="1239062"/>
            <a:ext cx="7508851" cy="5631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" y="-496"/>
            <a:ext cx="12187945" cy="685849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/>
          <p:nvPr/>
        </p:nvSpPr>
        <p:spPr>
          <a:xfrm>
            <a:off x="5801096" y="1239062"/>
            <a:ext cx="6406144" cy="5618939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7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7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9" name="Google Shape;159;p1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60" name="Google Shape;160;p1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61" name="Google Shape;161;p1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1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1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1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1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1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" name="Google Shape;171;p1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72" name="Google Shape;172;p1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1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1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1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1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1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9" name="Google Shape;179;p1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0" name="Google Shape;180;p17" descr="A blue sky with white clou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9974" y="1239062"/>
            <a:ext cx="7508851" cy="5631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9" y="-496"/>
            <a:ext cx="12187945" cy="685849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/>
          <p:nvPr/>
        </p:nvSpPr>
        <p:spPr>
          <a:xfrm>
            <a:off x="5801096" y="1239062"/>
            <a:ext cx="6406144" cy="5618939"/>
          </a:xfrm>
          <a:custGeom>
            <a:avLst/>
            <a:gdLst/>
            <a:ahLst/>
            <a:cxnLst/>
            <a:rect l="l" t="t" r="r" b="b"/>
            <a:pathLst>
              <a:path w="6406144" h="5618939" extrusionOk="0">
                <a:moveTo>
                  <a:pt x="6312206" y="0"/>
                </a:moveTo>
                <a:lnTo>
                  <a:pt x="6406144" y="0"/>
                </a:lnTo>
                <a:lnTo>
                  <a:pt x="6406144" y="76059"/>
                </a:lnTo>
                <a:lnTo>
                  <a:pt x="6312206" y="76059"/>
                </a:lnTo>
                <a:cubicBezTo>
                  <a:pt x="5892268" y="76059"/>
                  <a:pt x="5489557" y="242868"/>
                  <a:pt x="5192668" y="539757"/>
                </a:cubicBezTo>
                <a:lnTo>
                  <a:pt x="118525" y="5613965"/>
                </a:lnTo>
                <a:lnTo>
                  <a:pt x="113031" y="5618939"/>
                </a:lnTo>
                <a:lnTo>
                  <a:pt x="0" y="5618939"/>
                </a:lnTo>
                <a:lnTo>
                  <a:pt x="64758" y="5560198"/>
                </a:lnTo>
                <a:lnTo>
                  <a:pt x="5138965" y="485927"/>
                </a:lnTo>
                <a:cubicBezTo>
                  <a:pt x="5293805" y="331086"/>
                  <a:pt x="5474927" y="210064"/>
                  <a:pt x="5677265" y="126279"/>
                </a:cubicBezTo>
                <a:cubicBezTo>
                  <a:pt x="5879602" y="42494"/>
                  <a:pt x="6093212" y="0"/>
                  <a:pt x="6312206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22000">
                <a:schemeClr val="accent3"/>
              </a:gs>
              <a:gs pos="80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1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86" name="Google Shape;186;p1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87" name="Google Shape;187;p1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1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1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1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1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1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198" name="Google Shape;198;p1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1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1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1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5" name="Google Shape;205;p1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Leaf">
  <p:cSld name="Quote – Leaf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627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8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24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09" name="Google Shape;209;p18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10" name="Google Shape;210;p18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025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1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p1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15" name="Google Shape;215;p1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16" name="Google Shape;216;p1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1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" name="Google Shape;219;p1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" name="Google Shape;220;p1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1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1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1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1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1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6" name="Google Shape;226;p1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27" name="Google Shape;227;p1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1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1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1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1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1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1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4" name="Google Shape;234;p18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627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8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8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9" name="Google Shape;239;p1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40" name="Google Shape;240;p1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41" name="Google Shape;241;p1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1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1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1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1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1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1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1" name="Google Shape;251;p1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52" name="Google Shape;252;p1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1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1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1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1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1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1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Aqua">
  <p:cSld name="Quote – Aqua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627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9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1324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63" name="Google Shape;263;p19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264" name="Google Shape;264;p19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025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265" name="Google Shape;265;p1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9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1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69" name="Google Shape;269;p1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70" name="Google Shape;270;p1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1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1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1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1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1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1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1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1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1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0" name="Google Shape;280;p1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81" name="Google Shape;281;p1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1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1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1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1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1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1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88" name="Google Shape;288;p19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627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9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3" name="Google Shape;293;p1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294" name="Google Shape;294;p1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295" name="Google Shape;295;p1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1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1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1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1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5" name="Google Shape;305;p1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06" name="Google Shape;306;p1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1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1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1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1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lum">
  <p:cSld name="Quote – Plum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627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0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5462158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17" name="Google Shape;317;p20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4581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18" name="Google Shape;318;p20" descr="logo placeholder: click to insert logo or delete box if not needed"/>
          <p:cNvSpPr>
            <a:spLocks noGrp="1"/>
          </p:cNvSpPr>
          <p:nvPr>
            <p:ph type="pic" idx="3"/>
          </p:nvPr>
        </p:nvSpPr>
        <p:spPr>
          <a:xfrm>
            <a:off x="8925484" y="4619335"/>
            <a:ext cx="2740025" cy="1371600"/>
          </a:xfrm>
          <a:prstGeom prst="rect">
            <a:avLst/>
          </a:prstGeom>
          <a:noFill/>
          <a:ln>
            <a:noFill/>
          </a:ln>
        </p:spPr>
      </p:sp>
      <p:sp>
        <p:nvSpPr>
          <p:cNvPr id="319" name="Google Shape;319;p2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0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0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2" name="Google Shape;322;p20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23" name="Google Shape;323;p2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24" name="Google Shape;324;p2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2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2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2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2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2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2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2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2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2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4" name="Google Shape;334;p2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35" name="Google Shape;335;p2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2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2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2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2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2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2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42" name="Google Shape;342;p20"/>
          <p:cNvSpPr/>
          <p:nvPr/>
        </p:nvSpPr>
        <p:spPr>
          <a:xfrm>
            <a:off x="0" y="0"/>
            <a:ext cx="12188825" cy="6033051"/>
          </a:xfrm>
          <a:custGeom>
            <a:avLst/>
            <a:gdLst/>
            <a:ahLst/>
            <a:cxnLst/>
            <a:rect l="l" t="t" r="r" b="b"/>
            <a:pathLst>
              <a:path w="12197292" h="6041519" extrusionOk="0">
                <a:moveTo>
                  <a:pt x="0" y="0"/>
                </a:moveTo>
                <a:lnTo>
                  <a:pt x="12197292" y="0"/>
                </a:lnTo>
                <a:lnTo>
                  <a:pt x="12197292" y="1911192"/>
                </a:lnTo>
                <a:lnTo>
                  <a:pt x="11193762" y="1911192"/>
                </a:lnTo>
                <a:cubicBezTo>
                  <a:pt x="10773986" y="1911192"/>
                  <a:pt x="10371368" y="2077963"/>
                  <a:pt x="10074486" y="2374782"/>
                </a:cubicBezTo>
                <a:lnTo>
                  <a:pt x="6871338" y="5577930"/>
                </a:lnTo>
                <a:cubicBezTo>
                  <a:pt x="6574521" y="5874749"/>
                  <a:pt x="6171901" y="6041519"/>
                  <a:pt x="5752064" y="6041519"/>
                </a:cubicBezTo>
                <a:lnTo>
                  <a:pt x="0" y="604151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627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-8466" y="1838847"/>
            <a:ext cx="12203641" cy="4206431"/>
          </a:xfrm>
          <a:custGeom>
            <a:avLst/>
            <a:gdLst/>
            <a:ahLst/>
            <a:cxnLst/>
            <a:rect l="l" t="t" r="r" b="b"/>
            <a:pathLst>
              <a:path w="12203641" h="4206431" extrusionOk="0">
                <a:moveTo>
                  <a:pt x="11193762" y="0"/>
                </a:moveTo>
                <a:lnTo>
                  <a:pt x="12203641" y="0"/>
                </a:lnTo>
                <a:lnTo>
                  <a:pt x="12203641" y="76041"/>
                </a:lnTo>
                <a:lnTo>
                  <a:pt x="11193825" y="76041"/>
                </a:lnTo>
                <a:cubicBezTo>
                  <a:pt x="10773986" y="76041"/>
                  <a:pt x="10371368" y="242812"/>
                  <a:pt x="10074550" y="539630"/>
                </a:cubicBezTo>
                <a:lnTo>
                  <a:pt x="6871401" y="3742842"/>
                </a:lnTo>
                <a:cubicBezTo>
                  <a:pt x="6574520" y="4039660"/>
                  <a:pt x="6171901" y="4206431"/>
                  <a:pt x="5752127" y="4206431"/>
                </a:cubicBezTo>
                <a:lnTo>
                  <a:pt x="0" y="4206431"/>
                </a:lnTo>
                <a:lnTo>
                  <a:pt x="0" y="4130391"/>
                </a:lnTo>
                <a:lnTo>
                  <a:pt x="5752127" y="4130391"/>
                </a:lnTo>
                <a:cubicBezTo>
                  <a:pt x="5950998" y="4130391"/>
                  <a:pt x="6145057" y="4091769"/>
                  <a:pt x="6328796" y="4015665"/>
                </a:cubicBezTo>
                <a:cubicBezTo>
                  <a:pt x="6512534" y="3939560"/>
                  <a:pt x="6677025" y="3829647"/>
                  <a:pt x="6817648" y="3689025"/>
                </a:cubicBezTo>
                <a:lnTo>
                  <a:pt x="10020795" y="485877"/>
                </a:lnTo>
                <a:cubicBezTo>
                  <a:pt x="10334077" y="172532"/>
                  <a:pt x="10750686" y="0"/>
                  <a:pt x="11193762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9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0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0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7" name="Google Shape;347;p20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48" name="Google Shape;348;p20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49" name="Google Shape;349;p20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20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20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20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20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20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20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9" name="Google Shape;359;p20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60" name="Google Shape;360;p20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20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20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20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20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20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20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– Photo 5">
  <p:cSld name="Quote – Photo 5">
    <p:bg>
      <p:bgPr>
        <a:solidFill>
          <a:schemeClr val="lt1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21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1"/>
          <p:cNvSpPr/>
          <p:nvPr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3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1"/>
          <p:cNvSpPr/>
          <p:nvPr/>
        </p:nvSpPr>
        <p:spPr>
          <a:xfrm>
            <a:off x="6477" y="0"/>
            <a:ext cx="10295334" cy="6040452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3" name="Google Shape;373;p2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374" name="Google Shape;374;p2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375" name="Google Shape;375;p2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2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2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2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2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2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5" name="Google Shape;385;p2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386" name="Google Shape;386;p2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2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2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2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2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2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2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93" name="Google Shape;393;p21"/>
          <p:cNvSpPr txBox="1">
            <a:spLocks noGrp="1"/>
          </p:cNvSpPr>
          <p:nvPr>
            <p:ph type="body" idx="1"/>
          </p:nvPr>
        </p:nvSpPr>
        <p:spPr>
          <a:xfrm>
            <a:off x="438912" y="1600200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“"/>
              <a:defRPr sz="2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20"/>
              <a:buFont typeface="Arial"/>
              <a:buChar char="“"/>
              <a:defRPr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40"/>
              <a:buFont typeface="Arial"/>
              <a:buChar char="“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Arial"/>
              <a:buChar char="“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94" name="Google Shape;394;p21"/>
          <p:cNvSpPr txBox="1">
            <a:spLocks noGrp="1"/>
          </p:cNvSpPr>
          <p:nvPr>
            <p:ph type="body" idx="2"/>
          </p:nvPr>
        </p:nvSpPr>
        <p:spPr>
          <a:xfrm>
            <a:off x="612648" y="5065776"/>
            <a:ext cx="3591052" cy="674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395" name="Google Shape;395;p2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6" name="Google Shape;396;p21" descr="Looking up view of a tall building with glass window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29993" y="0"/>
            <a:ext cx="1035883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1"/>
          <p:cNvSpPr/>
          <p:nvPr/>
        </p:nvSpPr>
        <p:spPr>
          <a:xfrm>
            <a:off x="0" y="0"/>
            <a:ext cx="12182348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5000">
                <a:srgbClr val="FFFFFF"/>
              </a:gs>
              <a:gs pos="59553">
                <a:srgbClr val="FFFFFF">
                  <a:alpha val="0"/>
                </a:srgbClr>
              </a:gs>
              <a:gs pos="7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6477" y="0"/>
            <a:ext cx="10295334" cy="6040452"/>
          </a:xfrm>
          <a:custGeom>
            <a:avLst/>
            <a:gdLst/>
            <a:ahLst/>
            <a:cxnLst/>
            <a:rect l="l" t="t" r="r" b="b"/>
            <a:pathLst>
              <a:path w="10295334" h="6040452" extrusionOk="0">
                <a:moveTo>
                  <a:pt x="10186830" y="0"/>
                </a:moveTo>
                <a:lnTo>
                  <a:pt x="10295334" y="0"/>
                </a:lnTo>
                <a:lnTo>
                  <a:pt x="4722761" y="5572574"/>
                </a:lnTo>
                <a:cubicBezTo>
                  <a:pt x="4423133" y="5872139"/>
                  <a:pt x="4016790" y="6040452"/>
                  <a:pt x="3593131" y="6040452"/>
                </a:cubicBezTo>
                <a:lnTo>
                  <a:pt x="0" y="6040452"/>
                </a:lnTo>
                <a:lnTo>
                  <a:pt x="0" y="5963772"/>
                </a:lnTo>
                <a:lnTo>
                  <a:pt x="3593131" y="5963772"/>
                </a:lnTo>
                <a:cubicBezTo>
                  <a:pt x="3793842" y="5963772"/>
                  <a:pt x="3989696" y="5924793"/>
                  <a:pt x="4175135" y="5847985"/>
                </a:cubicBezTo>
                <a:cubicBezTo>
                  <a:pt x="4360575" y="5771176"/>
                  <a:pt x="4526588" y="5660245"/>
                  <a:pt x="4668509" y="5518323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2000">
                <a:schemeClr val="accent3"/>
              </a:gs>
              <a:gs pos="85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1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1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1" name="Google Shape;401;p21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402" name="Google Shape;402;p21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403" name="Google Shape;403;p21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21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21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21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21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21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21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21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21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21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3" name="Google Shape;413;p21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414" name="Google Shape;414;p21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21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21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21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21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21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21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21" name="Google Shape;421;p2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">
  <p:cSld name="Two-Content Balanced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23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25" name="Google Shape;425;p23"/>
          <p:cNvSpPr txBox="1">
            <a:spLocks noGrp="1"/>
          </p:cNvSpPr>
          <p:nvPr>
            <p:ph type="body" idx="2"/>
          </p:nvPr>
        </p:nvSpPr>
        <p:spPr>
          <a:xfrm>
            <a:off x="608013" y="1600200"/>
            <a:ext cx="531378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29717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6" name="Google Shape;426;p23"/>
          <p:cNvSpPr txBox="1">
            <a:spLocks noGrp="1"/>
          </p:cNvSpPr>
          <p:nvPr>
            <p:ph type="body" idx="3"/>
          </p:nvPr>
        </p:nvSpPr>
        <p:spPr>
          <a:xfrm>
            <a:off x="6321287" y="1600200"/>
            <a:ext cx="531378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6pPr>
            <a:lvl7pPr marL="3200400" lvl="6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8pPr>
            <a:lvl9pPr marL="4114800" lvl="8" indent="-29717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080"/>
              <a:buChar char="-"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7" name="Google Shape;427;p2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Right">
  <p:cSld name="Two-Content Balanced Color on Right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4"/>
          <p:cNvSpPr txBox="1">
            <a:spLocks noGrp="1"/>
          </p:cNvSpPr>
          <p:nvPr>
            <p:ph type="body" idx="1"/>
          </p:nvPr>
        </p:nvSpPr>
        <p:spPr>
          <a:xfrm>
            <a:off x="6323381" y="1600201"/>
            <a:ext cx="5865445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4572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1" name="Google Shape;431;p24"/>
          <p:cNvSpPr txBox="1">
            <a:spLocks noGrp="1"/>
          </p:cNvSpPr>
          <p:nvPr>
            <p:ph type="subTitle" idx="2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32" name="Google Shape;432;p2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2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4"/>
          <p:cNvSpPr txBox="1">
            <a:spLocks noGrp="1"/>
          </p:cNvSpPr>
          <p:nvPr>
            <p:ph type="body" idx="3"/>
          </p:nvPr>
        </p:nvSpPr>
        <p:spPr>
          <a:xfrm>
            <a:off x="0" y="1600201"/>
            <a:ext cx="589359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5" name="Google Shape;435;p2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ntent Balanced Color on Left">
  <p:cSld name="Two-Content Balanced Color on Left"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25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39" name="Google Shape;439;p2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5"/>
          <p:cNvSpPr txBox="1">
            <a:spLocks noGrp="1"/>
          </p:cNvSpPr>
          <p:nvPr>
            <p:ph type="body" idx="2"/>
          </p:nvPr>
        </p:nvSpPr>
        <p:spPr>
          <a:xfrm>
            <a:off x="6323381" y="1600201"/>
            <a:ext cx="5865445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1" name="Google Shape;441;p25"/>
          <p:cNvSpPr txBox="1">
            <a:spLocks noGrp="1"/>
          </p:cNvSpPr>
          <p:nvPr>
            <p:ph type="body" idx="3"/>
          </p:nvPr>
        </p:nvSpPr>
        <p:spPr>
          <a:xfrm>
            <a:off x="0" y="1600201"/>
            <a:ext cx="5893593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59435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08609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260"/>
              <a:buChar char="-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2" name="Google Shape;442;p2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2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46" name="Google Shape;446;p26"/>
          <p:cNvSpPr txBox="1">
            <a:spLocks noGrp="1"/>
          </p:cNvSpPr>
          <p:nvPr>
            <p:ph type="body" idx="2"/>
          </p:nvPr>
        </p:nvSpPr>
        <p:spPr>
          <a:xfrm>
            <a:off x="592866" y="1600202"/>
            <a:ext cx="5287234" cy="87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457200" bIns="91425" anchor="b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47" name="Google Shape;447;p26"/>
          <p:cNvSpPr/>
          <p:nvPr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6"/>
          <p:cNvSpPr txBox="1">
            <a:spLocks noGrp="1"/>
          </p:cNvSpPr>
          <p:nvPr>
            <p:ph type="body" idx="3"/>
          </p:nvPr>
        </p:nvSpPr>
        <p:spPr>
          <a:xfrm>
            <a:off x="592865" y="2621020"/>
            <a:ext cx="5315794" cy="3544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49" name="Google Shape;449;p26"/>
          <p:cNvSpPr txBox="1">
            <a:spLocks noGrp="1"/>
          </p:cNvSpPr>
          <p:nvPr>
            <p:ph type="body" idx="4"/>
          </p:nvPr>
        </p:nvSpPr>
        <p:spPr>
          <a:xfrm>
            <a:off x="6308726" y="1600202"/>
            <a:ext cx="5287234" cy="87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457200" bIns="91425" anchor="b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50" name="Google Shape;450;p26"/>
          <p:cNvSpPr/>
          <p:nvPr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6"/>
          <p:cNvSpPr txBox="1">
            <a:spLocks noGrp="1"/>
          </p:cNvSpPr>
          <p:nvPr>
            <p:ph type="body" idx="5"/>
          </p:nvPr>
        </p:nvSpPr>
        <p:spPr>
          <a:xfrm>
            <a:off x="6308143" y="2621280"/>
            <a:ext cx="5287234" cy="357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52" name="Google Shape;452;p2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6"/>
          <p:cNvSpPr/>
          <p:nvPr/>
        </p:nvSpPr>
        <p:spPr>
          <a:xfrm>
            <a:off x="592865" y="2484176"/>
            <a:ext cx="5287234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6"/>
          <p:cNvSpPr/>
          <p:nvPr/>
        </p:nvSpPr>
        <p:spPr>
          <a:xfrm>
            <a:off x="6303874" y="2484176"/>
            <a:ext cx="5287234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-Content Comparison">
  <p:cSld name="Three-Content Comparison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2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59" name="Google Shape;459;p27"/>
          <p:cNvSpPr txBox="1">
            <a:spLocks noGrp="1"/>
          </p:cNvSpPr>
          <p:nvPr>
            <p:ph type="body" idx="2"/>
          </p:nvPr>
        </p:nvSpPr>
        <p:spPr>
          <a:xfrm>
            <a:off x="592866" y="1600200"/>
            <a:ext cx="3593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60" name="Google Shape;460;p27"/>
          <p:cNvSpPr/>
          <p:nvPr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7"/>
          <p:cNvSpPr txBox="1">
            <a:spLocks noGrp="1"/>
          </p:cNvSpPr>
          <p:nvPr>
            <p:ph type="body" idx="3"/>
          </p:nvPr>
        </p:nvSpPr>
        <p:spPr>
          <a:xfrm>
            <a:off x="4297616" y="1600200"/>
            <a:ext cx="3593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62" name="Google Shape;462;p27"/>
          <p:cNvSpPr txBox="1">
            <a:spLocks noGrp="1"/>
          </p:cNvSpPr>
          <p:nvPr>
            <p:ph type="body" idx="4"/>
          </p:nvPr>
        </p:nvSpPr>
        <p:spPr>
          <a:xfrm>
            <a:off x="8001859" y="1600200"/>
            <a:ext cx="3593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182875" bIns="91425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lt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lt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lt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63" name="Google Shape;463;p27"/>
          <p:cNvSpPr/>
          <p:nvPr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7"/>
          <p:cNvSpPr/>
          <p:nvPr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7"/>
          <p:cNvSpPr txBox="1">
            <a:spLocks noGrp="1"/>
          </p:cNvSpPr>
          <p:nvPr>
            <p:ph type="body" idx="5"/>
          </p:nvPr>
        </p:nvSpPr>
        <p:spPr>
          <a:xfrm>
            <a:off x="592866" y="2649538"/>
            <a:ext cx="3594100" cy="352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67" name="Google Shape;467;p27"/>
          <p:cNvSpPr txBox="1">
            <a:spLocks noGrp="1"/>
          </p:cNvSpPr>
          <p:nvPr>
            <p:ph type="body" idx="6"/>
          </p:nvPr>
        </p:nvSpPr>
        <p:spPr>
          <a:xfrm>
            <a:off x="4297616" y="2649538"/>
            <a:ext cx="3594100" cy="352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68" name="Google Shape;468;p27"/>
          <p:cNvSpPr txBox="1">
            <a:spLocks noGrp="1"/>
          </p:cNvSpPr>
          <p:nvPr>
            <p:ph type="body" idx="7"/>
          </p:nvPr>
        </p:nvSpPr>
        <p:spPr>
          <a:xfrm>
            <a:off x="8001859" y="2649538"/>
            <a:ext cx="3594100" cy="352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1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•"/>
              <a:defRPr sz="1100">
                <a:solidFill>
                  <a:schemeClr val="dk1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–"/>
              <a:defRPr sz="1100">
                <a:solidFill>
                  <a:schemeClr val="dk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69" name="Google Shape;469;p27"/>
          <p:cNvSpPr/>
          <p:nvPr/>
        </p:nvSpPr>
        <p:spPr>
          <a:xfrm>
            <a:off x="592866" y="2509480"/>
            <a:ext cx="3593592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7"/>
          <p:cNvSpPr/>
          <p:nvPr/>
        </p:nvSpPr>
        <p:spPr>
          <a:xfrm>
            <a:off x="8001859" y="2509480"/>
            <a:ext cx="3593592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7"/>
          <p:cNvSpPr/>
          <p:nvPr/>
        </p:nvSpPr>
        <p:spPr>
          <a:xfrm>
            <a:off x="4297616" y="2509480"/>
            <a:ext cx="3593592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Left">
  <p:cSld name="Two Content Dynamic – Left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28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76" name="Google Shape;476;p28"/>
          <p:cNvSpPr/>
          <p:nvPr/>
        </p:nvSpPr>
        <p:spPr>
          <a:xfrm rot="10800000" flipH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8"/>
          <p:cNvSpPr txBox="1">
            <a:spLocks noGrp="1"/>
          </p:cNvSpPr>
          <p:nvPr>
            <p:ph type="body" idx="2"/>
          </p:nvPr>
        </p:nvSpPr>
        <p:spPr>
          <a:xfrm>
            <a:off x="0" y="1609531"/>
            <a:ext cx="2894013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3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•"/>
              <a:defRPr sz="1600">
                <a:solidFill>
                  <a:schemeClr val="accent2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–"/>
              <a:defRPr sz="1400">
                <a:solidFill>
                  <a:schemeClr val="accent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•"/>
              <a:defRPr sz="1200">
                <a:solidFill>
                  <a:schemeClr val="accent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78" name="Google Shape;478;p28"/>
          <p:cNvSpPr txBox="1">
            <a:spLocks noGrp="1"/>
          </p:cNvSpPr>
          <p:nvPr>
            <p:ph type="body" idx="3"/>
          </p:nvPr>
        </p:nvSpPr>
        <p:spPr>
          <a:xfrm>
            <a:off x="3351213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79" name="Google Shape;479;p2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8"/>
          <p:cNvSpPr/>
          <p:nvPr/>
        </p:nvSpPr>
        <p:spPr>
          <a:xfrm rot="10800000" flipH="1">
            <a:off x="0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Dynamic – Right">
  <p:cSld name="Two Content Dynamic – Right"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29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85" name="Google Shape;485;p2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9"/>
          <p:cNvSpPr/>
          <p:nvPr/>
        </p:nvSpPr>
        <p:spPr>
          <a:xfrm rot="10800000" flipH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9"/>
          <p:cNvSpPr txBox="1">
            <a:spLocks noGrp="1"/>
          </p:cNvSpPr>
          <p:nvPr>
            <p:ph type="body" idx="2"/>
          </p:nvPr>
        </p:nvSpPr>
        <p:spPr>
          <a:xfrm>
            <a:off x="9294812" y="1609531"/>
            <a:ext cx="2894013" cy="4572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274300" tIns="457200" rIns="457200" bIns="457200" anchor="t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40"/>
              <a:buChar char="•"/>
              <a:defRPr sz="1600">
                <a:solidFill>
                  <a:schemeClr val="accent2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–"/>
              <a:defRPr sz="1400">
                <a:solidFill>
                  <a:schemeClr val="accent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•"/>
              <a:defRPr sz="1200">
                <a:solidFill>
                  <a:schemeClr val="accent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88" name="Google Shape;488;p29"/>
          <p:cNvSpPr txBox="1">
            <a:spLocks noGrp="1"/>
          </p:cNvSpPr>
          <p:nvPr>
            <p:ph type="body" idx="3"/>
          </p:nvPr>
        </p:nvSpPr>
        <p:spPr>
          <a:xfrm>
            <a:off x="0" y="1609531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45720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​"/>
              <a:defRPr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>
                <a:solidFill>
                  <a:schemeClr val="dk1"/>
                </a:solidFill>
              </a:defRPr>
            </a:lvl2pPr>
            <a:lvl3pPr marL="1371600" lvl="2" indent="-32003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Char char="–"/>
              <a:defRPr>
                <a:solidFill>
                  <a:schemeClr val="dk1"/>
                </a:solidFill>
              </a:defRPr>
            </a:lvl3pPr>
            <a:lvl4pPr marL="1828800" lvl="3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>
                <a:solidFill>
                  <a:schemeClr val="dk1"/>
                </a:solidFill>
              </a:defRPr>
            </a:lvl5pPr>
            <a:lvl6pPr marL="2743200" lvl="5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-"/>
              <a:defRPr>
                <a:solidFill>
                  <a:schemeClr val="dk1"/>
                </a:solidFill>
              </a:defRPr>
            </a:lvl7pPr>
            <a:lvl8pPr marL="3657600" lvl="7" indent="-30860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•"/>
              <a:defRPr>
                <a:solidFill>
                  <a:schemeClr val="dk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489" name="Google Shape;489;p2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9"/>
          <p:cNvSpPr/>
          <p:nvPr/>
        </p:nvSpPr>
        <p:spPr>
          <a:xfrm rot="10800000" flipH="1">
            <a:off x="9294812" y="1552601"/>
            <a:ext cx="289401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Content on Right">
  <p:cSld name="Diagram with Content on Right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30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494" name="Google Shape;494;p30"/>
          <p:cNvSpPr/>
          <p:nvPr/>
        </p:nvSpPr>
        <p:spPr>
          <a:xfrm rot="10800000" flipH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0"/>
          <p:cNvSpPr txBox="1">
            <a:spLocks noGrp="1"/>
          </p:cNvSpPr>
          <p:nvPr>
            <p:ph type="body" idx="2"/>
          </p:nvPr>
        </p:nvSpPr>
        <p:spPr>
          <a:xfrm>
            <a:off x="8380413" y="1600200"/>
            <a:ext cx="3808412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0" rIns="594350" bIns="4572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accent2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60"/>
              <a:buChar char="•"/>
              <a:defRPr sz="1400">
                <a:solidFill>
                  <a:schemeClr val="accent2"/>
                </a:solidFill>
              </a:defRPr>
            </a:lvl2pPr>
            <a:lvl3pPr marL="1371600" lvl="2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080"/>
              <a:buChar char="–"/>
              <a:defRPr sz="1200">
                <a:solidFill>
                  <a:schemeClr val="accent2"/>
                </a:solidFill>
              </a:defRPr>
            </a:lvl3pPr>
            <a:lvl4pPr marL="1828800" lvl="3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4pPr>
            <a:lvl5pPr marL="2286000" lvl="4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–"/>
              <a:defRPr sz="1100">
                <a:solidFill>
                  <a:schemeClr val="accent2"/>
                </a:solidFill>
              </a:defRPr>
            </a:lvl5pPr>
            <a:lvl6pPr marL="2743200" lvl="5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6pPr>
            <a:lvl7pPr marL="3200400" lvl="6" indent="-29146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-"/>
              <a:defRPr sz="1100">
                <a:solidFill>
                  <a:schemeClr val="accent2"/>
                </a:solidFill>
              </a:defRPr>
            </a:lvl7pPr>
            <a:lvl8pPr marL="3657600" lvl="7" indent="-29146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990"/>
              <a:buChar char="•"/>
              <a:defRPr sz="1100">
                <a:solidFill>
                  <a:schemeClr val="accent2"/>
                </a:solidFill>
              </a:defRPr>
            </a:lvl8pPr>
            <a:lvl9pPr marL="4114800" lvl="8" indent="-291465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accent2"/>
              </a:buClr>
              <a:buSzPts val="990"/>
              <a:buChar char="-"/>
              <a:defRPr sz="11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96" name="Google Shape;496;p3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0"/>
          <p:cNvSpPr txBox="1">
            <a:spLocks noGrp="1"/>
          </p:cNvSpPr>
          <p:nvPr>
            <p:ph type="body" idx="3"/>
          </p:nvPr>
        </p:nvSpPr>
        <p:spPr>
          <a:xfrm>
            <a:off x="608012" y="1600201"/>
            <a:ext cx="739830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1371600" rIns="457200" bIns="457200" anchor="t" anchorCtr="0">
            <a:noAutofit/>
          </a:bodyPr>
          <a:lstStyle>
            <a:lvl1pPr marL="457200" lvl="0" indent="-29146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4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–"/>
              <a:defRPr sz="1400">
                <a:solidFill>
                  <a:schemeClr val="lt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–"/>
              <a:defRPr sz="12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Char char="•"/>
              <a:defRPr sz="1800">
                <a:solidFill>
                  <a:schemeClr val="lt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-"/>
              <a:defRPr sz="1400">
                <a:solidFill>
                  <a:schemeClr val="lt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20"/>
              <a:buChar char="-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8" name="Google Shape;498;p30"/>
          <p:cNvSpPr/>
          <p:nvPr/>
        </p:nvSpPr>
        <p:spPr>
          <a:xfrm rot="10800000" flipH="1">
            <a:off x="8380072" y="1589923"/>
            <a:ext cx="3808754" cy="826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gram with Outcome, Benefit">
  <p:cSld name="Diagram with Outcome, Benefit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31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503" name="Google Shape;503;p31"/>
          <p:cNvCxnSpPr/>
          <p:nvPr/>
        </p:nvCxnSpPr>
        <p:spPr>
          <a:xfrm>
            <a:off x="8380413" y="1608668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04" name="Google Shape;504;p31"/>
          <p:cNvSpPr txBox="1">
            <a:spLocks noGrp="1"/>
          </p:cNvSpPr>
          <p:nvPr>
            <p:ph type="body" idx="2"/>
          </p:nvPr>
        </p:nvSpPr>
        <p:spPr>
          <a:xfrm>
            <a:off x="8380413" y="1699688"/>
            <a:ext cx="2006600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05" name="Google Shape;505;p31"/>
          <p:cNvSpPr txBox="1">
            <a:spLocks noGrp="1"/>
          </p:cNvSpPr>
          <p:nvPr>
            <p:ph type="body" idx="3"/>
          </p:nvPr>
        </p:nvSpPr>
        <p:spPr>
          <a:xfrm>
            <a:off x="8378825" y="2063048"/>
            <a:ext cx="320198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06" name="Google Shape;506;p31"/>
          <p:cNvCxnSpPr/>
          <p:nvPr/>
        </p:nvCxnSpPr>
        <p:spPr>
          <a:xfrm>
            <a:off x="8380413" y="3872441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07" name="Google Shape;507;p31"/>
          <p:cNvSpPr txBox="1">
            <a:spLocks noGrp="1"/>
          </p:cNvSpPr>
          <p:nvPr>
            <p:ph type="body" idx="4"/>
          </p:nvPr>
        </p:nvSpPr>
        <p:spPr>
          <a:xfrm>
            <a:off x="8380413" y="3972469"/>
            <a:ext cx="2006600" cy="29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3147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08" name="Google Shape;508;p31"/>
          <p:cNvSpPr txBox="1">
            <a:spLocks noGrp="1"/>
          </p:cNvSpPr>
          <p:nvPr>
            <p:ph type="body" idx="5"/>
          </p:nvPr>
        </p:nvSpPr>
        <p:spPr>
          <a:xfrm>
            <a:off x="8378825" y="4347904"/>
            <a:ext cx="320198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​"/>
              <a:defRPr sz="1600">
                <a:solidFill>
                  <a:schemeClr val="dk1"/>
                </a:solidFill>
              </a:defRPr>
            </a:lvl1pPr>
            <a:lvl2pPr marL="914400" lvl="1" indent="-30861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•"/>
              <a:defRPr sz="14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1"/>
                </a:solidFill>
              </a:defRPr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09" name="Google Shape;509;p3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1"/>
          <p:cNvSpPr txBox="1">
            <a:spLocks noGrp="1"/>
          </p:cNvSpPr>
          <p:nvPr>
            <p:ph type="body" idx="6"/>
          </p:nvPr>
        </p:nvSpPr>
        <p:spPr>
          <a:xfrm>
            <a:off x="608012" y="1600201"/>
            <a:ext cx="7398303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4350" tIns="1371600" rIns="457200" bIns="457200" anchor="t" anchorCtr="0">
            <a:noAutofit/>
          </a:bodyPr>
          <a:lstStyle>
            <a:lvl1pPr marL="457200" lvl="0" indent="-29146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990"/>
              <a:buChar char="​"/>
              <a:defRPr sz="1100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40"/>
              <a:buChar char="•"/>
              <a:defRPr sz="1600">
                <a:solidFill>
                  <a:schemeClr val="lt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–"/>
              <a:defRPr sz="1400">
                <a:solidFill>
                  <a:schemeClr val="lt1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–"/>
              <a:defRPr sz="12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20"/>
              <a:buChar char="•"/>
              <a:defRPr sz="1800">
                <a:solidFill>
                  <a:schemeClr val="lt1"/>
                </a:solidFill>
              </a:defRPr>
            </a:lvl6pPr>
            <a:lvl7pPr marL="3200400" lvl="6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60"/>
              <a:buChar char="-"/>
              <a:defRPr sz="1400">
                <a:solidFill>
                  <a:schemeClr val="lt1"/>
                </a:solidFill>
              </a:defRPr>
            </a:lvl7pPr>
            <a:lvl8pPr marL="3657600" lvl="7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80"/>
              <a:buChar char="•"/>
              <a:defRPr sz="1200">
                <a:solidFill>
                  <a:schemeClr val="lt1"/>
                </a:solidFill>
              </a:defRPr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20"/>
              <a:buChar char="-"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511" name="Google Shape;511;p31"/>
          <p:cNvCxnSpPr/>
          <p:nvPr/>
        </p:nvCxnSpPr>
        <p:spPr>
          <a:xfrm>
            <a:off x="8380413" y="1608668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12" name="Google Shape;512;p31"/>
          <p:cNvCxnSpPr/>
          <p:nvPr/>
        </p:nvCxnSpPr>
        <p:spPr>
          <a:xfrm>
            <a:off x="8380413" y="3872441"/>
            <a:ext cx="3808412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3" name="Google Shape;513;p3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 Success">
  <p:cSld name="Customer Success"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6" name="Google Shape;516;p32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517" name="Google Shape;517;p32"/>
          <p:cNvCxnSpPr/>
          <p:nvPr/>
        </p:nvCxnSpPr>
        <p:spPr>
          <a:xfrm>
            <a:off x="609600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8" name="Google Shape;518;p32"/>
          <p:cNvSpPr txBox="1">
            <a:spLocks noGrp="1"/>
          </p:cNvSpPr>
          <p:nvPr>
            <p:ph type="body" idx="2"/>
          </p:nvPr>
        </p:nvSpPr>
        <p:spPr>
          <a:xfrm>
            <a:off x="611645" y="1901093"/>
            <a:ext cx="3201848" cy="1214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19" name="Google Shape;519;p32"/>
          <p:cNvCxnSpPr/>
          <p:nvPr/>
        </p:nvCxnSpPr>
        <p:spPr>
          <a:xfrm>
            <a:off x="4412165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0" name="Google Shape;520;p32"/>
          <p:cNvSpPr txBox="1">
            <a:spLocks noGrp="1"/>
          </p:cNvSpPr>
          <p:nvPr>
            <p:ph type="body" idx="3"/>
          </p:nvPr>
        </p:nvSpPr>
        <p:spPr>
          <a:xfrm>
            <a:off x="4414210" y="1901094"/>
            <a:ext cx="3201848" cy="1225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21" name="Google Shape;521;p32"/>
          <p:cNvCxnSpPr/>
          <p:nvPr/>
        </p:nvCxnSpPr>
        <p:spPr>
          <a:xfrm>
            <a:off x="609600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2" name="Google Shape;522;p32"/>
          <p:cNvSpPr txBox="1">
            <a:spLocks noGrp="1"/>
          </p:cNvSpPr>
          <p:nvPr>
            <p:ph type="body" idx="4"/>
          </p:nvPr>
        </p:nvSpPr>
        <p:spPr>
          <a:xfrm>
            <a:off x="611645" y="3693430"/>
            <a:ext cx="3201848" cy="1110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23" name="Google Shape;523;p32"/>
          <p:cNvCxnSpPr/>
          <p:nvPr/>
        </p:nvCxnSpPr>
        <p:spPr>
          <a:xfrm>
            <a:off x="4412165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4" name="Google Shape;524;p32"/>
          <p:cNvSpPr txBox="1">
            <a:spLocks noGrp="1"/>
          </p:cNvSpPr>
          <p:nvPr>
            <p:ph type="body" idx="5"/>
          </p:nvPr>
        </p:nvSpPr>
        <p:spPr>
          <a:xfrm>
            <a:off x="4414210" y="3693430"/>
            <a:ext cx="3201848" cy="1132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200" anchor="t" anchorCtr="0">
            <a:noAutofit/>
          </a:bodyPr>
          <a:lstStyle>
            <a:lvl1pPr marL="457200" lvl="0" indent="-28860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45"/>
              <a:buChar char="​"/>
              <a:defRPr sz="1050">
                <a:solidFill>
                  <a:schemeClr val="dk1"/>
                </a:solidFill>
              </a:defRPr>
            </a:lvl1pPr>
            <a:lvl2pPr marL="914400" lvl="1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000">
                <a:solidFill>
                  <a:schemeClr val="dk1"/>
                </a:solidFill>
              </a:defRPr>
            </a:lvl2pPr>
            <a:lvl3pPr marL="1371600" lvl="2" indent="-30861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60"/>
              <a:buChar char="–"/>
              <a:defRPr sz="1400">
                <a:solidFill>
                  <a:schemeClr val="dk2"/>
                </a:solidFill>
              </a:defRPr>
            </a:lvl3pPr>
            <a:lvl4pPr marL="1828800" lvl="3" indent="-2971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•"/>
              <a:defRPr sz="1200">
                <a:solidFill>
                  <a:schemeClr val="dk2"/>
                </a:solidFill>
              </a:defRPr>
            </a:lvl4pPr>
            <a:lvl5pPr marL="2286000" lvl="4" indent="-29717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Char char="–"/>
              <a:defRPr sz="1200">
                <a:solidFill>
                  <a:schemeClr val="dk2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25" name="Google Shape;525;p32"/>
          <p:cNvCxnSpPr/>
          <p:nvPr/>
        </p:nvCxnSpPr>
        <p:spPr>
          <a:xfrm>
            <a:off x="608739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26" name="Google Shape;526;p32"/>
          <p:cNvSpPr txBox="1">
            <a:spLocks noGrp="1"/>
          </p:cNvSpPr>
          <p:nvPr>
            <p:ph type="body" idx="6"/>
          </p:nvPr>
        </p:nvSpPr>
        <p:spPr>
          <a:xfrm>
            <a:off x="613093" y="5327336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27" name="Google Shape;527;p32"/>
          <p:cNvSpPr txBox="1">
            <a:spLocks noGrp="1"/>
          </p:cNvSpPr>
          <p:nvPr>
            <p:ph type="body" idx="7"/>
          </p:nvPr>
        </p:nvSpPr>
        <p:spPr>
          <a:xfrm>
            <a:off x="613093" y="5593624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28" name="Google Shape;528;p32"/>
          <p:cNvSpPr txBox="1">
            <a:spLocks noGrp="1"/>
          </p:cNvSpPr>
          <p:nvPr>
            <p:ph type="body" idx="8"/>
          </p:nvPr>
        </p:nvSpPr>
        <p:spPr>
          <a:xfrm>
            <a:off x="613093" y="5859911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29" name="Google Shape;529;p32"/>
          <p:cNvSpPr txBox="1">
            <a:spLocks noGrp="1"/>
          </p:cNvSpPr>
          <p:nvPr>
            <p:ph type="body" idx="9"/>
          </p:nvPr>
        </p:nvSpPr>
        <p:spPr>
          <a:xfrm>
            <a:off x="4400790" y="5327336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30" name="Google Shape;530;p32"/>
          <p:cNvSpPr txBox="1">
            <a:spLocks noGrp="1"/>
          </p:cNvSpPr>
          <p:nvPr>
            <p:ph type="body" idx="13"/>
          </p:nvPr>
        </p:nvSpPr>
        <p:spPr>
          <a:xfrm>
            <a:off x="4400790" y="5593624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31" name="Google Shape;531;p32"/>
          <p:cNvSpPr txBox="1">
            <a:spLocks noGrp="1"/>
          </p:cNvSpPr>
          <p:nvPr>
            <p:ph type="body" idx="14"/>
          </p:nvPr>
        </p:nvSpPr>
        <p:spPr>
          <a:xfrm>
            <a:off x="4400790" y="5859911"/>
            <a:ext cx="3200400" cy="227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​"/>
              <a:defRPr sz="10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0861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6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32" name="Google Shape;532;p32"/>
          <p:cNvSpPr>
            <a:spLocks noGrp="1"/>
          </p:cNvSpPr>
          <p:nvPr>
            <p:ph type="pic" idx="15"/>
          </p:nvPr>
        </p:nvSpPr>
        <p:spPr>
          <a:xfrm>
            <a:off x="9207965" y="1600200"/>
            <a:ext cx="1841500" cy="660399"/>
          </a:xfrm>
          <a:prstGeom prst="rect">
            <a:avLst/>
          </a:prstGeom>
          <a:noFill/>
          <a:ln>
            <a:noFill/>
          </a:ln>
        </p:spPr>
      </p:sp>
      <p:sp>
        <p:nvSpPr>
          <p:cNvPr id="533" name="Google Shape;533;p32"/>
          <p:cNvSpPr txBox="1">
            <a:spLocks noGrp="1"/>
          </p:cNvSpPr>
          <p:nvPr>
            <p:ph type="body" idx="16"/>
          </p:nvPr>
        </p:nvSpPr>
        <p:spPr>
          <a:xfrm>
            <a:off x="8509465" y="2347933"/>
            <a:ext cx="320675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marL="1371600" lvl="2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34" name="Google Shape;534;p32"/>
          <p:cNvSpPr txBox="1">
            <a:spLocks noGrp="1"/>
          </p:cNvSpPr>
          <p:nvPr>
            <p:ph type="body" idx="17"/>
          </p:nvPr>
        </p:nvSpPr>
        <p:spPr>
          <a:xfrm>
            <a:off x="8509465" y="2647290"/>
            <a:ext cx="3206750" cy="2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2pPr>
            <a:lvl3pPr marL="1371600" lvl="2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35" name="Google Shape;535;p32"/>
          <p:cNvSpPr>
            <a:spLocks noGrp="1"/>
          </p:cNvSpPr>
          <p:nvPr>
            <p:ph type="pic" idx="18"/>
          </p:nvPr>
        </p:nvSpPr>
        <p:spPr>
          <a:xfrm>
            <a:off x="8515815" y="2971800"/>
            <a:ext cx="3194050" cy="18288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32"/>
          <p:cNvSpPr txBox="1">
            <a:spLocks noGrp="1"/>
          </p:cNvSpPr>
          <p:nvPr>
            <p:ph type="body" idx="19"/>
          </p:nvPr>
        </p:nvSpPr>
        <p:spPr>
          <a:xfrm>
            <a:off x="8515815" y="5022214"/>
            <a:ext cx="3200400" cy="1153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861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Char char="​"/>
              <a:defRPr sz="1400">
                <a:solidFill>
                  <a:schemeClr val="dk1"/>
                </a:solidFill>
              </a:defRPr>
            </a:lvl1pPr>
            <a:lvl2pPr marL="914400" lvl="1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None/>
              <a:defRPr sz="1200">
                <a:solidFill>
                  <a:schemeClr val="accent1"/>
                </a:solidFill>
              </a:defRPr>
            </a:lvl3pPr>
            <a:lvl4pPr marL="1828800" lvl="3" indent="-29718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4pPr>
            <a:lvl5pPr marL="2286000" lvl="4" indent="-297179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080"/>
              <a:buFont typeface="Open Sans"/>
              <a:buChar char="​"/>
              <a:defRPr sz="1200">
                <a:solidFill>
                  <a:schemeClr val="accen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37" name="Google Shape;537;p3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8" name="Google Shape;538;p32"/>
          <p:cNvCxnSpPr/>
          <p:nvPr/>
        </p:nvCxnSpPr>
        <p:spPr>
          <a:xfrm>
            <a:off x="4412165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39" name="Google Shape;539;p32"/>
          <p:cNvSpPr txBox="1">
            <a:spLocks noGrp="1"/>
          </p:cNvSpPr>
          <p:nvPr>
            <p:ph type="body" idx="20"/>
          </p:nvPr>
        </p:nvSpPr>
        <p:spPr>
          <a:xfrm>
            <a:off x="608013" y="1552575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40" name="Google Shape;540;p32"/>
          <p:cNvSpPr txBox="1">
            <a:spLocks noGrp="1"/>
          </p:cNvSpPr>
          <p:nvPr>
            <p:ph type="body" idx="21"/>
          </p:nvPr>
        </p:nvSpPr>
        <p:spPr>
          <a:xfrm>
            <a:off x="4411663" y="1552575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41" name="Google Shape;541;p32"/>
          <p:cNvSpPr txBox="1">
            <a:spLocks noGrp="1"/>
          </p:cNvSpPr>
          <p:nvPr>
            <p:ph type="body" idx="22"/>
          </p:nvPr>
        </p:nvSpPr>
        <p:spPr>
          <a:xfrm>
            <a:off x="608013" y="3338514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42" name="Google Shape;542;p32"/>
          <p:cNvSpPr txBox="1">
            <a:spLocks noGrp="1"/>
          </p:cNvSpPr>
          <p:nvPr>
            <p:ph type="body" idx="23"/>
          </p:nvPr>
        </p:nvSpPr>
        <p:spPr>
          <a:xfrm>
            <a:off x="4427538" y="3338514"/>
            <a:ext cx="32019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3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43" name="Google Shape;543;p32"/>
          <p:cNvSpPr txBox="1">
            <a:spLocks noGrp="1"/>
          </p:cNvSpPr>
          <p:nvPr>
            <p:ph type="body" idx="24"/>
          </p:nvPr>
        </p:nvSpPr>
        <p:spPr>
          <a:xfrm>
            <a:off x="608013" y="5022850"/>
            <a:ext cx="3243262" cy="22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44" name="Google Shape;544;p32"/>
          <p:cNvSpPr txBox="1">
            <a:spLocks noGrp="1"/>
          </p:cNvSpPr>
          <p:nvPr>
            <p:ph type="body" idx="25"/>
          </p:nvPr>
        </p:nvSpPr>
        <p:spPr>
          <a:xfrm>
            <a:off x="4427538" y="5022850"/>
            <a:ext cx="3243262" cy="22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 cap="none">
                <a:solidFill>
                  <a:schemeClr val="accent4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545" name="Google Shape;545;p32"/>
          <p:cNvCxnSpPr/>
          <p:nvPr/>
        </p:nvCxnSpPr>
        <p:spPr>
          <a:xfrm>
            <a:off x="609600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46" name="Google Shape;546;p32"/>
          <p:cNvCxnSpPr/>
          <p:nvPr/>
        </p:nvCxnSpPr>
        <p:spPr>
          <a:xfrm>
            <a:off x="4412165" y="1552248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47" name="Google Shape;547;p32"/>
          <p:cNvCxnSpPr/>
          <p:nvPr/>
        </p:nvCxnSpPr>
        <p:spPr>
          <a:xfrm>
            <a:off x="609600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48" name="Google Shape;548;p32"/>
          <p:cNvCxnSpPr/>
          <p:nvPr/>
        </p:nvCxnSpPr>
        <p:spPr>
          <a:xfrm>
            <a:off x="4412165" y="3325372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49" name="Google Shape;549;p32"/>
          <p:cNvCxnSpPr/>
          <p:nvPr/>
        </p:nvCxnSpPr>
        <p:spPr>
          <a:xfrm>
            <a:off x="608739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50" name="Google Shape;550;p3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1" name="Google Shape;551;p32"/>
          <p:cNvCxnSpPr/>
          <p:nvPr/>
        </p:nvCxnSpPr>
        <p:spPr>
          <a:xfrm>
            <a:off x="4412165" y="5022214"/>
            <a:ext cx="3471746" cy="0"/>
          </a:xfrm>
          <a:prstGeom prst="straightConnector1">
            <a:avLst/>
          </a:prstGeom>
          <a:noFill/>
          <a:ln w="222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con ">
  <p:cSld name="Three Icon "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3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4" name="Google Shape;554;p33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55" name="Google Shape;555;p33"/>
          <p:cNvSpPr/>
          <p:nvPr/>
        </p:nvSpPr>
        <p:spPr>
          <a:xfrm>
            <a:off x="1981877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3"/>
          <p:cNvSpPr txBox="1">
            <a:spLocks noGrp="1"/>
          </p:cNvSpPr>
          <p:nvPr>
            <p:ph type="body" idx="2"/>
          </p:nvPr>
        </p:nvSpPr>
        <p:spPr>
          <a:xfrm>
            <a:off x="2188103" y="2419650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57" name="Google Shape;557;p33"/>
          <p:cNvSpPr txBox="1">
            <a:spLocks noGrp="1"/>
          </p:cNvSpPr>
          <p:nvPr>
            <p:ph type="body" idx="3"/>
          </p:nvPr>
        </p:nvSpPr>
        <p:spPr>
          <a:xfrm>
            <a:off x="1525905" y="4267940"/>
            <a:ext cx="2744788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58" name="Google Shape;558;p33"/>
          <p:cNvSpPr/>
          <p:nvPr/>
        </p:nvSpPr>
        <p:spPr>
          <a:xfrm>
            <a:off x="5184924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3"/>
          <p:cNvSpPr txBox="1">
            <a:spLocks noGrp="1"/>
          </p:cNvSpPr>
          <p:nvPr>
            <p:ph type="body" idx="4"/>
          </p:nvPr>
        </p:nvSpPr>
        <p:spPr>
          <a:xfrm>
            <a:off x="5408612" y="2419650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60" name="Google Shape;560;p33"/>
          <p:cNvSpPr txBox="1">
            <a:spLocks noGrp="1"/>
          </p:cNvSpPr>
          <p:nvPr>
            <p:ph type="body" idx="5"/>
          </p:nvPr>
        </p:nvSpPr>
        <p:spPr>
          <a:xfrm>
            <a:off x="4721225" y="4267940"/>
            <a:ext cx="2744788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61" name="Google Shape;561;p33"/>
          <p:cNvSpPr/>
          <p:nvPr/>
        </p:nvSpPr>
        <p:spPr>
          <a:xfrm>
            <a:off x="8389301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3"/>
          <p:cNvSpPr txBox="1">
            <a:spLocks noGrp="1"/>
          </p:cNvSpPr>
          <p:nvPr>
            <p:ph type="body" idx="6"/>
          </p:nvPr>
        </p:nvSpPr>
        <p:spPr>
          <a:xfrm>
            <a:off x="7923213" y="4267940"/>
            <a:ext cx="2744788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63" name="Google Shape;563;p33"/>
          <p:cNvSpPr txBox="1">
            <a:spLocks noGrp="1"/>
          </p:cNvSpPr>
          <p:nvPr>
            <p:ph type="body" idx="7"/>
          </p:nvPr>
        </p:nvSpPr>
        <p:spPr>
          <a:xfrm>
            <a:off x="8609012" y="2419650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64" name="Google Shape;564;p3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3"/>
          <p:cNvSpPr/>
          <p:nvPr/>
        </p:nvSpPr>
        <p:spPr>
          <a:xfrm>
            <a:off x="1981877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3"/>
          <p:cNvSpPr/>
          <p:nvPr/>
        </p:nvSpPr>
        <p:spPr>
          <a:xfrm>
            <a:off x="5184924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3"/>
          <p:cNvSpPr/>
          <p:nvPr/>
        </p:nvSpPr>
        <p:spPr>
          <a:xfrm>
            <a:off x="8389301" y="2055429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Icon ">
  <p:cSld name="Four Icon "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34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72" name="Google Shape;572;p34"/>
          <p:cNvSpPr/>
          <p:nvPr/>
        </p:nvSpPr>
        <p:spPr>
          <a:xfrm>
            <a:off x="1065749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4"/>
          <p:cNvSpPr txBox="1">
            <a:spLocks noGrp="1"/>
          </p:cNvSpPr>
          <p:nvPr>
            <p:ph type="body" idx="2"/>
          </p:nvPr>
        </p:nvSpPr>
        <p:spPr>
          <a:xfrm>
            <a:off x="1273703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74" name="Google Shape;574;p34"/>
          <p:cNvSpPr txBox="1">
            <a:spLocks noGrp="1"/>
          </p:cNvSpPr>
          <p:nvPr>
            <p:ph type="body" idx="3"/>
          </p:nvPr>
        </p:nvSpPr>
        <p:spPr>
          <a:xfrm>
            <a:off x="84267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75" name="Google Shape;575;p34"/>
          <p:cNvSpPr/>
          <p:nvPr/>
        </p:nvSpPr>
        <p:spPr>
          <a:xfrm>
            <a:off x="38069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34"/>
          <p:cNvSpPr txBox="1">
            <a:spLocks noGrp="1"/>
          </p:cNvSpPr>
          <p:nvPr>
            <p:ph type="body" idx="4"/>
          </p:nvPr>
        </p:nvSpPr>
        <p:spPr>
          <a:xfrm>
            <a:off x="4000597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77" name="Google Shape;577;p34"/>
          <p:cNvSpPr txBox="1">
            <a:spLocks noGrp="1"/>
          </p:cNvSpPr>
          <p:nvPr>
            <p:ph type="body" idx="5"/>
          </p:nvPr>
        </p:nvSpPr>
        <p:spPr>
          <a:xfrm>
            <a:off x="357981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78" name="Google Shape;578;p34"/>
          <p:cNvSpPr/>
          <p:nvPr/>
        </p:nvSpPr>
        <p:spPr>
          <a:xfrm>
            <a:off x="6562100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4"/>
          <p:cNvSpPr txBox="1">
            <a:spLocks noGrp="1"/>
          </p:cNvSpPr>
          <p:nvPr>
            <p:ph type="body" idx="6"/>
          </p:nvPr>
        </p:nvSpPr>
        <p:spPr>
          <a:xfrm>
            <a:off x="6772120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80" name="Google Shape;580;p34"/>
          <p:cNvSpPr txBox="1">
            <a:spLocks noGrp="1"/>
          </p:cNvSpPr>
          <p:nvPr>
            <p:ph type="body" idx="7"/>
          </p:nvPr>
        </p:nvSpPr>
        <p:spPr>
          <a:xfrm>
            <a:off x="632301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81" name="Google Shape;581;p34"/>
          <p:cNvSpPr/>
          <p:nvPr/>
        </p:nvSpPr>
        <p:spPr>
          <a:xfrm>
            <a:off x="93021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4"/>
          <p:cNvSpPr txBox="1">
            <a:spLocks noGrp="1"/>
          </p:cNvSpPr>
          <p:nvPr>
            <p:ph type="body" idx="8"/>
          </p:nvPr>
        </p:nvSpPr>
        <p:spPr>
          <a:xfrm>
            <a:off x="9538248" y="2425093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83" name="Google Shape;583;p34"/>
          <p:cNvSpPr txBox="1">
            <a:spLocks noGrp="1"/>
          </p:cNvSpPr>
          <p:nvPr>
            <p:ph type="body" idx="9"/>
          </p:nvPr>
        </p:nvSpPr>
        <p:spPr>
          <a:xfrm>
            <a:off x="9066213" y="4269508"/>
            <a:ext cx="22860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576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​"/>
              <a:defRPr sz="24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84" name="Google Shape;584;p3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4"/>
          <p:cNvSpPr/>
          <p:nvPr/>
        </p:nvSpPr>
        <p:spPr>
          <a:xfrm>
            <a:off x="1065749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4"/>
          <p:cNvSpPr/>
          <p:nvPr/>
        </p:nvSpPr>
        <p:spPr>
          <a:xfrm>
            <a:off x="38069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4"/>
          <p:cNvSpPr/>
          <p:nvPr/>
        </p:nvSpPr>
        <p:spPr>
          <a:xfrm>
            <a:off x="6562100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4"/>
          <p:cNvSpPr/>
          <p:nvPr/>
        </p:nvSpPr>
        <p:spPr>
          <a:xfrm>
            <a:off x="9302132" y="2060872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Icon ">
  <p:cSld name="Five Icon "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5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2" name="Google Shape;592;p35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593" name="Google Shape;593;p35"/>
          <p:cNvSpPr/>
          <p:nvPr/>
        </p:nvSpPr>
        <p:spPr>
          <a:xfrm>
            <a:off x="60980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5"/>
          <p:cNvSpPr txBox="1">
            <a:spLocks noGrp="1"/>
          </p:cNvSpPr>
          <p:nvPr>
            <p:ph type="body" idx="2"/>
          </p:nvPr>
        </p:nvSpPr>
        <p:spPr>
          <a:xfrm>
            <a:off x="820549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4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95" name="Google Shape;595;p35"/>
          <p:cNvSpPr txBox="1">
            <a:spLocks noGrp="1"/>
          </p:cNvSpPr>
          <p:nvPr>
            <p:ph type="body" idx="3"/>
          </p:nvPr>
        </p:nvSpPr>
        <p:spPr>
          <a:xfrm>
            <a:off x="610850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4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96" name="Google Shape;596;p35"/>
          <p:cNvSpPr/>
          <p:nvPr/>
        </p:nvSpPr>
        <p:spPr>
          <a:xfrm>
            <a:off x="2892452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5"/>
          <p:cNvSpPr txBox="1">
            <a:spLocks noGrp="1"/>
          </p:cNvSpPr>
          <p:nvPr>
            <p:ph type="body" idx="4"/>
          </p:nvPr>
        </p:nvSpPr>
        <p:spPr>
          <a:xfrm>
            <a:off x="3110473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98" name="Google Shape;598;p35"/>
          <p:cNvSpPr txBox="1">
            <a:spLocks noGrp="1"/>
          </p:cNvSpPr>
          <p:nvPr>
            <p:ph type="body" idx="5"/>
          </p:nvPr>
        </p:nvSpPr>
        <p:spPr>
          <a:xfrm>
            <a:off x="2894013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3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599" name="Google Shape;599;p35"/>
          <p:cNvSpPr/>
          <p:nvPr/>
        </p:nvSpPr>
        <p:spPr>
          <a:xfrm>
            <a:off x="520138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5"/>
          <p:cNvSpPr txBox="1">
            <a:spLocks noGrp="1"/>
          </p:cNvSpPr>
          <p:nvPr>
            <p:ph type="body" idx="6"/>
          </p:nvPr>
        </p:nvSpPr>
        <p:spPr>
          <a:xfrm>
            <a:off x="5412658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2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01" name="Google Shape;601;p35"/>
          <p:cNvSpPr txBox="1">
            <a:spLocks noGrp="1"/>
          </p:cNvSpPr>
          <p:nvPr>
            <p:ph type="body" idx="7"/>
          </p:nvPr>
        </p:nvSpPr>
        <p:spPr>
          <a:xfrm>
            <a:off x="5185093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2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02" name="Google Shape;602;p35"/>
          <p:cNvSpPr/>
          <p:nvPr/>
        </p:nvSpPr>
        <p:spPr>
          <a:xfrm>
            <a:off x="7464921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5"/>
          <p:cNvSpPr txBox="1">
            <a:spLocks noGrp="1"/>
          </p:cNvSpPr>
          <p:nvPr>
            <p:ph type="body" idx="8"/>
          </p:nvPr>
        </p:nvSpPr>
        <p:spPr>
          <a:xfrm>
            <a:off x="7677080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5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04" name="Google Shape;604;p35"/>
          <p:cNvSpPr txBox="1">
            <a:spLocks noGrp="1"/>
          </p:cNvSpPr>
          <p:nvPr>
            <p:ph type="body" idx="9"/>
          </p:nvPr>
        </p:nvSpPr>
        <p:spPr>
          <a:xfrm>
            <a:off x="7470001" y="4282873"/>
            <a:ext cx="1894336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5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05" name="Google Shape;605;p35"/>
          <p:cNvSpPr/>
          <p:nvPr/>
        </p:nvSpPr>
        <p:spPr>
          <a:xfrm>
            <a:off x="9744473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5"/>
          <p:cNvSpPr txBox="1">
            <a:spLocks noGrp="1"/>
          </p:cNvSpPr>
          <p:nvPr>
            <p:ph type="body" idx="13"/>
          </p:nvPr>
        </p:nvSpPr>
        <p:spPr>
          <a:xfrm>
            <a:off x="9980612" y="2428884"/>
            <a:ext cx="1396669" cy="1100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rgbClr val="3C3C3C"/>
                </a:solidFill>
              </a:defRPr>
            </a:lvl1pPr>
            <a:lvl2pPr marL="914400" lvl="1" indent="-331469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Font typeface="Open Sans"/>
              <a:buChar char="​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07" name="Google Shape;607;p35"/>
          <p:cNvSpPr txBox="1">
            <a:spLocks noGrp="1"/>
          </p:cNvSpPr>
          <p:nvPr>
            <p:ph type="body" idx="14"/>
          </p:nvPr>
        </p:nvSpPr>
        <p:spPr>
          <a:xfrm>
            <a:off x="9752013" y="4282873"/>
            <a:ext cx="1828800" cy="145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rgbClr val="3C3C3C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08" name="Google Shape;608;p3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5"/>
          <p:cNvSpPr/>
          <p:nvPr/>
        </p:nvSpPr>
        <p:spPr>
          <a:xfrm>
            <a:off x="60980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5"/>
          <p:cNvSpPr/>
          <p:nvPr/>
        </p:nvSpPr>
        <p:spPr>
          <a:xfrm>
            <a:off x="2892452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5"/>
          <p:cNvSpPr/>
          <p:nvPr/>
        </p:nvSpPr>
        <p:spPr>
          <a:xfrm>
            <a:off x="5201380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5"/>
          <p:cNvSpPr/>
          <p:nvPr/>
        </p:nvSpPr>
        <p:spPr>
          <a:xfrm>
            <a:off x="7464921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35"/>
          <p:cNvSpPr/>
          <p:nvPr/>
        </p:nvSpPr>
        <p:spPr>
          <a:xfrm>
            <a:off x="9744473" y="2064663"/>
            <a:ext cx="1828959" cy="1828959"/>
          </a:xfrm>
          <a:prstGeom prst="ellipse">
            <a:avLst/>
          </a:prstGeom>
          <a:noFill/>
          <a:ln w="381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ve Numbered ">
  <p:cSld name="Five Numbered "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36"/>
          <p:cNvSpPr/>
          <p:nvPr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6"/>
          <p:cNvSpPr/>
          <p:nvPr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6"/>
          <p:cNvSpPr/>
          <p:nvPr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6"/>
          <p:cNvSpPr/>
          <p:nvPr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6"/>
          <p:cNvSpPr/>
          <p:nvPr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36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cxnSp>
        <p:nvCxnSpPr>
          <p:cNvPr id="623" name="Google Shape;623;p36"/>
          <p:cNvCxnSpPr/>
          <p:nvPr/>
        </p:nvCxnSpPr>
        <p:spPr>
          <a:xfrm>
            <a:off x="610850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24" name="Google Shape;624;p36"/>
          <p:cNvSpPr txBox="1">
            <a:spLocks noGrp="1"/>
          </p:cNvSpPr>
          <p:nvPr>
            <p:ph type="body" idx="2"/>
          </p:nvPr>
        </p:nvSpPr>
        <p:spPr>
          <a:xfrm>
            <a:off x="610851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4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25" name="Google Shape;625;p36"/>
          <p:cNvCxnSpPr/>
          <p:nvPr/>
        </p:nvCxnSpPr>
        <p:spPr>
          <a:xfrm>
            <a:off x="2894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26" name="Google Shape;626;p36"/>
          <p:cNvSpPr txBox="1">
            <a:spLocks noGrp="1"/>
          </p:cNvSpPr>
          <p:nvPr>
            <p:ph type="body" idx="3"/>
          </p:nvPr>
        </p:nvSpPr>
        <p:spPr>
          <a:xfrm>
            <a:off x="289401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3429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​"/>
              <a:defRPr sz="2000">
                <a:solidFill>
                  <a:schemeClr val="accent3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27" name="Google Shape;627;p36"/>
          <p:cNvCxnSpPr/>
          <p:nvPr/>
        </p:nvCxnSpPr>
        <p:spPr>
          <a:xfrm>
            <a:off x="518509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28" name="Google Shape;628;p36"/>
          <p:cNvSpPr txBox="1">
            <a:spLocks noGrp="1"/>
          </p:cNvSpPr>
          <p:nvPr>
            <p:ph type="body" idx="4"/>
          </p:nvPr>
        </p:nvSpPr>
        <p:spPr>
          <a:xfrm>
            <a:off x="518509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2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29" name="Google Shape;629;p36"/>
          <p:cNvCxnSpPr/>
          <p:nvPr/>
        </p:nvCxnSpPr>
        <p:spPr>
          <a:xfrm>
            <a:off x="7470001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30" name="Google Shape;630;p36"/>
          <p:cNvSpPr txBox="1">
            <a:spLocks noGrp="1"/>
          </p:cNvSpPr>
          <p:nvPr>
            <p:ph type="body" idx="5"/>
          </p:nvPr>
        </p:nvSpPr>
        <p:spPr>
          <a:xfrm>
            <a:off x="7470001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accent5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31" name="Google Shape;631;p36"/>
          <p:cNvCxnSpPr/>
          <p:nvPr/>
        </p:nvCxnSpPr>
        <p:spPr>
          <a:xfrm>
            <a:off x="9752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32" name="Google Shape;632;p36"/>
          <p:cNvSpPr txBox="1">
            <a:spLocks noGrp="1"/>
          </p:cNvSpPr>
          <p:nvPr>
            <p:ph type="body" idx="6"/>
          </p:nvPr>
        </p:nvSpPr>
        <p:spPr>
          <a:xfrm>
            <a:off x="9752013" y="2529075"/>
            <a:ext cx="1828800" cy="2871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548625" rIns="182875" bIns="182875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>
                <a:solidFill>
                  <a:srgbClr val="3C3C3C"/>
                </a:solidFill>
              </a:defRPr>
            </a:lvl1pPr>
            <a:lvl2pPr marL="914400" lvl="1" indent="-32004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Open Sans"/>
              <a:buChar char="​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33" name="Google Shape;633;p3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6"/>
          <p:cNvSpPr/>
          <p:nvPr/>
        </p:nvSpPr>
        <p:spPr>
          <a:xfrm>
            <a:off x="1131007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36"/>
          <p:cNvSpPr/>
          <p:nvPr/>
        </p:nvSpPr>
        <p:spPr>
          <a:xfrm>
            <a:off x="3414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6"/>
          <p:cNvSpPr/>
          <p:nvPr/>
        </p:nvSpPr>
        <p:spPr>
          <a:xfrm>
            <a:off x="570525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6"/>
          <p:cNvSpPr/>
          <p:nvPr/>
        </p:nvSpPr>
        <p:spPr>
          <a:xfrm>
            <a:off x="7990158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6"/>
          <p:cNvSpPr/>
          <p:nvPr/>
        </p:nvSpPr>
        <p:spPr>
          <a:xfrm>
            <a:off x="10272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6"/>
          <p:cNvSpPr/>
          <p:nvPr/>
        </p:nvSpPr>
        <p:spPr>
          <a:xfrm>
            <a:off x="2894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6"/>
          <p:cNvSpPr/>
          <p:nvPr/>
        </p:nvSpPr>
        <p:spPr>
          <a:xfrm>
            <a:off x="518509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36"/>
          <p:cNvSpPr/>
          <p:nvPr/>
        </p:nvSpPr>
        <p:spPr>
          <a:xfrm>
            <a:off x="747000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6"/>
          <p:cNvSpPr/>
          <p:nvPr/>
        </p:nvSpPr>
        <p:spPr>
          <a:xfrm>
            <a:off x="9752013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6"/>
          <p:cNvSpPr/>
          <p:nvPr/>
        </p:nvSpPr>
        <p:spPr>
          <a:xfrm>
            <a:off x="610851" y="2529075"/>
            <a:ext cx="1828800" cy="2871263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4" name="Google Shape;644;p36"/>
          <p:cNvCxnSpPr/>
          <p:nvPr/>
        </p:nvCxnSpPr>
        <p:spPr>
          <a:xfrm>
            <a:off x="610850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5" name="Google Shape;645;p36"/>
          <p:cNvCxnSpPr/>
          <p:nvPr/>
        </p:nvCxnSpPr>
        <p:spPr>
          <a:xfrm>
            <a:off x="2894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6" name="Google Shape;646;p36"/>
          <p:cNvCxnSpPr/>
          <p:nvPr/>
        </p:nvCxnSpPr>
        <p:spPr>
          <a:xfrm>
            <a:off x="518509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7" name="Google Shape;647;p36"/>
          <p:cNvCxnSpPr/>
          <p:nvPr/>
        </p:nvCxnSpPr>
        <p:spPr>
          <a:xfrm>
            <a:off x="7470001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8" name="Google Shape;648;p36"/>
          <p:cNvCxnSpPr/>
          <p:nvPr/>
        </p:nvCxnSpPr>
        <p:spPr>
          <a:xfrm>
            <a:off x="9752013" y="2512464"/>
            <a:ext cx="1828800" cy="0"/>
          </a:xfrm>
          <a:prstGeom prst="straightConnector1">
            <a:avLst/>
          </a:prstGeom>
          <a:noFill/>
          <a:ln w="25400" cap="flat" cmpd="sng">
            <a:solidFill>
              <a:srgbClr val="53565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9" name="Google Shape;649;p36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36"/>
          <p:cNvSpPr/>
          <p:nvPr/>
        </p:nvSpPr>
        <p:spPr>
          <a:xfrm>
            <a:off x="1131007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36"/>
          <p:cNvSpPr/>
          <p:nvPr/>
        </p:nvSpPr>
        <p:spPr>
          <a:xfrm>
            <a:off x="3414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6"/>
          <p:cNvSpPr/>
          <p:nvPr/>
        </p:nvSpPr>
        <p:spPr>
          <a:xfrm>
            <a:off x="570525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6"/>
          <p:cNvSpPr/>
          <p:nvPr/>
        </p:nvSpPr>
        <p:spPr>
          <a:xfrm>
            <a:off x="7990158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6"/>
          <p:cNvSpPr/>
          <p:nvPr/>
        </p:nvSpPr>
        <p:spPr>
          <a:xfrm>
            <a:off x="10272170" y="2118221"/>
            <a:ext cx="788487" cy="78848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rgbClr val="5356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3C3C3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">
  <p:cSld name="Chart"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7" name="Google Shape;657;p3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658" name="Google Shape;658;p37" descr="Row 1 label"/>
          <p:cNvSpPr txBox="1">
            <a:spLocks noGrp="1"/>
          </p:cNvSpPr>
          <p:nvPr>
            <p:ph type="body" idx="2"/>
          </p:nvPr>
        </p:nvSpPr>
        <p:spPr>
          <a:xfrm>
            <a:off x="271464" y="1546789"/>
            <a:ext cx="574570" cy="43917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59" name="Google Shape;659;p37" descr="Row 1 text box is a long horizontal box the width of the slide acting as a header. "/>
          <p:cNvSpPr txBox="1">
            <a:spLocks noGrp="1"/>
          </p:cNvSpPr>
          <p:nvPr>
            <p:ph type="body" idx="3"/>
          </p:nvPr>
        </p:nvSpPr>
        <p:spPr>
          <a:xfrm>
            <a:off x="1034040" y="1561701"/>
            <a:ext cx="10630969" cy="429469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52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6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60" name="Google Shape;660;p37" descr="Row 2 label; this row shows 4 content boxes labeled A through D, each is a different color and holds text."/>
          <p:cNvSpPr txBox="1">
            <a:spLocks noGrp="1"/>
          </p:cNvSpPr>
          <p:nvPr>
            <p:ph type="body" idx="4"/>
          </p:nvPr>
        </p:nvSpPr>
        <p:spPr>
          <a:xfrm>
            <a:off x="285750" y="3304775"/>
            <a:ext cx="560283" cy="6580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61" name="Google Shape;661;p37"/>
          <p:cNvCxnSpPr/>
          <p:nvPr/>
        </p:nvCxnSpPr>
        <p:spPr>
          <a:xfrm>
            <a:off x="1093076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62" name="Google Shape;662;p37" descr="Row 2, box 1: text in plum"/>
          <p:cNvSpPr txBox="1">
            <a:spLocks noGrp="1"/>
          </p:cNvSpPr>
          <p:nvPr>
            <p:ph type="body" idx="5"/>
          </p:nvPr>
        </p:nvSpPr>
        <p:spPr>
          <a:xfrm>
            <a:off x="1102407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4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63" name="Google Shape;663;p37"/>
          <p:cNvCxnSpPr/>
          <p:nvPr/>
        </p:nvCxnSpPr>
        <p:spPr>
          <a:xfrm>
            <a:off x="3805092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64" name="Google Shape;664;p37" descr="Row 2, box 3: text in indigo"/>
          <p:cNvSpPr txBox="1">
            <a:spLocks noGrp="1"/>
          </p:cNvSpPr>
          <p:nvPr>
            <p:ph type="body" idx="6"/>
          </p:nvPr>
        </p:nvSpPr>
        <p:spPr>
          <a:xfrm>
            <a:off x="3816081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33147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​"/>
              <a:defRPr sz="1800">
                <a:solidFill>
                  <a:schemeClr val="accent3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65" name="Google Shape;665;p37"/>
          <p:cNvCxnSpPr/>
          <p:nvPr/>
        </p:nvCxnSpPr>
        <p:spPr>
          <a:xfrm>
            <a:off x="6517108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66" name="Google Shape;666;p37" descr="Row 2, box 2: text in ocean"/>
          <p:cNvSpPr txBox="1">
            <a:spLocks noGrp="1"/>
          </p:cNvSpPr>
          <p:nvPr>
            <p:ph type="body" idx="7"/>
          </p:nvPr>
        </p:nvSpPr>
        <p:spPr>
          <a:xfrm>
            <a:off x="6529755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2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cxnSp>
        <p:nvCxnSpPr>
          <p:cNvPr id="667" name="Google Shape;667;p37"/>
          <p:cNvCxnSpPr/>
          <p:nvPr/>
        </p:nvCxnSpPr>
        <p:spPr>
          <a:xfrm>
            <a:off x="9229123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68" name="Google Shape;668;p37" descr="Row 2, box 4: text in dark green"/>
          <p:cNvSpPr txBox="1">
            <a:spLocks noGrp="1"/>
          </p:cNvSpPr>
          <p:nvPr>
            <p:ph type="body" idx="8"/>
          </p:nvPr>
        </p:nvSpPr>
        <p:spPr>
          <a:xfrm>
            <a:off x="9243428" y="2699834"/>
            <a:ext cx="2459421" cy="1949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575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accent5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69" name="Google Shape;669;p37" descr="Row 3 label: this row shows six, small content boxes in a horiztonal row"/>
          <p:cNvSpPr txBox="1">
            <a:spLocks noGrp="1"/>
          </p:cNvSpPr>
          <p:nvPr>
            <p:ph type="body" idx="9"/>
          </p:nvPr>
        </p:nvSpPr>
        <p:spPr>
          <a:xfrm>
            <a:off x="300038" y="5065521"/>
            <a:ext cx="545995" cy="6580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1000">
                <a:solidFill>
                  <a:schemeClr val="dk1"/>
                </a:solidFill>
              </a:defRPr>
            </a:lvl1pPr>
            <a:lvl2pPr marL="914400" lvl="1" indent="-30861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Font typeface="Open Sans"/>
              <a:buChar char="​"/>
              <a:defRPr sz="1400"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70" name="Google Shape;670;p37" descr="Row 3, text box 1"/>
          <p:cNvSpPr txBox="1">
            <a:spLocks noGrp="1"/>
          </p:cNvSpPr>
          <p:nvPr>
            <p:ph type="body" idx="13"/>
          </p:nvPr>
        </p:nvSpPr>
        <p:spPr>
          <a:xfrm>
            <a:off x="1115051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52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71" name="Google Shape;671;p37" descr="Row 3, text box 2"/>
          <p:cNvSpPr txBox="1">
            <a:spLocks noGrp="1"/>
          </p:cNvSpPr>
          <p:nvPr>
            <p:ph type="body" idx="14"/>
          </p:nvPr>
        </p:nvSpPr>
        <p:spPr>
          <a:xfrm>
            <a:off x="2886312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52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72" name="Google Shape;672;p37" descr="Row 3, text box 3"/>
          <p:cNvSpPr txBox="1">
            <a:spLocks noGrp="1"/>
          </p:cNvSpPr>
          <p:nvPr>
            <p:ph type="body" idx="15"/>
          </p:nvPr>
        </p:nvSpPr>
        <p:spPr>
          <a:xfrm>
            <a:off x="4657573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52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73" name="Google Shape;673;p37" descr="Row 3, text box 4"/>
          <p:cNvSpPr txBox="1">
            <a:spLocks noGrp="1"/>
          </p:cNvSpPr>
          <p:nvPr>
            <p:ph type="body" idx="16"/>
          </p:nvPr>
        </p:nvSpPr>
        <p:spPr>
          <a:xfrm>
            <a:off x="6428834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52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74" name="Google Shape;674;p37" descr="Row 3, text box 5"/>
          <p:cNvSpPr txBox="1">
            <a:spLocks noGrp="1"/>
          </p:cNvSpPr>
          <p:nvPr>
            <p:ph type="body" idx="17"/>
          </p:nvPr>
        </p:nvSpPr>
        <p:spPr>
          <a:xfrm>
            <a:off x="8200095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52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75" name="Google Shape;675;p37" descr="Row 3, text box 6"/>
          <p:cNvSpPr txBox="1">
            <a:spLocks noGrp="1"/>
          </p:cNvSpPr>
          <p:nvPr>
            <p:ph type="body" idx="18"/>
          </p:nvPr>
        </p:nvSpPr>
        <p:spPr>
          <a:xfrm>
            <a:off x="9971354" y="4956561"/>
            <a:ext cx="1713607" cy="915157"/>
          </a:xfrm>
          <a:prstGeom prst="rect">
            <a:avLst/>
          </a:prstGeom>
          <a:solidFill>
            <a:srgbClr val="F4F8FA"/>
          </a:solidFill>
          <a:ln w="12700" cap="flat" cmpd="sng">
            <a:solidFill>
              <a:schemeClr val="accent3">
                <a:alpha val="23529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182875" rIns="0" bIns="0" anchor="t" anchorCtr="0">
            <a:noAutofit/>
          </a:bodyPr>
          <a:lstStyle>
            <a:lvl1pPr marL="457200" lvl="0" indent="-29718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28575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Font typeface="Open Sans"/>
              <a:buChar char="​"/>
              <a:defRPr sz="1000">
                <a:solidFill>
                  <a:schemeClr val="dk1"/>
                </a:solidFill>
              </a:defRPr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76" name="Google Shape;676;p3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7" name="Google Shape;677;p37"/>
          <p:cNvCxnSpPr/>
          <p:nvPr/>
        </p:nvCxnSpPr>
        <p:spPr>
          <a:xfrm>
            <a:off x="1093076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8" name="Google Shape;678;p37"/>
          <p:cNvCxnSpPr/>
          <p:nvPr/>
        </p:nvCxnSpPr>
        <p:spPr>
          <a:xfrm>
            <a:off x="3805092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9" name="Google Shape;679;p37"/>
          <p:cNvCxnSpPr/>
          <p:nvPr/>
        </p:nvCxnSpPr>
        <p:spPr>
          <a:xfrm>
            <a:off x="6517108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0" name="Google Shape;680;p37"/>
          <p:cNvCxnSpPr/>
          <p:nvPr/>
        </p:nvCxnSpPr>
        <p:spPr>
          <a:xfrm>
            <a:off x="9229123" y="2680138"/>
            <a:ext cx="2459421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1" name="Google Shape;681;p37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Leaf">
  <p:cSld name="Big Statement - Leaf"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3" name="Google Shape;683;p38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684" name="Google Shape;684;p38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38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6" name="Google Shape;686;p38"/>
          <p:cNvSpPr txBox="1">
            <a:spLocks noGrp="1"/>
          </p:cNvSpPr>
          <p:nvPr>
            <p:ph type="body" idx="1"/>
          </p:nvPr>
        </p:nvSpPr>
        <p:spPr>
          <a:xfrm>
            <a:off x="608013" y="2233670"/>
            <a:ext cx="6497867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87" name="Google Shape;687;p3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8" name="Google Shape;688;p38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689" name="Google Shape;689;p38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38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rgbClr val="61A30E"/>
                </a:gs>
                <a:gs pos="5000">
                  <a:srgbClr val="61A30E"/>
                </a:gs>
                <a:gs pos="80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1" name="Google Shape;691;p38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Aqua">
  <p:cSld name="Big Statement - Aqua"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3" name="Google Shape;693;p39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694" name="Google Shape;694;p39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39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6" name="Google Shape;696;p39"/>
          <p:cNvSpPr txBox="1">
            <a:spLocks noGrp="1"/>
          </p:cNvSpPr>
          <p:nvPr>
            <p:ph type="body" idx="1"/>
          </p:nvPr>
        </p:nvSpPr>
        <p:spPr>
          <a:xfrm>
            <a:off x="608013" y="2233670"/>
            <a:ext cx="6497867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697" name="Google Shape;697;p3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8" name="Google Shape;698;p39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699" name="Google Shape;699;p39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39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accent2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1" name="Google Shape;701;p39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- Plum">
  <p:cSld name="Big Statement - Plum"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3" name="Google Shape;703;p40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704" name="Google Shape;704;p40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6000">
                  <a:schemeClr val="accent5"/>
                </a:gs>
                <a:gs pos="7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40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21000">
                  <a:schemeClr val="accent5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6" name="Google Shape;706;p40"/>
          <p:cNvSpPr txBox="1">
            <a:spLocks noGrp="1"/>
          </p:cNvSpPr>
          <p:nvPr>
            <p:ph type="body" idx="1"/>
          </p:nvPr>
        </p:nvSpPr>
        <p:spPr>
          <a:xfrm>
            <a:off x="608013" y="2233670"/>
            <a:ext cx="6497867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07" name="Google Shape;707;p4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8" name="Google Shape;708;p40"/>
          <p:cNvGrpSpPr/>
          <p:nvPr/>
        </p:nvGrpSpPr>
        <p:grpSpPr>
          <a:xfrm>
            <a:off x="5111737" y="1408637"/>
            <a:ext cx="7077088" cy="4553747"/>
            <a:chOff x="5111737" y="1408637"/>
            <a:chExt cx="7077088" cy="4553747"/>
          </a:xfrm>
        </p:grpSpPr>
        <p:sp>
          <p:nvSpPr>
            <p:cNvPr id="709" name="Google Shape;709;p40"/>
            <p:cNvSpPr/>
            <p:nvPr/>
          </p:nvSpPr>
          <p:spPr>
            <a:xfrm>
              <a:off x="9152842" y="1408637"/>
              <a:ext cx="3035983" cy="3162295"/>
            </a:xfrm>
            <a:custGeom>
              <a:avLst/>
              <a:gdLst/>
              <a:ahLst/>
              <a:cxnLst/>
              <a:rect l="l" t="t" r="r" b="b"/>
              <a:pathLst>
                <a:path w="3035983" h="3162295" extrusionOk="0">
                  <a:moveTo>
                    <a:pt x="3035983" y="0"/>
                  </a:moveTo>
                  <a:lnTo>
                    <a:pt x="3035983" y="1627776"/>
                  </a:lnTo>
                  <a:lnTo>
                    <a:pt x="1779818" y="2883941"/>
                  </a:lnTo>
                  <a:cubicBezTo>
                    <a:pt x="1601578" y="3062182"/>
                    <a:pt x="1359848" y="3162295"/>
                    <a:pt x="1107726" y="3162295"/>
                  </a:cubicBezTo>
                  <a:lnTo>
                    <a:pt x="95248" y="3162295"/>
                  </a:lnTo>
                  <a:cubicBezTo>
                    <a:pt x="10595" y="3162295"/>
                    <a:pt x="-31858" y="3059901"/>
                    <a:pt x="28020" y="3000022"/>
                  </a:cubicBezTo>
                  <a:lnTo>
                    <a:pt x="2991889" y="36153"/>
                  </a:ln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6000">
                  <a:schemeClr val="accent5"/>
                </a:gs>
                <a:gs pos="7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40"/>
            <p:cNvSpPr/>
            <p:nvPr/>
          </p:nvSpPr>
          <p:spPr>
            <a:xfrm>
              <a:off x="5111737" y="2041036"/>
              <a:ext cx="5910657" cy="3921348"/>
            </a:xfrm>
            <a:custGeom>
              <a:avLst/>
              <a:gdLst/>
              <a:ahLst/>
              <a:cxnLst/>
              <a:rect l="l" t="t" r="r" b="b"/>
              <a:pathLst>
                <a:path w="5910657" h="3921348" extrusionOk="0">
                  <a:moveTo>
                    <a:pt x="1729824" y="3921349"/>
                  </a:moveTo>
                  <a:lnTo>
                    <a:pt x="95248" y="3921349"/>
                  </a:lnTo>
                  <a:cubicBezTo>
                    <a:pt x="10595" y="3921349"/>
                    <a:pt x="-31858" y="3818954"/>
                    <a:pt x="28020" y="3759076"/>
                  </a:cubicBezTo>
                  <a:lnTo>
                    <a:pt x="3508742" y="278354"/>
                  </a:lnTo>
                  <a:cubicBezTo>
                    <a:pt x="3686982" y="100114"/>
                    <a:pt x="3928712" y="0"/>
                    <a:pt x="4180834" y="0"/>
                  </a:cubicBezTo>
                  <a:lnTo>
                    <a:pt x="5815410" y="0"/>
                  </a:lnTo>
                  <a:cubicBezTo>
                    <a:pt x="5900063" y="0"/>
                    <a:pt x="5942516" y="102395"/>
                    <a:pt x="5882638" y="162273"/>
                  </a:cubicBezTo>
                  <a:lnTo>
                    <a:pt x="2401916" y="3642994"/>
                  </a:lnTo>
                  <a:cubicBezTo>
                    <a:pt x="2223676" y="3821235"/>
                    <a:pt x="1981946" y="3921349"/>
                    <a:pt x="1729824" y="3921349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21000">
                  <a:schemeClr val="accent5"/>
                </a:gs>
                <a:gs pos="83000">
                  <a:srgbClr val="0095C4"/>
                </a:gs>
                <a:gs pos="100000">
                  <a:srgbClr val="0095C4"/>
                </a:gs>
              </a:gsLst>
              <a:lin ang="18900032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1" name="Google Shape;711;p40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Leaf ">
  <p:cSld name="Big Statement 2 - Leaf 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1"/>
          <p:cNvSpPr/>
          <p:nvPr/>
        </p:nvSpPr>
        <p:spPr>
          <a:xfrm>
            <a:off x="-9731" y="-5428"/>
            <a:ext cx="12203580" cy="6058734"/>
          </a:xfrm>
          <a:custGeom>
            <a:avLst/>
            <a:gdLst/>
            <a:ahLst/>
            <a:cxnLst/>
            <a:rect l="l" t="t" r="r" b="b"/>
            <a:pathLst>
              <a:path w="12203580" h="6058734" extrusionOk="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627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1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45000">
                <a:srgbClr val="299B75"/>
              </a:gs>
              <a:gs pos="80000">
                <a:srgbClr val="61A30E"/>
              </a:gs>
              <a:gs pos="100000">
                <a:srgbClr val="61A30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1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rgbClr val="61A30E"/>
              </a:gs>
              <a:gs pos="21000">
                <a:srgbClr val="61A30E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41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7" name="Google Shape;717;p41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718" name="Google Shape;718;p41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Aqua">
  <p:cSld name="Big Statement 2 - Aqua"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42"/>
          <p:cNvSpPr/>
          <p:nvPr/>
        </p:nvSpPr>
        <p:spPr>
          <a:xfrm>
            <a:off x="-9731" y="-5428"/>
            <a:ext cx="12203580" cy="6058734"/>
          </a:xfrm>
          <a:custGeom>
            <a:avLst/>
            <a:gdLst/>
            <a:ahLst/>
            <a:cxnLst/>
            <a:rect l="l" t="t" r="r" b="b"/>
            <a:pathLst>
              <a:path w="12203580" h="6058734" extrusionOk="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2"/>
          <p:cNvSpPr/>
          <p:nvPr/>
        </p:nvSpPr>
        <p:spPr>
          <a:xfrm>
            <a:off x="-9731" y="-5428"/>
            <a:ext cx="12203580" cy="6058734"/>
          </a:xfrm>
          <a:custGeom>
            <a:avLst/>
            <a:gdLst/>
            <a:ahLst/>
            <a:cxnLst/>
            <a:rect l="l" t="t" r="r" b="b"/>
            <a:pathLst>
              <a:path w="12203580" h="6058734" extrusionOk="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627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42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2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4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42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6" name="Google Shape;726;p42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727" name="Google Shape;727;p42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2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accent2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2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2 - Plum">
  <p:cSld name="Big Statement 2 - Plum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3"/>
          <p:cNvSpPr/>
          <p:nvPr/>
        </p:nvSpPr>
        <p:spPr>
          <a:xfrm>
            <a:off x="-9731" y="-5428"/>
            <a:ext cx="12203580" cy="6058734"/>
          </a:xfrm>
          <a:custGeom>
            <a:avLst/>
            <a:gdLst/>
            <a:ahLst/>
            <a:cxnLst/>
            <a:rect l="l" t="t" r="r" b="b"/>
            <a:pathLst>
              <a:path w="12203580" h="6058734" extrusionOk="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627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3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43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43"/>
          <p:cNvSpPr txBox="1">
            <a:spLocks noGrp="1"/>
          </p:cNvSpPr>
          <p:nvPr>
            <p:ph type="title"/>
          </p:nvPr>
        </p:nvSpPr>
        <p:spPr>
          <a:xfrm>
            <a:off x="589108" y="938794"/>
            <a:ext cx="6427626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  <a:defRPr sz="3600" b="0" cap="none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6" name="Google Shape;736;p43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40840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737" name="Google Shape;737;p43"/>
          <p:cNvSpPr/>
          <p:nvPr/>
        </p:nvSpPr>
        <p:spPr>
          <a:xfrm>
            <a:off x="-9731" y="-5428"/>
            <a:ext cx="12203580" cy="6058734"/>
          </a:xfrm>
          <a:custGeom>
            <a:avLst/>
            <a:gdLst/>
            <a:ahLst/>
            <a:cxnLst/>
            <a:rect l="l" t="t" r="r" b="b"/>
            <a:pathLst>
              <a:path w="12203580" h="6058734" extrusionOk="0">
                <a:moveTo>
                  <a:pt x="0" y="0"/>
                </a:moveTo>
                <a:lnTo>
                  <a:pt x="12203580" y="0"/>
                </a:lnTo>
                <a:lnTo>
                  <a:pt x="12203580" y="1909982"/>
                </a:lnTo>
                <a:lnTo>
                  <a:pt x="11206700" y="1909982"/>
                </a:lnTo>
                <a:cubicBezTo>
                  <a:pt x="10785051" y="1909982"/>
                  <a:pt x="10380638" y="2077495"/>
                  <a:pt x="10082432" y="2375639"/>
                </a:cubicBezTo>
                <a:lnTo>
                  <a:pt x="6864995" y="5593077"/>
                </a:lnTo>
                <a:cubicBezTo>
                  <a:pt x="6566852" y="5891219"/>
                  <a:pt x="6162438" y="6058734"/>
                  <a:pt x="5740726" y="6058734"/>
                </a:cubicBezTo>
                <a:lnTo>
                  <a:pt x="0" y="605873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8627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3"/>
          <p:cNvSpPr/>
          <p:nvPr/>
        </p:nvSpPr>
        <p:spPr>
          <a:xfrm>
            <a:off x="-9731" y="1828236"/>
            <a:ext cx="12203581" cy="4225133"/>
          </a:xfrm>
          <a:custGeom>
            <a:avLst/>
            <a:gdLst/>
            <a:ahLst/>
            <a:cxnLst/>
            <a:rect l="l" t="t" r="r" b="b"/>
            <a:pathLst>
              <a:path w="12203581" h="4225133" extrusionOk="0">
                <a:moveTo>
                  <a:pt x="11206701" y="0"/>
                </a:moveTo>
                <a:lnTo>
                  <a:pt x="12203581" y="0"/>
                </a:lnTo>
                <a:lnTo>
                  <a:pt x="12203581" y="76381"/>
                </a:lnTo>
                <a:lnTo>
                  <a:pt x="11206764" y="76381"/>
                </a:lnTo>
                <a:cubicBezTo>
                  <a:pt x="10785052" y="76381"/>
                  <a:pt x="10380639" y="243896"/>
                  <a:pt x="10082496" y="542038"/>
                </a:cubicBezTo>
                <a:lnTo>
                  <a:pt x="6864996" y="3759476"/>
                </a:lnTo>
                <a:cubicBezTo>
                  <a:pt x="6566789" y="4057618"/>
                  <a:pt x="6162377" y="4225133"/>
                  <a:pt x="5740727" y="4225133"/>
                </a:cubicBezTo>
                <a:lnTo>
                  <a:pt x="0" y="4225133"/>
                </a:lnTo>
                <a:lnTo>
                  <a:pt x="0" y="4148754"/>
                </a:lnTo>
                <a:lnTo>
                  <a:pt x="5740727" y="4148754"/>
                </a:lnTo>
                <a:cubicBezTo>
                  <a:pt x="5940485" y="4148754"/>
                  <a:pt x="6135411" y="4109959"/>
                  <a:pt x="6319969" y="4033515"/>
                </a:cubicBezTo>
                <a:cubicBezTo>
                  <a:pt x="6504529" y="3957072"/>
                  <a:pt x="6669753" y="3846668"/>
                  <a:pt x="6811001" y="3705419"/>
                </a:cubicBezTo>
                <a:lnTo>
                  <a:pt x="10028503" y="487980"/>
                </a:lnTo>
                <a:cubicBezTo>
                  <a:pt x="10183997" y="332486"/>
                  <a:pt x="10365884" y="210952"/>
                  <a:pt x="10569077" y="126813"/>
                </a:cubicBezTo>
                <a:cubicBezTo>
                  <a:pt x="10772269" y="42675"/>
                  <a:pt x="10986781" y="0"/>
                  <a:pt x="11206701" y="0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20000">
                <a:srgbClr val="0095C4"/>
              </a:gs>
              <a:gs pos="80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3"/>
          <p:cNvSpPr/>
          <p:nvPr/>
        </p:nvSpPr>
        <p:spPr>
          <a:xfrm>
            <a:off x="6457030" y="3564299"/>
            <a:ext cx="5731795" cy="3298781"/>
          </a:xfrm>
          <a:custGeom>
            <a:avLst/>
            <a:gdLst/>
            <a:ahLst/>
            <a:cxnLst/>
            <a:rect l="l" t="t" r="r" b="b"/>
            <a:pathLst>
              <a:path w="5731795" h="3298781" extrusionOk="0">
                <a:moveTo>
                  <a:pt x="3823502" y="0"/>
                </a:moveTo>
                <a:lnTo>
                  <a:pt x="5731795" y="0"/>
                </a:lnTo>
                <a:lnTo>
                  <a:pt x="5731795" y="1358608"/>
                </a:lnTo>
                <a:lnTo>
                  <a:pt x="3791622" y="3298781"/>
                </a:lnTo>
                <a:lnTo>
                  <a:pt x="0" y="3298781"/>
                </a:lnTo>
                <a:lnTo>
                  <a:pt x="2927726" y="371055"/>
                </a:lnTo>
                <a:cubicBezTo>
                  <a:pt x="3165320" y="133460"/>
                  <a:pt x="3487538" y="0"/>
                  <a:pt x="3823502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21000">
                <a:schemeClr val="accent5"/>
              </a:gs>
              <a:gs pos="83000">
                <a:srgbClr val="0095C4"/>
              </a:gs>
              <a:gs pos="100000">
                <a:srgbClr val="0095C4"/>
              </a:gs>
            </a:gsLst>
            <a:lin ang="1890003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3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ement with Photo">
  <p:cSld name="Big Statement with Photo"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4"/>
          <p:cNvSpPr txBox="1">
            <a:spLocks noGrp="1"/>
          </p:cNvSpPr>
          <p:nvPr>
            <p:ph type="body" idx="1"/>
          </p:nvPr>
        </p:nvSpPr>
        <p:spPr>
          <a:xfrm>
            <a:off x="608014" y="2514600"/>
            <a:ext cx="5485844" cy="1828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None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43" name="Google Shape;743;p44"/>
          <p:cNvSpPr>
            <a:spLocks noGrp="1"/>
          </p:cNvSpPr>
          <p:nvPr>
            <p:ph type="pic" idx="2"/>
          </p:nvPr>
        </p:nvSpPr>
        <p:spPr>
          <a:xfrm>
            <a:off x="6785687" y="69850"/>
            <a:ext cx="5403138" cy="6788150"/>
          </a:xfrm>
          <a:prstGeom prst="rect">
            <a:avLst/>
          </a:prstGeom>
          <a:noFill/>
          <a:ln>
            <a:noFill/>
          </a:ln>
        </p:spPr>
      </p:sp>
      <p:sp>
        <p:nvSpPr>
          <p:cNvPr id="744" name="Google Shape;744;p4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44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Statistic">
  <p:cSld name="Big Statistic"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5"/>
          <p:cNvSpPr/>
          <p:nvPr/>
        </p:nvSpPr>
        <p:spPr>
          <a:xfrm>
            <a:off x="0" y="4332288"/>
            <a:ext cx="12188825" cy="2525712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45"/>
          <p:cNvSpPr/>
          <p:nvPr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45" descr="Doughnut chart label 3"/>
          <p:cNvSpPr txBox="1">
            <a:spLocks noGrp="1"/>
          </p:cNvSpPr>
          <p:nvPr>
            <p:ph type="body" idx="1"/>
          </p:nvPr>
        </p:nvSpPr>
        <p:spPr>
          <a:xfrm>
            <a:off x="6096000" y="2514599"/>
            <a:ext cx="5027613" cy="137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43434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40"/>
              <a:buChar char="​"/>
              <a:defRPr sz="3600">
                <a:solidFill>
                  <a:schemeClr val="accent2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50" name="Google Shape;750;p45"/>
          <p:cNvSpPr>
            <a:spLocks noGrp="1"/>
          </p:cNvSpPr>
          <p:nvPr>
            <p:ph type="chart" idx="2"/>
          </p:nvPr>
        </p:nvSpPr>
        <p:spPr>
          <a:xfrm>
            <a:off x="662672" y="722997"/>
            <a:ext cx="4480256" cy="4480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​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62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44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C3C3C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1" name="Google Shape;751;p45" descr="Doughnut chart label 1"/>
          <p:cNvSpPr txBox="1">
            <a:spLocks noGrp="1"/>
          </p:cNvSpPr>
          <p:nvPr>
            <p:ph type="body" idx="3"/>
          </p:nvPr>
        </p:nvSpPr>
        <p:spPr>
          <a:xfrm>
            <a:off x="608330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52" name="Google Shape;752;p45" descr="Doughnut chart label 2"/>
          <p:cNvSpPr txBox="1">
            <a:spLocks noGrp="1"/>
          </p:cNvSpPr>
          <p:nvPr>
            <p:ph type="body" idx="4"/>
          </p:nvPr>
        </p:nvSpPr>
        <p:spPr>
          <a:xfrm>
            <a:off x="2436416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53" name="Google Shape;753;p45" descr="Doughnut chart label 4"/>
          <p:cNvSpPr txBox="1">
            <a:spLocks noGrp="1"/>
          </p:cNvSpPr>
          <p:nvPr>
            <p:ph type="body" idx="5"/>
          </p:nvPr>
        </p:nvSpPr>
        <p:spPr>
          <a:xfrm>
            <a:off x="4261103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54" name="Google Shape;754;p45" descr="Doughnut chart label 5"/>
          <p:cNvSpPr txBox="1">
            <a:spLocks noGrp="1"/>
          </p:cNvSpPr>
          <p:nvPr>
            <p:ph type="body" idx="6"/>
          </p:nvPr>
        </p:nvSpPr>
        <p:spPr>
          <a:xfrm>
            <a:off x="6088109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55" name="Google Shape;755;p45" descr="Doughnut chart label 6"/>
          <p:cNvSpPr txBox="1">
            <a:spLocks noGrp="1"/>
          </p:cNvSpPr>
          <p:nvPr>
            <p:ph type="body" idx="7"/>
          </p:nvPr>
        </p:nvSpPr>
        <p:spPr>
          <a:xfrm>
            <a:off x="7920672" y="5507147"/>
            <a:ext cx="1371064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7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Char char="​"/>
              <a:defRPr sz="1200">
                <a:solidFill>
                  <a:schemeClr val="dk1"/>
                </a:solidFill>
              </a:defRPr>
            </a:lvl1pPr>
            <a:lvl2pPr marL="914400" lvl="1" indent="-33146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2pPr>
            <a:lvl3pPr marL="1371600" lvl="2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3pPr>
            <a:lvl4pPr marL="1828800" lvl="3" indent="-33146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4pPr>
            <a:lvl5pPr marL="2286000" lvl="4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–"/>
              <a:defRPr/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756" name="Google Shape;756;p4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45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45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9" name="Google Shape;759;p4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760" name="Google Shape;760;p4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761" name="Google Shape;761;p4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4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3" name="Google Shape;763;p4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4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4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6" name="Google Shape;766;p4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7" name="Google Shape;767;p4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4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4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4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1" name="Google Shape;771;p4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772" name="Google Shape;772;p4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4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4" name="Google Shape;774;p4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5" name="Google Shape;775;p4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4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4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4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79" name="Google Shape;779;p45"/>
          <p:cNvSpPr/>
          <p:nvPr/>
        </p:nvSpPr>
        <p:spPr>
          <a:xfrm>
            <a:off x="0" y="4332288"/>
            <a:ext cx="12188825" cy="2525712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45"/>
          <p:cNvSpPr/>
          <p:nvPr/>
        </p:nvSpPr>
        <p:spPr>
          <a:xfrm>
            <a:off x="667600" y="722997"/>
            <a:ext cx="4470400" cy="4470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45"/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45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45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4" name="Google Shape;784;p45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785" name="Google Shape;785;p45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786" name="Google Shape;786;p45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45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45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45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45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45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45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45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45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45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6" name="Google Shape;796;p45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797" name="Google Shape;797;p45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45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45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45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45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45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45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Leaf">
  <p:cSld name="Thank You / Closing - Leaf"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7"/>
          <p:cNvSpPr/>
          <p:nvPr/>
        </p:nvSpPr>
        <p:spPr>
          <a:xfrm>
            <a:off x="-2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372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47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rgbClr val="61A30E"/>
              </a:gs>
              <a:gs pos="12000">
                <a:srgbClr val="61A30E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47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47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47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0" name="Google Shape;810;p4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11" name="Google Shape;811;p4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12" name="Google Shape;812;p4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4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4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4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4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4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4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4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4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4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2" name="Google Shape;822;p4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23" name="Google Shape;823;p4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4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4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4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4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8" name="Google Shape;828;p4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9" name="Google Shape;829;p4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30" name="Google Shape;830;p47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47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rgbClr val="61A30E"/>
              </a:gs>
              <a:gs pos="12000">
                <a:srgbClr val="61A30E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47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4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Aqua">
  <p:cSld name="Thank You / Closing - Aqua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48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2000">
                <a:schemeClr val="accent2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48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372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48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48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48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48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0" name="Google Shape;840;p4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41" name="Google Shape;841;p4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42" name="Google Shape;842;p4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4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4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4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4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4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4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4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4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4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2" name="Google Shape;852;p4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53" name="Google Shape;853;p4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4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4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4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4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4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4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60" name="Google Shape;860;p48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2000">
                <a:schemeClr val="accent2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48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372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48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2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48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48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48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6" name="Google Shape;866;p48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67" name="Google Shape;867;p48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68" name="Google Shape;868;p48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9" name="Google Shape;869;p48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48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48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48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48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4" name="Google Shape;874;p48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48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48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48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8" name="Google Shape;878;p48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879" name="Google Shape;879;p48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48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48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48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48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48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48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/ Closing - Plum">
  <p:cSld name="Thank You / Closing - Plum"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49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2000">
                <a:schemeClr val="accent5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49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372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49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49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49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2" name="Google Shape;892;p4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893" name="Google Shape;893;p4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894" name="Google Shape;894;p4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4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4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4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4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4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4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4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4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4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4" name="Google Shape;904;p4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905" name="Google Shape;905;p4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6" name="Google Shape;906;p4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7" name="Google Shape;907;p4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8" name="Google Shape;908;p4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9" name="Google Shape;909;p4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0" name="Google Shape;910;p4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4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12" name="Google Shape;912;p49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49"/>
          <p:cNvSpPr/>
          <p:nvPr/>
        </p:nvSpPr>
        <p:spPr>
          <a:xfrm>
            <a:off x="0" y="0"/>
            <a:ext cx="6635783" cy="4452826"/>
          </a:xfrm>
          <a:custGeom>
            <a:avLst/>
            <a:gdLst/>
            <a:ahLst/>
            <a:cxnLst/>
            <a:rect l="l" t="t" r="r" b="b"/>
            <a:pathLst>
              <a:path w="6635783" h="4452826" extrusionOk="0">
                <a:moveTo>
                  <a:pt x="0" y="0"/>
                </a:moveTo>
                <a:lnTo>
                  <a:pt x="6635783" y="0"/>
                </a:lnTo>
                <a:lnTo>
                  <a:pt x="2550426" y="4085358"/>
                </a:lnTo>
                <a:cubicBezTo>
                  <a:pt x="2315128" y="4320656"/>
                  <a:pt x="1996025" y="4452826"/>
                  <a:pt x="1663310" y="4452826"/>
                </a:cubicBezTo>
                <a:lnTo>
                  <a:pt x="0" y="4452826"/>
                </a:lnTo>
                <a:close/>
              </a:path>
            </a:pathLst>
          </a:custGeom>
          <a:gradFill>
            <a:gsLst>
              <a:gs pos="0">
                <a:schemeClr val="accent5"/>
              </a:gs>
              <a:gs pos="12000">
                <a:schemeClr val="accent5"/>
              </a:gs>
              <a:gs pos="85000">
                <a:srgbClr val="0095C4"/>
              </a:gs>
              <a:gs pos="100000">
                <a:srgbClr val="0095C4"/>
              </a:gs>
            </a:gsLst>
            <a:lin ang="1889997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49"/>
          <p:cNvSpPr/>
          <p:nvPr/>
        </p:nvSpPr>
        <p:spPr>
          <a:xfrm>
            <a:off x="0" y="0"/>
            <a:ext cx="12188827" cy="6858000"/>
          </a:xfrm>
          <a:custGeom>
            <a:avLst/>
            <a:gdLst/>
            <a:ahLst/>
            <a:cxnLst/>
            <a:rect l="l" t="t" r="r" b="b"/>
            <a:pathLst>
              <a:path w="12219884" h="6858000" extrusionOk="0">
                <a:moveTo>
                  <a:pt x="8298300" y="0"/>
                </a:moveTo>
                <a:lnTo>
                  <a:pt x="12219884" y="0"/>
                </a:lnTo>
                <a:lnTo>
                  <a:pt x="12219884" y="6858000"/>
                </a:lnTo>
                <a:lnTo>
                  <a:pt x="0" y="6858000"/>
                </a:lnTo>
                <a:lnTo>
                  <a:pt x="0" y="5087251"/>
                </a:lnTo>
                <a:lnTo>
                  <a:pt x="2577461" y="5085576"/>
                </a:lnTo>
                <a:cubicBezTo>
                  <a:pt x="2993418" y="5085576"/>
                  <a:pt x="3392312" y="4920346"/>
                  <a:pt x="3686387" y="462627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241300" sx="102000" sy="102000" algn="ctr" rotWithShape="0">
              <a:schemeClr val="accent3">
                <a:alpha val="1372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49"/>
          <p:cNvSpPr txBox="1"/>
          <p:nvPr/>
        </p:nvSpPr>
        <p:spPr>
          <a:xfrm>
            <a:off x="7122912" y="4133697"/>
            <a:ext cx="3585557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49"/>
          <p:cNvSpPr txBox="1"/>
          <p:nvPr/>
        </p:nvSpPr>
        <p:spPr>
          <a:xfrm>
            <a:off x="1645084" y="6461498"/>
            <a:ext cx="3052118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2024 Broadcom.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49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8" name="Google Shape;918;p49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919" name="Google Shape;919;p49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920" name="Google Shape;920;p49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1" name="Google Shape;921;p49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2" name="Google Shape;922;p49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" name="Google Shape;923;p49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49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49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49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7" name="Google Shape;927;p49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8" name="Google Shape;928;p49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9" name="Google Shape;929;p49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0" name="Google Shape;930;p49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931" name="Google Shape;931;p49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2" name="Google Shape;932;p49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3" name="Google Shape;933;p49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49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5" name="Google Shape;935;p49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6" name="Google Shape;936;p49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7" name="Google Shape;937;p49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38" name="Google Shape;938;p49"/>
          <p:cNvSpPr/>
          <p:nvPr/>
        </p:nvSpPr>
        <p:spPr>
          <a:xfrm>
            <a:off x="0" y="0"/>
            <a:ext cx="8366346" cy="5149879"/>
          </a:xfrm>
          <a:custGeom>
            <a:avLst/>
            <a:gdLst/>
            <a:ahLst/>
            <a:cxnLst/>
            <a:rect l="l" t="t" r="r" b="b"/>
            <a:pathLst>
              <a:path w="8406233" h="5164293" extrusionOk="0">
                <a:moveTo>
                  <a:pt x="8300010" y="0"/>
                </a:moveTo>
                <a:lnTo>
                  <a:pt x="8406233" y="0"/>
                </a:lnTo>
                <a:lnTo>
                  <a:pt x="3739706" y="4681182"/>
                </a:lnTo>
                <a:cubicBezTo>
                  <a:pt x="3429197" y="4991691"/>
                  <a:pt x="3016440" y="5162629"/>
                  <a:pt x="2577461" y="5162629"/>
                </a:cubicBezTo>
                <a:lnTo>
                  <a:pt x="0" y="5164293"/>
                </a:lnTo>
                <a:lnTo>
                  <a:pt x="0" y="5088966"/>
                </a:lnTo>
                <a:lnTo>
                  <a:pt x="2577461" y="5087291"/>
                </a:lnTo>
                <a:cubicBezTo>
                  <a:pt x="2993418" y="5087291"/>
                  <a:pt x="3392312" y="4922061"/>
                  <a:pt x="3686388" y="4627988"/>
                </a:cubicBezTo>
                <a:close/>
              </a:path>
            </a:pathLst>
          </a:custGeom>
          <a:gradFill>
            <a:gsLst>
              <a:gs pos="0">
                <a:srgbClr val="0095C4"/>
              </a:gs>
              <a:gs pos="31000">
                <a:srgbClr val="0095C4"/>
              </a:gs>
              <a:gs pos="94000">
                <a:schemeClr val="accent5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Font Check">
  <p:cSld name="Font Check">
    <p:bg>
      <p:bgPr>
        <a:solidFill>
          <a:schemeClr val="accent5"/>
        </a:solidFill>
        <a:effectLst/>
      </p:bgPr>
    </p:bg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1" name="Google Shape;941;p50"/>
          <p:cNvSpPr txBox="1">
            <a:spLocks noGrp="1"/>
          </p:cNvSpPr>
          <p:nvPr>
            <p:ph type="subTitle" idx="1"/>
          </p:nvPr>
        </p:nvSpPr>
        <p:spPr>
          <a:xfrm>
            <a:off x="592866" y="838105"/>
            <a:ext cx="1096268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440"/>
              <a:buNone/>
              <a:defRPr sz="1600"/>
            </a:lvl9pPr>
          </a:lstStyle>
          <a:p>
            <a:endParaRPr/>
          </a:p>
        </p:txBody>
      </p:sp>
      <p:sp>
        <p:nvSpPr>
          <p:cNvPr id="942" name="Google Shape;942;p50" descr="Do the fonts in the words below match on your screen?"/>
          <p:cNvSpPr/>
          <p:nvPr/>
        </p:nvSpPr>
        <p:spPr>
          <a:xfrm>
            <a:off x="623364" y="1613035"/>
            <a:ext cx="2884608" cy="2477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Do the fonts in the words below match?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3" name="Google Shape;943;p50"/>
          <p:cNvCxnSpPr/>
          <p:nvPr/>
        </p:nvCxnSpPr>
        <p:spPr>
          <a:xfrm>
            <a:off x="623364" y="1860778"/>
            <a:ext cx="10150654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44" name="Google Shape;944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7155" y="2219739"/>
            <a:ext cx="3088310" cy="557972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50"/>
          <p:cNvSpPr txBox="1">
            <a:spLocks noGrp="1"/>
          </p:cNvSpPr>
          <p:nvPr>
            <p:ph type="body" idx="2"/>
          </p:nvPr>
        </p:nvSpPr>
        <p:spPr>
          <a:xfrm>
            <a:off x="598114" y="2908233"/>
            <a:ext cx="5354637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5086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10"/>
              <a:buChar char="​"/>
              <a:defRPr sz="4900">
                <a:solidFill>
                  <a:schemeClr val="lt1"/>
                </a:solidFill>
              </a:defRPr>
            </a:lvl1pPr>
            <a:lvl2pPr marL="914400" lvl="1" indent="-4343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40"/>
              <a:buChar char="•"/>
              <a:defRPr sz="3600">
                <a:solidFill>
                  <a:schemeClr val="lt1"/>
                </a:solidFill>
              </a:defRPr>
            </a:lvl2pPr>
            <a:lvl3pPr marL="1371600" lvl="2" indent="-4114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80"/>
              <a:buChar char="–"/>
              <a:defRPr sz="3200">
                <a:solidFill>
                  <a:schemeClr val="lt1"/>
                </a:solidFill>
              </a:defRPr>
            </a:lvl3pPr>
            <a:lvl4pPr marL="1828800" lvl="3" indent="-38861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520"/>
              <a:buChar char="•"/>
              <a:defRPr sz="2800">
                <a:solidFill>
                  <a:schemeClr val="lt1"/>
                </a:solidFill>
              </a:defRPr>
            </a:lvl4pPr>
            <a:lvl5pPr marL="2286000" lvl="4" indent="-38862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520"/>
              <a:buChar char="–"/>
              <a:defRPr sz="28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pic>
        <p:nvPicPr>
          <p:cNvPr id="946" name="Google Shape;946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0912" y="2242892"/>
            <a:ext cx="4743106" cy="538407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50"/>
          <p:cNvSpPr txBox="1">
            <a:spLocks noGrp="1"/>
          </p:cNvSpPr>
          <p:nvPr>
            <p:ph type="body" idx="3"/>
          </p:nvPr>
        </p:nvSpPr>
        <p:spPr>
          <a:xfrm>
            <a:off x="5983683" y="2908233"/>
            <a:ext cx="5354637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5086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10"/>
              <a:buChar char="​"/>
              <a:defRPr sz="4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343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40"/>
              <a:buChar char="•"/>
              <a:defRPr sz="3600">
                <a:solidFill>
                  <a:schemeClr val="lt1"/>
                </a:solidFill>
              </a:defRPr>
            </a:lvl2pPr>
            <a:lvl3pPr marL="1371600" lvl="2" indent="-41148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80"/>
              <a:buChar char="–"/>
              <a:defRPr sz="3200">
                <a:solidFill>
                  <a:schemeClr val="lt1"/>
                </a:solidFill>
              </a:defRPr>
            </a:lvl3pPr>
            <a:lvl4pPr marL="1828800" lvl="3" indent="-388619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520"/>
              <a:buChar char="•"/>
              <a:defRPr sz="2800">
                <a:solidFill>
                  <a:schemeClr val="lt1"/>
                </a:solidFill>
              </a:defRPr>
            </a:lvl4pPr>
            <a:lvl5pPr marL="2286000" lvl="4" indent="-38862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520"/>
              <a:buChar char="–"/>
              <a:defRPr sz="2800">
                <a:solidFill>
                  <a:schemeClr val="lt1"/>
                </a:solidFill>
              </a:defRPr>
            </a:lvl5pPr>
            <a:lvl6pPr marL="2743200" lvl="5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6pPr>
            <a:lvl7pPr marL="3200400" lvl="6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-"/>
              <a:defRPr/>
            </a:lvl7pPr>
            <a:lvl8pPr marL="3657600" lvl="7" indent="-33147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20"/>
              <a:buChar char="•"/>
              <a:defRPr/>
            </a:lvl8pPr>
            <a:lvl9pPr marL="4114800" lvl="8" indent="-33147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620"/>
              <a:buChar char="-"/>
              <a:defRPr/>
            </a:lvl9pPr>
          </a:lstStyle>
          <a:p>
            <a:endParaRPr/>
          </a:p>
        </p:txBody>
      </p:sp>
      <p:sp>
        <p:nvSpPr>
          <p:cNvPr id="948" name="Google Shape;948;p50" descr="Do the fonts in the words below match on your screen?"/>
          <p:cNvSpPr/>
          <p:nvPr/>
        </p:nvSpPr>
        <p:spPr>
          <a:xfrm>
            <a:off x="623364" y="1613035"/>
            <a:ext cx="2884608" cy="2477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Do the fonts in the words below match?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9" name="Google Shape;949;p50"/>
          <p:cNvCxnSpPr/>
          <p:nvPr/>
        </p:nvCxnSpPr>
        <p:spPr>
          <a:xfrm>
            <a:off x="623364" y="1860778"/>
            <a:ext cx="10150654" cy="0"/>
          </a:xfrm>
          <a:prstGeom prst="straightConnector1">
            <a:avLst/>
          </a:prstGeom>
          <a:noFill/>
          <a:ln w="254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50" name="Google Shape;950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57155" y="2219739"/>
            <a:ext cx="3088310" cy="557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0912" y="2242892"/>
            <a:ext cx="4743106" cy="538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id">
  <p:cSld name="Grid"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3" name="Google Shape;953;p51"/>
          <p:cNvGrpSpPr/>
          <p:nvPr/>
        </p:nvGrpSpPr>
        <p:grpSpPr>
          <a:xfrm>
            <a:off x="-254" y="0"/>
            <a:ext cx="12189079" cy="6858000"/>
            <a:chOff x="-254" y="0"/>
            <a:chExt cx="12189079" cy="6858000"/>
          </a:xfrm>
        </p:grpSpPr>
        <p:grpSp>
          <p:nvGrpSpPr>
            <p:cNvPr id="954" name="Google Shape;954;p51"/>
            <p:cNvGrpSpPr/>
            <p:nvPr/>
          </p:nvGrpSpPr>
          <p:grpSpPr>
            <a:xfrm>
              <a:off x="-254" y="0"/>
              <a:ext cx="12189079" cy="6858000"/>
              <a:chOff x="-127" y="-4574"/>
              <a:chExt cx="12189079" cy="6858000"/>
            </a:xfrm>
          </p:grpSpPr>
          <p:grpSp>
            <p:nvGrpSpPr>
              <p:cNvPr id="955" name="Google Shape;955;p51"/>
              <p:cNvGrpSpPr/>
              <p:nvPr/>
            </p:nvGrpSpPr>
            <p:grpSpPr>
              <a:xfrm>
                <a:off x="0" y="-4574"/>
                <a:ext cx="12188952" cy="6858000"/>
                <a:chOff x="12729307" y="-4574"/>
                <a:chExt cx="12188952" cy="6858000"/>
              </a:xfrm>
            </p:grpSpPr>
            <p:cxnSp>
              <p:nvCxnSpPr>
                <p:cNvPr id="956" name="Google Shape;956;p51"/>
                <p:cNvCxnSpPr/>
                <p:nvPr/>
              </p:nvCxnSpPr>
              <p:spPr>
                <a:xfrm>
                  <a:off x="12729307" y="1367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57" name="Google Shape;957;p51"/>
                <p:cNvCxnSpPr/>
                <p:nvPr/>
              </p:nvCxnSpPr>
              <p:spPr>
                <a:xfrm>
                  <a:off x="12729307" y="1709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58" name="Google Shape;958;p51"/>
                <p:cNvCxnSpPr/>
                <p:nvPr/>
              </p:nvCxnSpPr>
              <p:spPr>
                <a:xfrm>
                  <a:off x="12729307" y="1024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59" name="Google Shape;959;p51"/>
                <p:cNvCxnSpPr/>
                <p:nvPr/>
              </p:nvCxnSpPr>
              <p:spPr>
                <a:xfrm>
                  <a:off x="12729307" y="681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60" name="Google Shape;960;p51"/>
                <p:cNvCxnSpPr/>
                <p:nvPr/>
              </p:nvCxnSpPr>
              <p:spPr>
                <a:xfrm>
                  <a:off x="12729307" y="338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61" name="Google Shape;961;p51"/>
                <p:cNvCxnSpPr/>
                <p:nvPr/>
              </p:nvCxnSpPr>
              <p:spPr>
                <a:xfrm>
                  <a:off x="12729307" y="-4574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62" name="Google Shape;962;p51"/>
                <p:cNvCxnSpPr/>
                <p:nvPr/>
              </p:nvCxnSpPr>
              <p:spPr>
                <a:xfrm>
                  <a:off x="12729307" y="3081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63" name="Google Shape;963;p51"/>
                <p:cNvCxnSpPr/>
                <p:nvPr/>
              </p:nvCxnSpPr>
              <p:spPr>
                <a:xfrm>
                  <a:off x="12729307" y="3424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64" name="Google Shape;964;p51"/>
                <p:cNvCxnSpPr/>
                <p:nvPr/>
              </p:nvCxnSpPr>
              <p:spPr>
                <a:xfrm>
                  <a:off x="12729307" y="2738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65" name="Google Shape;965;p51"/>
                <p:cNvCxnSpPr/>
                <p:nvPr/>
              </p:nvCxnSpPr>
              <p:spPr>
                <a:xfrm>
                  <a:off x="12729307" y="2395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66" name="Google Shape;966;p51"/>
                <p:cNvCxnSpPr/>
                <p:nvPr/>
              </p:nvCxnSpPr>
              <p:spPr>
                <a:xfrm>
                  <a:off x="12729307" y="2052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67" name="Google Shape;967;p51"/>
                <p:cNvCxnSpPr/>
                <p:nvPr/>
              </p:nvCxnSpPr>
              <p:spPr>
                <a:xfrm>
                  <a:off x="12729307" y="4796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68" name="Google Shape;968;p51"/>
                <p:cNvCxnSpPr/>
                <p:nvPr/>
              </p:nvCxnSpPr>
              <p:spPr>
                <a:xfrm>
                  <a:off x="12729307" y="5138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69" name="Google Shape;969;p51"/>
                <p:cNvCxnSpPr/>
                <p:nvPr/>
              </p:nvCxnSpPr>
              <p:spPr>
                <a:xfrm>
                  <a:off x="12729307" y="4453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0" name="Google Shape;970;p51"/>
                <p:cNvCxnSpPr/>
                <p:nvPr/>
              </p:nvCxnSpPr>
              <p:spPr>
                <a:xfrm>
                  <a:off x="12729307" y="4110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1" name="Google Shape;971;p51"/>
                <p:cNvCxnSpPr/>
                <p:nvPr/>
              </p:nvCxnSpPr>
              <p:spPr>
                <a:xfrm>
                  <a:off x="12729307" y="3767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2" name="Google Shape;972;p51"/>
                <p:cNvCxnSpPr/>
                <p:nvPr/>
              </p:nvCxnSpPr>
              <p:spPr>
                <a:xfrm>
                  <a:off x="12729307" y="6510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3" name="Google Shape;973;p51"/>
                <p:cNvCxnSpPr/>
                <p:nvPr/>
              </p:nvCxnSpPr>
              <p:spPr>
                <a:xfrm>
                  <a:off x="12729307" y="6853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4" name="Google Shape;974;p51"/>
                <p:cNvCxnSpPr/>
                <p:nvPr/>
              </p:nvCxnSpPr>
              <p:spPr>
                <a:xfrm>
                  <a:off x="12729307" y="5824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5" name="Google Shape;975;p51"/>
                <p:cNvCxnSpPr/>
                <p:nvPr/>
              </p:nvCxnSpPr>
              <p:spPr>
                <a:xfrm>
                  <a:off x="12729307" y="5481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6" name="Google Shape;976;p51"/>
                <p:cNvCxnSpPr/>
                <p:nvPr/>
              </p:nvCxnSpPr>
              <p:spPr>
                <a:xfrm>
                  <a:off x="12729307" y="6167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977" name="Google Shape;977;p51"/>
              <p:cNvGrpSpPr/>
              <p:nvPr/>
            </p:nvGrpSpPr>
            <p:grpSpPr>
              <a:xfrm>
                <a:off x="-127" y="109726"/>
                <a:ext cx="12188952" cy="6629400"/>
                <a:chOff x="12729307" y="109726"/>
                <a:chExt cx="12188952" cy="6629400"/>
              </a:xfrm>
            </p:grpSpPr>
            <p:cxnSp>
              <p:nvCxnSpPr>
                <p:cNvPr id="978" name="Google Shape;978;p51"/>
                <p:cNvCxnSpPr/>
                <p:nvPr/>
              </p:nvCxnSpPr>
              <p:spPr>
                <a:xfrm>
                  <a:off x="12729307" y="1481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79" name="Google Shape;979;p51"/>
                <p:cNvCxnSpPr/>
                <p:nvPr/>
              </p:nvCxnSpPr>
              <p:spPr>
                <a:xfrm>
                  <a:off x="12729307" y="1824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0" name="Google Shape;980;p51"/>
                <p:cNvCxnSpPr/>
                <p:nvPr/>
              </p:nvCxnSpPr>
              <p:spPr>
                <a:xfrm>
                  <a:off x="12729307" y="1138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1" name="Google Shape;981;p51"/>
                <p:cNvCxnSpPr/>
                <p:nvPr/>
              </p:nvCxnSpPr>
              <p:spPr>
                <a:xfrm>
                  <a:off x="12729307" y="795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2" name="Google Shape;982;p51"/>
                <p:cNvCxnSpPr/>
                <p:nvPr/>
              </p:nvCxnSpPr>
              <p:spPr>
                <a:xfrm>
                  <a:off x="12729307" y="452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3" name="Google Shape;983;p51"/>
                <p:cNvCxnSpPr/>
                <p:nvPr/>
              </p:nvCxnSpPr>
              <p:spPr>
                <a:xfrm>
                  <a:off x="12729307" y="109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4" name="Google Shape;984;p51"/>
                <p:cNvCxnSpPr/>
                <p:nvPr/>
              </p:nvCxnSpPr>
              <p:spPr>
                <a:xfrm>
                  <a:off x="12729307" y="3195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5" name="Google Shape;985;p51"/>
                <p:cNvCxnSpPr/>
                <p:nvPr/>
              </p:nvCxnSpPr>
              <p:spPr>
                <a:xfrm>
                  <a:off x="12729307" y="3538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6" name="Google Shape;986;p51"/>
                <p:cNvCxnSpPr/>
                <p:nvPr/>
              </p:nvCxnSpPr>
              <p:spPr>
                <a:xfrm>
                  <a:off x="12729307" y="2852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7" name="Google Shape;987;p51"/>
                <p:cNvCxnSpPr/>
                <p:nvPr/>
              </p:nvCxnSpPr>
              <p:spPr>
                <a:xfrm>
                  <a:off x="12729307" y="2510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8" name="Google Shape;988;p51"/>
                <p:cNvCxnSpPr/>
                <p:nvPr/>
              </p:nvCxnSpPr>
              <p:spPr>
                <a:xfrm>
                  <a:off x="12729307" y="2167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89" name="Google Shape;989;p51"/>
                <p:cNvCxnSpPr/>
                <p:nvPr/>
              </p:nvCxnSpPr>
              <p:spPr>
                <a:xfrm>
                  <a:off x="12729307" y="4910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0" name="Google Shape;990;p51"/>
                <p:cNvCxnSpPr/>
                <p:nvPr/>
              </p:nvCxnSpPr>
              <p:spPr>
                <a:xfrm>
                  <a:off x="12729307" y="5253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1" name="Google Shape;991;p51"/>
                <p:cNvCxnSpPr/>
                <p:nvPr/>
              </p:nvCxnSpPr>
              <p:spPr>
                <a:xfrm>
                  <a:off x="12729307" y="4567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2" name="Google Shape;992;p51"/>
                <p:cNvCxnSpPr/>
                <p:nvPr/>
              </p:nvCxnSpPr>
              <p:spPr>
                <a:xfrm>
                  <a:off x="12729307" y="4224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3" name="Google Shape;993;p51"/>
                <p:cNvCxnSpPr/>
                <p:nvPr/>
              </p:nvCxnSpPr>
              <p:spPr>
                <a:xfrm>
                  <a:off x="12729307" y="3881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4" name="Google Shape;994;p51"/>
                <p:cNvCxnSpPr/>
                <p:nvPr/>
              </p:nvCxnSpPr>
              <p:spPr>
                <a:xfrm>
                  <a:off x="12729307" y="6624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5" name="Google Shape;995;p51"/>
                <p:cNvCxnSpPr/>
                <p:nvPr/>
              </p:nvCxnSpPr>
              <p:spPr>
                <a:xfrm>
                  <a:off x="12729307" y="6281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6" name="Google Shape;996;p51"/>
                <p:cNvCxnSpPr/>
                <p:nvPr/>
              </p:nvCxnSpPr>
              <p:spPr>
                <a:xfrm>
                  <a:off x="12729307" y="5939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7" name="Google Shape;997;p51"/>
                <p:cNvCxnSpPr/>
                <p:nvPr/>
              </p:nvCxnSpPr>
              <p:spPr>
                <a:xfrm>
                  <a:off x="12729307" y="5596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8" name="Google Shape;998;p51"/>
                <p:cNvCxnSpPr/>
                <p:nvPr/>
              </p:nvCxnSpPr>
              <p:spPr>
                <a:xfrm>
                  <a:off x="12729307" y="1595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999" name="Google Shape;999;p51"/>
                <p:cNvCxnSpPr/>
                <p:nvPr/>
              </p:nvCxnSpPr>
              <p:spPr>
                <a:xfrm>
                  <a:off x="12729307" y="1938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0" name="Google Shape;1000;p51"/>
                <p:cNvCxnSpPr/>
                <p:nvPr/>
              </p:nvCxnSpPr>
              <p:spPr>
                <a:xfrm>
                  <a:off x="12729307" y="1252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1" name="Google Shape;1001;p51"/>
                <p:cNvCxnSpPr/>
                <p:nvPr/>
              </p:nvCxnSpPr>
              <p:spPr>
                <a:xfrm>
                  <a:off x="12729307" y="909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2" name="Google Shape;1002;p51"/>
                <p:cNvCxnSpPr/>
                <p:nvPr/>
              </p:nvCxnSpPr>
              <p:spPr>
                <a:xfrm>
                  <a:off x="12729307" y="566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3" name="Google Shape;1003;p51"/>
                <p:cNvCxnSpPr/>
                <p:nvPr/>
              </p:nvCxnSpPr>
              <p:spPr>
                <a:xfrm>
                  <a:off x="12729307" y="224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4" name="Google Shape;1004;p51"/>
                <p:cNvCxnSpPr/>
                <p:nvPr/>
              </p:nvCxnSpPr>
              <p:spPr>
                <a:xfrm>
                  <a:off x="12729307" y="3310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5" name="Google Shape;1005;p51"/>
                <p:cNvCxnSpPr/>
                <p:nvPr/>
              </p:nvCxnSpPr>
              <p:spPr>
                <a:xfrm>
                  <a:off x="12729307" y="3653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6" name="Google Shape;1006;p51"/>
                <p:cNvCxnSpPr/>
                <p:nvPr/>
              </p:nvCxnSpPr>
              <p:spPr>
                <a:xfrm>
                  <a:off x="12729307" y="2967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7" name="Google Shape;1007;p51"/>
                <p:cNvCxnSpPr/>
                <p:nvPr/>
              </p:nvCxnSpPr>
              <p:spPr>
                <a:xfrm>
                  <a:off x="12729307" y="2624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8" name="Google Shape;1008;p51"/>
                <p:cNvCxnSpPr/>
                <p:nvPr/>
              </p:nvCxnSpPr>
              <p:spPr>
                <a:xfrm>
                  <a:off x="12729307" y="2281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09" name="Google Shape;1009;p51"/>
                <p:cNvCxnSpPr/>
                <p:nvPr/>
              </p:nvCxnSpPr>
              <p:spPr>
                <a:xfrm>
                  <a:off x="12729307" y="5024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0" name="Google Shape;1010;p51"/>
                <p:cNvCxnSpPr/>
                <p:nvPr/>
              </p:nvCxnSpPr>
              <p:spPr>
                <a:xfrm>
                  <a:off x="12729307" y="5367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1" name="Google Shape;1011;p51"/>
                <p:cNvCxnSpPr/>
                <p:nvPr/>
              </p:nvCxnSpPr>
              <p:spPr>
                <a:xfrm>
                  <a:off x="12729307" y="4681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2" name="Google Shape;1012;p51"/>
                <p:cNvCxnSpPr/>
                <p:nvPr/>
              </p:nvCxnSpPr>
              <p:spPr>
                <a:xfrm>
                  <a:off x="12729307" y="4338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3" name="Google Shape;1013;p51"/>
                <p:cNvCxnSpPr/>
                <p:nvPr/>
              </p:nvCxnSpPr>
              <p:spPr>
                <a:xfrm>
                  <a:off x="12729307" y="3995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4" name="Google Shape;1014;p51"/>
                <p:cNvCxnSpPr/>
                <p:nvPr/>
              </p:nvCxnSpPr>
              <p:spPr>
                <a:xfrm>
                  <a:off x="12729307" y="6739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5" name="Google Shape;1015;p51"/>
                <p:cNvCxnSpPr/>
                <p:nvPr/>
              </p:nvCxnSpPr>
              <p:spPr>
                <a:xfrm>
                  <a:off x="12729307" y="6396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6" name="Google Shape;1016;p51"/>
                <p:cNvCxnSpPr/>
                <p:nvPr/>
              </p:nvCxnSpPr>
              <p:spPr>
                <a:xfrm>
                  <a:off x="12729307" y="6053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17" name="Google Shape;1017;p51"/>
                <p:cNvCxnSpPr/>
                <p:nvPr/>
              </p:nvCxnSpPr>
              <p:spPr>
                <a:xfrm>
                  <a:off x="12729307" y="5710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</p:grpSp>
        </p:grpSp>
        <p:grpSp>
          <p:nvGrpSpPr>
            <p:cNvPr id="1018" name="Google Shape;1018;p51"/>
            <p:cNvGrpSpPr/>
            <p:nvPr/>
          </p:nvGrpSpPr>
          <p:grpSpPr>
            <a:xfrm>
              <a:off x="970985" y="0"/>
              <a:ext cx="10247475" cy="6858000"/>
              <a:chOff x="971112" y="0"/>
              <a:chExt cx="10247475" cy="6858000"/>
            </a:xfrm>
          </p:grpSpPr>
          <p:cxnSp>
            <p:nvCxnSpPr>
              <p:cNvPr id="1019" name="Google Shape;1019;p51"/>
              <p:cNvCxnSpPr/>
              <p:nvPr/>
            </p:nvCxnSpPr>
            <p:spPr>
              <a:xfrm flipH="1">
                <a:off x="971112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0" name="Google Shape;1020;p51"/>
              <p:cNvCxnSpPr/>
              <p:nvPr/>
            </p:nvCxnSpPr>
            <p:spPr>
              <a:xfrm flipH="1">
                <a:off x="1902579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1" name="Google Shape;1021;p51"/>
              <p:cNvCxnSpPr/>
              <p:nvPr/>
            </p:nvCxnSpPr>
            <p:spPr>
              <a:xfrm flipH="1">
                <a:off x="2834046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2" name="Google Shape;1022;p51"/>
              <p:cNvCxnSpPr/>
              <p:nvPr/>
            </p:nvCxnSpPr>
            <p:spPr>
              <a:xfrm flipH="1">
                <a:off x="3765513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3" name="Google Shape;1023;p51"/>
              <p:cNvCxnSpPr/>
              <p:nvPr/>
            </p:nvCxnSpPr>
            <p:spPr>
              <a:xfrm flipH="1">
                <a:off x="4696980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4" name="Google Shape;1024;p51"/>
              <p:cNvCxnSpPr/>
              <p:nvPr/>
            </p:nvCxnSpPr>
            <p:spPr>
              <a:xfrm flipH="1">
                <a:off x="5628447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5" name="Google Shape;1025;p51"/>
              <p:cNvCxnSpPr/>
              <p:nvPr/>
            </p:nvCxnSpPr>
            <p:spPr>
              <a:xfrm flipH="1">
                <a:off x="6559914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6" name="Google Shape;1026;p51"/>
              <p:cNvCxnSpPr/>
              <p:nvPr/>
            </p:nvCxnSpPr>
            <p:spPr>
              <a:xfrm flipH="1">
                <a:off x="7491381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7" name="Google Shape;1027;p51"/>
              <p:cNvCxnSpPr/>
              <p:nvPr/>
            </p:nvCxnSpPr>
            <p:spPr>
              <a:xfrm flipH="1">
                <a:off x="8422848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8" name="Google Shape;1028;p51"/>
              <p:cNvCxnSpPr/>
              <p:nvPr/>
            </p:nvCxnSpPr>
            <p:spPr>
              <a:xfrm flipH="1">
                <a:off x="9354315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9" name="Google Shape;1029;p51"/>
              <p:cNvCxnSpPr/>
              <p:nvPr/>
            </p:nvCxnSpPr>
            <p:spPr>
              <a:xfrm flipH="1">
                <a:off x="10285782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30" name="Google Shape;1030;p51"/>
              <p:cNvCxnSpPr/>
              <p:nvPr/>
            </p:nvCxnSpPr>
            <p:spPr>
              <a:xfrm flipH="1">
                <a:off x="11217246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031" name="Google Shape;1031;p51"/>
            <p:cNvGrpSpPr/>
            <p:nvPr/>
          </p:nvGrpSpPr>
          <p:grpSpPr>
            <a:xfrm>
              <a:off x="608758" y="448731"/>
              <a:ext cx="10971928" cy="5722842"/>
              <a:chOff x="608885" y="1604366"/>
              <a:chExt cx="10971928" cy="4567208"/>
            </a:xfrm>
          </p:grpSpPr>
          <p:sp>
            <p:nvSpPr>
              <p:cNvPr id="1032" name="Google Shape;1032;p51"/>
              <p:cNvSpPr/>
              <p:nvPr/>
            </p:nvSpPr>
            <p:spPr>
              <a:xfrm>
                <a:off x="608885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3" name="Google Shape;1033;p51"/>
              <p:cNvSpPr/>
              <p:nvPr/>
            </p:nvSpPr>
            <p:spPr>
              <a:xfrm>
                <a:off x="1540352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4" name="Google Shape;1034;p51"/>
              <p:cNvSpPr/>
              <p:nvPr/>
            </p:nvSpPr>
            <p:spPr>
              <a:xfrm>
                <a:off x="2471819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5" name="Google Shape;1035;p51"/>
              <p:cNvSpPr/>
              <p:nvPr/>
            </p:nvSpPr>
            <p:spPr>
              <a:xfrm>
                <a:off x="3403286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6" name="Google Shape;1036;p51"/>
              <p:cNvSpPr/>
              <p:nvPr/>
            </p:nvSpPr>
            <p:spPr>
              <a:xfrm>
                <a:off x="4334753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7" name="Google Shape;1037;p51"/>
              <p:cNvSpPr/>
              <p:nvPr/>
            </p:nvSpPr>
            <p:spPr>
              <a:xfrm>
                <a:off x="5266220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8" name="Google Shape;1038;p51"/>
              <p:cNvSpPr/>
              <p:nvPr/>
            </p:nvSpPr>
            <p:spPr>
              <a:xfrm>
                <a:off x="6197687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9" name="Google Shape;1039;p51"/>
              <p:cNvSpPr/>
              <p:nvPr/>
            </p:nvSpPr>
            <p:spPr>
              <a:xfrm>
                <a:off x="7129154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" name="Google Shape;1040;p51"/>
              <p:cNvSpPr/>
              <p:nvPr/>
            </p:nvSpPr>
            <p:spPr>
              <a:xfrm>
                <a:off x="8060621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1" name="Google Shape;1041;p51"/>
              <p:cNvSpPr/>
              <p:nvPr/>
            </p:nvSpPr>
            <p:spPr>
              <a:xfrm>
                <a:off x="8992088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2" name="Google Shape;1042;p51"/>
              <p:cNvSpPr/>
              <p:nvPr/>
            </p:nvSpPr>
            <p:spPr>
              <a:xfrm>
                <a:off x="9923555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3" name="Google Shape;1043;p51"/>
              <p:cNvSpPr/>
              <p:nvPr/>
            </p:nvSpPr>
            <p:spPr>
              <a:xfrm>
                <a:off x="10855019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44" name="Google Shape;1044;p51"/>
          <p:cNvGrpSpPr/>
          <p:nvPr/>
        </p:nvGrpSpPr>
        <p:grpSpPr>
          <a:xfrm>
            <a:off x="-254" y="0"/>
            <a:ext cx="12189079" cy="6858000"/>
            <a:chOff x="-254" y="0"/>
            <a:chExt cx="12189079" cy="6858000"/>
          </a:xfrm>
        </p:grpSpPr>
        <p:grpSp>
          <p:nvGrpSpPr>
            <p:cNvPr id="1045" name="Google Shape;1045;p51"/>
            <p:cNvGrpSpPr/>
            <p:nvPr/>
          </p:nvGrpSpPr>
          <p:grpSpPr>
            <a:xfrm>
              <a:off x="-254" y="0"/>
              <a:ext cx="12189079" cy="6858000"/>
              <a:chOff x="-127" y="-4574"/>
              <a:chExt cx="12189079" cy="6858000"/>
            </a:xfrm>
          </p:grpSpPr>
          <p:grpSp>
            <p:nvGrpSpPr>
              <p:cNvPr id="1046" name="Google Shape;1046;p51"/>
              <p:cNvGrpSpPr/>
              <p:nvPr/>
            </p:nvGrpSpPr>
            <p:grpSpPr>
              <a:xfrm>
                <a:off x="0" y="-4574"/>
                <a:ext cx="12188952" cy="6858000"/>
                <a:chOff x="12729307" y="-4574"/>
                <a:chExt cx="12188952" cy="6858000"/>
              </a:xfrm>
            </p:grpSpPr>
            <p:cxnSp>
              <p:nvCxnSpPr>
                <p:cNvPr id="1047" name="Google Shape;1047;p51"/>
                <p:cNvCxnSpPr/>
                <p:nvPr/>
              </p:nvCxnSpPr>
              <p:spPr>
                <a:xfrm>
                  <a:off x="12729307" y="1367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48" name="Google Shape;1048;p51"/>
                <p:cNvCxnSpPr/>
                <p:nvPr/>
              </p:nvCxnSpPr>
              <p:spPr>
                <a:xfrm>
                  <a:off x="12729307" y="1709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49" name="Google Shape;1049;p51"/>
                <p:cNvCxnSpPr/>
                <p:nvPr/>
              </p:nvCxnSpPr>
              <p:spPr>
                <a:xfrm>
                  <a:off x="12729307" y="1024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0" name="Google Shape;1050;p51"/>
                <p:cNvCxnSpPr/>
                <p:nvPr/>
              </p:nvCxnSpPr>
              <p:spPr>
                <a:xfrm>
                  <a:off x="12729307" y="681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1" name="Google Shape;1051;p51"/>
                <p:cNvCxnSpPr/>
                <p:nvPr/>
              </p:nvCxnSpPr>
              <p:spPr>
                <a:xfrm>
                  <a:off x="12729307" y="338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2" name="Google Shape;1052;p51"/>
                <p:cNvCxnSpPr/>
                <p:nvPr/>
              </p:nvCxnSpPr>
              <p:spPr>
                <a:xfrm>
                  <a:off x="12729307" y="-4574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3" name="Google Shape;1053;p51"/>
                <p:cNvCxnSpPr/>
                <p:nvPr/>
              </p:nvCxnSpPr>
              <p:spPr>
                <a:xfrm>
                  <a:off x="12729307" y="3081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4" name="Google Shape;1054;p51"/>
                <p:cNvCxnSpPr/>
                <p:nvPr/>
              </p:nvCxnSpPr>
              <p:spPr>
                <a:xfrm>
                  <a:off x="12729307" y="3424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5" name="Google Shape;1055;p51"/>
                <p:cNvCxnSpPr/>
                <p:nvPr/>
              </p:nvCxnSpPr>
              <p:spPr>
                <a:xfrm>
                  <a:off x="12729307" y="2738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6" name="Google Shape;1056;p51"/>
                <p:cNvCxnSpPr/>
                <p:nvPr/>
              </p:nvCxnSpPr>
              <p:spPr>
                <a:xfrm>
                  <a:off x="12729307" y="2395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7" name="Google Shape;1057;p51"/>
                <p:cNvCxnSpPr/>
                <p:nvPr/>
              </p:nvCxnSpPr>
              <p:spPr>
                <a:xfrm>
                  <a:off x="12729307" y="2052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8" name="Google Shape;1058;p51"/>
                <p:cNvCxnSpPr/>
                <p:nvPr/>
              </p:nvCxnSpPr>
              <p:spPr>
                <a:xfrm>
                  <a:off x="12729307" y="4796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59" name="Google Shape;1059;p51"/>
                <p:cNvCxnSpPr/>
                <p:nvPr/>
              </p:nvCxnSpPr>
              <p:spPr>
                <a:xfrm>
                  <a:off x="12729307" y="5138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0" name="Google Shape;1060;p51"/>
                <p:cNvCxnSpPr/>
                <p:nvPr/>
              </p:nvCxnSpPr>
              <p:spPr>
                <a:xfrm>
                  <a:off x="12729307" y="4453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1" name="Google Shape;1061;p51"/>
                <p:cNvCxnSpPr/>
                <p:nvPr/>
              </p:nvCxnSpPr>
              <p:spPr>
                <a:xfrm>
                  <a:off x="12729307" y="4110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2" name="Google Shape;1062;p51"/>
                <p:cNvCxnSpPr/>
                <p:nvPr/>
              </p:nvCxnSpPr>
              <p:spPr>
                <a:xfrm>
                  <a:off x="12729307" y="3767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3" name="Google Shape;1063;p51"/>
                <p:cNvCxnSpPr/>
                <p:nvPr/>
              </p:nvCxnSpPr>
              <p:spPr>
                <a:xfrm>
                  <a:off x="12729307" y="6510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4" name="Google Shape;1064;p51"/>
                <p:cNvCxnSpPr/>
                <p:nvPr/>
              </p:nvCxnSpPr>
              <p:spPr>
                <a:xfrm>
                  <a:off x="12729307" y="6853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5" name="Google Shape;1065;p51"/>
                <p:cNvCxnSpPr/>
                <p:nvPr/>
              </p:nvCxnSpPr>
              <p:spPr>
                <a:xfrm>
                  <a:off x="12729307" y="5824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6" name="Google Shape;1066;p51"/>
                <p:cNvCxnSpPr/>
                <p:nvPr/>
              </p:nvCxnSpPr>
              <p:spPr>
                <a:xfrm>
                  <a:off x="12729307" y="5481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67" name="Google Shape;1067;p51"/>
                <p:cNvCxnSpPr/>
                <p:nvPr/>
              </p:nvCxnSpPr>
              <p:spPr>
                <a:xfrm>
                  <a:off x="12729307" y="6167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</p:grpSp>
          <p:grpSp>
            <p:nvGrpSpPr>
              <p:cNvPr id="1068" name="Google Shape;1068;p51"/>
              <p:cNvGrpSpPr/>
              <p:nvPr/>
            </p:nvGrpSpPr>
            <p:grpSpPr>
              <a:xfrm>
                <a:off x="-127" y="109726"/>
                <a:ext cx="12188952" cy="6629400"/>
                <a:chOff x="12729307" y="109726"/>
                <a:chExt cx="12188952" cy="6629400"/>
              </a:xfrm>
            </p:grpSpPr>
            <p:cxnSp>
              <p:nvCxnSpPr>
                <p:cNvPr id="1069" name="Google Shape;1069;p51"/>
                <p:cNvCxnSpPr/>
                <p:nvPr/>
              </p:nvCxnSpPr>
              <p:spPr>
                <a:xfrm>
                  <a:off x="12729307" y="1481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0" name="Google Shape;1070;p51"/>
                <p:cNvCxnSpPr/>
                <p:nvPr/>
              </p:nvCxnSpPr>
              <p:spPr>
                <a:xfrm>
                  <a:off x="12729307" y="1824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1" name="Google Shape;1071;p51"/>
                <p:cNvCxnSpPr/>
                <p:nvPr/>
              </p:nvCxnSpPr>
              <p:spPr>
                <a:xfrm>
                  <a:off x="12729307" y="1138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2" name="Google Shape;1072;p51"/>
                <p:cNvCxnSpPr/>
                <p:nvPr/>
              </p:nvCxnSpPr>
              <p:spPr>
                <a:xfrm>
                  <a:off x="12729307" y="795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3" name="Google Shape;1073;p51"/>
                <p:cNvCxnSpPr/>
                <p:nvPr/>
              </p:nvCxnSpPr>
              <p:spPr>
                <a:xfrm>
                  <a:off x="12729307" y="452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4" name="Google Shape;1074;p51"/>
                <p:cNvCxnSpPr/>
                <p:nvPr/>
              </p:nvCxnSpPr>
              <p:spPr>
                <a:xfrm>
                  <a:off x="12729307" y="109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5" name="Google Shape;1075;p51"/>
                <p:cNvCxnSpPr/>
                <p:nvPr/>
              </p:nvCxnSpPr>
              <p:spPr>
                <a:xfrm>
                  <a:off x="12729307" y="3195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6" name="Google Shape;1076;p51"/>
                <p:cNvCxnSpPr/>
                <p:nvPr/>
              </p:nvCxnSpPr>
              <p:spPr>
                <a:xfrm>
                  <a:off x="12729307" y="3538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7" name="Google Shape;1077;p51"/>
                <p:cNvCxnSpPr/>
                <p:nvPr/>
              </p:nvCxnSpPr>
              <p:spPr>
                <a:xfrm>
                  <a:off x="12729307" y="2852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8" name="Google Shape;1078;p51"/>
                <p:cNvCxnSpPr/>
                <p:nvPr/>
              </p:nvCxnSpPr>
              <p:spPr>
                <a:xfrm>
                  <a:off x="12729307" y="2510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79" name="Google Shape;1079;p51"/>
                <p:cNvCxnSpPr/>
                <p:nvPr/>
              </p:nvCxnSpPr>
              <p:spPr>
                <a:xfrm>
                  <a:off x="12729307" y="2167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0" name="Google Shape;1080;p51"/>
                <p:cNvCxnSpPr/>
                <p:nvPr/>
              </p:nvCxnSpPr>
              <p:spPr>
                <a:xfrm>
                  <a:off x="12729307" y="4910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1" name="Google Shape;1081;p51"/>
                <p:cNvCxnSpPr/>
                <p:nvPr/>
              </p:nvCxnSpPr>
              <p:spPr>
                <a:xfrm>
                  <a:off x="12729307" y="5253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2" name="Google Shape;1082;p51"/>
                <p:cNvCxnSpPr/>
                <p:nvPr/>
              </p:nvCxnSpPr>
              <p:spPr>
                <a:xfrm>
                  <a:off x="12729307" y="4567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3" name="Google Shape;1083;p51"/>
                <p:cNvCxnSpPr/>
                <p:nvPr/>
              </p:nvCxnSpPr>
              <p:spPr>
                <a:xfrm>
                  <a:off x="12729307" y="4224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4" name="Google Shape;1084;p51"/>
                <p:cNvCxnSpPr/>
                <p:nvPr/>
              </p:nvCxnSpPr>
              <p:spPr>
                <a:xfrm>
                  <a:off x="12729307" y="3881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5" name="Google Shape;1085;p51"/>
                <p:cNvCxnSpPr/>
                <p:nvPr/>
              </p:nvCxnSpPr>
              <p:spPr>
                <a:xfrm>
                  <a:off x="12729307" y="6624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6" name="Google Shape;1086;p51"/>
                <p:cNvCxnSpPr/>
                <p:nvPr/>
              </p:nvCxnSpPr>
              <p:spPr>
                <a:xfrm>
                  <a:off x="12729307" y="6281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7" name="Google Shape;1087;p51"/>
                <p:cNvCxnSpPr/>
                <p:nvPr/>
              </p:nvCxnSpPr>
              <p:spPr>
                <a:xfrm>
                  <a:off x="12729307" y="5939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8" name="Google Shape;1088;p51"/>
                <p:cNvCxnSpPr/>
                <p:nvPr/>
              </p:nvCxnSpPr>
              <p:spPr>
                <a:xfrm>
                  <a:off x="12729307" y="5596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89" name="Google Shape;1089;p51"/>
                <p:cNvCxnSpPr/>
                <p:nvPr/>
              </p:nvCxnSpPr>
              <p:spPr>
                <a:xfrm>
                  <a:off x="12729307" y="1595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0" name="Google Shape;1090;p51"/>
                <p:cNvCxnSpPr/>
                <p:nvPr/>
              </p:nvCxnSpPr>
              <p:spPr>
                <a:xfrm>
                  <a:off x="12729307" y="1938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1" name="Google Shape;1091;p51"/>
                <p:cNvCxnSpPr/>
                <p:nvPr/>
              </p:nvCxnSpPr>
              <p:spPr>
                <a:xfrm>
                  <a:off x="12729307" y="1252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2" name="Google Shape;1092;p51"/>
                <p:cNvCxnSpPr/>
                <p:nvPr/>
              </p:nvCxnSpPr>
              <p:spPr>
                <a:xfrm>
                  <a:off x="12729307" y="909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3" name="Google Shape;1093;p51"/>
                <p:cNvCxnSpPr/>
                <p:nvPr/>
              </p:nvCxnSpPr>
              <p:spPr>
                <a:xfrm>
                  <a:off x="12729307" y="566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4" name="Google Shape;1094;p51"/>
                <p:cNvCxnSpPr/>
                <p:nvPr/>
              </p:nvCxnSpPr>
              <p:spPr>
                <a:xfrm>
                  <a:off x="12729307" y="224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5" name="Google Shape;1095;p51"/>
                <p:cNvCxnSpPr/>
                <p:nvPr/>
              </p:nvCxnSpPr>
              <p:spPr>
                <a:xfrm>
                  <a:off x="12729307" y="3310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6" name="Google Shape;1096;p51"/>
                <p:cNvCxnSpPr/>
                <p:nvPr/>
              </p:nvCxnSpPr>
              <p:spPr>
                <a:xfrm>
                  <a:off x="12729307" y="36530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7" name="Google Shape;1097;p51"/>
                <p:cNvCxnSpPr/>
                <p:nvPr/>
              </p:nvCxnSpPr>
              <p:spPr>
                <a:xfrm>
                  <a:off x="12729307" y="2967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8" name="Google Shape;1098;p51"/>
                <p:cNvCxnSpPr/>
                <p:nvPr/>
              </p:nvCxnSpPr>
              <p:spPr>
                <a:xfrm>
                  <a:off x="12729307" y="2624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099" name="Google Shape;1099;p51"/>
                <p:cNvCxnSpPr/>
                <p:nvPr/>
              </p:nvCxnSpPr>
              <p:spPr>
                <a:xfrm>
                  <a:off x="12729307" y="2281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0" name="Google Shape;1100;p51"/>
                <p:cNvCxnSpPr/>
                <p:nvPr/>
              </p:nvCxnSpPr>
              <p:spPr>
                <a:xfrm>
                  <a:off x="12729307" y="50246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1" name="Google Shape;1101;p51"/>
                <p:cNvCxnSpPr/>
                <p:nvPr/>
              </p:nvCxnSpPr>
              <p:spPr>
                <a:xfrm>
                  <a:off x="12729307" y="53675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2" name="Google Shape;1102;p51"/>
                <p:cNvCxnSpPr/>
                <p:nvPr/>
              </p:nvCxnSpPr>
              <p:spPr>
                <a:xfrm>
                  <a:off x="12729307" y="46817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3" name="Google Shape;1103;p51"/>
                <p:cNvCxnSpPr/>
                <p:nvPr/>
              </p:nvCxnSpPr>
              <p:spPr>
                <a:xfrm>
                  <a:off x="12729307" y="43388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4" name="Google Shape;1104;p51"/>
                <p:cNvCxnSpPr/>
                <p:nvPr/>
              </p:nvCxnSpPr>
              <p:spPr>
                <a:xfrm>
                  <a:off x="12729307" y="39959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5" name="Google Shape;1105;p51"/>
                <p:cNvCxnSpPr/>
                <p:nvPr/>
              </p:nvCxnSpPr>
              <p:spPr>
                <a:xfrm>
                  <a:off x="12729307" y="67391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6" name="Google Shape;1106;p51"/>
                <p:cNvCxnSpPr/>
                <p:nvPr/>
              </p:nvCxnSpPr>
              <p:spPr>
                <a:xfrm>
                  <a:off x="12729307" y="63962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7" name="Google Shape;1107;p51"/>
                <p:cNvCxnSpPr/>
                <p:nvPr/>
              </p:nvCxnSpPr>
              <p:spPr>
                <a:xfrm>
                  <a:off x="12729307" y="60533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  <p:cxnSp>
              <p:nvCxnSpPr>
                <p:cNvPr id="1108" name="Google Shape;1108;p51"/>
                <p:cNvCxnSpPr/>
                <p:nvPr/>
              </p:nvCxnSpPr>
              <p:spPr>
                <a:xfrm>
                  <a:off x="12729307" y="5710426"/>
                  <a:ext cx="12188952" cy="0"/>
                </a:xfrm>
                <a:prstGeom prst="straightConnector1">
                  <a:avLst/>
                </a:prstGeom>
                <a:noFill/>
                <a:ln w="9525" cap="rnd" cmpd="sng">
                  <a:solidFill>
                    <a:schemeClr val="accent3"/>
                  </a:solidFill>
                  <a:prstDash val="dash"/>
                  <a:round/>
                  <a:headEnd type="none" w="sm" len="sm"/>
                  <a:tailEnd type="none" w="sm" len="sm"/>
                </a:ln>
              </p:spPr>
            </p:cxnSp>
          </p:grpSp>
        </p:grpSp>
        <p:grpSp>
          <p:nvGrpSpPr>
            <p:cNvPr id="1109" name="Google Shape;1109;p51"/>
            <p:cNvGrpSpPr/>
            <p:nvPr/>
          </p:nvGrpSpPr>
          <p:grpSpPr>
            <a:xfrm>
              <a:off x="970985" y="0"/>
              <a:ext cx="10247475" cy="6858000"/>
              <a:chOff x="971112" y="0"/>
              <a:chExt cx="10247475" cy="6858000"/>
            </a:xfrm>
          </p:grpSpPr>
          <p:cxnSp>
            <p:nvCxnSpPr>
              <p:cNvPr id="1110" name="Google Shape;1110;p51"/>
              <p:cNvCxnSpPr/>
              <p:nvPr/>
            </p:nvCxnSpPr>
            <p:spPr>
              <a:xfrm flipH="1">
                <a:off x="971112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1" name="Google Shape;1111;p51"/>
              <p:cNvCxnSpPr/>
              <p:nvPr/>
            </p:nvCxnSpPr>
            <p:spPr>
              <a:xfrm flipH="1">
                <a:off x="1902579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2" name="Google Shape;1112;p51"/>
              <p:cNvCxnSpPr/>
              <p:nvPr/>
            </p:nvCxnSpPr>
            <p:spPr>
              <a:xfrm flipH="1">
                <a:off x="2834046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3" name="Google Shape;1113;p51"/>
              <p:cNvCxnSpPr/>
              <p:nvPr/>
            </p:nvCxnSpPr>
            <p:spPr>
              <a:xfrm flipH="1">
                <a:off x="3765513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4" name="Google Shape;1114;p51"/>
              <p:cNvCxnSpPr/>
              <p:nvPr/>
            </p:nvCxnSpPr>
            <p:spPr>
              <a:xfrm flipH="1">
                <a:off x="4696980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5" name="Google Shape;1115;p51"/>
              <p:cNvCxnSpPr/>
              <p:nvPr/>
            </p:nvCxnSpPr>
            <p:spPr>
              <a:xfrm flipH="1">
                <a:off x="5628447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6" name="Google Shape;1116;p51"/>
              <p:cNvCxnSpPr/>
              <p:nvPr/>
            </p:nvCxnSpPr>
            <p:spPr>
              <a:xfrm flipH="1">
                <a:off x="6559914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7" name="Google Shape;1117;p51"/>
              <p:cNvCxnSpPr/>
              <p:nvPr/>
            </p:nvCxnSpPr>
            <p:spPr>
              <a:xfrm flipH="1">
                <a:off x="7491381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8" name="Google Shape;1118;p51"/>
              <p:cNvCxnSpPr/>
              <p:nvPr/>
            </p:nvCxnSpPr>
            <p:spPr>
              <a:xfrm flipH="1">
                <a:off x="8422848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9" name="Google Shape;1119;p51"/>
              <p:cNvCxnSpPr/>
              <p:nvPr/>
            </p:nvCxnSpPr>
            <p:spPr>
              <a:xfrm flipH="1">
                <a:off x="9354315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20" name="Google Shape;1120;p51"/>
              <p:cNvCxnSpPr/>
              <p:nvPr/>
            </p:nvCxnSpPr>
            <p:spPr>
              <a:xfrm flipH="1">
                <a:off x="10285782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21" name="Google Shape;1121;p51"/>
              <p:cNvCxnSpPr/>
              <p:nvPr/>
            </p:nvCxnSpPr>
            <p:spPr>
              <a:xfrm flipH="1">
                <a:off x="11217246" y="0"/>
                <a:ext cx="1341" cy="685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122" name="Google Shape;1122;p51"/>
            <p:cNvGrpSpPr/>
            <p:nvPr/>
          </p:nvGrpSpPr>
          <p:grpSpPr>
            <a:xfrm>
              <a:off x="608758" y="448731"/>
              <a:ext cx="10971928" cy="5722842"/>
              <a:chOff x="608885" y="1604366"/>
              <a:chExt cx="10971928" cy="4567208"/>
            </a:xfrm>
          </p:grpSpPr>
          <p:sp>
            <p:nvSpPr>
              <p:cNvPr id="1123" name="Google Shape;1123;p51"/>
              <p:cNvSpPr/>
              <p:nvPr/>
            </p:nvSpPr>
            <p:spPr>
              <a:xfrm>
                <a:off x="608885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4" name="Google Shape;1124;p51"/>
              <p:cNvSpPr/>
              <p:nvPr/>
            </p:nvSpPr>
            <p:spPr>
              <a:xfrm>
                <a:off x="1540352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p51"/>
              <p:cNvSpPr/>
              <p:nvPr/>
            </p:nvSpPr>
            <p:spPr>
              <a:xfrm>
                <a:off x="2471819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6" name="Google Shape;1126;p51"/>
              <p:cNvSpPr/>
              <p:nvPr/>
            </p:nvSpPr>
            <p:spPr>
              <a:xfrm>
                <a:off x="3403286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7" name="Google Shape;1127;p51"/>
              <p:cNvSpPr/>
              <p:nvPr/>
            </p:nvSpPr>
            <p:spPr>
              <a:xfrm>
                <a:off x="4334753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8" name="Google Shape;1128;p51"/>
              <p:cNvSpPr/>
              <p:nvPr/>
            </p:nvSpPr>
            <p:spPr>
              <a:xfrm>
                <a:off x="5266220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p51"/>
              <p:cNvSpPr/>
              <p:nvPr/>
            </p:nvSpPr>
            <p:spPr>
              <a:xfrm>
                <a:off x="6197687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p51"/>
              <p:cNvSpPr/>
              <p:nvPr/>
            </p:nvSpPr>
            <p:spPr>
              <a:xfrm>
                <a:off x="7129154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1" name="Google Shape;1131;p51"/>
              <p:cNvSpPr/>
              <p:nvPr/>
            </p:nvSpPr>
            <p:spPr>
              <a:xfrm>
                <a:off x="8060621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" name="Google Shape;1132;p51"/>
              <p:cNvSpPr/>
              <p:nvPr/>
            </p:nvSpPr>
            <p:spPr>
              <a:xfrm>
                <a:off x="8992088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3" name="Google Shape;1133;p51"/>
              <p:cNvSpPr/>
              <p:nvPr/>
            </p:nvSpPr>
            <p:spPr>
              <a:xfrm>
                <a:off x="9923555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51"/>
              <p:cNvSpPr/>
              <p:nvPr/>
            </p:nvSpPr>
            <p:spPr>
              <a:xfrm>
                <a:off x="10855019" y="1604366"/>
                <a:ext cx="725794" cy="4567208"/>
              </a:xfrm>
              <a:prstGeom prst="rect">
                <a:avLst/>
              </a:prstGeom>
              <a:solidFill>
                <a:srgbClr val="B4E6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d of Template">
  <p:cSld name="End of Template">
    <p:bg>
      <p:bgPr>
        <a:solidFill>
          <a:schemeClr val="accent6"/>
        </a:solidFill>
        <a:effectLst/>
      </p:bgPr>
    </p:bg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52"/>
          <p:cNvSpPr txBox="1"/>
          <p:nvPr/>
        </p:nvSpPr>
        <p:spPr>
          <a:xfrm>
            <a:off x="606392" y="721895"/>
            <a:ext cx="10876547" cy="4880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 NOT USE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LAYOUTS PAST THIS ARE NOT PART OF THIS TEMPLATE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52"/>
          <p:cNvSpPr txBox="1"/>
          <p:nvPr/>
        </p:nvSpPr>
        <p:spPr>
          <a:xfrm>
            <a:off x="606392" y="721895"/>
            <a:ext cx="10876547" cy="4880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 NOT USE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endParaRPr sz="5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LAYOUTS PAST THIS ARE NOT PART OF THIS TEMPLATE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4E83-0498-4D8B-94A0-3FF7CDD8F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Single Content Layout Click to Add One Line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16D2F66-BB7F-4F0E-A224-A105F87676E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8" y="811831"/>
            <a:ext cx="1098794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086" indent="0" algn="ctr">
              <a:buNone/>
              <a:defRPr sz="2000"/>
            </a:lvl2pPr>
            <a:lvl3pPr marL="914171" indent="0" algn="ctr">
              <a:buNone/>
              <a:defRPr sz="1800"/>
            </a:lvl3pPr>
            <a:lvl4pPr marL="1371257" indent="0" algn="ctr">
              <a:buNone/>
              <a:defRPr sz="1600"/>
            </a:lvl4pPr>
            <a:lvl5pPr marL="1828343" indent="0" algn="ctr">
              <a:buNone/>
              <a:defRPr sz="1600"/>
            </a:lvl5pPr>
            <a:lvl6pPr marL="2285429" indent="0" algn="ctr">
              <a:buNone/>
              <a:defRPr sz="1600"/>
            </a:lvl6pPr>
            <a:lvl7pPr marL="2742514" indent="0" algn="ctr">
              <a:buNone/>
              <a:defRPr sz="1600"/>
            </a:lvl7pPr>
            <a:lvl8pPr marL="3199600" indent="0" algn="ctr">
              <a:buNone/>
              <a:defRPr sz="1600"/>
            </a:lvl8pPr>
            <a:lvl9pPr marL="3656686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034FA3F-D529-4D8B-B6EC-A8341FCAF6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6505" y="1600201"/>
            <a:ext cx="10972800" cy="4572000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bg2">
                  <a:lumMod val="25000"/>
                </a:schemeClr>
              </a:buClr>
              <a:defRPr>
                <a:solidFill>
                  <a:schemeClr val="bg2">
                    <a:lumMod val="25000"/>
                  </a:schemeClr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z="800" smtClean="0"/>
              <a:pPr lvl="0" algn="r"/>
              <a:t>‹#›</a:t>
            </a:fld>
            <a:endParaRPr lang="en-US" sz="800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z="800" smtClean="0"/>
              <a:pPr lvl="0" algn="r"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81618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4E83-0498-4D8B-94A0-3FF7CDD8F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Single Content Layout Click to Add One Line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16D2F66-BB7F-4F0E-A224-A105F87676E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8" y="811831"/>
            <a:ext cx="1098794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086" indent="0" algn="ctr">
              <a:buNone/>
              <a:defRPr sz="2000"/>
            </a:lvl2pPr>
            <a:lvl3pPr marL="914171" indent="0" algn="ctr">
              <a:buNone/>
              <a:defRPr sz="1800"/>
            </a:lvl3pPr>
            <a:lvl4pPr marL="1371257" indent="0" algn="ctr">
              <a:buNone/>
              <a:defRPr sz="1600"/>
            </a:lvl4pPr>
            <a:lvl5pPr marL="1828343" indent="0" algn="ctr">
              <a:buNone/>
              <a:defRPr sz="1600"/>
            </a:lvl5pPr>
            <a:lvl6pPr marL="2285429" indent="0" algn="ctr">
              <a:buNone/>
              <a:defRPr sz="1600"/>
            </a:lvl6pPr>
            <a:lvl7pPr marL="2742514" indent="0" algn="ctr">
              <a:buNone/>
              <a:defRPr sz="1600"/>
            </a:lvl7pPr>
            <a:lvl8pPr marL="3199600" indent="0" algn="ctr">
              <a:buNone/>
              <a:defRPr sz="1600"/>
            </a:lvl8pPr>
            <a:lvl9pPr marL="3656686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034FA3F-D529-4D8B-B6EC-A8341FCAF6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6505" y="1600201"/>
            <a:ext cx="10972800" cy="4572000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bg2">
                  <a:lumMod val="25000"/>
                </a:schemeClr>
              </a:buClr>
              <a:defRPr>
                <a:solidFill>
                  <a:schemeClr val="bg2">
                    <a:lumMod val="25000"/>
                  </a:schemeClr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z="800" smtClean="0"/>
              <a:pPr lvl="0" algn="r"/>
              <a:t>‹#›</a:t>
            </a:fld>
            <a:endParaRPr lang="en-US" sz="800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z="800" smtClean="0"/>
              <a:pPr lvl="0" algn="r"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87625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4E83-0498-4D8B-94A0-3FF7CDD8F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Single Content Layout Click to Add One Line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16D2F66-BB7F-4F0E-A224-A105F87676E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8" y="811831"/>
            <a:ext cx="1098794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086" indent="0" algn="ctr">
              <a:buNone/>
              <a:defRPr sz="2000"/>
            </a:lvl2pPr>
            <a:lvl3pPr marL="914171" indent="0" algn="ctr">
              <a:buNone/>
              <a:defRPr sz="1800"/>
            </a:lvl3pPr>
            <a:lvl4pPr marL="1371257" indent="0" algn="ctr">
              <a:buNone/>
              <a:defRPr sz="1600"/>
            </a:lvl4pPr>
            <a:lvl5pPr marL="1828343" indent="0" algn="ctr">
              <a:buNone/>
              <a:defRPr sz="1600"/>
            </a:lvl5pPr>
            <a:lvl6pPr marL="2285429" indent="0" algn="ctr">
              <a:buNone/>
              <a:defRPr sz="1600"/>
            </a:lvl6pPr>
            <a:lvl7pPr marL="2742514" indent="0" algn="ctr">
              <a:buNone/>
              <a:defRPr sz="1600"/>
            </a:lvl7pPr>
            <a:lvl8pPr marL="3199600" indent="0" algn="ctr">
              <a:buNone/>
              <a:defRPr sz="1600"/>
            </a:lvl8pPr>
            <a:lvl9pPr marL="3656686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034FA3F-D529-4D8B-B6EC-A8341FCAF6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6505" y="1600201"/>
            <a:ext cx="10972800" cy="4572000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bg2">
                  <a:lumMod val="25000"/>
                </a:schemeClr>
              </a:buClr>
              <a:defRPr>
                <a:solidFill>
                  <a:schemeClr val="bg2">
                    <a:lumMod val="25000"/>
                  </a:schemeClr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z="800" smtClean="0"/>
              <a:pPr lvl="0" algn="r"/>
              <a:t>‹#›</a:t>
            </a:fld>
            <a:endParaRPr lang="en-US" sz="800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z="800" smtClean="0"/>
              <a:pPr lvl="0" algn="r"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7017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24E83-0498-4D8B-94A0-3FF7CDD8F1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Single Content Layout Click to Add One Line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16D2F66-BB7F-4F0E-A224-A105F87676E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592868" y="811831"/>
            <a:ext cx="10987947" cy="24774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086" indent="0" algn="ctr">
              <a:buNone/>
              <a:defRPr sz="2000"/>
            </a:lvl2pPr>
            <a:lvl3pPr marL="914171" indent="0" algn="ctr">
              <a:buNone/>
              <a:defRPr sz="1800"/>
            </a:lvl3pPr>
            <a:lvl4pPr marL="1371257" indent="0" algn="ctr">
              <a:buNone/>
              <a:defRPr sz="1600"/>
            </a:lvl4pPr>
            <a:lvl5pPr marL="1828343" indent="0" algn="ctr">
              <a:buNone/>
              <a:defRPr sz="1600"/>
            </a:lvl5pPr>
            <a:lvl6pPr marL="2285429" indent="0" algn="ctr">
              <a:buNone/>
              <a:defRPr sz="1600"/>
            </a:lvl6pPr>
            <a:lvl7pPr marL="2742514" indent="0" algn="ctr">
              <a:buNone/>
              <a:defRPr sz="1600"/>
            </a:lvl7pPr>
            <a:lvl8pPr marL="3199600" indent="0" algn="ctr">
              <a:buNone/>
              <a:defRPr sz="1600"/>
            </a:lvl8pPr>
            <a:lvl9pPr marL="3656686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D034FA3F-D529-4D8B-B6EC-A8341FCAF67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6505" y="1600201"/>
            <a:ext cx="10972800" cy="4572000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buClr>
                <a:schemeClr val="bg2">
                  <a:lumMod val="25000"/>
                </a:schemeClr>
              </a:buClr>
              <a:defRPr>
                <a:solidFill>
                  <a:schemeClr val="tx1"/>
                </a:solidFill>
              </a:defRPr>
            </a:lvl5pPr>
            <a:lvl6pPr>
              <a:buClr>
                <a:schemeClr val="bg2">
                  <a:lumMod val="25000"/>
                </a:schemeClr>
              </a:buClr>
              <a:defRPr>
                <a:solidFill>
                  <a:schemeClr val="bg2">
                    <a:lumMod val="25000"/>
                  </a:schemeClr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z="800" smtClean="0"/>
              <a:pPr lvl="0" algn="r"/>
              <a:t>‹#›</a:t>
            </a:fld>
            <a:endParaRPr lang="en-US" sz="800" dirty="0"/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175B5FDB-839C-A941-B264-01387F31F005}"/>
              </a:ext>
            </a:extLst>
          </p:cNvPr>
          <p:cNvSpPr txBox="1"/>
          <p:nvPr userDrawn="1"/>
        </p:nvSpPr>
        <p:spPr>
          <a:xfrm>
            <a:off x="11490941" y="6464808"/>
            <a:ext cx="437990" cy="182880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sz="800">
                <a:solidFill>
                  <a:schemeClr val="tx2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 algn="r"/>
            <a:fld id="{7A51DB15-7364-4F0B-A3A0-1309F8830053}" type="slidenum">
              <a:rPr lang="en-US" sz="800" smtClean="0"/>
              <a:pPr lvl="0" algn="r"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589777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609441" y="1600203"/>
            <a:ext cx="10969943" cy="4580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​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146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C3C3C"/>
              </a:buClr>
              <a:buSzPts val="162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003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44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861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8609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3C3C3C"/>
              </a:buClr>
              <a:buSzPts val="126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8609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3C3C3C"/>
              </a:buClr>
              <a:buSzPts val="1260"/>
              <a:buFont typeface="NTR"/>
              <a:buChar char="-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ftr" idx="11"/>
          </p:nvPr>
        </p:nvSpPr>
        <p:spPr>
          <a:xfrm>
            <a:off x="4037013" y="735203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ldNum" idx="12"/>
          </p:nvPr>
        </p:nvSpPr>
        <p:spPr>
          <a:xfrm>
            <a:off x="8609013" y="7352030"/>
            <a:ext cx="2741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7"/>
          <p:cNvSpPr txBox="1"/>
          <p:nvPr/>
        </p:nvSpPr>
        <p:spPr>
          <a:xfrm>
            <a:off x="1645084" y="6461498"/>
            <a:ext cx="3052118" cy="14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Broadcom Proprietary and Confidential. Copyright © 2025 Broadcom. 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7"/>
          <p:cNvSpPr txBox="1"/>
          <p:nvPr/>
        </p:nvSpPr>
        <p:spPr>
          <a:xfrm>
            <a:off x="1645084" y="6569434"/>
            <a:ext cx="3855223" cy="12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Rights Reserved. The term “Broadcom” refers to Broadcom Inc. and/or its subsidiaries.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" name="Google Shape;16;p7"/>
          <p:cNvGrpSpPr/>
          <p:nvPr/>
        </p:nvGrpSpPr>
        <p:grpSpPr>
          <a:xfrm>
            <a:off x="265625" y="6323271"/>
            <a:ext cx="1249222" cy="369649"/>
            <a:chOff x="265625" y="6323271"/>
            <a:chExt cx="1249222" cy="369649"/>
          </a:xfrm>
        </p:grpSpPr>
        <p:grpSp>
          <p:nvGrpSpPr>
            <p:cNvPr id="17" name="Google Shape;17;p7"/>
            <p:cNvGrpSpPr/>
            <p:nvPr/>
          </p:nvGrpSpPr>
          <p:grpSpPr>
            <a:xfrm>
              <a:off x="745455" y="6594444"/>
              <a:ext cx="722663" cy="98476"/>
              <a:chOff x="745455" y="6594444"/>
              <a:chExt cx="722663" cy="98476"/>
            </a:xfrm>
          </p:grpSpPr>
          <p:sp>
            <p:nvSpPr>
              <p:cNvPr id="18" name="Google Shape;18;p7"/>
              <p:cNvSpPr/>
              <p:nvPr/>
            </p:nvSpPr>
            <p:spPr>
              <a:xfrm>
                <a:off x="745455" y="6594444"/>
                <a:ext cx="55936" cy="81777"/>
              </a:xfrm>
              <a:custGeom>
                <a:avLst/>
                <a:gdLst/>
                <a:ahLst/>
                <a:cxnLst/>
                <a:rect l="l" t="t" r="r" b="b"/>
                <a:pathLst>
                  <a:path w="55936" h="81777" extrusionOk="0">
                    <a:moveTo>
                      <a:pt x="5397" y="68381"/>
                    </a:moveTo>
                    <a:lnTo>
                      <a:pt x="5397" y="80508"/>
                    </a:lnTo>
                    <a:lnTo>
                      <a:pt x="0" y="80508"/>
                    </a:lnTo>
                    <a:lnTo>
                      <a:pt x="0" y="0"/>
                    </a:lnTo>
                    <a:lnTo>
                      <a:pt x="5397" y="0"/>
                    </a:lnTo>
                    <a:lnTo>
                      <a:pt x="5397" y="36826"/>
                    </a:lnTo>
                    <a:cubicBezTo>
                      <a:pt x="10222" y="29460"/>
                      <a:pt x="17397" y="22920"/>
                      <a:pt x="28571" y="22920"/>
                    </a:cubicBezTo>
                    <a:cubicBezTo>
                      <a:pt x="42159" y="22920"/>
                      <a:pt x="55936" y="33841"/>
                      <a:pt x="55936" y="52126"/>
                    </a:cubicBezTo>
                    <a:lnTo>
                      <a:pt x="55936" y="52317"/>
                    </a:lnTo>
                    <a:cubicBezTo>
                      <a:pt x="55936" y="70603"/>
                      <a:pt x="42159" y="81777"/>
                      <a:pt x="28571" y="81777"/>
                    </a:cubicBezTo>
                    <a:cubicBezTo>
                      <a:pt x="17333" y="81841"/>
                      <a:pt x="10032" y="75428"/>
                      <a:pt x="5397" y="68381"/>
                    </a:cubicBezTo>
                    <a:close/>
                    <a:moveTo>
                      <a:pt x="50095" y="52571"/>
                    </a:moveTo>
                    <a:lnTo>
                      <a:pt x="50095" y="52381"/>
                    </a:lnTo>
                    <a:cubicBezTo>
                      <a:pt x="50095" y="37587"/>
                      <a:pt x="39809" y="28127"/>
                      <a:pt x="28063" y="28127"/>
                    </a:cubicBezTo>
                    <a:cubicBezTo>
                      <a:pt x="16381" y="28127"/>
                      <a:pt x="5143" y="37968"/>
                      <a:pt x="5143" y="52254"/>
                    </a:cubicBezTo>
                    <a:lnTo>
                      <a:pt x="5143" y="52444"/>
                    </a:lnTo>
                    <a:cubicBezTo>
                      <a:pt x="5143" y="66921"/>
                      <a:pt x="16381" y="76571"/>
                      <a:pt x="28063" y="76571"/>
                    </a:cubicBezTo>
                    <a:cubicBezTo>
                      <a:pt x="40254" y="76635"/>
                      <a:pt x="50095" y="67682"/>
                      <a:pt x="50095" y="5257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7"/>
              <p:cNvSpPr/>
              <p:nvPr/>
            </p:nvSpPr>
            <p:spPr>
              <a:xfrm>
                <a:off x="809582" y="6618699"/>
                <a:ext cx="55872" cy="74221"/>
              </a:xfrm>
              <a:custGeom>
                <a:avLst/>
                <a:gdLst/>
                <a:ahLst/>
                <a:cxnLst/>
                <a:rect l="l" t="t" r="r" b="b"/>
                <a:pathLst>
                  <a:path w="55872" h="74221" extrusionOk="0">
                    <a:moveTo>
                      <a:pt x="49904" y="0"/>
                    </a:moveTo>
                    <a:lnTo>
                      <a:pt x="55873" y="0"/>
                    </a:lnTo>
                    <a:lnTo>
                      <a:pt x="31492" y="58221"/>
                    </a:lnTo>
                    <a:cubicBezTo>
                      <a:pt x="26540" y="70031"/>
                      <a:pt x="20825" y="74221"/>
                      <a:pt x="12762" y="74221"/>
                    </a:cubicBezTo>
                    <a:cubicBezTo>
                      <a:pt x="8444" y="74221"/>
                      <a:pt x="5397" y="73460"/>
                      <a:pt x="1651" y="71809"/>
                    </a:cubicBezTo>
                    <a:lnTo>
                      <a:pt x="3492" y="67047"/>
                    </a:lnTo>
                    <a:cubicBezTo>
                      <a:pt x="6476" y="68507"/>
                      <a:pt x="8889" y="69142"/>
                      <a:pt x="13079" y="69142"/>
                    </a:cubicBezTo>
                    <a:cubicBezTo>
                      <a:pt x="18921" y="69142"/>
                      <a:pt x="22794" y="65714"/>
                      <a:pt x="26984" y="55936"/>
                    </a:cubicBezTo>
                    <a:lnTo>
                      <a:pt x="0" y="0"/>
                    </a:lnTo>
                    <a:lnTo>
                      <a:pt x="6286" y="0"/>
                    </a:lnTo>
                    <a:lnTo>
                      <a:pt x="29651" y="50285"/>
                    </a:lnTo>
                    <a:lnTo>
                      <a:pt x="49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7"/>
              <p:cNvSpPr/>
              <p:nvPr/>
            </p:nvSpPr>
            <p:spPr>
              <a:xfrm>
                <a:off x="913010" y="6597746"/>
                <a:ext cx="64317" cy="77079"/>
              </a:xfrm>
              <a:custGeom>
                <a:avLst/>
                <a:gdLst/>
                <a:ahLst/>
                <a:cxnLst/>
                <a:rect l="l" t="t" r="r" b="b"/>
                <a:pathLst>
                  <a:path w="64317" h="77079" extrusionOk="0">
                    <a:moveTo>
                      <a:pt x="63" y="0"/>
                    </a:moveTo>
                    <a:lnTo>
                      <a:pt x="34666" y="0"/>
                    </a:lnTo>
                    <a:cubicBezTo>
                      <a:pt x="43492" y="0"/>
                      <a:pt x="50412" y="2413"/>
                      <a:pt x="54857" y="6857"/>
                    </a:cubicBezTo>
                    <a:cubicBezTo>
                      <a:pt x="58285" y="10286"/>
                      <a:pt x="60063" y="14603"/>
                      <a:pt x="60063" y="19619"/>
                    </a:cubicBezTo>
                    <a:lnTo>
                      <a:pt x="60063" y="19809"/>
                    </a:lnTo>
                    <a:cubicBezTo>
                      <a:pt x="60063" y="29079"/>
                      <a:pt x="54793" y="34031"/>
                      <a:pt x="49016" y="37015"/>
                    </a:cubicBezTo>
                    <a:cubicBezTo>
                      <a:pt x="58031" y="40126"/>
                      <a:pt x="64317" y="45270"/>
                      <a:pt x="64317" y="55746"/>
                    </a:cubicBezTo>
                    <a:lnTo>
                      <a:pt x="64317" y="55936"/>
                    </a:lnTo>
                    <a:cubicBezTo>
                      <a:pt x="64317" y="69714"/>
                      <a:pt x="52952" y="77079"/>
                      <a:pt x="35746" y="77079"/>
                    </a:cubicBezTo>
                    <a:lnTo>
                      <a:pt x="0" y="77079"/>
                    </a:lnTo>
                    <a:lnTo>
                      <a:pt x="0" y="0"/>
                    </a:lnTo>
                    <a:close/>
                    <a:moveTo>
                      <a:pt x="46476" y="21841"/>
                    </a:moveTo>
                    <a:cubicBezTo>
                      <a:pt x="46476" y="15809"/>
                      <a:pt x="41651" y="12000"/>
                      <a:pt x="32889" y="12000"/>
                    </a:cubicBezTo>
                    <a:lnTo>
                      <a:pt x="13397" y="12000"/>
                    </a:lnTo>
                    <a:lnTo>
                      <a:pt x="13397" y="32508"/>
                    </a:lnTo>
                    <a:lnTo>
                      <a:pt x="31936" y="32508"/>
                    </a:lnTo>
                    <a:cubicBezTo>
                      <a:pt x="40635" y="32508"/>
                      <a:pt x="46476" y="29079"/>
                      <a:pt x="46476" y="22031"/>
                    </a:cubicBezTo>
                    <a:lnTo>
                      <a:pt x="46476" y="21841"/>
                    </a:lnTo>
                    <a:close/>
                    <a:moveTo>
                      <a:pt x="34920" y="43999"/>
                    </a:moveTo>
                    <a:lnTo>
                      <a:pt x="13397" y="43999"/>
                    </a:lnTo>
                    <a:lnTo>
                      <a:pt x="13397" y="65143"/>
                    </a:lnTo>
                    <a:lnTo>
                      <a:pt x="35873" y="65143"/>
                    </a:lnTo>
                    <a:cubicBezTo>
                      <a:pt x="45016" y="65143"/>
                      <a:pt x="50730" y="61523"/>
                      <a:pt x="50730" y="54539"/>
                    </a:cubicBezTo>
                    <a:lnTo>
                      <a:pt x="50730" y="54349"/>
                    </a:lnTo>
                    <a:cubicBezTo>
                      <a:pt x="50793" y="47873"/>
                      <a:pt x="45587" y="43999"/>
                      <a:pt x="34920" y="43999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7"/>
              <p:cNvSpPr/>
              <p:nvPr/>
            </p:nvSpPr>
            <p:spPr>
              <a:xfrm>
                <a:off x="991041" y="6615627"/>
                <a:ext cx="34095" cy="59325"/>
              </a:xfrm>
              <a:custGeom>
                <a:avLst/>
                <a:gdLst/>
                <a:ahLst/>
                <a:cxnLst/>
                <a:rect l="l" t="t" r="r" b="b"/>
                <a:pathLst>
                  <a:path w="34095" h="59325" extrusionOk="0">
                    <a:moveTo>
                      <a:pt x="0" y="1103"/>
                    </a:moveTo>
                    <a:lnTo>
                      <a:pt x="13460" y="1103"/>
                    </a:lnTo>
                    <a:lnTo>
                      <a:pt x="13460" y="14245"/>
                    </a:lnTo>
                    <a:cubicBezTo>
                      <a:pt x="17079" y="5547"/>
                      <a:pt x="23809" y="-421"/>
                      <a:pt x="34095" y="23"/>
                    </a:cubicBezTo>
                    <a:lnTo>
                      <a:pt x="34095" y="14119"/>
                    </a:lnTo>
                    <a:lnTo>
                      <a:pt x="33333" y="14119"/>
                    </a:lnTo>
                    <a:cubicBezTo>
                      <a:pt x="21651" y="14119"/>
                      <a:pt x="13460" y="21738"/>
                      <a:pt x="13460" y="37167"/>
                    </a:cubicBezTo>
                    <a:lnTo>
                      <a:pt x="13460" y="59325"/>
                    </a:lnTo>
                    <a:lnTo>
                      <a:pt x="0" y="59325"/>
                    </a:lnTo>
                    <a:lnTo>
                      <a:pt x="0" y="110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7"/>
              <p:cNvSpPr/>
              <p:nvPr/>
            </p:nvSpPr>
            <p:spPr>
              <a:xfrm>
                <a:off x="1031485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0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4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7"/>
              <p:cNvSpPr/>
              <p:nvPr/>
            </p:nvSpPr>
            <p:spPr>
              <a:xfrm>
                <a:off x="1103168" y="6615904"/>
                <a:ext cx="52698" cy="60190"/>
              </a:xfrm>
              <a:custGeom>
                <a:avLst/>
                <a:gdLst/>
                <a:ahLst/>
                <a:cxnLst/>
                <a:rect l="l" t="t" r="r" b="b"/>
                <a:pathLst>
                  <a:path w="52698" h="60190" extrusionOk="0">
                    <a:moveTo>
                      <a:pt x="0" y="42286"/>
                    </a:moveTo>
                    <a:lnTo>
                      <a:pt x="0" y="42095"/>
                    </a:lnTo>
                    <a:cubicBezTo>
                      <a:pt x="0" y="29524"/>
                      <a:pt x="9905" y="23365"/>
                      <a:pt x="24127" y="23365"/>
                    </a:cubicBezTo>
                    <a:cubicBezTo>
                      <a:pt x="30603" y="23365"/>
                      <a:pt x="35238" y="24381"/>
                      <a:pt x="39809" y="25778"/>
                    </a:cubicBezTo>
                    <a:lnTo>
                      <a:pt x="39809" y="24317"/>
                    </a:lnTo>
                    <a:cubicBezTo>
                      <a:pt x="39809" y="16064"/>
                      <a:pt x="34730" y="11619"/>
                      <a:pt x="25333" y="11619"/>
                    </a:cubicBezTo>
                    <a:cubicBezTo>
                      <a:pt x="18857" y="11619"/>
                      <a:pt x="13968" y="13080"/>
                      <a:pt x="8698" y="15238"/>
                    </a:cubicBezTo>
                    <a:lnTo>
                      <a:pt x="5079" y="4762"/>
                    </a:lnTo>
                    <a:cubicBezTo>
                      <a:pt x="11556" y="1905"/>
                      <a:pt x="17841" y="0"/>
                      <a:pt x="27111" y="0"/>
                    </a:cubicBezTo>
                    <a:cubicBezTo>
                      <a:pt x="35809" y="0"/>
                      <a:pt x="42349" y="2286"/>
                      <a:pt x="46412" y="6476"/>
                    </a:cubicBezTo>
                    <a:cubicBezTo>
                      <a:pt x="50730" y="10667"/>
                      <a:pt x="52698" y="16825"/>
                      <a:pt x="52698" y="24444"/>
                    </a:cubicBezTo>
                    <a:lnTo>
                      <a:pt x="52698" y="58984"/>
                    </a:lnTo>
                    <a:lnTo>
                      <a:pt x="39682" y="58984"/>
                    </a:lnTo>
                    <a:lnTo>
                      <a:pt x="39682" y="51682"/>
                    </a:lnTo>
                    <a:cubicBezTo>
                      <a:pt x="35682" y="56444"/>
                      <a:pt x="29651" y="60190"/>
                      <a:pt x="20698" y="60190"/>
                    </a:cubicBezTo>
                    <a:cubicBezTo>
                      <a:pt x="9778" y="60254"/>
                      <a:pt x="0" y="53968"/>
                      <a:pt x="0" y="42286"/>
                    </a:cubicBezTo>
                    <a:close/>
                    <a:moveTo>
                      <a:pt x="40000" y="38095"/>
                    </a:moveTo>
                    <a:lnTo>
                      <a:pt x="40000" y="34095"/>
                    </a:lnTo>
                    <a:cubicBezTo>
                      <a:pt x="36571" y="32762"/>
                      <a:pt x="32063" y="31809"/>
                      <a:pt x="26794" y="31809"/>
                    </a:cubicBezTo>
                    <a:cubicBezTo>
                      <a:pt x="18222" y="31809"/>
                      <a:pt x="13143" y="35428"/>
                      <a:pt x="13143" y="41524"/>
                    </a:cubicBezTo>
                    <a:lnTo>
                      <a:pt x="13143" y="41714"/>
                    </a:lnTo>
                    <a:cubicBezTo>
                      <a:pt x="13143" y="47365"/>
                      <a:pt x="18095" y="50539"/>
                      <a:pt x="24508" y="50539"/>
                    </a:cubicBezTo>
                    <a:cubicBezTo>
                      <a:pt x="33270" y="50539"/>
                      <a:pt x="40000" y="45460"/>
                      <a:pt x="40000" y="38095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7"/>
              <p:cNvSpPr/>
              <p:nvPr/>
            </p:nvSpPr>
            <p:spPr>
              <a:xfrm>
                <a:off x="1168882" y="6594444"/>
                <a:ext cx="60253" cy="81713"/>
              </a:xfrm>
              <a:custGeom>
                <a:avLst/>
                <a:gdLst/>
                <a:ahLst/>
                <a:cxnLst/>
                <a:rect l="l" t="t" r="r" b="b"/>
                <a:pathLst>
                  <a:path w="60253" h="81713" extrusionOk="0">
                    <a:moveTo>
                      <a:pt x="0" y="51492"/>
                    </a:moveTo>
                    <a:lnTo>
                      <a:pt x="0" y="51301"/>
                    </a:lnTo>
                    <a:cubicBezTo>
                      <a:pt x="0" y="32000"/>
                      <a:pt x="13143" y="21080"/>
                      <a:pt x="27047" y="21080"/>
                    </a:cubicBezTo>
                    <a:cubicBezTo>
                      <a:pt x="36635" y="21080"/>
                      <a:pt x="42730" y="25842"/>
                      <a:pt x="46920" y="31302"/>
                    </a:cubicBezTo>
                    <a:lnTo>
                      <a:pt x="46920" y="0"/>
                    </a:lnTo>
                    <a:lnTo>
                      <a:pt x="60254" y="0"/>
                    </a:lnTo>
                    <a:lnTo>
                      <a:pt x="60254" y="80508"/>
                    </a:lnTo>
                    <a:lnTo>
                      <a:pt x="46920" y="80508"/>
                    </a:lnTo>
                    <a:lnTo>
                      <a:pt x="46920" y="70793"/>
                    </a:lnTo>
                    <a:cubicBezTo>
                      <a:pt x="42603" y="76825"/>
                      <a:pt x="36571" y="81714"/>
                      <a:pt x="27047" y="81714"/>
                    </a:cubicBezTo>
                    <a:cubicBezTo>
                      <a:pt x="13333" y="81714"/>
                      <a:pt x="0" y="70793"/>
                      <a:pt x="0" y="51492"/>
                    </a:cubicBezTo>
                    <a:close/>
                    <a:moveTo>
                      <a:pt x="47111" y="51492"/>
                    </a:moveTo>
                    <a:lnTo>
                      <a:pt x="47111" y="51301"/>
                    </a:lnTo>
                    <a:cubicBezTo>
                      <a:pt x="47111" y="40064"/>
                      <a:pt x="39174" y="32635"/>
                      <a:pt x="30222" y="32635"/>
                    </a:cubicBezTo>
                    <a:cubicBezTo>
                      <a:pt x="21079" y="32635"/>
                      <a:pt x="13460" y="39809"/>
                      <a:pt x="13460" y="51301"/>
                    </a:cubicBezTo>
                    <a:lnTo>
                      <a:pt x="13460" y="51492"/>
                    </a:lnTo>
                    <a:cubicBezTo>
                      <a:pt x="13460" y="62730"/>
                      <a:pt x="21206" y="70159"/>
                      <a:pt x="30222" y="70159"/>
                    </a:cubicBezTo>
                    <a:cubicBezTo>
                      <a:pt x="39174" y="70159"/>
                      <a:pt x="47111" y="62666"/>
                      <a:pt x="47111" y="51492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7"/>
              <p:cNvSpPr/>
              <p:nvPr/>
            </p:nvSpPr>
            <p:spPr>
              <a:xfrm>
                <a:off x="1242659" y="6615587"/>
                <a:ext cx="5390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5390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842"/>
                      <a:pt x="12762" y="0"/>
                      <a:pt x="30349" y="0"/>
                    </a:cubicBezTo>
                    <a:cubicBezTo>
                      <a:pt x="41270" y="0"/>
                      <a:pt x="48127" y="4064"/>
                      <a:pt x="53587" y="10032"/>
                    </a:cubicBezTo>
                    <a:lnTo>
                      <a:pt x="45206" y="18985"/>
                    </a:lnTo>
                    <a:cubicBezTo>
                      <a:pt x="41143" y="14794"/>
                      <a:pt x="36825" y="11683"/>
                      <a:pt x="30222" y="11683"/>
                    </a:cubicBezTo>
                    <a:cubicBezTo>
                      <a:pt x="20508" y="11683"/>
                      <a:pt x="13333" y="20064"/>
                      <a:pt x="13333" y="30222"/>
                    </a:cubicBezTo>
                    <a:lnTo>
                      <a:pt x="13333" y="30413"/>
                    </a:lnTo>
                    <a:cubicBezTo>
                      <a:pt x="13333" y="40762"/>
                      <a:pt x="20508" y="49080"/>
                      <a:pt x="30730" y="49080"/>
                    </a:cubicBezTo>
                    <a:cubicBezTo>
                      <a:pt x="37016" y="49080"/>
                      <a:pt x="41524" y="46222"/>
                      <a:pt x="45841" y="41905"/>
                    </a:cubicBezTo>
                    <a:lnTo>
                      <a:pt x="53905" y="49842"/>
                    </a:lnTo>
                    <a:cubicBezTo>
                      <a:pt x="48190" y="56254"/>
                      <a:pt x="41460" y="60762"/>
                      <a:pt x="30095" y="60762"/>
                    </a:cubicBezTo>
                    <a:cubicBezTo>
                      <a:pt x="12762" y="60698"/>
                      <a:pt x="0" y="47111"/>
                      <a:pt x="0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7"/>
              <p:cNvSpPr/>
              <p:nvPr/>
            </p:nvSpPr>
            <p:spPr>
              <a:xfrm>
                <a:off x="1303928" y="6615587"/>
                <a:ext cx="62094" cy="60762"/>
              </a:xfrm>
              <a:custGeom>
                <a:avLst/>
                <a:gdLst/>
                <a:ahLst/>
                <a:cxnLst/>
                <a:rect l="l" t="t" r="r" b="b"/>
                <a:pathLst>
                  <a:path w="62094" h="60762" extrusionOk="0">
                    <a:moveTo>
                      <a:pt x="0" y="30603"/>
                    </a:moveTo>
                    <a:lnTo>
                      <a:pt x="0" y="30413"/>
                    </a:lnTo>
                    <a:cubicBezTo>
                      <a:pt x="0" y="13778"/>
                      <a:pt x="13206" y="0"/>
                      <a:pt x="31111" y="0"/>
                    </a:cubicBezTo>
                    <a:cubicBezTo>
                      <a:pt x="48952" y="0"/>
                      <a:pt x="62095" y="13587"/>
                      <a:pt x="62095" y="30222"/>
                    </a:cubicBezTo>
                    <a:lnTo>
                      <a:pt x="62095" y="30413"/>
                    </a:lnTo>
                    <a:cubicBezTo>
                      <a:pt x="62095" y="46984"/>
                      <a:pt x="48889" y="60762"/>
                      <a:pt x="30857" y="60762"/>
                    </a:cubicBezTo>
                    <a:cubicBezTo>
                      <a:pt x="13143" y="60698"/>
                      <a:pt x="0" y="47111"/>
                      <a:pt x="0" y="30603"/>
                    </a:cubicBezTo>
                    <a:close/>
                    <a:moveTo>
                      <a:pt x="48762" y="30603"/>
                    </a:moveTo>
                    <a:lnTo>
                      <a:pt x="48762" y="30413"/>
                    </a:lnTo>
                    <a:cubicBezTo>
                      <a:pt x="48762" y="20127"/>
                      <a:pt x="41397" y="11683"/>
                      <a:pt x="30921" y="11683"/>
                    </a:cubicBezTo>
                    <a:cubicBezTo>
                      <a:pt x="20254" y="11683"/>
                      <a:pt x="13397" y="20064"/>
                      <a:pt x="13397" y="30222"/>
                    </a:cubicBezTo>
                    <a:lnTo>
                      <a:pt x="13397" y="30413"/>
                    </a:lnTo>
                    <a:cubicBezTo>
                      <a:pt x="13397" y="40571"/>
                      <a:pt x="20762" y="49080"/>
                      <a:pt x="31174" y="49080"/>
                    </a:cubicBezTo>
                    <a:cubicBezTo>
                      <a:pt x="41905" y="49016"/>
                      <a:pt x="48762" y="40635"/>
                      <a:pt x="48762" y="30603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7"/>
              <p:cNvSpPr/>
              <p:nvPr/>
            </p:nvSpPr>
            <p:spPr>
              <a:xfrm>
                <a:off x="1379484" y="6615524"/>
                <a:ext cx="88634" cy="59554"/>
              </a:xfrm>
              <a:custGeom>
                <a:avLst/>
                <a:gdLst/>
                <a:ahLst/>
                <a:cxnLst/>
                <a:rect l="l" t="t" r="r" b="b"/>
                <a:pathLst>
                  <a:path w="88634" h="59554" extrusionOk="0">
                    <a:moveTo>
                      <a:pt x="0" y="1206"/>
                    </a:moveTo>
                    <a:lnTo>
                      <a:pt x="13460" y="1206"/>
                    </a:lnTo>
                    <a:lnTo>
                      <a:pt x="13460" y="10031"/>
                    </a:lnTo>
                    <a:cubicBezTo>
                      <a:pt x="17206" y="4825"/>
                      <a:pt x="22286" y="0"/>
                      <a:pt x="31238" y="0"/>
                    </a:cubicBezTo>
                    <a:cubicBezTo>
                      <a:pt x="39619" y="0"/>
                      <a:pt x="45587" y="4063"/>
                      <a:pt x="48635" y="10222"/>
                    </a:cubicBezTo>
                    <a:cubicBezTo>
                      <a:pt x="53270" y="4063"/>
                      <a:pt x="59428" y="0"/>
                      <a:pt x="68254" y="0"/>
                    </a:cubicBezTo>
                    <a:cubicBezTo>
                      <a:pt x="80952" y="0"/>
                      <a:pt x="88634" y="8063"/>
                      <a:pt x="88634" y="22285"/>
                    </a:cubicBezTo>
                    <a:lnTo>
                      <a:pt x="88634" y="59428"/>
                    </a:lnTo>
                    <a:lnTo>
                      <a:pt x="75301" y="59428"/>
                    </a:lnTo>
                    <a:lnTo>
                      <a:pt x="75301" y="26348"/>
                    </a:lnTo>
                    <a:cubicBezTo>
                      <a:pt x="75301" y="17079"/>
                      <a:pt x="70984" y="12126"/>
                      <a:pt x="63492" y="12126"/>
                    </a:cubicBezTo>
                    <a:cubicBezTo>
                      <a:pt x="56190" y="12126"/>
                      <a:pt x="51047" y="17206"/>
                      <a:pt x="51047" y="26603"/>
                    </a:cubicBezTo>
                    <a:lnTo>
                      <a:pt x="51047" y="59492"/>
                    </a:lnTo>
                    <a:lnTo>
                      <a:pt x="37714" y="59492"/>
                    </a:lnTo>
                    <a:lnTo>
                      <a:pt x="37714" y="26285"/>
                    </a:lnTo>
                    <a:cubicBezTo>
                      <a:pt x="37714" y="17270"/>
                      <a:pt x="33333" y="12190"/>
                      <a:pt x="25905" y="12190"/>
                    </a:cubicBezTo>
                    <a:cubicBezTo>
                      <a:pt x="18540" y="12190"/>
                      <a:pt x="13460" y="17714"/>
                      <a:pt x="13460" y="26666"/>
                    </a:cubicBezTo>
                    <a:lnTo>
                      <a:pt x="13460" y="59555"/>
                    </a:lnTo>
                    <a:lnTo>
                      <a:pt x="0" y="59555"/>
                    </a:lnTo>
                    <a:lnTo>
                      <a:pt x="0" y="120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" name="Google Shape;28;p7"/>
            <p:cNvGrpSpPr/>
            <p:nvPr/>
          </p:nvGrpSpPr>
          <p:grpSpPr>
            <a:xfrm>
              <a:off x="265625" y="6323271"/>
              <a:ext cx="1249222" cy="190348"/>
              <a:chOff x="265625" y="6323271"/>
              <a:chExt cx="1249222" cy="190348"/>
            </a:xfrm>
          </p:grpSpPr>
          <p:sp>
            <p:nvSpPr>
              <p:cNvPr id="29" name="Google Shape;29;p7"/>
              <p:cNvSpPr/>
              <p:nvPr/>
            </p:nvSpPr>
            <p:spPr>
              <a:xfrm>
                <a:off x="745773" y="6327144"/>
                <a:ext cx="264126" cy="184633"/>
              </a:xfrm>
              <a:custGeom>
                <a:avLst/>
                <a:gdLst/>
                <a:ahLst/>
                <a:cxnLst/>
                <a:rect l="l" t="t" r="r" b="b"/>
                <a:pathLst>
                  <a:path w="264126" h="184633" extrusionOk="0">
                    <a:moveTo>
                      <a:pt x="250919" y="0"/>
                    </a:moveTo>
                    <a:cubicBezTo>
                      <a:pt x="243618" y="0"/>
                      <a:pt x="239808" y="4889"/>
                      <a:pt x="238031" y="10476"/>
                    </a:cubicBezTo>
                    <a:lnTo>
                      <a:pt x="191999" y="142412"/>
                    </a:lnTo>
                    <a:lnTo>
                      <a:pt x="146729" y="10857"/>
                    </a:lnTo>
                    <a:cubicBezTo>
                      <a:pt x="144634" y="4635"/>
                      <a:pt x="140126" y="64"/>
                      <a:pt x="132761" y="64"/>
                    </a:cubicBezTo>
                    <a:lnTo>
                      <a:pt x="131364" y="64"/>
                    </a:lnTo>
                    <a:cubicBezTo>
                      <a:pt x="124444" y="64"/>
                      <a:pt x="120253" y="4635"/>
                      <a:pt x="118158" y="10857"/>
                    </a:cubicBezTo>
                    <a:lnTo>
                      <a:pt x="72508" y="142412"/>
                    </a:lnTo>
                    <a:lnTo>
                      <a:pt x="27174" y="11175"/>
                    </a:lnTo>
                    <a:cubicBezTo>
                      <a:pt x="25079" y="4571"/>
                      <a:pt x="20571" y="0"/>
                      <a:pt x="13587" y="0"/>
                    </a:cubicBezTo>
                    <a:cubicBezTo>
                      <a:pt x="5587" y="0"/>
                      <a:pt x="0" y="6286"/>
                      <a:pt x="0" y="12889"/>
                    </a:cubicBezTo>
                    <a:cubicBezTo>
                      <a:pt x="0" y="15301"/>
                      <a:pt x="1016" y="18095"/>
                      <a:pt x="1714" y="20190"/>
                    </a:cubicBezTo>
                    <a:lnTo>
                      <a:pt x="56444" y="172507"/>
                    </a:lnTo>
                    <a:cubicBezTo>
                      <a:pt x="59238" y="180507"/>
                      <a:pt x="64762" y="184634"/>
                      <a:pt x="71428" y="184634"/>
                    </a:cubicBezTo>
                    <a:lnTo>
                      <a:pt x="72127" y="184634"/>
                    </a:lnTo>
                    <a:cubicBezTo>
                      <a:pt x="79111" y="184634"/>
                      <a:pt x="84317" y="180444"/>
                      <a:pt x="86730" y="172507"/>
                    </a:cubicBezTo>
                    <a:lnTo>
                      <a:pt x="132063" y="43111"/>
                    </a:lnTo>
                    <a:lnTo>
                      <a:pt x="176952" y="172507"/>
                    </a:lnTo>
                    <a:cubicBezTo>
                      <a:pt x="179428" y="180507"/>
                      <a:pt x="184634" y="184634"/>
                      <a:pt x="191618" y="184634"/>
                    </a:cubicBezTo>
                    <a:lnTo>
                      <a:pt x="192697" y="184634"/>
                    </a:lnTo>
                    <a:cubicBezTo>
                      <a:pt x="198920" y="184634"/>
                      <a:pt x="204507" y="180444"/>
                      <a:pt x="207364" y="172507"/>
                    </a:cubicBezTo>
                    <a:lnTo>
                      <a:pt x="262411" y="19873"/>
                    </a:lnTo>
                    <a:cubicBezTo>
                      <a:pt x="263110" y="17778"/>
                      <a:pt x="264126" y="14984"/>
                      <a:pt x="264126" y="12508"/>
                    </a:cubicBezTo>
                    <a:cubicBezTo>
                      <a:pt x="264189" y="5905"/>
                      <a:pt x="258602" y="0"/>
                      <a:pt x="25091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7"/>
              <p:cNvSpPr/>
              <p:nvPr/>
            </p:nvSpPr>
            <p:spPr>
              <a:xfrm>
                <a:off x="1200945" y="6326827"/>
                <a:ext cx="102285" cy="184697"/>
              </a:xfrm>
              <a:custGeom>
                <a:avLst/>
                <a:gdLst/>
                <a:ahLst/>
                <a:cxnLst/>
                <a:rect l="l" t="t" r="r" b="b"/>
                <a:pathLst>
                  <a:path w="102285" h="184697" extrusionOk="0">
                    <a:moveTo>
                      <a:pt x="89015" y="317"/>
                    </a:moveTo>
                    <a:cubicBezTo>
                      <a:pt x="69524" y="317"/>
                      <a:pt x="40127" y="14476"/>
                      <a:pt x="26857" y="44507"/>
                    </a:cubicBezTo>
                    <a:lnTo>
                      <a:pt x="26857" y="13587"/>
                    </a:lnTo>
                    <a:cubicBezTo>
                      <a:pt x="26857" y="5905"/>
                      <a:pt x="20952" y="0"/>
                      <a:pt x="13206" y="0"/>
                    </a:cubicBezTo>
                    <a:cubicBezTo>
                      <a:pt x="5905" y="0"/>
                      <a:pt x="0" y="6286"/>
                      <a:pt x="0" y="13587"/>
                    </a:cubicBezTo>
                    <a:lnTo>
                      <a:pt x="0" y="171110"/>
                    </a:lnTo>
                    <a:cubicBezTo>
                      <a:pt x="0" y="178729"/>
                      <a:pt x="5905" y="184698"/>
                      <a:pt x="13587" y="184698"/>
                    </a:cubicBezTo>
                    <a:cubicBezTo>
                      <a:pt x="21270" y="184698"/>
                      <a:pt x="26857" y="178411"/>
                      <a:pt x="26857" y="171110"/>
                    </a:cubicBezTo>
                    <a:lnTo>
                      <a:pt x="26857" y="109904"/>
                    </a:lnTo>
                    <a:cubicBezTo>
                      <a:pt x="26857" y="57841"/>
                      <a:pt x="55492" y="31682"/>
                      <a:pt x="90412" y="27492"/>
                    </a:cubicBezTo>
                    <a:cubicBezTo>
                      <a:pt x="97396" y="26412"/>
                      <a:pt x="102285" y="21206"/>
                      <a:pt x="102285" y="13841"/>
                    </a:cubicBezTo>
                    <a:cubicBezTo>
                      <a:pt x="102349" y="6222"/>
                      <a:pt x="97079" y="317"/>
                      <a:pt x="89015" y="317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7"/>
              <p:cNvSpPr/>
              <p:nvPr/>
            </p:nvSpPr>
            <p:spPr>
              <a:xfrm>
                <a:off x="1301262" y="6326700"/>
                <a:ext cx="166856" cy="186538"/>
              </a:xfrm>
              <a:custGeom>
                <a:avLst/>
                <a:gdLst/>
                <a:ahLst/>
                <a:cxnLst/>
                <a:rect l="l" t="t" r="r" b="b"/>
                <a:pathLst>
                  <a:path w="166856" h="186538" extrusionOk="0">
                    <a:moveTo>
                      <a:pt x="84825" y="0"/>
                    </a:moveTo>
                    <a:cubicBezTo>
                      <a:pt x="35873" y="0"/>
                      <a:pt x="0" y="41460"/>
                      <a:pt x="0" y="92888"/>
                    </a:cubicBezTo>
                    <a:lnTo>
                      <a:pt x="0" y="93587"/>
                    </a:lnTo>
                    <a:cubicBezTo>
                      <a:pt x="0" y="148888"/>
                      <a:pt x="39619" y="186538"/>
                      <a:pt x="88254" y="186538"/>
                    </a:cubicBezTo>
                    <a:cubicBezTo>
                      <a:pt x="118349" y="186538"/>
                      <a:pt x="138158" y="175809"/>
                      <a:pt x="154920" y="159618"/>
                    </a:cubicBezTo>
                    <a:cubicBezTo>
                      <a:pt x="157713" y="157206"/>
                      <a:pt x="159047" y="154095"/>
                      <a:pt x="159047" y="151047"/>
                    </a:cubicBezTo>
                    <a:cubicBezTo>
                      <a:pt x="159047" y="144825"/>
                      <a:pt x="153840" y="139618"/>
                      <a:pt x="147428" y="139618"/>
                    </a:cubicBezTo>
                    <a:cubicBezTo>
                      <a:pt x="144317" y="139618"/>
                      <a:pt x="141904" y="141015"/>
                      <a:pt x="139872" y="142666"/>
                    </a:cubicBezTo>
                    <a:cubicBezTo>
                      <a:pt x="126856" y="154793"/>
                      <a:pt x="110793" y="163364"/>
                      <a:pt x="88888" y="163364"/>
                    </a:cubicBezTo>
                    <a:cubicBezTo>
                      <a:pt x="57397" y="163364"/>
                      <a:pt x="30413" y="141586"/>
                      <a:pt x="26667" y="102920"/>
                    </a:cubicBezTo>
                    <a:lnTo>
                      <a:pt x="154539" y="102920"/>
                    </a:lnTo>
                    <a:cubicBezTo>
                      <a:pt x="161015" y="102920"/>
                      <a:pt x="166856" y="97714"/>
                      <a:pt x="166856" y="90476"/>
                    </a:cubicBezTo>
                    <a:cubicBezTo>
                      <a:pt x="166856" y="43111"/>
                      <a:pt x="137079" y="0"/>
                      <a:pt x="84825" y="0"/>
                    </a:cubicBezTo>
                    <a:close/>
                    <a:moveTo>
                      <a:pt x="26667" y="83238"/>
                    </a:moveTo>
                    <a:cubicBezTo>
                      <a:pt x="30032" y="48317"/>
                      <a:pt x="53333" y="22476"/>
                      <a:pt x="84127" y="22476"/>
                    </a:cubicBezTo>
                    <a:cubicBezTo>
                      <a:pt x="119301" y="22476"/>
                      <a:pt x="137841" y="50793"/>
                      <a:pt x="140571" y="83238"/>
                    </a:cubicBezTo>
                    <a:lnTo>
                      <a:pt x="26667" y="8323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7"/>
              <p:cNvSpPr/>
              <p:nvPr/>
            </p:nvSpPr>
            <p:spPr>
              <a:xfrm>
                <a:off x="1010406" y="6327144"/>
                <a:ext cx="157967" cy="186157"/>
              </a:xfrm>
              <a:custGeom>
                <a:avLst/>
                <a:gdLst/>
                <a:ahLst/>
                <a:cxnLst/>
                <a:rect l="l" t="t" r="r" b="b"/>
                <a:pathLst>
                  <a:path w="157967" h="186157" extrusionOk="0">
                    <a:moveTo>
                      <a:pt x="81460" y="0"/>
                    </a:moveTo>
                    <a:cubicBezTo>
                      <a:pt x="58476" y="0"/>
                      <a:pt x="45143" y="2539"/>
                      <a:pt x="27428" y="10222"/>
                    </a:cubicBezTo>
                    <a:cubicBezTo>
                      <a:pt x="22540" y="12381"/>
                      <a:pt x="20063" y="15809"/>
                      <a:pt x="20063" y="21397"/>
                    </a:cubicBezTo>
                    <a:cubicBezTo>
                      <a:pt x="20063" y="27619"/>
                      <a:pt x="25651" y="32889"/>
                      <a:pt x="31936" y="32889"/>
                    </a:cubicBezTo>
                    <a:cubicBezTo>
                      <a:pt x="33270" y="32889"/>
                      <a:pt x="35047" y="32508"/>
                      <a:pt x="36762" y="31809"/>
                    </a:cubicBezTo>
                    <a:cubicBezTo>
                      <a:pt x="49968" y="25904"/>
                      <a:pt x="60508" y="23619"/>
                      <a:pt x="78666" y="23619"/>
                    </a:cubicBezTo>
                    <a:cubicBezTo>
                      <a:pt x="112380" y="23619"/>
                      <a:pt x="132253" y="40317"/>
                      <a:pt x="132253" y="72698"/>
                    </a:cubicBezTo>
                    <a:lnTo>
                      <a:pt x="132253" y="78984"/>
                    </a:lnTo>
                    <a:cubicBezTo>
                      <a:pt x="116190" y="74476"/>
                      <a:pt x="99872" y="71301"/>
                      <a:pt x="76889" y="71301"/>
                    </a:cubicBezTo>
                    <a:cubicBezTo>
                      <a:pt x="31301" y="71301"/>
                      <a:pt x="0" y="91491"/>
                      <a:pt x="0" y="129460"/>
                    </a:cubicBezTo>
                    <a:lnTo>
                      <a:pt x="0" y="130158"/>
                    </a:lnTo>
                    <a:cubicBezTo>
                      <a:pt x="0" y="167047"/>
                      <a:pt x="33778" y="186157"/>
                      <a:pt x="67174" y="186157"/>
                    </a:cubicBezTo>
                    <a:cubicBezTo>
                      <a:pt x="98793" y="186157"/>
                      <a:pt x="119682" y="171554"/>
                      <a:pt x="132253" y="155174"/>
                    </a:cubicBezTo>
                    <a:lnTo>
                      <a:pt x="132253" y="172380"/>
                    </a:lnTo>
                    <a:cubicBezTo>
                      <a:pt x="132253" y="179364"/>
                      <a:pt x="137460" y="184951"/>
                      <a:pt x="145079" y="184951"/>
                    </a:cubicBezTo>
                    <a:cubicBezTo>
                      <a:pt x="152444" y="184951"/>
                      <a:pt x="157967" y="179364"/>
                      <a:pt x="157967" y="171745"/>
                    </a:cubicBezTo>
                    <a:lnTo>
                      <a:pt x="157967" y="72444"/>
                    </a:lnTo>
                    <a:cubicBezTo>
                      <a:pt x="157967" y="49460"/>
                      <a:pt x="151682" y="32063"/>
                      <a:pt x="139491" y="19936"/>
                    </a:cubicBezTo>
                    <a:cubicBezTo>
                      <a:pt x="126349" y="6603"/>
                      <a:pt x="106857" y="0"/>
                      <a:pt x="81460" y="0"/>
                    </a:cubicBezTo>
                    <a:close/>
                    <a:moveTo>
                      <a:pt x="132634" y="116253"/>
                    </a:moveTo>
                    <a:cubicBezTo>
                      <a:pt x="132634" y="144761"/>
                      <a:pt x="105460" y="164951"/>
                      <a:pt x="72444" y="164951"/>
                    </a:cubicBezTo>
                    <a:cubicBezTo>
                      <a:pt x="48063" y="164951"/>
                      <a:pt x="27174" y="151745"/>
                      <a:pt x="27174" y="129142"/>
                    </a:cubicBezTo>
                    <a:lnTo>
                      <a:pt x="27174" y="128444"/>
                    </a:lnTo>
                    <a:cubicBezTo>
                      <a:pt x="27174" y="105841"/>
                      <a:pt x="46032" y="91174"/>
                      <a:pt x="79682" y="91174"/>
                    </a:cubicBezTo>
                    <a:cubicBezTo>
                      <a:pt x="101587" y="91174"/>
                      <a:pt x="119365" y="95047"/>
                      <a:pt x="132571" y="98857"/>
                    </a:cubicBezTo>
                    <a:lnTo>
                      <a:pt x="132571" y="11625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7"/>
              <p:cNvSpPr/>
              <p:nvPr/>
            </p:nvSpPr>
            <p:spPr>
              <a:xfrm>
                <a:off x="265625" y="6323271"/>
                <a:ext cx="468782" cy="190348"/>
              </a:xfrm>
              <a:custGeom>
                <a:avLst/>
                <a:gdLst/>
                <a:ahLst/>
                <a:cxnLst/>
                <a:rect l="l" t="t" r="r" b="b"/>
                <a:pathLst>
                  <a:path w="468782" h="190348" extrusionOk="0">
                    <a:moveTo>
                      <a:pt x="404466" y="0"/>
                    </a:moveTo>
                    <a:cubicBezTo>
                      <a:pt x="369418" y="0"/>
                      <a:pt x="347386" y="24317"/>
                      <a:pt x="347386" y="24317"/>
                    </a:cubicBezTo>
                    <a:cubicBezTo>
                      <a:pt x="335704" y="9142"/>
                      <a:pt x="319577" y="63"/>
                      <a:pt x="292339" y="63"/>
                    </a:cubicBezTo>
                    <a:cubicBezTo>
                      <a:pt x="263577" y="63"/>
                      <a:pt x="238435" y="24317"/>
                      <a:pt x="238435" y="24317"/>
                    </a:cubicBezTo>
                    <a:cubicBezTo>
                      <a:pt x="226752" y="9142"/>
                      <a:pt x="206879" y="63"/>
                      <a:pt x="190371" y="63"/>
                    </a:cubicBezTo>
                    <a:cubicBezTo>
                      <a:pt x="164911" y="63"/>
                      <a:pt x="144657" y="11238"/>
                      <a:pt x="132340" y="39492"/>
                    </a:cubicBezTo>
                    <a:lnTo>
                      <a:pt x="95896" y="125459"/>
                    </a:lnTo>
                    <a:lnTo>
                      <a:pt x="49102" y="15174"/>
                    </a:lnTo>
                    <a:cubicBezTo>
                      <a:pt x="43197" y="2286"/>
                      <a:pt x="28658" y="-3619"/>
                      <a:pt x="15071" y="2476"/>
                    </a:cubicBezTo>
                    <a:cubicBezTo>
                      <a:pt x="1483" y="8508"/>
                      <a:pt x="-3532" y="23619"/>
                      <a:pt x="2563" y="36571"/>
                    </a:cubicBezTo>
                    <a:lnTo>
                      <a:pt x="59705" y="160698"/>
                    </a:lnTo>
                    <a:cubicBezTo>
                      <a:pt x="68658" y="180126"/>
                      <a:pt x="78118" y="190348"/>
                      <a:pt x="95896" y="190348"/>
                    </a:cubicBezTo>
                    <a:cubicBezTo>
                      <a:pt x="114880" y="190348"/>
                      <a:pt x="123134" y="179237"/>
                      <a:pt x="132086" y="160698"/>
                    </a:cubicBezTo>
                    <a:cubicBezTo>
                      <a:pt x="132086" y="160698"/>
                      <a:pt x="181927" y="52190"/>
                      <a:pt x="182371" y="51111"/>
                    </a:cubicBezTo>
                    <a:cubicBezTo>
                      <a:pt x="182879" y="49904"/>
                      <a:pt x="184467" y="46412"/>
                      <a:pt x="189546" y="46476"/>
                    </a:cubicBezTo>
                    <a:cubicBezTo>
                      <a:pt x="193863" y="46539"/>
                      <a:pt x="197419" y="49904"/>
                      <a:pt x="197419" y="54476"/>
                    </a:cubicBezTo>
                    <a:lnTo>
                      <a:pt x="197419" y="160570"/>
                    </a:lnTo>
                    <a:cubicBezTo>
                      <a:pt x="197419" y="176888"/>
                      <a:pt x="206498" y="190285"/>
                      <a:pt x="223959" y="190285"/>
                    </a:cubicBezTo>
                    <a:cubicBezTo>
                      <a:pt x="241355" y="190285"/>
                      <a:pt x="250815" y="176888"/>
                      <a:pt x="250815" y="160570"/>
                    </a:cubicBezTo>
                    <a:lnTo>
                      <a:pt x="250815" y="73777"/>
                    </a:lnTo>
                    <a:cubicBezTo>
                      <a:pt x="250815" y="57015"/>
                      <a:pt x="262815" y="46158"/>
                      <a:pt x="279133" y="46158"/>
                    </a:cubicBezTo>
                    <a:cubicBezTo>
                      <a:pt x="295450" y="46158"/>
                      <a:pt x="306371" y="57396"/>
                      <a:pt x="306371" y="73777"/>
                    </a:cubicBezTo>
                    <a:lnTo>
                      <a:pt x="306371" y="160570"/>
                    </a:lnTo>
                    <a:cubicBezTo>
                      <a:pt x="306371" y="176888"/>
                      <a:pt x="315450" y="190285"/>
                      <a:pt x="332910" y="190285"/>
                    </a:cubicBezTo>
                    <a:cubicBezTo>
                      <a:pt x="350371" y="190285"/>
                      <a:pt x="359831" y="176888"/>
                      <a:pt x="359831" y="160570"/>
                    </a:cubicBezTo>
                    <a:lnTo>
                      <a:pt x="359831" y="73777"/>
                    </a:lnTo>
                    <a:cubicBezTo>
                      <a:pt x="359831" y="57015"/>
                      <a:pt x="371767" y="46158"/>
                      <a:pt x="388148" y="46158"/>
                    </a:cubicBezTo>
                    <a:cubicBezTo>
                      <a:pt x="404466" y="46158"/>
                      <a:pt x="415386" y="57396"/>
                      <a:pt x="415386" y="73777"/>
                    </a:cubicBezTo>
                    <a:lnTo>
                      <a:pt x="415386" y="160570"/>
                    </a:lnTo>
                    <a:cubicBezTo>
                      <a:pt x="415386" y="176888"/>
                      <a:pt x="424465" y="190285"/>
                      <a:pt x="441926" y="190285"/>
                    </a:cubicBezTo>
                    <a:cubicBezTo>
                      <a:pt x="459322" y="190285"/>
                      <a:pt x="468783" y="176888"/>
                      <a:pt x="468783" y="160570"/>
                    </a:cubicBezTo>
                    <a:lnTo>
                      <a:pt x="468783" y="61777"/>
                    </a:lnTo>
                    <a:cubicBezTo>
                      <a:pt x="468783" y="25460"/>
                      <a:pt x="439576" y="0"/>
                      <a:pt x="40446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7"/>
              <p:cNvSpPr/>
              <p:nvPr/>
            </p:nvSpPr>
            <p:spPr>
              <a:xfrm>
                <a:off x="1470340" y="6326700"/>
                <a:ext cx="44507" cy="44761"/>
              </a:xfrm>
              <a:custGeom>
                <a:avLst/>
                <a:gdLst/>
                <a:ahLst/>
                <a:cxnLst/>
                <a:rect l="l" t="t" r="r" b="b"/>
                <a:pathLst>
                  <a:path w="44507" h="44761" extrusionOk="0">
                    <a:moveTo>
                      <a:pt x="22222" y="0"/>
                    </a:moveTo>
                    <a:cubicBezTo>
                      <a:pt x="9841" y="0"/>
                      <a:pt x="0" y="10222"/>
                      <a:pt x="0" y="22349"/>
                    </a:cubicBezTo>
                    <a:lnTo>
                      <a:pt x="0" y="22476"/>
                    </a:lnTo>
                    <a:cubicBezTo>
                      <a:pt x="0" y="34667"/>
                      <a:pt x="9651" y="44762"/>
                      <a:pt x="22222" y="44762"/>
                    </a:cubicBezTo>
                    <a:cubicBezTo>
                      <a:pt x="34666" y="44762"/>
                      <a:pt x="44508" y="34540"/>
                      <a:pt x="44508" y="22349"/>
                    </a:cubicBezTo>
                    <a:lnTo>
                      <a:pt x="44508" y="22222"/>
                    </a:lnTo>
                    <a:cubicBezTo>
                      <a:pt x="44508" y="10095"/>
                      <a:pt x="34793" y="0"/>
                      <a:pt x="22222" y="0"/>
                    </a:cubicBezTo>
                    <a:close/>
                    <a:moveTo>
                      <a:pt x="40190" y="22349"/>
                    </a:moveTo>
                    <a:cubicBezTo>
                      <a:pt x="40190" y="32317"/>
                      <a:pt x="32381" y="40634"/>
                      <a:pt x="22222" y="40634"/>
                    </a:cubicBezTo>
                    <a:cubicBezTo>
                      <a:pt x="11936" y="40634"/>
                      <a:pt x="4190" y="32508"/>
                      <a:pt x="4190" y="22476"/>
                    </a:cubicBezTo>
                    <a:lnTo>
                      <a:pt x="4190" y="22349"/>
                    </a:lnTo>
                    <a:cubicBezTo>
                      <a:pt x="4190" y="12445"/>
                      <a:pt x="12000" y="4127"/>
                      <a:pt x="22222" y="4127"/>
                    </a:cubicBezTo>
                    <a:cubicBezTo>
                      <a:pt x="32508" y="4064"/>
                      <a:pt x="40190" y="12254"/>
                      <a:pt x="40190" y="22349"/>
                    </a:cubicBezTo>
                    <a:lnTo>
                      <a:pt x="40190" y="2234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7"/>
              <p:cNvSpPr/>
              <p:nvPr/>
            </p:nvSpPr>
            <p:spPr>
              <a:xfrm>
                <a:off x="1484118" y="6337811"/>
                <a:ext cx="17968" cy="21714"/>
              </a:xfrm>
              <a:custGeom>
                <a:avLst/>
                <a:gdLst/>
                <a:ahLst/>
                <a:cxnLst/>
                <a:rect l="l" t="t" r="r" b="b"/>
                <a:pathLst>
                  <a:path w="17968" h="21714" extrusionOk="0">
                    <a:moveTo>
                      <a:pt x="9778" y="0"/>
                    </a:moveTo>
                    <a:lnTo>
                      <a:pt x="2349" y="0"/>
                    </a:lnTo>
                    <a:cubicBezTo>
                      <a:pt x="1016" y="0"/>
                      <a:pt x="0" y="1079"/>
                      <a:pt x="0" y="2413"/>
                    </a:cubicBezTo>
                    <a:lnTo>
                      <a:pt x="0" y="19365"/>
                    </a:lnTo>
                    <a:cubicBezTo>
                      <a:pt x="0" y="20698"/>
                      <a:pt x="1016" y="21714"/>
                      <a:pt x="2349" y="21714"/>
                    </a:cubicBezTo>
                    <a:cubicBezTo>
                      <a:pt x="3683" y="21714"/>
                      <a:pt x="4698" y="20635"/>
                      <a:pt x="4698" y="19365"/>
                    </a:cubicBezTo>
                    <a:lnTo>
                      <a:pt x="4698" y="14667"/>
                    </a:lnTo>
                    <a:lnTo>
                      <a:pt x="8444" y="14667"/>
                    </a:lnTo>
                    <a:lnTo>
                      <a:pt x="13079" y="20508"/>
                    </a:lnTo>
                    <a:cubicBezTo>
                      <a:pt x="13651" y="21143"/>
                      <a:pt x="14349" y="21714"/>
                      <a:pt x="15428" y="21714"/>
                    </a:cubicBezTo>
                    <a:cubicBezTo>
                      <a:pt x="16571" y="21714"/>
                      <a:pt x="17714" y="20825"/>
                      <a:pt x="17714" y="19492"/>
                    </a:cubicBezTo>
                    <a:cubicBezTo>
                      <a:pt x="17714" y="18794"/>
                      <a:pt x="17397" y="18286"/>
                      <a:pt x="16952" y="17714"/>
                    </a:cubicBezTo>
                    <a:lnTo>
                      <a:pt x="13651" y="13714"/>
                    </a:lnTo>
                    <a:cubicBezTo>
                      <a:pt x="16254" y="12635"/>
                      <a:pt x="17968" y="10539"/>
                      <a:pt x="17968" y="7111"/>
                    </a:cubicBezTo>
                    <a:lnTo>
                      <a:pt x="17968" y="7047"/>
                    </a:lnTo>
                    <a:cubicBezTo>
                      <a:pt x="17968" y="5079"/>
                      <a:pt x="17333" y="3365"/>
                      <a:pt x="16063" y="2159"/>
                    </a:cubicBezTo>
                    <a:cubicBezTo>
                      <a:pt x="14667" y="825"/>
                      <a:pt x="12571" y="0"/>
                      <a:pt x="9778" y="0"/>
                    </a:cubicBezTo>
                    <a:close/>
                    <a:moveTo>
                      <a:pt x="13079" y="7428"/>
                    </a:moveTo>
                    <a:cubicBezTo>
                      <a:pt x="13079" y="9270"/>
                      <a:pt x="11809" y="10476"/>
                      <a:pt x="9460" y="10476"/>
                    </a:cubicBezTo>
                    <a:lnTo>
                      <a:pt x="4698" y="10476"/>
                    </a:lnTo>
                    <a:lnTo>
                      <a:pt x="4698" y="4317"/>
                    </a:lnTo>
                    <a:lnTo>
                      <a:pt x="9397" y="4317"/>
                    </a:lnTo>
                    <a:cubicBezTo>
                      <a:pt x="11682" y="4317"/>
                      <a:pt x="13079" y="5397"/>
                      <a:pt x="13079" y="7365"/>
                    </a:cubicBezTo>
                    <a:lnTo>
                      <a:pt x="13079" y="74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" name="Google Shape;36;p7"/>
          <p:cNvSpPr/>
          <p:nvPr/>
        </p:nvSpPr>
        <p:spPr>
          <a:xfrm>
            <a:off x="0" y="0"/>
            <a:ext cx="12188825" cy="74871"/>
          </a:xfrm>
          <a:custGeom>
            <a:avLst/>
            <a:gdLst/>
            <a:ahLst/>
            <a:cxnLst/>
            <a:rect l="l" t="t" r="r" b="b"/>
            <a:pathLst>
              <a:path w="12185715" h="74871" extrusionOk="0">
                <a:moveTo>
                  <a:pt x="0" y="0"/>
                </a:moveTo>
                <a:lnTo>
                  <a:pt x="12185716" y="0"/>
                </a:lnTo>
                <a:lnTo>
                  <a:pt x="12185716" y="74871"/>
                </a:lnTo>
                <a:lnTo>
                  <a:pt x="0" y="74871"/>
                </a:lnTo>
                <a:close/>
              </a:path>
            </a:pathLst>
          </a:custGeom>
          <a:gradFill>
            <a:gsLst>
              <a:gs pos="0">
                <a:schemeClr val="accent4"/>
              </a:gs>
              <a:gs pos="25000">
                <a:schemeClr val="accent1"/>
              </a:gs>
              <a:gs pos="50000">
                <a:schemeClr val="accent3"/>
              </a:gs>
              <a:gs pos="75000">
                <a:schemeClr val="accent2"/>
              </a:gs>
              <a:gs pos="100000">
                <a:schemeClr val="accent5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  <p15:guide id="3" orient="horz" pos="1872">
          <p15:clr>
            <a:srgbClr val="F26B43"/>
          </p15:clr>
        </p15:guide>
        <p15:guide id="4" orient="horz" pos="1584">
          <p15:clr>
            <a:srgbClr val="F26B43"/>
          </p15:clr>
        </p15:guide>
        <p15:guide id="5" orient="horz" pos="1296">
          <p15:clr>
            <a:srgbClr val="F26B43"/>
          </p15:clr>
        </p15:guide>
        <p15:guide id="6" orient="horz" pos="1008">
          <p15:clr>
            <a:srgbClr val="F26B43"/>
          </p15:clr>
        </p15:guide>
        <p15:guide id="7" orient="horz" pos="720">
          <p15:clr>
            <a:srgbClr val="F26B43"/>
          </p15:clr>
        </p15:guide>
        <p15:guide id="8" orient="horz" pos="576">
          <p15:clr>
            <a:srgbClr val="F26B43"/>
          </p15:clr>
        </p15:guide>
        <p15:guide id="9" orient="horz" pos="288">
          <p15:clr>
            <a:srgbClr val="F26B43"/>
          </p15:clr>
        </p15:guide>
        <p15:guide id="10" orient="horz">
          <p15:clr>
            <a:srgbClr val="F26B43"/>
          </p15:clr>
        </p15:guide>
        <p15:guide id="11" orient="horz" pos="2448">
          <p15:clr>
            <a:srgbClr val="F26B43"/>
          </p15:clr>
        </p15:guide>
        <p15:guide id="12" orient="horz" pos="2736">
          <p15:clr>
            <a:srgbClr val="F26B43"/>
          </p15:clr>
        </p15:guide>
        <p15:guide id="13" orient="horz" pos="3024">
          <p15:clr>
            <a:srgbClr val="F26B43"/>
          </p15:clr>
        </p15:guide>
        <p15:guide id="14" orient="horz" pos="3312">
          <p15:clr>
            <a:srgbClr val="F26B43"/>
          </p15:clr>
        </p15:guide>
        <p15:guide id="15" orient="horz" pos="3600">
          <p15:clr>
            <a:srgbClr val="F26B43"/>
          </p15:clr>
        </p15:guide>
        <p15:guide id="16" orient="horz" pos="3888">
          <p15:clr>
            <a:srgbClr val="F26B43"/>
          </p15:clr>
        </p15:guide>
        <p15:guide id="17" orient="horz" pos="4032">
          <p15:clr>
            <a:srgbClr val="F26B43"/>
          </p15:clr>
        </p15:guide>
        <p15:guide id="18" pos="3551">
          <p15:clr>
            <a:srgbClr val="F26B43"/>
          </p15:clr>
        </p15:guide>
        <p15:guide id="19" pos="3263">
          <p15:clr>
            <a:srgbClr val="F26B43"/>
          </p15:clr>
        </p15:guide>
        <p15:guide id="20" pos="2975">
          <p15:clr>
            <a:srgbClr val="F26B43"/>
          </p15:clr>
        </p15:guide>
        <p15:guide id="21" pos="2687">
          <p15:clr>
            <a:srgbClr val="F26B43"/>
          </p15:clr>
        </p15:guide>
        <p15:guide id="22" pos="2399">
          <p15:clr>
            <a:srgbClr val="F26B43"/>
          </p15:clr>
        </p15:guide>
        <p15:guide id="23" pos="2111">
          <p15:clr>
            <a:srgbClr val="F26B43"/>
          </p15:clr>
        </p15:guide>
        <p15:guide id="24" pos="1823">
          <p15:clr>
            <a:srgbClr val="F26B43"/>
          </p15:clr>
        </p15:guide>
        <p15:guide id="25" pos="1535">
          <p15:clr>
            <a:srgbClr val="F26B43"/>
          </p15:clr>
        </p15:guide>
        <p15:guide id="26" pos="1247">
          <p15:clr>
            <a:srgbClr val="F26B43"/>
          </p15:clr>
        </p15:guide>
        <p15:guide id="27" pos="959">
          <p15:clr>
            <a:srgbClr val="F26B43"/>
          </p15:clr>
        </p15:guide>
        <p15:guide id="28" pos="671">
          <p15:clr>
            <a:srgbClr val="F26B43"/>
          </p15:clr>
        </p15:guide>
        <p15:guide id="29" pos="383">
          <p15:clr>
            <a:srgbClr val="F26B43"/>
          </p15:clr>
        </p15:guide>
        <p15:guide id="30" pos="4127">
          <p15:clr>
            <a:srgbClr val="F26B43"/>
          </p15:clr>
        </p15:guide>
        <p15:guide id="31" pos="4415">
          <p15:clr>
            <a:srgbClr val="F26B43"/>
          </p15:clr>
        </p15:guide>
        <p15:guide id="32" pos="4703">
          <p15:clr>
            <a:srgbClr val="F26B43"/>
          </p15:clr>
        </p15:guide>
        <p15:guide id="33" pos="4991">
          <p15:clr>
            <a:srgbClr val="F26B43"/>
          </p15:clr>
        </p15:guide>
        <p15:guide id="34" pos="5279">
          <p15:clr>
            <a:srgbClr val="F26B43"/>
          </p15:clr>
        </p15:guide>
        <p15:guide id="35" pos="5567">
          <p15:clr>
            <a:srgbClr val="F26B43"/>
          </p15:clr>
        </p15:guide>
        <p15:guide id="36" pos="5855">
          <p15:clr>
            <a:srgbClr val="F26B43"/>
          </p15:clr>
        </p15:guide>
        <p15:guide id="37" pos="6143">
          <p15:clr>
            <a:srgbClr val="F26B43"/>
          </p15:clr>
        </p15:guide>
        <p15:guide id="38" pos="6431">
          <p15:clr>
            <a:srgbClr val="F26B43"/>
          </p15:clr>
        </p15:guide>
        <p15:guide id="39" pos="6719">
          <p15:clr>
            <a:srgbClr val="F26B43"/>
          </p15:clr>
        </p15:guide>
        <p15:guide id="40" pos="7007">
          <p15:clr>
            <a:srgbClr val="F26B43"/>
          </p15:clr>
        </p15:guide>
        <p15:guide id="41" pos="7295">
          <p15:clr>
            <a:srgbClr val="F26B43"/>
          </p15:clr>
        </p15:guide>
        <p15:guide id="42" pos="7678">
          <p15:clr>
            <a:srgbClr val="F26B43"/>
          </p15:clr>
        </p15:guide>
        <p15:guide id="43" orient="horz" pos="4320">
          <p15:clr>
            <a:srgbClr val="F26B43"/>
          </p15:clr>
        </p15:guide>
        <p15:guide id="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5.xml"/><Relationship Id="rId4" Type="http://schemas.openxmlformats.org/officeDocument/2006/relationships/image" Target="../media/image19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Colors</a:t>
            </a:r>
            <a:endParaRPr/>
          </a:p>
        </p:txBody>
      </p:sp>
      <p:grpSp>
        <p:nvGrpSpPr>
          <p:cNvPr id="1143" name="Google Shape;1143;p1"/>
          <p:cNvGrpSpPr/>
          <p:nvPr/>
        </p:nvGrpSpPr>
        <p:grpSpPr>
          <a:xfrm>
            <a:off x="579809" y="991639"/>
            <a:ext cx="2036216" cy="4643807"/>
            <a:chOff x="579809" y="991638"/>
            <a:chExt cx="2036216" cy="4643807"/>
          </a:xfrm>
        </p:grpSpPr>
        <p:grpSp>
          <p:nvGrpSpPr>
            <p:cNvPr id="1144" name="Google Shape;1144;p1"/>
            <p:cNvGrpSpPr/>
            <p:nvPr/>
          </p:nvGrpSpPr>
          <p:grpSpPr>
            <a:xfrm>
              <a:off x="579809" y="991638"/>
              <a:ext cx="2036216" cy="769441"/>
              <a:chOff x="579809" y="991638"/>
              <a:chExt cx="2036216" cy="769441"/>
            </a:xfrm>
          </p:grpSpPr>
          <p:sp>
            <p:nvSpPr>
              <p:cNvPr id="1145" name="Google Shape;1145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6" name="Google Shape;1146;p1"/>
              <p:cNvSpPr txBox="1"/>
              <p:nvPr/>
            </p:nvSpPr>
            <p:spPr>
              <a:xfrm>
                <a:off x="1420185" y="991638"/>
                <a:ext cx="1195840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Black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PMS Pantone Black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0-0-0-100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RGB 0-0-0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#000000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7" name="Google Shape;1147;p1"/>
            <p:cNvGrpSpPr/>
            <p:nvPr/>
          </p:nvGrpSpPr>
          <p:grpSpPr>
            <a:xfrm>
              <a:off x="579809" y="2351247"/>
              <a:ext cx="1944846" cy="615553"/>
              <a:chOff x="579809" y="1059792"/>
              <a:chExt cx="1944846" cy="615553"/>
            </a:xfrm>
          </p:grpSpPr>
          <p:sp>
            <p:nvSpPr>
              <p:cNvPr id="1148" name="Google Shape;1148;p1"/>
              <p:cNvSpPr/>
              <p:nvPr/>
            </p:nvSpPr>
            <p:spPr>
              <a:xfrm>
                <a:off x="579809" y="1068582"/>
                <a:ext cx="597973" cy="597973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D9D9D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9" name="Google Shape;1149;p1"/>
              <p:cNvSpPr txBox="1"/>
              <p:nvPr/>
            </p:nvSpPr>
            <p:spPr>
              <a:xfrm>
                <a:off x="1420185" y="1059792"/>
                <a:ext cx="1104470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White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RGB 255-255-255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HEX #FFFFFF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0" name="Google Shape;1150;p1"/>
            <p:cNvGrpSpPr/>
            <p:nvPr/>
          </p:nvGrpSpPr>
          <p:grpSpPr>
            <a:xfrm>
              <a:off x="579809" y="3574548"/>
              <a:ext cx="2004156" cy="769441"/>
              <a:chOff x="579809" y="991638"/>
              <a:chExt cx="2004156" cy="769441"/>
            </a:xfrm>
          </p:grpSpPr>
          <p:sp>
            <p:nvSpPr>
              <p:cNvPr id="1151" name="Google Shape;1151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2" name="Google Shape;1152;p1"/>
              <p:cNvSpPr txBox="1"/>
              <p:nvPr/>
            </p:nvSpPr>
            <p:spPr>
              <a:xfrm>
                <a:off x="1420185" y="991638"/>
                <a:ext cx="1163780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Dark Blue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4146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100-82-0-81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27-29-54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#1B1D36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3" name="Google Shape;1153;p1"/>
            <p:cNvGrpSpPr/>
            <p:nvPr/>
          </p:nvGrpSpPr>
          <p:grpSpPr>
            <a:xfrm>
              <a:off x="579809" y="4866004"/>
              <a:ext cx="1951258" cy="769441"/>
              <a:chOff x="579809" y="991638"/>
              <a:chExt cx="1951258" cy="769441"/>
            </a:xfrm>
          </p:grpSpPr>
          <p:sp>
            <p:nvSpPr>
              <p:cNvPr id="1154" name="Google Shape;1154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5" name="Google Shape;1155;p1"/>
              <p:cNvSpPr txBox="1"/>
              <p:nvPr/>
            </p:nvSpPr>
            <p:spPr>
              <a:xfrm>
                <a:off x="1420185" y="991638"/>
                <a:ext cx="111088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Blue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7469 C</a:t>
                </a:r>
                <a:b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96-64-24-6</a:t>
                </a:r>
                <a:b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0-92-138</a:t>
                </a:r>
                <a:b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#005C8A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56" name="Google Shape;1156;p1"/>
          <p:cNvGrpSpPr/>
          <p:nvPr/>
        </p:nvGrpSpPr>
        <p:grpSpPr>
          <a:xfrm>
            <a:off x="7070071" y="991638"/>
            <a:ext cx="1964082" cy="3352351"/>
            <a:chOff x="7095322" y="991638"/>
            <a:chExt cx="1964082" cy="3352351"/>
          </a:xfrm>
        </p:grpSpPr>
        <p:grpSp>
          <p:nvGrpSpPr>
            <p:cNvPr id="1157" name="Google Shape;1157;p1"/>
            <p:cNvGrpSpPr/>
            <p:nvPr/>
          </p:nvGrpSpPr>
          <p:grpSpPr>
            <a:xfrm>
              <a:off x="7095322" y="991638"/>
              <a:ext cx="1964082" cy="769441"/>
              <a:chOff x="579809" y="991638"/>
              <a:chExt cx="1964082" cy="769441"/>
            </a:xfrm>
          </p:grpSpPr>
          <p:sp>
            <p:nvSpPr>
              <p:cNvPr id="1158" name="Google Shape;1158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CC092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9" name="Google Shape;1159;p1"/>
              <p:cNvSpPr txBox="1"/>
              <p:nvPr/>
            </p:nvSpPr>
            <p:spPr>
              <a:xfrm>
                <a:off x="1420185" y="991638"/>
                <a:ext cx="1123706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Red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186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0-100-81-4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204-9-47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#CC092F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0" name="Google Shape;1160;p1"/>
            <p:cNvGrpSpPr/>
            <p:nvPr/>
          </p:nvGrpSpPr>
          <p:grpSpPr>
            <a:xfrm>
              <a:off x="7095322" y="3574548"/>
              <a:ext cx="1964082" cy="769441"/>
              <a:chOff x="579809" y="991638"/>
              <a:chExt cx="1964082" cy="769441"/>
            </a:xfrm>
          </p:grpSpPr>
          <p:sp>
            <p:nvSpPr>
              <p:cNvPr id="1161" name="Google Shape;1161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2" name="Google Shape;1162;p1"/>
              <p:cNvSpPr txBox="1"/>
              <p:nvPr/>
            </p:nvSpPr>
            <p:spPr>
              <a:xfrm>
                <a:off x="1420185" y="991638"/>
                <a:ext cx="1123706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Yellow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7408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0-29-100-0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243-186-22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#F3BA16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3" name="Google Shape;1163;p1"/>
            <p:cNvGrpSpPr/>
            <p:nvPr/>
          </p:nvGrpSpPr>
          <p:grpSpPr>
            <a:xfrm>
              <a:off x="7095322" y="2283093"/>
              <a:ext cx="1964082" cy="769441"/>
              <a:chOff x="579809" y="991638"/>
              <a:chExt cx="1964082" cy="769441"/>
            </a:xfrm>
          </p:grpSpPr>
          <p:sp>
            <p:nvSpPr>
              <p:cNvPr id="1164" name="Google Shape;1164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E68C2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1"/>
              <p:cNvSpPr txBox="1"/>
              <p:nvPr/>
            </p:nvSpPr>
            <p:spPr>
              <a:xfrm>
                <a:off x="1420185" y="991638"/>
                <a:ext cx="1123706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Orange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138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0-52-100-0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230-140-40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#E68C28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66" name="Google Shape;1166;p1"/>
          <p:cNvGrpSpPr/>
          <p:nvPr/>
        </p:nvGrpSpPr>
        <p:grpSpPr>
          <a:xfrm>
            <a:off x="9626391" y="991639"/>
            <a:ext cx="1933624" cy="3352350"/>
            <a:chOff x="9541549" y="991639"/>
            <a:chExt cx="1933624" cy="3352350"/>
          </a:xfrm>
        </p:grpSpPr>
        <p:grpSp>
          <p:nvGrpSpPr>
            <p:cNvPr id="1167" name="Google Shape;1167;p1"/>
            <p:cNvGrpSpPr/>
            <p:nvPr/>
          </p:nvGrpSpPr>
          <p:grpSpPr>
            <a:xfrm>
              <a:off x="9541549" y="991639"/>
              <a:ext cx="1885534" cy="769441"/>
              <a:chOff x="579809" y="991638"/>
              <a:chExt cx="1885534" cy="769441"/>
            </a:xfrm>
          </p:grpSpPr>
          <p:sp>
            <p:nvSpPr>
              <p:cNvPr id="1168" name="Google Shape;1168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53565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1"/>
              <p:cNvSpPr txBox="1"/>
              <p:nvPr/>
            </p:nvSpPr>
            <p:spPr>
              <a:xfrm>
                <a:off x="1420185" y="991638"/>
                <a:ext cx="1045158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Dark Gray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Cool Gray 11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0-0-0-80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83-86-90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#53565A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0" name="Google Shape;1170;p1"/>
            <p:cNvGrpSpPr/>
            <p:nvPr/>
          </p:nvGrpSpPr>
          <p:grpSpPr>
            <a:xfrm>
              <a:off x="9541549" y="2360038"/>
              <a:ext cx="1858283" cy="769441"/>
              <a:chOff x="579809" y="991638"/>
              <a:chExt cx="1858283" cy="769441"/>
            </a:xfrm>
          </p:grpSpPr>
          <p:sp>
            <p:nvSpPr>
              <p:cNvPr id="1171" name="Google Shape;1171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rgbClr val="99999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2" name="Google Shape;1172;p1"/>
              <p:cNvSpPr txBox="1"/>
              <p:nvPr/>
            </p:nvSpPr>
            <p:spPr>
              <a:xfrm>
                <a:off x="1420185" y="991638"/>
                <a:ext cx="1017907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Cool Gray 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Cool Gray 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0-0-0-48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151-153-155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#97999B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3" name="Google Shape;1173;p1"/>
            <p:cNvGrpSpPr/>
            <p:nvPr/>
          </p:nvGrpSpPr>
          <p:grpSpPr>
            <a:xfrm>
              <a:off x="9541549" y="3728436"/>
              <a:ext cx="1933624" cy="615553"/>
              <a:chOff x="8968870" y="2351247"/>
              <a:chExt cx="1933624" cy="615553"/>
            </a:xfrm>
          </p:grpSpPr>
          <p:sp>
            <p:nvSpPr>
              <p:cNvPr id="1174" name="Google Shape;1174;p1"/>
              <p:cNvSpPr/>
              <p:nvPr/>
            </p:nvSpPr>
            <p:spPr>
              <a:xfrm>
                <a:off x="8968870" y="2360037"/>
                <a:ext cx="597973" cy="597973"/>
              </a:xfrm>
              <a:prstGeom prst="ellipse">
                <a:avLst/>
              </a:prstGeom>
              <a:solidFill>
                <a:srgbClr val="E2E3E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5" name="Google Shape;1175;p1"/>
              <p:cNvSpPr txBox="1"/>
              <p:nvPr/>
            </p:nvSpPr>
            <p:spPr>
              <a:xfrm>
                <a:off x="9809246" y="2351247"/>
                <a:ext cx="1093248" cy="6155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Broadcom Gray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CMYK 0-0-0-12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RGB 226-227-228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HEX #E2E3E4</a:t>
                </a: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76" name="Google Shape;1176;p1"/>
          <p:cNvGrpSpPr/>
          <p:nvPr/>
        </p:nvGrpSpPr>
        <p:grpSpPr>
          <a:xfrm>
            <a:off x="3208264" y="991638"/>
            <a:ext cx="3269568" cy="4643808"/>
            <a:chOff x="3163464" y="991638"/>
            <a:chExt cx="3269568" cy="4643808"/>
          </a:xfrm>
        </p:grpSpPr>
        <p:grpSp>
          <p:nvGrpSpPr>
            <p:cNvPr id="1177" name="Google Shape;1177;p1"/>
            <p:cNvGrpSpPr/>
            <p:nvPr/>
          </p:nvGrpSpPr>
          <p:grpSpPr>
            <a:xfrm>
              <a:off x="3163464" y="2283093"/>
              <a:ext cx="1887137" cy="769441"/>
              <a:chOff x="579809" y="991638"/>
              <a:chExt cx="1887137" cy="769441"/>
            </a:xfrm>
          </p:grpSpPr>
          <p:sp>
            <p:nvSpPr>
              <p:cNvPr id="1178" name="Google Shape;1178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9" name="Google Shape;1179;p1"/>
              <p:cNvSpPr txBox="1"/>
              <p:nvPr/>
            </p:nvSpPr>
            <p:spPr>
              <a:xfrm>
                <a:off x="1420185" y="991638"/>
                <a:ext cx="1046761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Purple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7678 C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74-85-0-0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108-75-148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#6C4B94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0" name="Google Shape;1180;p1"/>
            <p:cNvGrpSpPr/>
            <p:nvPr/>
          </p:nvGrpSpPr>
          <p:grpSpPr>
            <a:xfrm>
              <a:off x="3163465" y="991638"/>
              <a:ext cx="1951258" cy="769441"/>
              <a:chOff x="579809" y="991638"/>
              <a:chExt cx="1951258" cy="769441"/>
            </a:xfrm>
          </p:grpSpPr>
          <p:sp>
            <p:nvSpPr>
              <p:cNvPr id="1181" name="Google Shape;1181;p1"/>
              <p:cNvSpPr/>
              <p:nvPr/>
            </p:nvSpPr>
            <p:spPr>
              <a:xfrm>
                <a:off x="579809" y="1077372"/>
                <a:ext cx="597973" cy="5979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2" name="Google Shape;1182;p1"/>
              <p:cNvSpPr txBox="1"/>
              <p:nvPr/>
            </p:nvSpPr>
            <p:spPr>
              <a:xfrm>
                <a:off x="1420185" y="991638"/>
                <a:ext cx="111088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Aqua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7474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96-9-32-29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0-123-140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#007B8C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3" name="Google Shape;1183;p1"/>
            <p:cNvGrpSpPr/>
            <p:nvPr/>
          </p:nvGrpSpPr>
          <p:grpSpPr>
            <a:xfrm>
              <a:off x="3163465" y="3574548"/>
              <a:ext cx="3269567" cy="769441"/>
              <a:chOff x="3163465" y="3574548"/>
              <a:chExt cx="3269567" cy="769441"/>
            </a:xfrm>
          </p:grpSpPr>
          <p:sp>
            <p:nvSpPr>
              <p:cNvPr id="1184" name="Google Shape;1184;p1"/>
              <p:cNvSpPr/>
              <p:nvPr/>
            </p:nvSpPr>
            <p:spPr>
              <a:xfrm>
                <a:off x="3163465" y="3660283"/>
                <a:ext cx="597973" cy="597973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5" name="Google Shape;1185;p1"/>
              <p:cNvSpPr txBox="1"/>
              <p:nvPr/>
            </p:nvSpPr>
            <p:spPr>
              <a:xfrm>
                <a:off x="4003840" y="3574548"/>
                <a:ext cx="242919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Azure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313 CP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100-0-11-2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0-152-199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#0098C7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(AA Compliant)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0-125-163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#007DA3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6" name="Google Shape;1186;p1"/>
              <p:cNvSpPr/>
              <p:nvPr/>
            </p:nvSpPr>
            <p:spPr>
              <a:xfrm>
                <a:off x="3462450" y="3660282"/>
                <a:ext cx="298988" cy="597974"/>
              </a:xfrm>
              <a:custGeom>
                <a:avLst/>
                <a:gdLst/>
                <a:ahLst/>
                <a:cxnLst/>
                <a:rect l="l" t="t" r="r" b="b"/>
                <a:pathLst>
                  <a:path w="298988" h="597974" extrusionOk="0">
                    <a:moveTo>
                      <a:pt x="1" y="0"/>
                    </a:moveTo>
                    <a:cubicBezTo>
                      <a:pt x="165127" y="0"/>
                      <a:pt x="298988" y="133861"/>
                      <a:pt x="298988" y="298987"/>
                    </a:cubicBezTo>
                    <a:cubicBezTo>
                      <a:pt x="298988" y="464113"/>
                      <a:pt x="165127" y="597974"/>
                      <a:pt x="1" y="597974"/>
                    </a:cubicBezTo>
                    <a:lnTo>
                      <a:pt x="0" y="5979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D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7" name="Google Shape;1187;p1"/>
            <p:cNvGrpSpPr/>
            <p:nvPr/>
          </p:nvGrpSpPr>
          <p:grpSpPr>
            <a:xfrm>
              <a:off x="3163464" y="4866005"/>
              <a:ext cx="3269568" cy="769441"/>
              <a:chOff x="3163464" y="4866005"/>
              <a:chExt cx="3269568" cy="769441"/>
            </a:xfrm>
          </p:grpSpPr>
          <p:sp>
            <p:nvSpPr>
              <p:cNvPr id="1188" name="Google Shape;1188;p1"/>
              <p:cNvSpPr/>
              <p:nvPr/>
            </p:nvSpPr>
            <p:spPr>
              <a:xfrm>
                <a:off x="3163464" y="4951739"/>
                <a:ext cx="597973" cy="597973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9" name="Google Shape;1189;p1"/>
              <p:cNvSpPr/>
              <p:nvPr/>
            </p:nvSpPr>
            <p:spPr>
              <a:xfrm>
                <a:off x="3462450" y="4951738"/>
                <a:ext cx="298988" cy="597974"/>
              </a:xfrm>
              <a:custGeom>
                <a:avLst/>
                <a:gdLst/>
                <a:ahLst/>
                <a:cxnLst/>
                <a:rect l="l" t="t" r="r" b="b"/>
                <a:pathLst>
                  <a:path w="298988" h="597974" extrusionOk="0">
                    <a:moveTo>
                      <a:pt x="1" y="0"/>
                    </a:moveTo>
                    <a:cubicBezTo>
                      <a:pt x="165127" y="0"/>
                      <a:pt x="298988" y="133861"/>
                      <a:pt x="298988" y="298987"/>
                    </a:cubicBezTo>
                    <a:cubicBezTo>
                      <a:pt x="298988" y="464113"/>
                      <a:pt x="165127" y="597974"/>
                      <a:pt x="1" y="597974"/>
                    </a:cubicBezTo>
                    <a:lnTo>
                      <a:pt x="0" y="5979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3800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0" name="Google Shape;1190;p1"/>
              <p:cNvSpPr txBox="1"/>
              <p:nvPr/>
            </p:nvSpPr>
            <p:spPr>
              <a:xfrm>
                <a:off x="4003840" y="4866005"/>
                <a:ext cx="2429192" cy="7694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Green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PMS 369 C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CMYK 67-12-100-1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97-166-14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#61A60E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2"/>
                    </a:solidFill>
                    <a:latin typeface="Arial"/>
                    <a:ea typeface="Arial"/>
                    <a:cs typeface="Arial"/>
                    <a:sym typeface="Arial"/>
                  </a:rPr>
                  <a:t>(AA Compliant)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RGB 35-128-10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HEX #23800A</a:t>
                </a:r>
                <a:endParaRPr sz="1000" b="0" i="0" u="none" strike="noStrike" cap="non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E57F-73E7-5BF2-F1A9-C2169DFA2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VCF Low Level Design Diagrams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E5FC1-9C51-6F7C-B7EF-F885661F5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4345E-C8F0-E7C2-0FD8-F54BEB458D64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1C5E4-478A-70BE-6FDA-57EB5B007A1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F4951583-BB3D-4020-FEEA-BA4EB1F36ADB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r>
              <a:rPr lang="en-US" dirty="0"/>
              <a:t>VCF Automation Models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53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Constructs v1</a:t>
            </a:r>
            <a:endParaRPr/>
          </a:p>
        </p:txBody>
      </p:sp>
      <p:grpSp>
        <p:nvGrpSpPr>
          <p:cNvPr id="1202" name="Google Shape;1202;p53"/>
          <p:cNvGrpSpPr/>
          <p:nvPr/>
        </p:nvGrpSpPr>
        <p:grpSpPr>
          <a:xfrm>
            <a:off x="3433403" y="1355712"/>
            <a:ext cx="4309889" cy="4146575"/>
            <a:chOff x="719311" y="1423298"/>
            <a:chExt cx="4309889" cy="4146575"/>
          </a:xfrm>
        </p:grpSpPr>
        <p:sp>
          <p:nvSpPr>
            <p:cNvPr id="1203" name="Google Shape;1203;p53"/>
            <p:cNvSpPr/>
            <p:nvPr/>
          </p:nvSpPr>
          <p:spPr>
            <a:xfrm>
              <a:off x="719311" y="1423298"/>
              <a:ext cx="4309889" cy="4146575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Private Cloud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53"/>
            <p:cNvSpPr/>
            <p:nvPr/>
          </p:nvSpPr>
          <p:spPr>
            <a:xfrm>
              <a:off x="830547" y="1755650"/>
              <a:ext cx="1935641" cy="3681801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Fleet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53"/>
            <p:cNvSpPr/>
            <p:nvPr/>
          </p:nvSpPr>
          <p:spPr>
            <a:xfrm>
              <a:off x="929477" y="2882698"/>
              <a:ext cx="1737360" cy="1976753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Instance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53"/>
            <p:cNvSpPr/>
            <p:nvPr/>
          </p:nvSpPr>
          <p:spPr>
            <a:xfrm>
              <a:off x="1017063" y="2479515"/>
              <a:ext cx="1556095" cy="271824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Automation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53"/>
            <p:cNvSpPr/>
            <p:nvPr/>
          </p:nvSpPr>
          <p:spPr>
            <a:xfrm>
              <a:off x="1017063" y="3178799"/>
              <a:ext cx="1556095" cy="11924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Management Domain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53"/>
            <p:cNvSpPr/>
            <p:nvPr/>
          </p:nvSpPr>
          <p:spPr>
            <a:xfrm>
              <a:off x="1116722" y="3521005"/>
              <a:ext cx="1354057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vCenter</a:t>
              </a: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53"/>
            <p:cNvSpPr/>
            <p:nvPr/>
          </p:nvSpPr>
          <p:spPr>
            <a:xfrm>
              <a:off x="1116722" y="3796357"/>
              <a:ext cx="1354058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NSX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53"/>
            <p:cNvSpPr/>
            <p:nvPr/>
          </p:nvSpPr>
          <p:spPr>
            <a:xfrm>
              <a:off x="1116720" y="4069741"/>
              <a:ext cx="1354059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SDDC Manager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53"/>
            <p:cNvSpPr/>
            <p:nvPr/>
          </p:nvSpPr>
          <p:spPr>
            <a:xfrm>
              <a:off x="929476" y="4986429"/>
              <a:ext cx="1737360" cy="335747"/>
            </a:xfrm>
            <a:prstGeom prst="rect">
              <a:avLst/>
            </a:prstGeom>
            <a:noFill/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Additional VCF Instances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53"/>
            <p:cNvSpPr/>
            <p:nvPr/>
          </p:nvSpPr>
          <p:spPr>
            <a:xfrm>
              <a:off x="1020108" y="2082843"/>
              <a:ext cx="1556095" cy="2657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Operations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53"/>
            <p:cNvSpPr/>
            <p:nvPr/>
          </p:nvSpPr>
          <p:spPr>
            <a:xfrm>
              <a:off x="1015701" y="4498374"/>
              <a:ext cx="1556096" cy="24318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Workload Domains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53"/>
            <p:cNvSpPr/>
            <p:nvPr/>
          </p:nvSpPr>
          <p:spPr>
            <a:xfrm>
              <a:off x="2952704" y="1755650"/>
              <a:ext cx="1935641" cy="3681801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US" sz="11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Fleet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53"/>
            <p:cNvSpPr/>
            <p:nvPr/>
          </p:nvSpPr>
          <p:spPr>
            <a:xfrm>
              <a:off x="3051634" y="2882698"/>
              <a:ext cx="1737360" cy="1976753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Instance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53"/>
            <p:cNvSpPr/>
            <p:nvPr/>
          </p:nvSpPr>
          <p:spPr>
            <a:xfrm>
              <a:off x="3139220" y="2479515"/>
              <a:ext cx="1556095" cy="271824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Automation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53"/>
            <p:cNvSpPr/>
            <p:nvPr/>
          </p:nvSpPr>
          <p:spPr>
            <a:xfrm>
              <a:off x="3139220" y="3178799"/>
              <a:ext cx="1556095" cy="11924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Management Domain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53"/>
            <p:cNvSpPr/>
            <p:nvPr/>
          </p:nvSpPr>
          <p:spPr>
            <a:xfrm>
              <a:off x="3238879" y="3521005"/>
              <a:ext cx="1354057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vCenter</a:t>
              </a:r>
              <a:endPara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53"/>
            <p:cNvSpPr/>
            <p:nvPr/>
          </p:nvSpPr>
          <p:spPr>
            <a:xfrm>
              <a:off x="3238879" y="3796357"/>
              <a:ext cx="1354058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NSX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53"/>
            <p:cNvSpPr/>
            <p:nvPr/>
          </p:nvSpPr>
          <p:spPr>
            <a:xfrm>
              <a:off x="3238877" y="4069741"/>
              <a:ext cx="1354059" cy="185495"/>
            </a:xfrm>
            <a:prstGeom prst="rect">
              <a:avLst/>
            </a:prstGeom>
            <a:noFill/>
            <a:ln w="127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8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SDDC Manager</a:t>
              </a:r>
              <a:endPara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53"/>
            <p:cNvSpPr/>
            <p:nvPr/>
          </p:nvSpPr>
          <p:spPr>
            <a:xfrm>
              <a:off x="3051633" y="4986429"/>
              <a:ext cx="1737360" cy="335747"/>
            </a:xfrm>
            <a:prstGeom prst="rect">
              <a:avLst/>
            </a:prstGeom>
            <a:noFill/>
            <a:ln w="12700" cap="rnd" cmpd="sng">
              <a:solidFill>
                <a:schemeClr val="dk1"/>
              </a:solidFill>
              <a:prstDash val="dash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Additional VCF Instances</a:t>
              </a:r>
              <a:endPara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53"/>
            <p:cNvSpPr/>
            <p:nvPr/>
          </p:nvSpPr>
          <p:spPr>
            <a:xfrm>
              <a:off x="3142265" y="2082843"/>
              <a:ext cx="1556095" cy="26571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-US" sz="10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Operations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53"/>
            <p:cNvSpPr/>
            <p:nvPr/>
          </p:nvSpPr>
          <p:spPr>
            <a:xfrm>
              <a:off x="3137858" y="4498374"/>
              <a:ext cx="1556096" cy="243189"/>
            </a:xfrm>
            <a:prstGeom prst="rect">
              <a:avLst/>
            </a:prstGeom>
            <a:solidFill>
              <a:schemeClr val="lt1"/>
            </a:solidFill>
            <a:ln w="12700" cap="rnd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en-US" sz="9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Workload Domains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54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Constructs v1 (SVG Image)</a:t>
            </a:r>
            <a:endParaRPr/>
          </a:p>
        </p:txBody>
      </p:sp>
      <p:pic>
        <p:nvPicPr>
          <p:cNvPr id="1229" name="Google Shape;1229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92593" y="1351788"/>
            <a:ext cx="4331208" cy="4154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66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dirty="0"/>
              <a:t>VCF Automation Models</a:t>
            </a:r>
            <a:endParaRPr dirty="0"/>
          </a:p>
        </p:txBody>
      </p:sp>
      <p:sp>
        <p:nvSpPr>
          <p:cNvPr id="1449" name="Google Shape;1449;p66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p67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Automation Models v1</a:t>
            </a:r>
            <a:endParaRPr/>
          </a:p>
        </p:txBody>
      </p:sp>
      <p:sp>
        <p:nvSpPr>
          <p:cNvPr id="1455" name="Google Shape;1455;p67"/>
          <p:cNvSpPr txBox="1">
            <a:spLocks noGrp="1"/>
          </p:cNvSpPr>
          <p:nvPr>
            <p:ph type="subTitle" idx="1"/>
          </p:nvPr>
        </p:nvSpPr>
        <p:spPr>
          <a:xfrm>
            <a:off x="592866" y="811830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456" name="Google Shape;1456;p67"/>
          <p:cNvSpPr/>
          <p:nvPr/>
        </p:nvSpPr>
        <p:spPr>
          <a:xfrm>
            <a:off x="6252802" y="2216469"/>
            <a:ext cx="4086603" cy="1458741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67"/>
          <p:cNvSpPr/>
          <p:nvPr/>
        </p:nvSpPr>
        <p:spPr>
          <a:xfrm>
            <a:off x="7724220" y="3140540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(Node 2)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67"/>
          <p:cNvSpPr/>
          <p:nvPr/>
        </p:nvSpPr>
        <p:spPr>
          <a:xfrm>
            <a:off x="9025333" y="3136782"/>
            <a:ext cx="1181174" cy="359197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(Node 3)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9" name="Google Shape;1459;p67"/>
          <p:cNvSpPr/>
          <p:nvPr/>
        </p:nvSpPr>
        <p:spPr>
          <a:xfrm>
            <a:off x="6423106" y="3140540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(Node 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0" name="Google Shape;1460;p67"/>
          <p:cNvSpPr/>
          <p:nvPr/>
        </p:nvSpPr>
        <p:spPr>
          <a:xfrm>
            <a:off x="6094412" y="1844221"/>
            <a:ext cx="4436829" cy="380197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- 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67"/>
          <p:cNvSpPr/>
          <p:nvPr/>
        </p:nvSpPr>
        <p:spPr>
          <a:xfrm>
            <a:off x="2421060" y="2190198"/>
            <a:ext cx="1752600" cy="1485012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67"/>
          <p:cNvSpPr/>
          <p:nvPr/>
        </p:nvSpPr>
        <p:spPr>
          <a:xfrm>
            <a:off x="2682467" y="3140540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(Node 1)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67"/>
          <p:cNvSpPr/>
          <p:nvPr/>
        </p:nvSpPr>
        <p:spPr>
          <a:xfrm>
            <a:off x="6588368" y="4104699"/>
            <a:ext cx="3452878" cy="1356063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Connections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67"/>
          <p:cNvSpPr/>
          <p:nvPr/>
        </p:nvSpPr>
        <p:spPr>
          <a:xfrm>
            <a:off x="1037550" y="1844221"/>
            <a:ext cx="4436829" cy="3801978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- VCF Automation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67"/>
          <p:cNvSpPr/>
          <p:nvPr/>
        </p:nvSpPr>
        <p:spPr>
          <a:xfrm>
            <a:off x="6696828" y="4392394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67"/>
          <p:cNvSpPr/>
          <p:nvPr/>
        </p:nvSpPr>
        <p:spPr>
          <a:xfrm>
            <a:off x="6789149" y="4693603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7" name="Google Shape;1467;p67"/>
          <p:cNvSpPr/>
          <p:nvPr/>
        </p:nvSpPr>
        <p:spPr>
          <a:xfrm>
            <a:off x="6784402" y="4958637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67"/>
          <p:cNvSpPr/>
          <p:nvPr/>
        </p:nvSpPr>
        <p:spPr>
          <a:xfrm>
            <a:off x="8376121" y="4393486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67"/>
          <p:cNvSpPr/>
          <p:nvPr/>
        </p:nvSpPr>
        <p:spPr>
          <a:xfrm>
            <a:off x="8468442" y="4694695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67"/>
          <p:cNvSpPr/>
          <p:nvPr/>
        </p:nvSpPr>
        <p:spPr>
          <a:xfrm>
            <a:off x="8463695" y="4959729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1" name="Google Shape;1471;p67"/>
          <p:cNvCxnSpPr>
            <a:stCxn id="1456" idx="2"/>
          </p:cNvCxnSpPr>
          <p:nvPr/>
        </p:nvCxnSpPr>
        <p:spPr>
          <a:xfrm>
            <a:off x="8296104" y="3675210"/>
            <a:ext cx="0" cy="4296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72" name="Google Shape;1472;p67"/>
          <p:cNvSpPr/>
          <p:nvPr/>
        </p:nvSpPr>
        <p:spPr>
          <a:xfrm>
            <a:off x="2682468" y="2485360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3" name="Google Shape;1473;p67"/>
          <p:cNvCxnSpPr>
            <a:stCxn id="1472" idx="2"/>
            <a:endCxn id="1462" idx="0"/>
          </p:cNvCxnSpPr>
          <p:nvPr/>
        </p:nvCxnSpPr>
        <p:spPr>
          <a:xfrm>
            <a:off x="3273056" y="2845378"/>
            <a:ext cx="0" cy="295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74" name="Google Shape;1474;p67"/>
          <p:cNvSpPr/>
          <p:nvPr/>
        </p:nvSpPr>
        <p:spPr>
          <a:xfrm>
            <a:off x="7724220" y="2498496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5" name="Google Shape;1475;p67"/>
          <p:cNvCxnSpPr>
            <a:stCxn id="1474" idx="2"/>
            <a:endCxn id="1459" idx="0"/>
          </p:cNvCxnSpPr>
          <p:nvPr/>
        </p:nvCxnSpPr>
        <p:spPr>
          <a:xfrm rot="5400000">
            <a:off x="7523258" y="2348964"/>
            <a:ext cx="282000" cy="13011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76" name="Google Shape;1476;p67"/>
          <p:cNvCxnSpPr>
            <a:stCxn id="1474" idx="2"/>
            <a:endCxn id="1458" idx="0"/>
          </p:cNvCxnSpPr>
          <p:nvPr/>
        </p:nvCxnSpPr>
        <p:spPr>
          <a:xfrm rot="-5400000" flipH="1">
            <a:off x="8826158" y="2347164"/>
            <a:ext cx="278400" cy="1301100"/>
          </a:xfrm>
          <a:prstGeom prst="bentConnector3">
            <a:avLst>
              <a:gd name="adj1" fmla="val 50000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77" name="Google Shape;1477;p67"/>
          <p:cNvCxnSpPr>
            <a:stCxn id="1474" idx="2"/>
            <a:endCxn id="1457" idx="0"/>
          </p:cNvCxnSpPr>
          <p:nvPr/>
        </p:nvCxnSpPr>
        <p:spPr>
          <a:xfrm>
            <a:off x="8314808" y="2858514"/>
            <a:ext cx="0" cy="2820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478" name="Google Shape;1478;p67"/>
          <p:cNvSpPr/>
          <p:nvPr/>
        </p:nvSpPr>
        <p:spPr>
          <a:xfrm>
            <a:off x="1583440" y="4104699"/>
            <a:ext cx="3452878" cy="1356063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Connections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9" name="Google Shape;1479;p67"/>
          <p:cNvSpPr/>
          <p:nvPr/>
        </p:nvSpPr>
        <p:spPr>
          <a:xfrm>
            <a:off x="1691900" y="4392394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0" name="Google Shape;1480;p67"/>
          <p:cNvSpPr/>
          <p:nvPr/>
        </p:nvSpPr>
        <p:spPr>
          <a:xfrm>
            <a:off x="1784221" y="4693603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67"/>
          <p:cNvSpPr/>
          <p:nvPr/>
        </p:nvSpPr>
        <p:spPr>
          <a:xfrm>
            <a:off x="1779474" y="4958637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67"/>
          <p:cNvSpPr/>
          <p:nvPr/>
        </p:nvSpPr>
        <p:spPr>
          <a:xfrm>
            <a:off x="3371193" y="4393486"/>
            <a:ext cx="1529825" cy="907435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67"/>
          <p:cNvSpPr/>
          <p:nvPr/>
        </p:nvSpPr>
        <p:spPr>
          <a:xfrm>
            <a:off x="3463514" y="4694695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67"/>
          <p:cNvSpPr/>
          <p:nvPr/>
        </p:nvSpPr>
        <p:spPr>
          <a:xfrm>
            <a:off x="3458767" y="4959729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5" name="Google Shape;1485;p67"/>
          <p:cNvCxnSpPr/>
          <p:nvPr/>
        </p:nvCxnSpPr>
        <p:spPr>
          <a:xfrm>
            <a:off x="3291176" y="3675210"/>
            <a:ext cx="0" cy="429489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6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Automation Models v1 (SVG Image)</a:t>
            </a:r>
            <a:endParaRPr/>
          </a:p>
        </p:txBody>
      </p:sp>
      <p:pic>
        <p:nvPicPr>
          <p:cNvPr id="1491" name="Google Shape;1491;p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13944" y="1704442"/>
            <a:ext cx="9480042" cy="3822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2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VCF Simple and HA Models Combined v2</a:t>
            </a:r>
            <a:endParaRPr/>
          </a:p>
        </p:txBody>
      </p:sp>
      <p:sp>
        <p:nvSpPr>
          <p:cNvPr id="1497" name="Google Shape;1497;p2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8" name="Google Shape;1498;p2"/>
          <p:cNvSpPr/>
          <p:nvPr/>
        </p:nvSpPr>
        <p:spPr>
          <a:xfrm>
            <a:off x="1191372" y="1304622"/>
            <a:ext cx="4189909" cy="407120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– VCF Automation</a:t>
            </a:r>
            <a:endParaRPr/>
          </a:p>
        </p:txBody>
      </p:sp>
      <p:sp>
        <p:nvSpPr>
          <p:cNvPr id="1499" name="Google Shape;1499;p2"/>
          <p:cNvSpPr/>
          <p:nvPr/>
        </p:nvSpPr>
        <p:spPr>
          <a:xfrm>
            <a:off x="2378512" y="1668392"/>
            <a:ext cx="1819859" cy="16928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/>
          </a:p>
        </p:txBody>
      </p:sp>
      <p:sp>
        <p:nvSpPr>
          <p:cNvPr id="1500" name="Google Shape;1500;p2"/>
          <p:cNvSpPr/>
          <p:nvPr/>
        </p:nvSpPr>
        <p:spPr>
          <a:xfrm>
            <a:off x="2522408" y="2030449"/>
            <a:ext cx="1540532" cy="3494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/>
          </a:p>
        </p:txBody>
      </p:sp>
      <p:sp>
        <p:nvSpPr>
          <p:cNvPr id="1501" name="Google Shape;1501;p2"/>
          <p:cNvSpPr/>
          <p:nvPr/>
        </p:nvSpPr>
        <p:spPr>
          <a:xfrm>
            <a:off x="2607052" y="2904203"/>
            <a:ext cx="1371243" cy="3586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1)</a:t>
            </a:r>
            <a:endParaRPr/>
          </a:p>
        </p:txBody>
      </p:sp>
      <p:sp>
        <p:nvSpPr>
          <p:cNvPr id="1502" name="Google Shape;1502;p2"/>
          <p:cNvSpPr/>
          <p:nvPr/>
        </p:nvSpPr>
        <p:spPr>
          <a:xfrm>
            <a:off x="1379706" y="4099809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/>
          </a:p>
        </p:txBody>
      </p:sp>
      <p:sp>
        <p:nvSpPr>
          <p:cNvPr id="1503" name="Google Shape;1503;p2"/>
          <p:cNvSpPr/>
          <p:nvPr/>
        </p:nvSpPr>
        <p:spPr>
          <a:xfrm>
            <a:off x="1523601" y="4396065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/>
          </a:p>
        </p:txBody>
      </p:sp>
      <p:sp>
        <p:nvSpPr>
          <p:cNvPr id="1504" name="Google Shape;1504;p2"/>
          <p:cNvSpPr/>
          <p:nvPr/>
        </p:nvSpPr>
        <p:spPr>
          <a:xfrm>
            <a:off x="1519369" y="4754748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/>
          </a:p>
        </p:txBody>
      </p:sp>
      <p:sp>
        <p:nvSpPr>
          <p:cNvPr id="1505" name="Google Shape;1505;p2"/>
          <p:cNvSpPr/>
          <p:nvPr/>
        </p:nvSpPr>
        <p:spPr>
          <a:xfrm>
            <a:off x="3334996" y="4099809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/>
          </a:p>
        </p:txBody>
      </p:sp>
      <p:sp>
        <p:nvSpPr>
          <p:cNvPr id="1506" name="Google Shape;1506;p2"/>
          <p:cNvSpPr/>
          <p:nvPr/>
        </p:nvSpPr>
        <p:spPr>
          <a:xfrm>
            <a:off x="3478892" y="4396065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/>
          </a:p>
        </p:txBody>
      </p:sp>
      <p:sp>
        <p:nvSpPr>
          <p:cNvPr id="1507" name="Google Shape;1507;p2"/>
          <p:cNvSpPr/>
          <p:nvPr/>
        </p:nvSpPr>
        <p:spPr>
          <a:xfrm>
            <a:off x="3474660" y="4754748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/>
          </a:p>
        </p:txBody>
      </p:sp>
      <p:cxnSp>
        <p:nvCxnSpPr>
          <p:cNvPr id="1508" name="Google Shape;1508;p2"/>
          <p:cNvCxnSpPr>
            <a:stCxn id="1500" idx="2"/>
            <a:endCxn id="1501" idx="0"/>
          </p:cNvCxnSpPr>
          <p:nvPr/>
        </p:nvCxnSpPr>
        <p:spPr>
          <a:xfrm>
            <a:off x="3292674" y="2379911"/>
            <a:ext cx="0" cy="5244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09" name="Google Shape;1509;p2"/>
          <p:cNvCxnSpPr>
            <a:stCxn id="1502" idx="0"/>
            <a:endCxn id="1499" idx="2"/>
          </p:cNvCxnSpPr>
          <p:nvPr/>
        </p:nvCxnSpPr>
        <p:spPr>
          <a:xfrm rot="10800000" flipH="1">
            <a:off x="2289636" y="3361209"/>
            <a:ext cx="9987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10" name="Google Shape;1510;p2"/>
          <p:cNvSpPr/>
          <p:nvPr/>
        </p:nvSpPr>
        <p:spPr>
          <a:xfrm>
            <a:off x="5990722" y="1304622"/>
            <a:ext cx="4555997" cy="4071205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– VCF Automation</a:t>
            </a:r>
            <a:endParaRPr/>
          </a:p>
        </p:txBody>
      </p:sp>
      <p:sp>
        <p:nvSpPr>
          <p:cNvPr id="1511" name="Google Shape;1511;p2"/>
          <p:cNvSpPr/>
          <p:nvPr/>
        </p:nvSpPr>
        <p:spPr>
          <a:xfrm>
            <a:off x="6064786" y="1668392"/>
            <a:ext cx="4405751" cy="169289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/>
          </a:p>
        </p:txBody>
      </p:sp>
      <p:sp>
        <p:nvSpPr>
          <p:cNvPr id="1512" name="Google Shape;1512;p2"/>
          <p:cNvSpPr/>
          <p:nvPr/>
        </p:nvSpPr>
        <p:spPr>
          <a:xfrm>
            <a:off x="7499513" y="2030449"/>
            <a:ext cx="1540532" cy="3494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/>
          </a:p>
        </p:txBody>
      </p:sp>
      <p:sp>
        <p:nvSpPr>
          <p:cNvPr id="1513" name="Google Shape;1513;p2"/>
          <p:cNvSpPr/>
          <p:nvPr/>
        </p:nvSpPr>
        <p:spPr>
          <a:xfrm>
            <a:off x="6356810" y="4099809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/>
          </a:p>
        </p:txBody>
      </p:sp>
      <p:sp>
        <p:nvSpPr>
          <p:cNvPr id="1514" name="Google Shape;1514;p2"/>
          <p:cNvSpPr/>
          <p:nvPr/>
        </p:nvSpPr>
        <p:spPr>
          <a:xfrm>
            <a:off x="6500706" y="4396065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/>
          </a:p>
        </p:txBody>
      </p:sp>
      <p:sp>
        <p:nvSpPr>
          <p:cNvPr id="1515" name="Google Shape;1515;p2"/>
          <p:cNvSpPr/>
          <p:nvPr/>
        </p:nvSpPr>
        <p:spPr>
          <a:xfrm>
            <a:off x="6496474" y="4754748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/>
          </a:p>
        </p:txBody>
      </p:sp>
      <p:sp>
        <p:nvSpPr>
          <p:cNvPr id="1516" name="Google Shape;1516;p2"/>
          <p:cNvSpPr/>
          <p:nvPr/>
        </p:nvSpPr>
        <p:spPr>
          <a:xfrm>
            <a:off x="8312101" y="4099809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/>
          </a:p>
        </p:txBody>
      </p:sp>
      <p:sp>
        <p:nvSpPr>
          <p:cNvPr id="1517" name="Google Shape;1517;p2"/>
          <p:cNvSpPr/>
          <p:nvPr/>
        </p:nvSpPr>
        <p:spPr>
          <a:xfrm>
            <a:off x="8455997" y="4396065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/>
          </a:p>
        </p:txBody>
      </p:sp>
      <p:sp>
        <p:nvSpPr>
          <p:cNvPr id="1518" name="Google Shape;1518;p2"/>
          <p:cNvSpPr/>
          <p:nvPr/>
        </p:nvSpPr>
        <p:spPr>
          <a:xfrm>
            <a:off x="8451765" y="4754748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/>
          </a:p>
        </p:txBody>
      </p:sp>
      <p:cxnSp>
        <p:nvCxnSpPr>
          <p:cNvPr id="1519" name="Google Shape;1519;p2"/>
          <p:cNvCxnSpPr>
            <a:stCxn id="1512" idx="2"/>
            <a:endCxn id="1520" idx="0"/>
          </p:cNvCxnSpPr>
          <p:nvPr/>
        </p:nvCxnSpPr>
        <p:spPr>
          <a:xfrm>
            <a:off x="8269779" y="2379911"/>
            <a:ext cx="4200" cy="4884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21" name="Google Shape;1521;p2"/>
          <p:cNvCxnSpPr>
            <a:stCxn id="1513" idx="0"/>
            <a:endCxn id="1511" idx="2"/>
          </p:cNvCxnSpPr>
          <p:nvPr/>
        </p:nvCxnSpPr>
        <p:spPr>
          <a:xfrm rot="10800000" flipH="1">
            <a:off x="7266740" y="3361209"/>
            <a:ext cx="10008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22" name="Google Shape;1522;p2"/>
          <p:cNvSpPr/>
          <p:nvPr/>
        </p:nvSpPr>
        <p:spPr>
          <a:xfrm>
            <a:off x="6145199" y="2868229"/>
            <a:ext cx="1371243" cy="3586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1)</a:t>
            </a:r>
            <a:endParaRPr/>
          </a:p>
        </p:txBody>
      </p:sp>
      <p:sp>
        <p:nvSpPr>
          <p:cNvPr id="1520" name="Google Shape;1520;p2"/>
          <p:cNvSpPr/>
          <p:nvPr/>
        </p:nvSpPr>
        <p:spPr>
          <a:xfrm>
            <a:off x="7588389" y="2868229"/>
            <a:ext cx="1371243" cy="3586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2)</a:t>
            </a:r>
            <a:endParaRPr/>
          </a:p>
        </p:txBody>
      </p:sp>
      <p:sp>
        <p:nvSpPr>
          <p:cNvPr id="1523" name="Google Shape;1523;p2"/>
          <p:cNvSpPr/>
          <p:nvPr/>
        </p:nvSpPr>
        <p:spPr>
          <a:xfrm>
            <a:off x="9010418" y="2868229"/>
            <a:ext cx="1371243" cy="3586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3)</a:t>
            </a:r>
            <a:endParaRPr/>
          </a:p>
        </p:txBody>
      </p:sp>
      <p:cxnSp>
        <p:nvCxnSpPr>
          <p:cNvPr id="1524" name="Google Shape;1524;p2"/>
          <p:cNvCxnSpPr>
            <a:stCxn id="1522" idx="0"/>
            <a:endCxn id="1523" idx="0"/>
          </p:cNvCxnSpPr>
          <p:nvPr/>
        </p:nvCxnSpPr>
        <p:spPr>
          <a:xfrm rot="-5400000" flipH="1">
            <a:off x="8263171" y="1435879"/>
            <a:ext cx="600" cy="2865300"/>
          </a:xfrm>
          <a:prstGeom prst="bentConnector3">
            <a:avLst>
              <a:gd name="adj1" fmla="val -38958565"/>
            </a:avLst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25" name="Google Shape;1525;p2"/>
          <p:cNvCxnSpPr>
            <a:stCxn id="1505" idx="0"/>
            <a:endCxn id="1499" idx="2"/>
          </p:cNvCxnSpPr>
          <p:nvPr/>
        </p:nvCxnSpPr>
        <p:spPr>
          <a:xfrm rot="10800000">
            <a:off x="3288525" y="3361209"/>
            <a:ext cx="9564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26" name="Google Shape;1526;p2"/>
          <p:cNvCxnSpPr>
            <a:stCxn id="1516" idx="0"/>
            <a:endCxn id="1511" idx="2"/>
          </p:cNvCxnSpPr>
          <p:nvPr/>
        </p:nvCxnSpPr>
        <p:spPr>
          <a:xfrm rot="10800000">
            <a:off x="8267731" y="3361209"/>
            <a:ext cx="9543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VCF Simple and HA Models Combined v2 (SVG Image)</a:t>
            </a:r>
            <a:endParaRPr/>
          </a:p>
        </p:txBody>
      </p:sp>
      <p:sp>
        <p:nvSpPr>
          <p:cNvPr id="1532" name="Google Shape;1532;p6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1533" name="Google Shape;153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1362" y="1341092"/>
            <a:ext cx="10360501" cy="4541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VCF Simple Model (SVG Image)</a:t>
            </a:r>
            <a:endParaRPr/>
          </a:p>
        </p:txBody>
      </p:sp>
      <p:sp>
        <p:nvSpPr>
          <p:cNvPr id="1539" name="Google Shape;1539;p9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1540" name="Google Shape;154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5741" y="1541117"/>
            <a:ext cx="4347348" cy="4240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p10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VCF HA Model v2 (SVG Image)</a:t>
            </a:r>
            <a:endParaRPr/>
          </a:p>
        </p:txBody>
      </p:sp>
      <p:sp>
        <p:nvSpPr>
          <p:cNvPr id="1546" name="Google Shape;1546;p10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1547" name="Google Shape;154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5599" y="1702874"/>
            <a:ext cx="4733327" cy="4240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11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VCF Simple and HA Models Combined w/ External LB v2</a:t>
            </a:r>
            <a:endParaRPr/>
          </a:p>
        </p:txBody>
      </p:sp>
      <p:sp>
        <p:nvSpPr>
          <p:cNvPr id="1553" name="Google Shape;1553;p11"/>
          <p:cNvSpPr txBox="1">
            <a:spLocks noGrp="1"/>
          </p:cNvSpPr>
          <p:nvPr>
            <p:ph type="subTitle" idx="1"/>
          </p:nvPr>
        </p:nvSpPr>
        <p:spPr>
          <a:xfrm>
            <a:off x="600439" y="845131"/>
            <a:ext cx="1098794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4" name="Google Shape;1554;p11"/>
          <p:cNvSpPr/>
          <p:nvPr/>
        </p:nvSpPr>
        <p:spPr>
          <a:xfrm>
            <a:off x="1545955" y="1424971"/>
            <a:ext cx="4189909" cy="446057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– VCF Automation</a:t>
            </a:r>
            <a:endParaRPr/>
          </a:p>
        </p:txBody>
      </p:sp>
      <p:sp>
        <p:nvSpPr>
          <p:cNvPr id="1555" name="Google Shape;1555;p11"/>
          <p:cNvSpPr/>
          <p:nvPr/>
        </p:nvSpPr>
        <p:spPr>
          <a:xfrm>
            <a:off x="2733096" y="1742166"/>
            <a:ext cx="1819859" cy="212883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/>
          </a:p>
        </p:txBody>
      </p:sp>
      <p:sp>
        <p:nvSpPr>
          <p:cNvPr id="1556" name="Google Shape;1556;p11"/>
          <p:cNvSpPr/>
          <p:nvPr/>
        </p:nvSpPr>
        <p:spPr>
          <a:xfrm>
            <a:off x="2870644" y="2705044"/>
            <a:ext cx="1540532" cy="3494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/>
          </a:p>
        </p:txBody>
      </p:sp>
      <p:sp>
        <p:nvSpPr>
          <p:cNvPr id="1557" name="Google Shape;1557;p11"/>
          <p:cNvSpPr/>
          <p:nvPr/>
        </p:nvSpPr>
        <p:spPr>
          <a:xfrm>
            <a:off x="2961636" y="3413917"/>
            <a:ext cx="1371243" cy="3586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1)</a:t>
            </a:r>
            <a:endParaRPr/>
          </a:p>
        </p:txBody>
      </p:sp>
      <p:sp>
        <p:nvSpPr>
          <p:cNvPr id="1558" name="Google Shape;1558;p11"/>
          <p:cNvSpPr/>
          <p:nvPr/>
        </p:nvSpPr>
        <p:spPr>
          <a:xfrm>
            <a:off x="1734289" y="4609523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/>
          </a:p>
        </p:txBody>
      </p:sp>
      <p:sp>
        <p:nvSpPr>
          <p:cNvPr id="1559" name="Google Shape;1559;p11"/>
          <p:cNvSpPr/>
          <p:nvPr/>
        </p:nvSpPr>
        <p:spPr>
          <a:xfrm>
            <a:off x="1878185" y="4905779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/>
          </a:p>
        </p:txBody>
      </p:sp>
      <p:sp>
        <p:nvSpPr>
          <p:cNvPr id="1560" name="Google Shape;1560;p11"/>
          <p:cNvSpPr/>
          <p:nvPr/>
        </p:nvSpPr>
        <p:spPr>
          <a:xfrm>
            <a:off x="1873953" y="5264462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/>
          </a:p>
        </p:txBody>
      </p:sp>
      <p:sp>
        <p:nvSpPr>
          <p:cNvPr id="1561" name="Google Shape;1561;p11"/>
          <p:cNvSpPr/>
          <p:nvPr/>
        </p:nvSpPr>
        <p:spPr>
          <a:xfrm>
            <a:off x="3689580" y="4609523"/>
            <a:ext cx="1819859" cy="102208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/>
          </a:p>
        </p:txBody>
      </p:sp>
      <p:sp>
        <p:nvSpPr>
          <p:cNvPr id="1562" name="Google Shape;1562;p11"/>
          <p:cNvSpPr/>
          <p:nvPr/>
        </p:nvSpPr>
        <p:spPr>
          <a:xfrm>
            <a:off x="3833476" y="4905779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/>
          </a:p>
        </p:txBody>
      </p:sp>
      <p:sp>
        <p:nvSpPr>
          <p:cNvPr id="1563" name="Google Shape;1563;p11"/>
          <p:cNvSpPr/>
          <p:nvPr/>
        </p:nvSpPr>
        <p:spPr>
          <a:xfrm>
            <a:off x="3829243" y="5264462"/>
            <a:ext cx="1540532" cy="268746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/>
          </a:p>
        </p:txBody>
      </p:sp>
      <p:cxnSp>
        <p:nvCxnSpPr>
          <p:cNvPr id="1564" name="Google Shape;1564;p11"/>
          <p:cNvCxnSpPr>
            <a:stCxn id="1556" idx="2"/>
            <a:endCxn id="1557" idx="0"/>
          </p:cNvCxnSpPr>
          <p:nvPr/>
        </p:nvCxnSpPr>
        <p:spPr>
          <a:xfrm>
            <a:off x="3640910" y="3054506"/>
            <a:ext cx="6300" cy="3594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65" name="Google Shape;1565;p11"/>
          <p:cNvCxnSpPr>
            <a:stCxn id="1558" idx="0"/>
            <a:endCxn id="1555" idx="2"/>
          </p:cNvCxnSpPr>
          <p:nvPr/>
        </p:nvCxnSpPr>
        <p:spPr>
          <a:xfrm rot="10800000" flipH="1">
            <a:off x="2644219" y="3870923"/>
            <a:ext cx="9987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66" name="Google Shape;1566;p11"/>
          <p:cNvCxnSpPr>
            <a:stCxn id="1561" idx="0"/>
            <a:endCxn id="1555" idx="2"/>
          </p:cNvCxnSpPr>
          <p:nvPr/>
        </p:nvCxnSpPr>
        <p:spPr>
          <a:xfrm rot="10800000">
            <a:off x="3643110" y="3870923"/>
            <a:ext cx="9564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67" name="Google Shape;1567;p11"/>
          <p:cNvSpPr/>
          <p:nvPr/>
        </p:nvSpPr>
        <p:spPr>
          <a:xfrm>
            <a:off x="2870644" y="2051805"/>
            <a:ext cx="1540532" cy="3494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Load Balancer (Optional)</a:t>
            </a:r>
            <a:endParaRPr/>
          </a:p>
        </p:txBody>
      </p:sp>
      <p:cxnSp>
        <p:nvCxnSpPr>
          <p:cNvPr id="1568" name="Google Shape;1568;p11"/>
          <p:cNvCxnSpPr>
            <a:stCxn id="1567" idx="2"/>
            <a:endCxn id="1556" idx="0"/>
          </p:cNvCxnSpPr>
          <p:nvPr/>
        </p:nvCxnSpPr>
        <p:spPr>
          <a:xfrm>
            <a:off x="3640910" y="2401267"/>
            <a:ext cx="0" cy="3039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69" name="Google Shape;1569;p11"/>
          <p:cNvSpPr/>
          <p:nvPr/>
        </p:nvSpPr>
        <p:spPr>
          <a:xfrm>
            <a:off x="6094412" y="1424971"/>
            <a:ext cx="4555997" cy="446057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– VCF Automation</a:t>
            </a:r>
            <a:endParaRPr/>
          </a:p>
        </p:txBody>
      </p:sp>
      <p:sp>
        <p:nvSpPr>
          <p:cNvPr id="1570" name="Google Shape;1570;p11"/>
          <p:cNvSpPr/>
          <p:nvPr/>
        </p:nvSpPr>
        <p:spPr>
          <a:xfrm>
            <a:off x="6168477" y="1742166"/>
            <a:ext cx="4405751" cy="2128833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/>
          </a:p>
        </p:txBody>
      </p:sp>
      <p:sp>
        <p:nvSpPr>
          <p:cNvPr id="1571" name="Google Shape;1571;p11"/>
          <p:cNvSpPr/>
          <p:nvPr/>
        </p:nvSpPr>
        <p:spPr>
          <a:xfrm>
            <a:off x="7593812" y="2671621"/>
            <a:ext cx="1540532" cy="38288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Native Load Balancer</a:t>
            </a:r>
            <a:endParaRPr/>
          </a:p>
        </p:txBody>
      </p:sp>
      <p:sp>
        <p:nvSpPr>
          <p:cNvPr id="1572" name="Google Shape;1572;p11"/>
          <p:cNvSpPr/>
          <p:nvPr/>
        </p:nvSpPr>
        <p:spPr>
          <a:xfrm>
            <a:off x="6460501" y="4609523"/>
            <a:ext cx="1819859" cy="111983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/>
          </a:p>
        </p:txBody>
      </p:sp>
      <p:sp>
        <p:nvSpPr>
          <p:cNvPr id="1573" name="Google Shape;1573;p11"/>
          <p:cNvSpPr/>
          <p:nvPr/>
        </p:nvSpPr>
        <p:spPr>
          <a:xfrm>
            <a:off x="6604397" y="4880077"/>
            <a:ext cx="1540532" cy="2944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/>
          </a:p>
        </p:txBody>
      </p:sp>
      <p:sp>
        <p:nvSpPr>
          <p:cNvPr id="1574" name="Google Shape;1574;p11"/>
          <p:cNvSpPr/>
          <p:nvPr/>
        </p:nvSpPr>
        <p:spPr>
          <a:xfrm>
            <a:off x="6600164" y="5238759"/>
            <a:ext cx="1540532" cy="2944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/>
          </a:p>
        </p:txBody>
      </p:sp>
      <p:sp>
        <p:nvSpPr>
          <p:cNvPr id="1575" name="Google Shape;1575;p11"/>
          <p:cNvSpPr/>
          <p:nvPr/>
        </p:nvSpPr>
        <p:spPr>
          <a:xfrm>
            <a:off x="8415791" y="4609523"/>
            <a:ext cx="1819859" cy="111983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/>
          </a:p>
        </p:txBody>
      </p:sp>
      <p:sp>
        <p:nvSpPr>
          <p:cNvPr id="1576" name="Google Shape;1576;p11"/>
          <p:cNvSpPr/>
          <p:nvPr/>
        </p:nvSpPr>
        <p:spPr>
          <a:xfrm>
            <a:off x="8559687" y="4880077"/>
            <a:ext cx="1540532" cy="2944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vCenter</a:t>
            </a:r>
            <a:endParaRPr/>
          </a:p>
        </p:txBody>
      </p:sp>
      <p:sp>
        <p:nvSpPr>
          <p:cNvPr id="1577" name="Google Shape;1577;p11"/>
          <p:cNvSpPr/>
          <p:nvPr/>
        </p:nvSpPr>
        <p:spPr>
          <a:xfrm>
            <a:off x="8555455" y="5238759"/>
            <a:ext cx="1540532" cy="29444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98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NSX Manager</a:t>
            </a:r>
            <a:endParaRPr/>
          </a:p>
        </p:txBody>
      </p:sp>
      <p:cxnSp>
        <p:nvCxnSpPr>
          <p:cNvPr id="1578" name="Google Shape;1578;p11"/>
          <p:cNvCxnSpPr>
            <a:stCxn id="1571" idx="2"/>
            <a:endCxn id="1579" idx="0"/>
          </p:cNvCxnSpPr>
          <p:nvPr/>
        </p:nvCxnSpPr>
        <p:spPr>
          <a:xfrm>
            <a:off x="8364078" y="3054505"/>
            <a:ext cx="2100" cy="3435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80" name="Google Shape;1580;p11"/>
          <p:cNvCxnSpPr>
            <a:stCxn id="1572" idx="0"/>
            <a:endCxn id="1570" idx="2"/>
          </p:cNvCxnSpPr>
          <p:nvPr/>
        </p:nvCxnSpPr>
        <p:spPr>
          <a:xfrm rot="10800000" flipH="1">
            <a:off x="7370430" y="3870923"/>
            <a:ext cx="10008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81" name="Google Shape;1581;p11"/>
          <p:cNvSpPr/>
          <p:nvPr/>
        </p:nvSpPr>
        <p:spPr>
          <a:xfrm>
            <a:off x="6237383" y="3398015"/>
            <a:ext cx="1371243" cy="39298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1)</a:t>
            </a:r>
            <a:endParaRPr/>
          </a:p>
        </p:txBody>
      </p:sp>
      <p:sp>
        <p:nvSpPr>
          <p:cNvPr id="1579" name="Google Shape;1579;p11"/>
          <p:cNvSpPr/>
          <p:nvPr/>
        </p:nvSpPr>
        <p:spPr>
          <a:xfrm>
            <a:off x="7680573" y="3398015"/>
            <a:ext cx="1371243" cy="39298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2)</a:t>
            </a:r>
            <a:endParaRPr/>
          </a:p>
        </p:txBody>
      </p:sp>
      <p:sp>
        <p:nvSpPr>
          <p:cNvPr id="1582" name="Google Shape;1582;p11"/>
          <p:cNvSpPr/>
          <p:nvPr/>
        </p:nvSpPr>
        <p:spPr>
          <a:xfrm>
            <a:off x="9102602" y="3398015"/>
            <a:ext cx="1371243" cy="392987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 (Node 3)</a:t>
            </a:r>
            <a:endParaRPr/>
          </a:p>
        </p:txBody>
      </p:sp>
      <p:cxnSp>
        <p:nvCxnSpPr>
          <p:cNvPr id="1583" name="Google Shape;1583;p11"/>
          <p:cNvCxnSpPr>
            <a:stCxn id="1581" idx="0"/>
            <a:endCxn id="1582" idx="0"/>
          </p:cNvCxnSpPr>
          <p:nvPr/>
        </p:nvCxnSpPr>
        <p:spPr>
          <a:xfrm rot="-5400000" flipH="1">
            <a:off x="8355355" y="1965665"/>
            <a:ext cx="600" cy="2865300"/>
          </a:xfrm>
          <a:prstGeom prst="bentConnector3">
            <a:avLst>
              <a:gd name="adj1" fmla="val -29061533"/>
            </a:avLst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584" name="Google Shape;1584;p11"/>
          <p:cNvCxnSpPr>
            <a:stCxn id="1575" idx="0"/>
            <a:endCxn id="1570" idx="2"/>
          </p:cNvCxnSpPr>
          <p:nvPr/>
        </p:nvCxnSpPr>
        <p:spPr>
          <a:xfrm rot="10800000">
            <a:off x="8371421" y="3870923"/>
            <a:ext cx="954300" cy="7386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585" name="Google Shape;1585;p11"/>
          <p:cNvSpPr/>
          <p:nvPr/>
        </p:nvSpPr>
        <p:spPr>
          <a:xfrm>
            <a:off x="7593812" y="2051805"/>
            <a:ext cx="1540532" cy="34946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External Load Balancer (Optional)</a:t>
            </a:r>
            <a:endParaRPr/>
          </a:p>
        </p:txBody>
      </p:sp>
      <p:cxnSp>
        <p:nvCxnSpPr>
          <p:cNvPr id="1586" name="Google Shape;1586;p11"/>
          <p:cNvCxnSpPr>
            <a:stCxn id="1585" idx="2"/>
            <a:endCxn id="1571" idx="0"/>
          </p:cNvCxnSpPr>
          <p:nvPr/>
        </p:nvCxnSpPr>
        <p:spPr>
          <a:xfrm>
            <a:off x="8364078" y="2401267"/>
            <a:ext cx="0" cy="27030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46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134" cy="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VCF Simple and HA Models Combined w/ External LB (SVG Image)</a:t>
            </a:r>
            <a:endParaRPr/>
          </a:p>
        </p:txBody>
      </p:sp>
      <p:sp>
        <p:nvSpPr>
          <p:cNvPr id="1592" name="Google Shape;1592;p46"/>
          <p:cNvSpPr txBox="1">
            <a:spLocks noGrp="1"/>
          </p:cNvSpPr>
          <p:nvPr>
            <p:ph type="subTitle" idx="1"/>
          </p:nvPr>
        </p:nvSpPr>
        <p:spPr>
          <a:xfrm>
            <a:off x="592868" y="811831"/>
            <a:ext cx="10987947" cy="24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1593" name="Google Shape;1593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1400" y="1303143"/>
            <a:ext cx="9426025" cy="4641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73"/>
          <p:cNvSpPr txBox="1">
            <a:spLocks noGrp="1"/>
          </p:cNvSpPr>
          <p:nvPr>
            <p:ph type="title"/>
          </p:nvPr>
        </p:nvSpPr>
        <p:spPr>
          <a:xfrm>
            <a:off x="579809" y="413536"/>
            <a:ext cx="11001134" cy="38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599"/>
              <a:t>VCFA Object Flow v2</a:t>
            </a:r>
            <a:endParaRPr/>
          </a:p>
        </p:txBody>
      </p:sp>
      <p:sp>
        <p:nvSpPr>
          <p:cNvPr id="1600" name="Google Shape;1600;p73"/>
          <p:cNvSpPr txBox="1">
            <a:spLocks noGrp="1"/>
          </p:cNvSpPr>
          <p:nvPr>
            <p:ph type="subTitle" idx="1"/>
          </p:nvPr>
        </p:nvSpPr>
        <p:spPr>
          <a:xfrm>
            <a:off x="592867" y="812513"/>
            <a:ext cx="1098794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Organization Construct Hierarchy</a:t>
            </a:r>
            <a:endParaRPr/>
          </a:p>
        </p:txBody>
      </p:sp>
      <p:sp>
        <p:nvSpPr>
          <p:cNvPr id="1601" name="Google Shape;1601;p73"/>
          <p:cNvSpPr/>
          <p:nvPr/>
        </p:nvSpPr>
        <p:spPr>
          <a:xfrm>
            <a:off x="1208096" y="1666447"/>
            <a:ext cx="9405890" cy="384875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2" name="Google Shape;1602;p73"/>
          <p:cNvSpPr/>
          <p:nvPr/>
        </p:nvSpPr>
        <p:spPr>
          <a:xfrm>
            <a:off x="5873512" y="2890778"/>
            <a:ext cx="4585534" cy="2540614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Supervisor</a:t>
            </a:r>
            <a:endParaRPr sz="1866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73"/>
          <p:cNvSpPr/>
          <p:nvPr/>
        </p:nvSpPr>
        <p:spPr>
          <a:xfrm>
            <a:off x="1345130" y="1770560"/>
            <a:ext cx="1729359" cy="93389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25" tIns="34250" rIns="68525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73"/>
          <p:cNvSpPr/>
          <p:nvPr/>
        </p:nvSpPr>
        <p:spPr>
          <a:xfrm>
            <a:off x="3684966" y="2555418"/>
            <a:ext cx="1729359" cy="93389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25" tIns="34250" rIns="68525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p73"/>
          <p:cNvSpPr/>
          <p:nvPr/>
        </p:nvSpPr>
        <p:spPr>
          <a:xfrm flipH="1">
            <a:off x="5957433" y="3276593"/>
            <a:ext cx="4395767" cy="202912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6" name="Google Shape;1606;p73"/>
          <p:cNvCxnSpPr>
            <a:stCxn id="1603" idx="3"/>
            <a:endCxn id="1604" idx="1"/>
          </p:cNvCxnSpPr>
          <p:nvPr/>
        </p:nvCxnSpPr>
        <p:spPr>
          <a:xfrm>
            <a:off x="3074489" y="2237510"/>
            <a:ext cx="610500" cy="784800"/>
          </a:xfrm>
          <a:prstGeom prst="bentConnector3">
            <a:avLst>
              <a:gd name="adj1" fmla="val 50011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07" name="Google Shape;1607;p73"/>
          <p:cNvSpPr/>
          <p:nvPr/>
        </p:nvSpPr>
        <p:spPr>
          <a:xfrm>
            <a:off x="6080315" y="3914846"/>
            <a:ext cx="1729359" cy="933899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25" tIns="34250" rIns="68525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vSphere Namespace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8" name="Google Shape;1608;p73"/>
          <p:cNvSpPr/>
          <p:nvPr/>
        </p:nvSpPr>
        <p:spPr>
          <a:xfrm>
            <a:off x="9057279" y="3590826"/>
            <a:ext cx="930835" cy="59305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25" tIns="34250" rIns="68525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VM Workloads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9" name="Google Shape;1609;p73"/>
          <p:cNvCxnSpPr>
            <a:stCxn id="1607" idx="3"/>
            <a:endCxn id="1608" idx="1"/>
          </p:cNvCxnSpPr>
          <p:nvPr/>
        </p:nvCxnSpPr>
        <p:spPr>
          <a:xfrm rot="10800000" flipH="1">
            <a:off x="7809674" y="3887396"/>
            <a:ext cx="1247700" cy="494400"/>
          </a:xfrm>
          <a:prstGeom prst="bentConnector3">
            <a:avLst>
              <a:gd name="adj1" fmla="val 49999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610" name="Google Shape;1610;p73"/>
          <p:cNvCxnSpPr>
            <a:stCxn id="1604" idx="3"/>
            <a:endCxn id="1607" idx="1"/>
          </p:cNvCxnSpPr>
          <p:nvPr/>
        </p:nvCxnSpPr>
        <p:spPr>
          <a:xfrm>
            <a:off x="5414325" y="3022368"/>
            <a:ext cx="666000" cy="1359300"/>
          </a:xfrm>
          <a:prstGeom prst="bentConnector3">
            <a:avLst>
              <a:gd name="adj1" fmla="val 49987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11" name="Google Shape;1611;p73"/>
          <p:cNvSpPr/>
          <p:nvPr/>
        </p:nvSpPr>
        <p:spPr>
          <a:xfrm>
            <a:off x="9057279" y="4548672"/>
            <a:ext cx="930835" cy="593051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25" tIns="34250" rIns="68525" bIns="342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Container Workloads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2" name="Google Shape;1612;p73"/>
          <p:cNvCxnSpPr>
            <a:stCxn id="1607" idx="3"/>
            <a:endCxn id="1611" idx="1"/>
          </p:cNvCxnSpPr>
          <p:nvPr/>
        </p:nvCxnSpPr>
        <p:spPr>
          <a:xfrm>
            <a:off x="7809674" y="4381796"/>
            <a:ext cx="1247700" cy="463500"/>
          </a:xfrm>
          <a:prstGeom prst="bentConnector3">
            <a:avLst>
              <a:gd name="adj1" fmla="val 49999"/>
            </a:avLst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13" name="Google Shape;1613;p73"/>
          <p:cNvSpPr txBox="1"/>
          <p:nvPr/>
        </p:nvSpPr>
        <p:spPr>
          <a:xfrm>
            <a:off x="7185481" y="3289300"/>
            <a:ext cx="1871799" cy="38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50" tIns="121850" rIns="121850" bIns="121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Networking with VPC</a:t>
            </a:r>
            <a:endParaRPr sz="933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74"/>
          <p:cNvSpPr txBox="1">
            <a:spLocks noGrp="1"/>
          </p:cNvSpPr>
          <p:nvPr>
            <p:ph type="title"/>
          </p:nvPr>
        </p:nvSpPr>
        <p:spPr>
          <a:xfrm>
            <a:off x="579809" y="413536"/>
            <a:ext cx="11001134" cy="38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599"/>
              <a:t>VCFA Object Flow </a:t>
            </a:r>
            <a:r>
              <a:rPr lang="en-US" sz="2666"/>
              <a:t>(SVG Image)</a:t>
            </a:r>
            <a:endParaRPr/>
          </a:p>
        </p:txBody>
      </p:sp>
      <p:sp>
        <p:nvSpPr>
          <p:cNvPr id="1620" name="Google Shape;1620;p74"/>
          <p:cNvSpPr txBox="1">
            <a:spLocks noGrp="1"/>
          </p:cNvSpPr>
          <p:nvPr>
            <p:ph type="subTitle" idx="1"/>
          </p:nvPr>
        </p:nvSpPr>
        <p:spPr>
          <a:xfrm>
            <a:off x="592867" y="812513"/>
            <a:ext cx="1098794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Organization Construct Hierarchy</a:t>
            </a:r>
            <a:endParaRPr/>
          </a:p>
        </p:txBody>
      </p:sp>
      <p:pic>
        <p:nvPicPr>
          <p:cNvPr id="1621" name="Google Shape;1621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1014" y="1692975"/>
            <a:ext cx="9756139" cy="4012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75"/>
          <p:cNvSpPr txBox="1">
            <a:spLocks noGrp="1"/>
          </p:cNvSpPr>
          <p:nvPr>
            <p:ph type="title"/>
          </p:nvPr>
        </p:nvSpPr>
        <p:spPr>
          <a:xfrm>
            <a:off x="579809" y="413536"/>
            <a:ext cx="11001134" cy="38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Org Hierarchy with VPC v2</a:t>
            </a:r>
            <a:endParaRPr/>
          </a:p>
        </p:txBody>
      </p:sp>
      <p:sp>
        <p:nvSpPr>
          <p:cNvPr id="1628" name="Google Shape;1628;p75"/>
          <p:cNvSpPr txBox="1">
            <a:spLocks noGrp="1"/>
          </p:cNvSpPr>
          <p:nvPr>
            <p:ph type="subTitle" idx="1"/>
          </p:nvPr>
        </p:nvSpPr>
        <p:spPr>
          <a:xfrm>
            <a:off x="592867" y="812513"/>
            <a:ext cx="1096268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9" name="Google Shape;1629;p75"/>
          <p:cNvSpPr/>
          <p:nvPr/>
        </p:nvSpPr>
        <p:spPr>
          <a:xfrm>
            <a:off x="197086" y="1699043"/>
            <a:ext cx="11794652" cy="388494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675" rIns="91400" bIns="45675" anchor="t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66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0" name="Google Shape;1630;p75"/>
          <p:cNvGrpSpPr/>
          <p:nvPr/>
        </p:nvGrpSpPr>
        <p:grpSpPr>
          <a:xfrm>
            <a:off x="278724" y="2060592"/>
            <a:ext cx="5764488" cy="3347883"/>
            <a:chOff x="209098" y="1545177"/>
            <a:chExt cx="4324492" cy="2511566"/>
          </a:xfrm>
        </p:grpSpPr>
        <p:sp>
          <p:nvSpPr>
            <p:cNvPr id="1631" name="Google Shape;1631;p75"/>
            <p:cNvSpPr/>
            <p:nvPr/>
          </p:nvSpPr>
          <p:spPr>
            <a:xfrm>
              <a:off x="209098" y="1545177"/>
              <a:ext cx="4324492" cy="251156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Organization 01</a:t>
              </a:r>
              <a:endPara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32" name="Google Shape;1632;p75"/>
            <p:cNvGrpSpPr/>
            <p:nvPr/>
          </p:nvGrpSpPr>
          <p:grpSpPr>
            <a:xfrm>
              <a:off x="238126" y="1792324"/>
              <a:ext cx="2120443" cy="2219550"/>
              <a:chOff x="238126" y="1792324"/>
              <a:chExt cx="2120443" cy="2219550"/>
            </a:xfrm>
          </p:grpSpPr>
          <p:sp>
            <p:nvSpPr>
              <p:cNvPr id="1633" name="Google Shape;1633;p75"/>
              <p:cNvSpPr/>
              <p:nvPr/>
            </p:nvSpPr>
            <p:spPr>
              <a:xfrm>
                <a:off x="238126" y="1792324"/>
                <a:ext cx="2120443" cy="221955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75"/>
              <p:cNvSpPr/>
              <p:nvPr/>
            </p:nvSpPr>
            <p:spPr>
              <a:xfrm flipH="1">
                <a:off x="287284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75"/>
              <p:cNvSpPr/>
              <p:nvPr/>
            </p:nvSpPr>
            <p:spPr>
              <a:xfrm>
                <a:off x="348592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6" name="Google Shape;1636;p75"/>
              <p:cNvSpPr/>
              <p:nvPr/>
            </p:nvSpPr>
            <p:spPr>
              <a:xfrm>
                <a:off x="416431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7" name="Google Shape;1637;p75"/>
              <p:cNvSpPr/>
              <p:nvPr/>
            </p:nvSpPr>
            <p:spPr>
              <a:xfrm>
                <a:off x="416431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8" name="Google Shape;1638;p75"/>
              <p:cNvSpPr/>
              <p:nvPr/>
            </p:nvSpPr>
            <p:spPr>
              <a:xfrm>
                <a:off x="416431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p75"/>
              <p:cNvSpPr/>
              <p:nvPr/>
            </p:nvSpPr>
            <p:spPr>
              <a:xfrm flipH="1">
                <a:off x="1349879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0" name="Google Shape;1640;p75"/>
              <p:cNvSpPr/>
              <p:nvPr/>
            </p:nvSpPr>
            <p:spPr>
              <a:xfrm>
                <a:off x="1411187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1" name="Google Shape;1641;p75"/>
              <p:cNvSpPr/>
              <p:nvPr/>
            </p:nvSpPr>
            <p:spPr>
              <a:xfrm>
                <a:off x="1495849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2" name="Google Shape;1642;p75"/>
              <p:cNvSpPr/>
              <p:nvPr/>
            </p:nvSpPr>
            <p:spPr>
              <a:xfrm>
                <a:off x="1495849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3" name="Google Shape;1643;p75"/>
              <p:cNvSpPr/>
              <p:nvPr/>
            </p:nvSpPr>
            <p:spPr>
              <a:xfrm>
                <a:off x="1495849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4" name="Google Shape;1644;p75"/>
            <p:cNvGrpSpPr/>
            <p:nvPr/>
          </p:nvGrpSpPr>
          <p:grpSpPr>
            <a:xfrm>
              <a:off x="2382457" y="1792324"/>
              <a:ext cx="2120443" cy="2219550"/>
              <a:chOff x="238126" y="1792324"/>
              <a:chExt cx="2120443" cy="2219550"/>
            </a:xfrm>
          </p:grpSpPr>
          <p:sp>
            <p:nvSpPr>
              <p:cNvPr id="1645" name="Google Shape;1645;p75"/>
              <p:cNvSpPr/>
              <p:nvPr/>
            </p:nvSpPr>
            <p:spPr>
              <a:xfrm>
                <a:off x="238126" y="1792324"/>
                <a:ext cx="2120443" cy="221955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6" name="Google Shape;1646;p75"/>
              <p:cNvSpPr/>
              <p:nvPr/>
            </p:nvSpPr>
            <p:spPr>
              <a:xfrm flipH="1">
                <a:off x="287284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7" name="Google Shape;1647;p75"/>
              <p:cNvSpPr/>
              <p:nvPr/>
            </p:nvSpPr>
            <p:spPr>
              <a:xfrm>
                <a:off x="348592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8" name="Google Shape;1648;p75"/>
              <p:cNvSpPr/>
              <p:nvPr/>
            </p:nvSpPr>
            <p:spPr>
              <a:xfrm>
                <a:off x="416431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9" name="Google Shape;1649;p75"/>
              <p:cNvSpPr/>
              <p:nvPr/>
            </p:nvSpPr>
            <p:spPr>
              <a:xfrm>
                <a:off x="416431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0" name="Google Shape;1650;p75"/>
              <p:cNvSpPr/>
              <p:nvPr/>
            </p:nvSpPr>
            <p:spPr>
              <a:xfrm>
                <a:off x="416431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1" name="Google Shape;1651;p75"/>
              <p:cNvSpPr/>
              <p:nvPr/>
            </p:nvSpPr>
            <p:spPr>
              <a:xfrm flipH="1">
                <a:off x="1349879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2" name="Google Shape;1652;p75"/>
              <p:cNvSpPr/>
              <p:nvPr/>
            </p:nvSpPr>
            <p:spPr>
              <a:xfrm>
                <a:off x="1411187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3" name="Google Shape;1653;p75"/>
              <p:cNvSpPr/>
              <p:nvPr/>
            </p:nvSpPr>
            <p:spPr>
              <a:xfrm>
                <a:off x="1495849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4" name="Google Shape;1654;p75"/>
              <p:cNvSpPr/>
              <p:nvPr/>
            </p:nvSpPr>
            <p:spPr>
              <a:xfrm>
                <a:off x="1495849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5" name="Google Shape;1655;p75"/>
              <p:cNvSpPr/>
              <p:nvPr/>
            </p:nvSpPr>
            <p:spPr>
              <a:xfrm>
                <a:off x="1495849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56" name="Google Shape;1656;p75"/>
          <p:cNvGrpSpPr/>
          <p:nvPr/>
        </p:nvGrpSpPr>
        <p:grpSpPr>
          <a:xfrm>
            <a:off x="6144044" y="2058641"/>
            <a:ext cx="5764488" cy="3347883"/>
            <a:chOff x="209098" y="1545177"/>
            <a:chExt cx="4324492" cy="2511566"/>
          </a:xfrm>
        </p:grpSpPr>
        <p:sp>
          <p:nvSpPr>
            <p:cNvPr id="1657" name="Google Shape;1657;p75"/>
            <p:cNvSpPr/>
            <p:nvPr/>
          </p:nvSpPr>
          <p:spPr>
            <a:xfrm>
              <a:off x="209098" y="1545177"/>
              <a:ext cx="4324492" cy="2511566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00" tIns="45675" rIns="91400" bIns="4567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Organization 01</a:t>
              </a:r>
              <a:endParaRPr sz="186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58" name="Google Shape;1658;p75"/>
            <p:cNvGrpSpPr/>
            <p:nvPr/>
          </p:nvGrpSpPr>
          <p:grpSpPr>
            <a:xfrm>
              <a:off x="238126" y="1792324"/>
              <a:ext cx="2120443" cy="2219550"/>
              <a:chOff x="238126" y="1792324"/>
              <a:chExt cx="2120443" cy="2219550"/>
            </a:xfrm>
          </p:grpSpPr>
          <p:sp>
            <p:nvSpPr>
              <p:cNvPr id="1659" name="Google Shape;1659;p75"/>
              <p:cNvSpPr/>
              <p:nvPr/>
            </p:nvSpPr>
            <p:spPr>
              <a:xfrm>
                <a:off x="238126" y="1792324"/>
                <a:ext cx="2120443" cy="221955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0" name="Google Shape;1660;p75"/>
              <p:cNvSpPr/>
              <p:nvPr/>
            </p:nvSpPr>
            <p:spPr>
              <a:xfrm flipH="1">
                <a:off x="287284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1" name="Google Shape;1661;p75"/>
              <p:cNvSpPr/>
              <p:nvPr/>
            </p:nvSpPr>
            <p:spPr>
              <a:xfrm>
                <a:off x="348592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2" name="Google Shape;1662;p75"/>
              <p:cNvSpPr/>
              <p:nvPr/>
            </p:nvSpPr>
            <p:spPr>
              <a:xfrm>
                <a:off x="416431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3" name="Google Shape;1663;p75"/>
              <p:cNvSpPr/>
              <p:nvPr/>
            </p:nvSpPr>
            <p:spPr>
              <a:xfrm>
                <a:off x="416431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4" name="Google Shape;1664;p75"/>
              <p:cNvSpPr/>
              <p:nvPr/>
            </p:nvSpPr>
            <p:spPr>
              <a:xfrm>
                <a:off x="416431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5" name="Google Shape;1665;p75"/>
              <p:cNvSpPr/>
              <p:nvPr/>
            </p:nvSpPr>
            <p:spPr>
              <a:xfrm flipH="1">
                <a:off x="1349879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6" name="Google Shape;1666;p75"/>
              <p:cNvSpPr/>
              <p:nvPr/>
            </p:nvSpPr>
            <p:spPr>
              <a:xfrm>
                <a:off x="1411187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7" name="Google Shape;1667;p75"/>
              <p:cNvSpPr/>
              <p:nvPr/>
            </p:nvSpPr>
            <p:spPr>
              <a:xfrm>
                <a:off x="1495849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8" name="Google Shape;1668;p75"/>
              <p:cNvSpPr/>
              <p:nvPr/>
            </p:nvSpPr>
            <p:spPr>
              <a:xfrm>
                <a:off x="1495849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9" name="Google Shape;1669;p75"/>
              <p:cNvSpPr/>
              <p:nvPr/>
            </p:nvSpPr>
            <p:spPr>
              <a:xfrm>
                <a:off x="1495849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0" name="Google Shape;1670;p75"/>
            <p:cNvGrpSpPr/>
            <p:nvPr/>
          </p:nvGrpSpPr>
          <p:grpSpPr>
            <a:xfrm>
              <a:off x="2382457" y="1792324"/>
              <a:ext cx="2120443" cy="2219550"/>
              <a:chOff x="238126" y="1792324"/>
              <a:chExt cx="2120443" cy="2219550"/>
            </a:xfrm>
          </p:grpSpPr>
          <p:sp>
            <p:nvSpPr>
              <p:cNvPr id="1671" name="Google Shape;1671;p75"/>
              <p:cNvSpPr/>
              <p:nvPr/>
            </p:nvSpPr>
            <p:spPr>
              <a:xfrm>
                <a:off x="238126" y="1792324"/>
                <a:ext cx="2120443" cy="2219550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3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2" name="Google Shape;1672;p75"/>
              <p:cNvSpPr/>
              <p:nvPr/>
            </p:nvSpPr>
            <p:spPr>
              <a:xfrm flipH="1">
                <a:off x="287284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3" name="Google Shape;1673;p75"/>
              <p:cNvSpPr/>
              <p:nvPr/>
            </p:nvSpPr>
            <p:spPr>
              <a:xfrm>
                <a:off x="348592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01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4" name="Google Shape;1674;p75"/>
              <p:cNvSpPr/>
              <p:nvPr/>
            </p:nvSpPr>
            <p:spPr>
              <a:xfrm>
                <a:off x="416431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5" name="Google Shape;1675;p75"/>
              <p:cNvSpPr/>
              <p:nvPr/>
            </p:nvSpPr>
            <p:spPr>
              <a:xfrm>
                <a:off x="416431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6" name="Google Shape;1676;p75"/>
              <p:cNvSpPr/>
              <p:nvPr/>
            </p:nvSpPr>
            <p:spPr>
              <a:xfrm>
                <a:off x="416431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7" name="Google Shape;1677;p75"/>
              <p:cNvSpPr/>
              <p:nvPr/>
            </p:nvSpPr>
            <p:spPr>
              <a:xfrm flipH="1">
                <a:off x="1349879" y="2014363"/>
                <a:ext cx="939215" cy="1855193"/>
              </a:xfrm>
              <a:prstGeom prst="rect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850" tIns="60900" rIns="121850" bIns="60900" anchor="b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b="1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VCF Networking with VPC</a:t>
                </a:r>
                <a:endParaRPr sz="1866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8" name="Google Shape;1678;p75"/>
              <p:cNvSpPr/>
              <p:nvPr/>
            </p:nvSpPr>
            <p:spPr>
              <a:xfrm>
                <a:off x="1411187" y="2056994"/>
                <a:ext cx="818381" cy="1533137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vSphere Namespace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9" name="Google Shape;1679;p75"/>
              <p:cNvSpPr/>
              <p:nvPr/>
            </p:nvSpPr>
            <p:spPr>
              <a:xfrm>
                <a:off x="1495849" y="2362699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1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0" name="Google Shape;1680;p75"/>
              <p:cNvSpPr/>
              <p:nvPr/>
            </p:nvSpPr>
            <p:spPr>
              <a:xfrm>
                <a:off x="1495849" y="2799496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2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1" name="Google Shape;1681;p75"/>
              <p:cNvSpPr/>
              <p:nvPr/>
            </p:nvSpPr>
            <p:spPr>
              <a:xfrm>
                <a:off x="1495849" y="3229370"/>
                <a:ext cx="674952" cy="315819"/>
              </a:xfrm>
              <a:prstGeom prst="rect">
                <a:avLst/>
              </a:prstGeom>
              <a:solidFill>
                <a:srgbClr val="FFFFFF"/>
              </a:solidFill>
              <a:ln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00" tIns="45675" rIns="91400" bIns="456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933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Workload N</a:t>
                </a:r>
                <a:endParaRPr sz="1866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76"/>
          <p:cNvSpPr txBox="1">
            <a:spLocks noGrp="1"/>
          </p:cNvSpPr>
          <p:nvPr>
            <p:ph type="title"/>
          </p:nvPr>
        </p:nvSpPr>
        <p:spPr>
          <a:xfrm>
            <a:off x="579809" y="413536"/>
            <a:ext cx="11001134" cy="38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Org Hierarchy with VPC (SVG Image)</a:t>
            </a:r>
            <a:endParaRPr/>
          </a:p>
        </p:txBody>
      </p:sp>
      <p:sp>
        <p:nvSpPr>
          <p:cNvPr id="1688" name="Google Shape;1688;p76"/>
          <p:cNvSpPr txBox="1">
            <a:spLocks noGrp="1"/>
          </p:cNvSpPr>
          <p:nvPr>
            <p:ph type="subTitle" idx="1"/>
          </p:nvPr>
        </p:nvSpPr>
        <p:spPr>
          <a:xfrm>
            <a:off x="592867" y="812513"/>
            <a:ext cx="1096268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1689" name="Google Shape;1689;p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0381" y="1904541"/>
            <a:ext cx="10170051" cy="3377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77"/>
          <p:cNvSpPr/>
          <p:nvPr/>
        </p:nvSpPr>
        <p:spPr>
          <a:xfrm>
            <a:off x="2501705" y="1354273"/>
            <a:ext cx="6163626" cy="441303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F3BA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00" tIns="45675" rIns="91400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1" i="0" u="none" strike="noStrike" cap="none">
                <a:solidFill>
                  <a:srgbClr val="F3BA16"/>
                </a:solidFill>
                <a:latin typeface="Arial"/>
                <a:ea typeface="Arial"/>
                <a:cs typeface="Arial"/>
                <a:sym typeface="Arial"/>
              </a:rPr>
              <a:t>VCF Automation</a:t>
            </a:r>
            <a:endParaRPr sz="1866" b="0" i="0" u="none" strike="noStrike" cap="none">
              <a:solidFill>
                <a:srgbClr val="F3BA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p77"/>
          <p:cNvSpPr txBox="1">
            <a:spLocks noGrp="1"/>
          </p:cNvSpPr>
          <p:nvPr>
            <p:ph type="title"/>
          </p:nvPr>
        </p:nvSpPr>
        <p:spPr>
          <a:xfrm>
            <a:off x="554419" y="431411"/>
            <a:ext cx="11001134" cy="38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/>
              <a:t>Provider Consumption Org v1</a:t>
            </a:r>
            <a:endParaRPr/>
          </a:p>
        </p:txBody>
      </p:sp>
      <p:sp>
        <p:nvSpPr>
          <p:cNvPr id="1697" name="Google Shape;1697;p77"/>
          <p:cNvSpPr txBox="1">
            <a:spLocks noGrp="1"/>
          </p:cNvSpPr>
          <p:nvPr>
            <p:ph type="subTitle" idx="1"/>
          </p:nvPr>
        </p:nvSpPr>
        <p:spPr>
          <a:xfrm>
            <a:off x="592867" y="812513"/>
            <a:ext cx="1096268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Flow Chart</a:t>
            </a:r>
            <a:endParaRPr/>
          </a:p>
        </p:txBody>
      </p:sp>
      <p:sp>
        <p:nvSpPr>
          <p:cNvPr id="1698" name="Google Shape;1698;p77"/>
          <p:cNvSpPr/>
          <p:nvPr/>
        </p:nvSpPr>
        <p:spPr>
          <a:xfrm>
            <a:off x="4179026" y="1709719"/>
            <a:ext cx="2611892" cy="2186818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/ Enterprise Admin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77"/>
          <p:cNvSpPr/>
          <p:nvPr/>
        </p:nvSpPr>
        <p:spPr>
          <a:xfrm>
            <a:off x="4716617" y="2024934"/>
            <a:ext cx="1582621" cy="834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Management Functions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77"/>
          <p:cNvSpPr/>
          <p:nvPr/>
        </p:nvSpPr>
        <p:spPr>
          <a:xfrm>
            <a:off x="4788896" y="2942380"/>
            <a:ext cx="1424434" cy="834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Provider Consumption Organization (PCO)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1" name="Google Shape;1701;p77"/>
          <p:cNvSpPr/>
          <p:nvPr/>
        </p:nvSpPr>
        <p:spPr>
          <a:xfrm>
            <a:off x="2728244" y="4731533"/>
            <a:ext cx="1572358" cy="9664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1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77"/>
          <p:cNvSpPr/>
          <p:nvPr/>
        </p:nvSpPr>
        <p:spPr>
          <a:xfrm>
            <a:off x="4716617" y="4731533"/>
            <a:ext cx="1568993" cy="9664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2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77"/>
          <p:cNvSpPr/>
          <p:nvPr/>
        </p:nvSpPr>
        <p:spPr>
          <a:xfrm>
            <a:off x="6719411" y="4731533"/>
            <a:ext cx="1568993" cy="966443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50" tIns="60900" rIns="121850" bIns="60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Organization N</a:t>
            </a:r>
            <a:endParaRPr sz="1866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4" name="Google Shape;1704;p77"/>
          <p:cNvCxnSpPr>
            <a:stCxn id="1700" idx="2"/>
            <a:endCxn id="1701" idx="0"/>
          </p:cNvCxnSpPr>
          <p:nvPr/>
        </p:nvCxnSpPr>
        <p:spPr>
          <a:xfrm flipH="1">
            <a:off x="3514513" y="3776621"/>
            <a:ext cx="1986600" cy="95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705" name="Google Shape;1705;p77"/>
          <p:cNvCxnSpPr>
            <a:stCxn id="1700" idx="2"/>
            <a:endCxn id="1702" idx="0"/>
          </p:cNvCxnSpPr>
          <p:nvPr/>
        </p:nvCxnSpPr>
        <p:spPr>
          <a:xfrm>
            <a:off x="5501113" y="3776621"/>
            <a:ext cx="0" cy="95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706" name="Google Shape;1706;p77"/>
          <p:cNvCxnSpPr>
            <a:stCxn id="1700" idx="2"/>
            <a:endCxn id="1703" idx="0"/>
          </p:cNvCxnSpPr>
          <p:nvPr/>
        </p:nvCxnSpPr>
        <p:spPr>
          <a:xfrm>
            <a:off x="5501113" y="3776621"/>
            <a:ext cx="2002800" cy="9549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1707" name="Google Shape;1707;p77"/>
          <p:cNvSpPr/>
          <p:nvPr/>
        </p:nvSpPr>
        <p:spPr>
          <a:xfrm>
            <a:off x="7400788" y="3019366"/>
            <a:ext cx="1171703" cy="106267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20000" y="22500"/>
                </a:lnTo>
                <a:lnTo>
                  <a:pt x="-50002" y="112056"/>
                </a:lnTo>
                <a:lnTo>
                  <a:pt x="-60769" y="140851"/>
                </a:lnTo>
              </a:path>
            </a:pathLst>
          </a:custGeom>
          <a:noFill/>
          <a:ln w="12700" cap="flat" cmpd="sng">
            <a:solidFill>
              <a:srgbClr val="0033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Visibility to allow for publishing of catalog items from PCO to Organizations</a:t>
            </a:r>
            <a:endParaRPr sz="1066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78"/>
          <p:cNvSpPr txBox="1">
            <a:spLocks noGrp="1"/>
          </p:cNvSpPr>
          <p:nvPr>
            <p:ph type="title"/>
          </p:nvPr>
        </p:nvSpPr>
        <p:spPr>
          <a:xfrm>
            <a:off x="554419" y="431411"/>
            <a:ext cx="11001134" cy="38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Provider Consumption Org (SVG Image)</a:t>
            </a:r>
            <a:endParaRPr/>
          </a:p>
        </p:txBody>
      </p:sp>
      <p:sp>
        <p:nvSpPr>
          <p:cNvPr id="1714" name="Google Shape;1714;p78"/>
          <p:cNvSpPr txBox="1">
            <a:spLocks noGrp="1"/>
          </p:cNvSpPr>
          <p:nvPr>
            <p:ph type="subTitle" idx="1"/>
          </p:nvPr>
        </p:nvSpPr>
        <p:spPr>
          <a:xfrm>
            <a:off x="592867" y="812513"/>
            <a:ext cx="10962687" cy="24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Flow Chart</a:t>
            </a:r>
            <a:endParaRPr/>
          </a:p>
        </p:txBody>
      </p:sp>
      <p:pic>
        <p:nvPicPr>
          <p:cNvPr id="1715" name="Google Shape;1715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0552" y="1193613"/>
            <a:ext cx="6388976" cy="4586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0ED07-9119-7583-5C11-333CAD329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55A794C4-17C2-B747-55A4-55D033D3F73C}"/>
              </a:ext>
            </a:extLst>
          </p:cNvPr>
          <p:cNvSpPr/>
          <p:nvPr/>
        </p:nvSpPr>
        <p:spPr>
          <a:xfrm>
            <a:off x="304720" y="1634534"/>
            <a:ext cx="11181554" cy="45962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6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5E538-B551-B6F3-586B-BA5CF8AFB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Supervisor to Organization Relationship v1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629AF-FE80-3F18-7DDF-F95DF4C6324F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dirty="0"/>
              <a:t>Shared Infrastructure 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038C9782-6868-AB62-A84B-F9E92BB33121}"/>
              </a:ext>
            </a:extLst>
          </p:cNvPr>
          <p:cNvSpPr/>
          <p:nvPr/>
        </p:nvSpPr>
        <p:spPr>
          <a:xfrm>
            <a:off x="1164285" y="2146116"/>
            <a:ext cx="5162714" cy="1370970"/>
          </a:xfrm>
          <a:prstGeom prst="rect">
            <a:avLst/>
          </a:prstGeom>
          <a:solidFill>
            <a:schemeClr val="bg1"/>
          </a:solidFill>
          <a:ln w="12700">
            <a:solidFill>
              <a:srgbClr val="F3BA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71">
              <a:buClrTx/>
            </a:pPr>
            <a:endParaRPr lang="en-US" sz="1800" kern="12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C7B630-58C0-D5DD-1EFA-0243CA31F937}"/>
              </a:ext>
            </a:extLst>
          </p:cNvPr>
          <p:cNvSpPr/>
          <p:nvPr/>
        </p:nvSpPr>
        <p:spPr>
          <a:xfrm>
            <a:off x="1329791" y="2438174"/>
            <a:ext cx="2285403" cy="867454"/>
          </a:xfrm>
          <a:prstGeom prst="rect">
            <a:avLst/>
          </a:prstGeom>
          <a:solidFill>
            <a:srgbClr val="FFFFFF"/>
          </a:solidFill>
          <a:ln w="12700">
            <a:solidFill>
              <a:srgbClr val="F3BA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71">
              <a:buClrTx/>
            </a:pPr>
            <a:endParaRPr lang="en-US" sz="1800" kern="1200">
              <a:solidFill>
                <a:srgbClr val="FFFFFF"/>
              </a:solidFill>
              <a:latin typeface="Metropolis" pitchFamily="2" charset="77"/>
            </a:endParaRPr>
          </a:p>
        </p:txBody>
      </p:sp>
      <p:sp>
        <p:nvSpPr>
          <p:cNvPr id="8" name="Google Shape;1497;p17">
            <a:extLst>
              <a:ext uri="{FF2B5EF4-FFF2-40B4-BE49-F238E27FC236}">
                <a16:creationId xmlns:a16="http://schemas.microsoft.com/office/drawing/2014/main" id="{E898BDB5-E165-10C9-1565-AA8EC51B7DB1}"/>
              </a:ext>
            </a:extLst>
          </p:cNvPr>
          <p:cNvSpPr txBox="1"/>
          <p:nvPr/>
        </p:nvSpPr>
        <p:spPr>
          <a:xfrm>
            <a:off x="1278179" y="2138533"/>
            <a:ext cx="1860091" cy="28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400"/>
            </a:pPr>
            <a:r>
              <a:rPr lang="en" kern="1200" dirty="0">
                <a:latin typeface="Metropolis" pitchFamily="2" charset="77"/>
              </a:rPr>
              <a:t>Organization </a:t>
            </a:r>
            <a:r>
              <a:rPr lang="en" kern="1200" dirty="0" err="1">
                <a:latin typeface="Metropolis" pitchFamily="2" charset="77"/>
              </a:rPr>
              <a:t>BigCo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9" name="Google Shape;1514;p17">
            <a:extLst>
              <a:ext uri="{FF2B5EF4-FFF2-40B4-BE49-F238E27FC236}">
                <a16:creationId xmlns:a16="http://schemas.microsoft.com/office/drawing/2014/main" id="{DC87D89C-DCD3-611F-40AC-B1F2678C201B}"/>
              </a:ext>
            </a:extLst>
          </p:cNvPr>
          <p:cNvSpPr txBox="1"/>
          <p:nvPr/>
        </p:nvSpPr>
        <p:spPr>
          <a:xfrm>
            <a:off x="1329791" y="2459939"/>
            <a:ext cx="1259373" cy="25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1200" kern="1200" dirty="0">
                <a:latin typeface="Metropolis" pitchFamily="2" charset="77"/>
              </a:rPr>
              <a:t>Project - Apple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48" name="Google Shape;1519;p17">
            <a:extLst>
              <a:ext uri="{FF2B5EF4-FFF2-40B4-BE49-F238E27FC236}">
                <a16:creationId xmlns:a16="http://schemas.microsoft.com/office/drawing/2014/main" id="{164B202A-41A5-3C90-F07E-1F59C3C365BF}"/>
              </a:ext>
            </a:extLst>
          </p:cNvPr>
          <p:cNvSpPr txBox="1"/>
          <p:nvPr/>
        </p:nvSpPr>
        <p:spPr>
          <a:xfrm>
            <a:off x="2396929" y="3010882"/>
            <a:ext cx="1182393" cy="161534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600" kern="1200" dirty="0">
                <a:latin typeface="Metropolis" pitchFamily="2" charset="77"/>
              </a:rPr>
              <a:t>vSphere Namespace:  Mac</a:t>
            </a:r>
            <a:endParaRPr sz="600" kern="1200" dirty="0">
              <a:latin typeface="Metropolis" pitchFamily="2" charset="77"/>
            </a:endParaRPr>
          </a:p>
        </p:txBody>
      </p:sp>
      <p:sp>
        <p:nvSpPr>
          <p:cNvPr id="49" name="Google Shape;1519;p17">
            <a:extLst>
              <a:ext uri="{FF2B5EF4-FFF2-40B4-BE49-F238E27FC236}">
                <a16:creationId xmlns:a16="http://schemas.microsoft.com/office/drawing/2014/main" id="{9BA86314-D62A-FF30-5912-92F189932356}"/>
              </a:ext>
            </a:extLst>
          </p:cNvPr>
          <p:cNvSpPr txBox="1"/>
          <p:nvPr/>
        </p:nvSpPr>
        <p:spPr>
          <a:xfrm>
            <a:off x="1406771" y="2766827"/>
            <a:ext cx="1182393" cy="161534"/>
          </a:xfrm>
          <a:prstGeom prst="rect">
            <a:avLst/>
          </a:prstGeom>
          <a:solidFill>
            <a:srgbClr val="FFFFFF"/>
          </a:solidFill>
          <a:ln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600" kern="1200" dirty="0">
                <a:latin typeface="Metropolis" pitchFamily="2" charset="77"/>
              </a:rPr>
              <a:t>vSphere Namespace: Crisp</a:t>
            </a:r>
            <a:endParaRPr sz="600" kern="1200" dirty="0">
              <a:latin typeface="Metropolis" pitchFamily="2" charset="77"/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2D46DE41-8167-53B9-DCA0-D1CD87D7840E}"/>
              </a:ext>
            </a:extLst>
          </p:cNvPr>
          <p:cNvCxnSpPr>
            <a:cxnSpLocks/>
          </p:cNvCxnSpPr>
          <p:nvPr/>
        </p:nvCxnSpPr>
        <p:spPr>
          <a:xfrm>
            <a:off x="702550" y="3782858"/>
            <a:ext cx="10358523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DC9DE633-678E-DB10-DD75-4C97678C2CBC}"/>
              </a:ext>
            </a:extLst>
          </p:cNvPr>
          <p:cNvSpPr/>
          <p:nvPr/>
        </p:nvSpPr>
        <p:spPr>
          <a:xfrm>
            <a:off x="4042209" y="2438174"/>
            <a:ext cx="2174188" cy="867454"/>
          </a:xfrm>
          <a:prstGeom prst="rect">
            <a:avLst/>
          </a:prstGeom>
          <a:solidFill>
            <a:schemeClr val="bg1"/>
          </a:solidFill>
          <a:ln w="12700">
            <a:solidFill>
              <a:srgbClr val="F3BA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71">
              <a:buClrTx/>
            </a:pPr>
            <a:endParaRPr lang="en-US" sz="1800" kern="12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0" name="Google Shape;1514;p17">
            <a:extLst>
              <a:ext uri="{FF2B5EF4-FFF2-40B4-BE49-F238E27FC236}">
                <a16:creationId xmlns:a16="http://schemas.microsoft.com/office/drawing/2014/main" id="{7790E2F1-9DEF-77D8-8327-518D9FBB4B15}"/>
              </a:ext>
            </a:extLst>
          </p:cNvPr>
          <p:cNvSpPr txBox="1"/>
          <p:nvPr/>
        </p:nvSpPr>
        <p:spPr>
          <a:xfrm>
            <a:off x="4049951" y="2451455"/>
            <a:ext cx="1182393" cy="25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1200" kern="1200" dirty="0">
                <a:latin typeface="Metropolis" pitchFamily="2" charset="77"/>
              </a:rPr>
              <a:t>Project - Pear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141" name="Google Shape;1519;p17">
            <a:extLst>
              <a:ext uri="{FF2B5EF4-FFF2-40B4-BE49-F238E27FC236}">
                <a16:creationId xmlns:a16="http://schemas.microsoft.com/office/drawing/2014/main" id="{2D8868EA-4097-1B06-F4ED-86D0B786BE9F}"/>
              </a:ext>
            </a:extLst>
          </p:cNvPr>
          <p:cNvSpPr txBox="1"/>
          <p:nvPr/>
        </p:nvSpPr>
        <p:spPr>
          <a:xfrm>
            <a:off x="4109754" y="2767487"/>
            <a:ext cx="1323594" cy="161534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600" kern="1200" dirty="0">
                <a:latin typeface="Metropolis" pitchFamily="2" charset="77"/>
              </a:rPr>
              <a:t>vSphere Namespace: </a:t>
            </a:r>
            <a:r>
              <a:rPr lang="en" sz="600" kern="1200" dirty="0">
                <a:latin typeface="Metropolis" pitchFamily="2" charset="77"/>
                <a:ea typeface="+mn-ea"/>
                <a:cs typeface="+mn-cs"/>
              </a:rPr>
              <a:t>Bartlett</a:t>
            </a:r>
            <a:endParaRPr sz="600" kern="1200" dirty="0">
              <a:latin typeface="Metropolis" pitchFamily="2" charset="77"/>
            </a:endParaRPr>
          </a:p>
        </p:txBody>
      </p:sp>
      <p:sp>
        <p:nvSpPr>
          <p:cNvPr id="142" name="Google Shape;1519;p17">
            <a:extLst>
              <a:ext uri="{FF2B5EF4-FFF2-40B4-BE49-F238E27FC236}">
                <a16:creationId xmlns:a16="http://schemas.microsoft.com/office/drawing/2014/main" id="{938B92F4-3DAE-5D75-A4CF-A48B8647C7E8}"/>
              </a:ext>
            </a:extLst>
          </p:cNvPr>
          <p:cNvSpPr txBox="1"/>
          <p:nvPr/>
        </p:nvSpPr>
        <p:spPr>
          <a:xfrm>
            <a:off x="4992483" y="3029981"/>
            <a:ext cx="1127533" cy="161534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600" kern="1200" dirty="0">
                <a:latin typeface="Metropolis" pitchFamily="2" charset="77"/>
              </a:rPr>
              <a:t>vSphere Namespace: </a:t>
            </a:r>
            <a:r>
              <a:rPr lang="en" sz="600" kern="1200" dirty="0">
                <a:latin typeface="Metropolis" pitchFamily="2" charset="77"/>
                <a:ea typeface="+mn-ea"/>
                <a:cs typeface="+mn-cs"/>
              </a:rPr>
              <a:t>Bosc</a:t>
            </a:r>
            <a:endParaRPr sz="600" kern="1200" dirty="0">
              <a:latin typeface="Metropolis" pitchFamily="2" charset="77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459151E4-363F-306C-DA14-7758AF07A49D}"/>
              </a:ext>
            </a:extLst>
          </p:cNvPr>
          <p:cNvSpPr/>
          <p:nvPr/>
        </p:nvSpPr>
        <p:spPr>
          <a:xfrm>
            <a:off x="7957155" y="2144690"/>
            <a:ext cx="2116947" cy="1372395"/>
          </a:xfrm>
          <a:prstGeom prst="rect">
            <a:avLst/>
          </a:prstGeom>
          <a:solidFill>
            <a:schemeClr val="bg1"/>
          </a:solidFill>
          <a:ln w="12700">
            <a:solidFill>
              <a:srgbClr val="F3BA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71">
              <a:buClrTx/>
            </a:pPr>
            <a:endParaRPr lang="en-US" sz="1800" kern="12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CB68ABAB-A5F1-46C0-E33B-D7DFDA4BD4D8}"/>
              </a:ext>
            </a:extLst>
          </p:cNvPr>
          <p:cNvSpPr/>
          <p:nvPr/>
        </p:nvSpPr>
        <p:spPr>
          <a:xfrm>
            <a:off x="8096742" y="2484269"/>
            <a:ext cx="1830281" cy="867049"/>
          </a:xfrm>
          <a:prstGeom prst="rect">
            <a:avLst/>
          </a:prstGeom>
          <a:solidFill>
            <a:srgbClr val="FFFFFF"/>
          </a:solidFill>
          <a:ln w="12700">
            <a:solidFill>
              <a:srgbClr val="F3BA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71">
              <a:buClrTx/>
            </a:pPr>
            <a:endParaRPr lang="en-US" sz="1800" kern="12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5" name="Google Shape;1497;p17">
            <a:extLst>
              <a:ext uri="{FF2B5EF4-FFF2-40B4-BE49-F238E27FC236}">
                <a16:creationId xmlns:a16="http://schemas.microsoft.com/office/drawing/2014/main" id="{8A51DFA4-9EF6-16AA-7845-A9701023F082}"/>
              </a:ext>
            </a:extLst>
          </p:cNvPr>
          <p:cNvSpPr txBox="1"/>
          <p:nvPr/>
        </p:nvSpPr>
        <p:spPr>
          <a:xfrm>
            <a:off x="7985034" y="2127305"/>
            <a:ext cx="2054412" cy="284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400"/>
            </a:pPr>
            <a:r>
              <a:rPr lang="en" kern="1200" dirty="0">
                <a:latin typeface="Metropolis" pitchFamily="2" charset="77"/>
              </a:rPr>
              <a:t>Organization </a:t>
            </a:r>
            <a:r>
              <a:rPr lang="en" kern="1200" dirty="0" err="1">
                <a:latin typeface="Metropolis" pitchFamily="2" charset="77"/>
              </a:rPr>
              <a:t>SmallCo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146" name="Google Shape;1514;p17">
            <a:extLst>
              <a:ext uri="{FF2B5EF4-FFF2-40B4-BE49-F238E27FC236}">
                <a16:creationId xmlns:a16="http://schemas.microsoft.com/office/drawing/2014/main" id="{AB3DC6E3-7967-1AB5-103F-76EFA08A1122}"/>
              </a:ext>
            </a:extLst>
          </p:cNvPr>
          <p:cNvSpPr txBox="1"/>
          <p:nvPr/>
        </p:nvSpPr>
        <p:spPr>
          <a:xfrm>
            <a:off x="8104778" y="2460576"/>
            <a:ext cx="1182393" cy="25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1200" kern="1200" dirty="0">
                <a:latin typeface="Metropolis" pitchFamily="2" charset="77"/>
              </a:rPr>
              <a:t>Project - Corp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147" name="Google Shape;1519;p17">
            <a:extLst>
              <a:ext uri="{FF2B5EF4-FFF2-40B4-BE49-F238E27FC236}">
                <a16:creationId xmlns:a16="http://schemas.microsoft.com/office/drawing/2014/main" id="{AA877EC6-BA00-7672-ED5B-E413C8931AEF}"/>
              </a:ext>
            </a:extLst>
          </p:cNvPr>
          <p:cNvSpPr txBox="1"/>
          <p:nvPr/>
        </p:nvSpPr>
        <p:spPr>
          <a:xfrm>
            <a:off x="8683110" y="3077615"/>
            <a:ext cx="1172147" cy="161534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600" kern="1200" dirty="0">
                <a:latin typeface="Metropolis" pitchFamily="2" charset="77"/>
              </a:rPr>
              <a:t>vSphere Namespace: Plant</a:t>
            </a:r>
            <a:endParaRPr sz="600" kern="1200" dirty="0">
              <a:latin typeface="Metropolis" pitchFamily="2" charset="77"/>
            </a:endParaRPr>
          </a:p>
        </p:txBody>
      </p:sp>
      <p:sp>
        <p:nvSpPr>
          <p:cNvPr id="148" name="Google Shape;1519;p17">
            <a:extLst>
              <a:ext uri="{FF2B5EF4-FFF2-40B4-BE49-F238E27FC236}">
                <a16:creationId xmlns:a16="http://schemas.microsoft.com/office/drawing/2014/main" id="{0262FF89-F820-602C-DAA9-5E97423D8DA0}"/>
              </a:ext>
            </a:extLst>
          </p:cNvPr>
          <p:cNvSpPr txBox="1"/>
          <p:nvPr/>
        </p:nvSpPr>
        <p:spPr>
          <a:xfrm>
            <a:off x="8151825" y="2806847"/>
            <a:ext cx="1240718" cy="161534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600" kern="1200" dirty="0">
                <a:latin typeface="Metropolis" pitchFamily="2" charset="77"/>
              </a:rPr>
              <a:t>vSphere Namespace: Finance</a:t>
            </a:r>
            <a:endParaRPr sz="600" kern="1200" dirty="0">
              <a:latin typeface="Metropolis" pitchFamily="2" charset="77"/>
            </a:endParaRPr>
          </a:p>
        </p:txBody>
      </p: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3066A665-D4C8-8E45-32FC-3F7D9A1F9BD2}"/>
              </a:ext>
            </a:extLst>
          </p:cNvPr>
          <p:cNvGrpSpPr/>
          <p:nvPr/>
        </p:nvGrpSpPr>
        <p:grpSpPr>
          <a:xfrm>
            <a:off x="9345782" y="4546619"/>
            <a:ext cx="1166236" cy="839173"/>
            <a:chOff x="6158472" y="2128245"/>
            <a:chExt cx="1166540" cy="839391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3A112352-8660-E3E2-C712-852B2627511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530828" y="2128245"/>
              <a:ext cx="415891" cy="416249"/>
              <a:chOff x="12474575" y="1746250"/>
              <a:chExt cx="3690938" cy="3694113"/>
            </a:xfrm>
          </p:grpSpPr>
          <p:sp>
            <p:nvSpPr>
              <p:cNvPr id="151" name="Freeform 5">
                <a:extLst>
                  <a:ext uri="{FF2B5EF4-FFF2-40B4-BE49-F238E27FC236}">
                    <a16:creationId xmlns:a16="http://schemas.microsoft.com/office/drawing/2014/main" id="{A44E9F83-E3F8-D8DD-6FC4-61BD02F3D8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152" name="Freeform 6">
                <a:extLst>
                  <a:ext uri="{FF2B5EF4-FFF2-40B4-BE49-F238E27FC236}">
                    <a16:creationId xmlns:a16="http://schemas.microsoft.com/office/drawing/2014/main" id="{DBAF5B15-B646-B203-A04E-2DDCA53C6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  <p:sp>
          <p:nvSpPr>
            <p:cNvPr id="153" name="Google Shape;1497;p17">
              <a:extLst>
                <a:ext uri="{FF2B5EF4-FFF2-40B4-BE49-F238E27FC236}">
                  <a16:creationId xmlns:a16="http://schemas.microsoft.com/office/drawing/2014/main" id="{9CC6BB32-B24F-C6B4-FAE7-E239A88DAFFF}"/>
                </a:ext>
              </a:extLst>
            </p:cNvPr>
            <p:cNvSpPr txBox="1"/>
            <p:nvPr/>
          </p:nvSpPr>
          <p:spPr>
            <a:xfrm>
              <a:off x="6158472" y="2528989"/>
              <a:ext cx="1166540" cy="438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7" tIns="34266" rIns="68557" bIns="34266" anchor="t" anchorCtr="0">
              <a:spAutoFit/>
            </a:bodyPr>
            <a:lstStyle/>
            <a:p>
              <a:pPr algn="ctr" defTabSz="914171">
                <a:buSzPts val="1400"/>
              </a:pPr>
              <a:r>
                <a:rPr lang="en" sz="1200" kern="1200" dirty="0">
                  <a:latin typeface="Metropolis" pitchFamily="2" charset="77"/>
                </a:rPr>
                <a:t>Provider Admins</a:t>
              </a:r>
              <a:endParaRPr sz="1200" kern="1200" dirty="0">
                <a:latin typeface="Metropolis" pitchFamily="2" charset="77"/>
              </a:endParaRPr>
            </a:p>
          </p:txBody>
        </p: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B03975BD-E3A2-2F45-41A7-9A3243F7B87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80172" y="2128245"/>
              <a:ext cx="415891" cy="416249"/>
              <a:chOff x="12474575" y="1746250"/>
              <a:chExt cx="3690938" cy="3694113"/>
            </a:xfrm>
          </p:grpSpPr>
          <p:sp>
            <p:nvSpPr>
              <p:cNvPr id="155" name="Freeform 5">
                <a:extLst>
                  <a:ext uri="{FF2B5EF4-FFF2-40B4-BE49-F238E27FC236}">
                    <a16:creationId xmlns:a16="http://schemas.microsoft.com/office/drawing/2014/main" id="{3DD17E98-579C-549E-C494-98397AD2A2F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156" name="Freeform 6">
                <a:extLst>
                  <a:ext uri="{FF2B5EF4-FFF2-40B4-BE49-F238E27FC236}">
                    <a16:creationId xmlns:a16="http://schemas.microsoft.com/office/drawing/2014/main" id="{348B3A9F-70A6-4B95-0CF8-AB3881D733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0A6B01F7-D7F1-F1B0-35A6-84DCF43A06F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34707" y="2128245"/>
              <a:ext cx="415891" cy="416249"/>
              <a:chOff x="12474575" y="1746250"/>
              <a:chExt cx="3690938" cy="3694113"/>
            </a:xfrm>
          </p:grpSpPr>
          <p:sp>
            <p:nvSpPr>
              <p:cNvPr id="158" name="Freeform 5">
                <a:extLst>
                  <a:ext uri="{FF2B5EF4-FFF2-40B4-BE49-F238E27FC236}">
                    <a16:creationId xmlns:a16="http://schemas.microsoft.com/office/drawing/2014/main" id="{D6AB1BC4-326E-044F-1EC9-7584FF72DA2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159" name="Freeform 6">
                <a:extLst>
                  <a:ext uri="{FF2B5EF4-FFF2-40B4-BE49-F238E27FC236}">
                    <a16:creationId xmlns:a16="http://schemas.microsoft.com/office/drawing/2014/main" id="{C88C767C-E33F-740C-AE69-51312367AD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</p:grp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700FE11-A3BC-680D-98F2-93DFD1D94FF5}"/>
              </a:ext>
            </a:extLst>
          </p:cNvPr>
          <p:cNvSpPr/>
          <p:nvPr/>
        </p:nvSpPr>
        <p:spPr bwMode="gray">
          <a:xfrm>
            <a:off x="2685625" y="4066242"/>
            <a:ext cx="3880976" cy="1952885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71">
              <a:buClrTx/>
            </a:pPr>
            <a:endParaRPr lang="en-US" sz="1800" kern="1200" dirty="0">
              <a:solidFill>
                <a:srgbClr val="FFFFFF"/>
              </a:solidFill>
              <a:latin typeface="Metropolis" pitchFamily="2" charset="77"/>
            </a:endParaRPr>
          </a:p>
        </p:txBody>
      </p:sp>
      <p:sp>
        <p:nvSpPr>
          <p:cNvPr id="171" name="Google Shape;1497;p17">
            <a:extLst>
              <a:ext uri="{FF2B5EF4-FFF2-40B4-BE49-F238E27FC236}">
                <a16:creationId xmlns:a16="http://schemas.microsoft.com/office/drawing/2014/main" id="{12740501-B637-C69C-3FB3-761126CF03EA}"/>
              </a:ext>
            </a:extLst>
          </p:cNvPr>
          <p:cNvSpPr txBox="1"/>
          <p:nvPr/>
        </p:nvSpPr>
        <p:spPr>
          <a:xfrm rot="5400000">
            <a:off x="2231982" y="4991321"/>
            <a:ext cx="1283008" cy="28464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400"/>
            </a:pPr>
            <a:r>
              <a:rPr lang="en" kern="1200" dirty="0">
                <a:latin typeface="Metropolis" pitchFamily="2" charset="77"/>
              </a:rPr>
              <a:t>Region Wes</a:t>
            </a:r>
            <a:r>
              <a:rPr lang="en" kern="1200" dirty="0"/>
              <a:t>t</a:t>
            </a:r>
            <a:endParaRPr sz="1100" kern="1200" dirty="0"/>
          </a:p>
        </p:txBody>
      </p:sp>
      <p:sp>
        <p:nvSpPr>
          <p:cNvPr id="173" name="Google Shape;1519;p17">
            <a:extLst>
              <a:ext uri="{FF2B5EF4-FFF2-40B4-BE49-F238E27FC236}">
                <a16:creationId xmlns:a16="http://schemas.microsoft.com/office/drawing/2014/main" id="{BD75C02E-7061-7A67-24E7-A838567C2598}"/>
              </a:ext>
            </a:extLst>
          </p:cNvPr>
          <p:cNvSpPr txBox="1"/>
          <p:nvPr/>
        </p:nvSpPr>
        <p:spPr>
          <a:xfrm>
            <a:off x="3034852" y="5655931"/>
            <a:ext cx="3422057" cy="238478"/>
          </a:xfrm>
          <a:prstGeom prst="rect">
            <a:avLst/>
          </a:prstGeom>
          <a:noFill/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NSX Local Manager West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4497CACB-11A4-A9A9-C6F5-6CC71CEAF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851" y="4662722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1" name="Rectangle 6">
            <a:extLst>
              <a:ext uri="{FF2B5EF4-FFF2-40B4-BE49-F238E27FC236}">
                <a16:creationId xmlns:a16="http://schemas.microsoft.com/office/drawing/2014/main" id="{FFF77954-B2E2-C050-252A-A761818E2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851" y="4571262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2" name="Freeform 7">
            <a:extLst>
              <a:ext uri="{FF2B5EF4-FFF2-40B4-BE49-F238E27FC236}">
                <a16:creationId xmlns:a16="http://schemas.microsoft.com/office/drawing/2014/main" id="{26D6F61C-B61F-A5B6-D9A3-1D80B957AD4A}"/>
              </a:ext>
            </a:extLst>
          </p:cNvPr>
          <p:cNvSpPr>
            <a:spLocks noEditPoints="1"/>
          </p:cNvSpPr>
          <p:nvPr/>
        </p:nvSpPr>
        <p:spPr bwMode="auto">
          <a:xfrm>
            <a:off x="3153172" y="4427974"/>
            <a:ext cx="377176" cy="286384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3" name="Rectangle 8">
            <a:extLst>
              <a:ext uri="{FF2B5EF4-FFF2-40B4-BE49-F238E27FC236}">
                <a16:creationId xmlns:a16="http://schemas.microsoft.com/office/drawing/2014/main" id="{720DE57F-ADA9-06DE-2A8A-D4C10A0D6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851" y="4479803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79" name="Google Shape;1514;p17">
            <a:extLst>
              <a:ext uri="{FF2B5EF4-FFF2-40B4-BE49-F238E27FC236}">
                <a16:creationId xmlns:a16="http://schemas.microsoft.com/office/drawing/2014/main" id="{B48F40F8-C510-869D-8327-8C346EF66C11}"/>
              </a:ext>
            </a:extLst>
          </p:cNvPr>
          <p:cNvSpPr txBox="1"/>
          <p:nvPr/>
        </p:nvSpPr>
        <p:spPr>
          <a:xfrm>
            <a:off x="3041741" y="4738033"/>
            <a:ext cx="547636" cy="315423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CE7B2EEC-6464-6837-7E20-F1644FE61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5488" y="4662722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8" name="Rectangle 6">
            <a:extLst>
              <a:ext uri="{FF2B5EF4-FFF2-40B4-BE49-F238E27FC236}">
                <a16:creationId xmlns:a16="http://schemas.microsoft.com/office/drawing/2014/main" id="{0AF3AD80-5D70-B935-1B60-08AEDBCD04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5488" y="4571262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9" name="Freeform 7">
            <a:extLst>
              <a:ext uri="{FF2B5EF4-FFF2-40B4-BE49-F238E27FC236}">
                <a16:creationId xmlns:a16="http://schemas.microsoft.com/office/drawing/2014/main" id="{1CB08401-E099-C7BA-F2CD-0E08A6C6613A}"/>
              </a:ext>
            </a:extLst>
          </p:cNvPr>
          <p:cNvSpPr>
            <a:spLocks noEditPoints="1"/>
          </p:cNvSpPr>
          <p:nvPr/>
        </p:nvSpPr>
        <p:spPr bwMode="auto">
          <a:xfrm>
            <a:off x="3700809" y="4427974"/>
            <a:ext cx="377870" cy="286384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90" name="Rectangle 8">
            <a:extLst>
              <a:ext uri="{FF2B5EF4-FFF2-40B4-BE49-F238E27FC236}">
                <a16:creationId xmlns:a16="http://schemas.microsoft.com/office/drawing/2014/main" id="{2AD32F54-5AF4-B06D-A1FF-DC2E6629D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5488" y="4479803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6" name="Google Shape;1514;p17">
            <a:extLst>
              <a:ext uri="{FF2B5EF4-FFF2-40B4-BE49-F238E27FC236}">
                <a16:creationId xmlns:a16="http://schemas.microsoft.com/office/drawing/2014/main" id="{124EE985-F53D-47F2-9A64-71BB56A7E643}"/>
              </a:ext>
            </a:extLst>
          </p:cNvPr>
          <p:cNvSpPr txBox="1"/>
          <p:nvPr/>
        </p:nvSpPr>
        <p:spPr>
          <a:xfrm>
            <a:off x="3589378" y="4738033"/>
            <a:ext cx="547636" cy="315423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A7983708-CB79-70E3-4624-DEA6FA356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124" y="4662722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95" name="Rectangle 6">
            <a:extLst>
              <a:ext uri="{FF2B5EF4-FFF2-40B4-BE49-F238E27FC236}">
                <a16:creationId xmlns:a16="http://schemas.microsoft.com/office/drawing/2014/main" id="{16D8860A-A17F-B93B-A2F4-C96EFE198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124" y="4571262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96" name="Freeform 7">
            <a:extLst>
              <a:ext uri="{FF2B5EF4-FFF2-40B4-BE49-F238E27FC236}">
                <a16:creationId xmlns:a16="http://schemas.microsoft.com/office/drawing/2014/main" id="{79782744-86B4-4E6D-64FC-772E55BD6F07}"/>
              </a:ext>
            </a:extLst>
          </p:cNvPr>
          <p:cNvSpPr>
            <a:spLocks noEditPoints="1"/>
          </p:cNvSpPr>
          <p:nvPr/>
        </p:nvSpPr>
        <p:spPr bwMode="auto">
          <a:xfrm>
            <a:off x="4248445" y="4427974"/>
            <a:ext cx="378563" cy="286384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 dirty="0">
              <a:ea typeface="+mn-ea"/>
              <a:cs typeface="+mn-cs"/>
            </a:endParaRPr>
          </a:p>
        </p:txBody>
      </p:sp>
      <p:sp>
        <p:nvSpPr>
          <p:cNvPr id="197" name="Rectangle 8">
            <a:extLst>
              <a:ext uri="{FF2B5EF4-FFF2-40B4-BE49-F238E27FC236}">
                <a16:creationId xmlns:a16="http://schemas.microsoft.com/office/drawing/2014/main" id="{ABF7BF4F-C6A7-0F67-CEA2-E45B379A4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124" y="4479803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93" name="Google Shape;1514;p17">
            <a:extLst>
              <a:ext uri="{FF2B5EF4-FFF2-40B4-BE49-F238E27FC236}">
                <a16:creationId xmlns:a16="http://schemas.microsoft.com/office/drawing/2014/main" id="{A7E03743-C880-71B4-D729-7FDA462EF96E}"/>
              </a:ext>
            </a:extLst>
          </p:cNvPr>
          <p:cNvSpPr txBox="1"/>
          <p:nvPr/>
        </p:nvSpPr>
        <p:spPr>
          <a:xfrm>
            <a:off x="4137014" y="4738033"/>
            <a:ext cx="547636" cy="315423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98" name="Google Shape;1519;p17">
            <a:extLst>
              <a:ext uri="{FF2B5EF4-FFF2-40B4-BE49-F238E27FC236}">
                <a16:creationId xmlns:a16="http://schemas.microsoft.com/office/drawing/2014/main" id="{6BAD92D4-3BC9-7749-EBC6-3BC34CFF7652}"/>
              </a:ext>
            </a:extLst>
          </p:cNvPr>
          <p:cNvSpPr txBox="1"/>
          <p:nvPr/>
        </p:nvSpPr>
        <p:spPr>
          <a:xfrm>
            <a:off x="3138271" y="4211347"/>
            <a:ext cx="425160" cy="1923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zone1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00" name="Google Shape;1518;p17">
            <a:extLst>
              <a:ext uri="{FF2B5EF4-FFF2-40B4-BE49-F238E27FC236}">
                <a16:creationId xmlns:a16="http://schemas.microsoft.com/office/drawing/2014/main" id="{4EC92CC3-2C87-4676-4C2E-200256223E9A}"/>
              </a:ext>
            </a:extLst>
          </p:cNvPr>
          <p:cNvSpPr/>
          <p:nvPr/>
        </p:nvSpPr>
        <p:spPr>
          <a:xfrm>
            <a:off x="3677152" y="4229960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7" tIns="34266" rIns="68557" bIns="34266" anchor="ctr" anchorCtr="0">
            <a:noAutofit/>
          </a:bodyPr>
          <a:lstStyle/>
          <a:p>
            <a:pPr algn="ctr" defTabSz="914171">
              <a:buSzPts val="1400"/>
            </a:pPr>
            <a:endParaRPr kern="1200">
              <a:solidFill>
                <a:srgbClr val="FFFFFF"/>
              </a:solidFill>
            </a:endParaRPr>
          </a:p>
        </p:txBody>
      </p:sp>
      <p:sp>
        <p:nvSpPr>
          <p:cNvPr id="201" name="Google Shape;1519;p17">
            <a:extLst>
              <a:ext uri="{FF2B5EF4-FFF2-40B4-BE49-F238E27FC236}">
                <a16:creationId xmlns:a16="http://schemas.microsoft.com/office/drawing/2014/main" id="{9FEFFFF9-B7F3-CCCA-58D1-B2B0392EB177}"/>
              </a:ext>
            </a:extLst>
          </p:cNvPr>
          <p:cNvSpPr txBox="1"/>
          <p:nvPr/>
        </p:nvSpPr>
        <p:spPr>
          <a:xfrm>
            <a:off x="3677151" y="4204503"/>
            <a:ext cx="433846" cy="1923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zone2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03" name="Google Shape;1518;p17">
            <a:extLst>
              <a:ext uri="{FF2B5EF4-FFF2-40B4-BE49-F238E27FC236}">
                <a16:creationId xmlns:a16="http://schemas.microsoft.com/office/drawing/2014/main" id="{E51F57FF-66F1-BD46-515E-B0EA3826380F}"/>
              </a:ext>
            </a:extLst>
          </p:cNvPr>
          <p:cNvSpPr/>
          <p:nvPr/>
        </p:nvSpPr>
        <p:spPr>
          <a:xfrm>
            <a:off x="4225481" y="4229960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7" tIns="34266" rIns="68557" bIns="34266" anchor="ctr" anchorCtr="0">
            <a:noAutofit/>
          </a:bodyPr>
          <a:lstStyle/>
          <a:p>
            <a:pPr algn="ctr" defTabSz="914171">
              <a:buSzPts val="1400"/>
            </a:pPr>
            <a:endParaRPr kern="1200">
              <a:solidFill>
                <a:srgbClr val="FFFFFF"/>
              </a:solidFill>
            </a:endParaRPr>
          </a:p>
        </p:txBody>
      </p:sp>
      <p:sp>
        <p:nvSpPr>
          <p:cNvPr id="204" name="Google Shape;1519;p17">
            <a:extLst>
              <a:ext uri="{FF2B5EF4-FFF2-40B4-BE49-F238E27FC236}">
                <a16:creationId xmlns:a16="http://schemas.microsoft.com/office/drawing/2014/main" id="{F890D58A-7CE8-732C-9581-DD58BB044856}"/>
              </a:ext>
            </a:extLst>
          </p:cNvPr>
          <p:cNvSpPr txBox="1"/>
          <p:nvPr/>
        </p:nvSpPr>
        <p:spPr>
          <a:xfrm>
            <a:off x="4192890" y="4205162"/>
            <a:ext cx="459168" cy="1923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zone3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05" name="Google Shape;1519;p17">
            <a:extLst>
              <a:ext uri="{FF2B5EF4-FFF2-40B4-BE49-F238E27FC236}">
                <a16:creationId xmlns:a16="http://schemas.microsoft.com/office/drawing/2014/main" id="{7801B62F-2F09-C3A3-D546-5DCCB6AD805D}"/>
              </a:ext>
            </a:extLst>
          </p:cNvPr>
          <p:cNvSpPr txBox="1"/>
          <p:nvPr/>
        </p:nvSpPr>
        <p:spPr>
          <a:xfrm>
            <a:off x="3041741" y="5083151"/>
            <a:ext cx="1642909" cy="238478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vSphere Supervisor 1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206" name="Google Shape;1519;p17">
            <a:extLst>
              <a:ext uri="{FF2B5EF4-FFF2-40B4-BE49-F238E27FC236}">
                <a16:creationId xmlns:a16="http://schemas.microsoft.com/office/drawing/2014/main" id="{5975F995-FEED-F411-858A-7EDA9F41B980}"/>
              </a:ext>
            </a:extLst>
          </p:cNvPr>
          <p:cNvSpPr txBox="1"/>
          <p:nvPr/>
        </p:nvSpPr>
        <p:spPr>
          <a:xfrm>
            <a:off x="3034851" y="5349632"/>
            <a:ext cx="1649800" cy="238478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vCenter  West 1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C428D626-63BE-12D2-9576-4091CB35F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705" y="4667485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35" name="Rectangle 6">
            <a:extLst>
              <a:ext uri="{FF2B5EF4-FFF2-40B4-BE49-F238E27FC236}">
                <a16:creationId xmlns:a16="http://schemas.microsoft.com/office/drawing/2014/main" id="{46DD8AA5-F4C9-22BB-02D9-5075182B7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705" y="4576025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36" name="Freeform 7">
            <a:extLst>
              <a:ext uri="{FF2B5EF4-FFF2-40B4-BE49-F238E27FC236}">
                <a16:creationId xmlns:a16="http://schemas.microsoft.com/office/drawing/2014/main" id="{060BBF05-4B03-E9AF-54AC-84CB3E693BF9}"/>
              </a:ext>
            </a:extLst>
          </p:cNvPr>
          <p:cNvSpPr>
            <a:spLocks noEditPoints="1"/>
          </p:cNvSpPr>
          <p:nvPr/>
        </p:nvSpPr>
        <p:spPr bwMode="auto">
          <a:xfrm>
            <a:off x="4911026" y="4432737"/>
            <a:ext cx="377176" cy="286385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37" name="Rectangle 8">
            <a:extLst>
              <a:ext uri="{FF2B5EF4-FFF2-40B4-BE49-F238E27FC236}">
                <a16:creationId xmlns:a16="http://schemas.microsoft.com/office/drawing/2014/main" id="{92EAEBFD-28A0-1268-68E5-FC3EC6515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705" y="4484564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33" name="Google Shape;1514;p17">
            <a:extLst>
              <a:ext uri="{FF2B5EF4-FFF2-40B4-BE49-F238E27FC236}">
                <a16:creationId xmlns:a16="http://schemas.microsoft.com/office/drawing/2014/main" id="{BD1254BB-A661-FD68-C9BC-70CA71AF4DCE}"/>
              </a:ext>
            </a:extLst>
          </p:cNvPr>
          <p:cNvSpPr txBox="1"/>
          <p:nvPr/>
        </p:nvSpPr>
        <p:spPr>
          <a:xfrm>
            <a:off x="4799594" y="4742796"/>
            <a:ext cx="562042" cy="315423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52243360-A4ED-D9ED-5700-D58CB6FE5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3341" y="4667485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29" name="Rectangle 6">
            <a:extLst>
              <a:ext uri="{FF2B5EF4-FFF2-40B4-BE49-F238E27FC236}">
                <a16:creationId xmlns:a16="http://schemas.microsoft.com/office/drawing/2014/main" id="{6A53DB7D-DC36-70E0-382E-5CE6C1878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3341" y="4576025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30" name="Freeform 7">
            <a:extLst>
              <a:ext uri="{FF2B5EF4-FFF2-40B4-BE49-F238E27FC236}">
                <a16:creationId xmlns:a16="http://schemas.microsoft.com/office/drawing/2014/main" id="{63468528-CB19-9CD6-7256-3E2F433A6DA2}"/>
              </a:ext>
            </a:extLst>
          </p:cNvPr>
          <p:cNvSpPr>
            <a:spLocks noEditPoints="1"/>
          </p:cNvSpPr>
          <p:nvPr/>
        </p:nvSpPr>
        <p:spPr bwMode="auto">
          <a:xfrm>
            <a:off x="5458661" y="4432737"/>
            <a:ext cx="377870" cy="286385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31" name="Rectangle 8">
            <a:extLst>
              <a:ext uri="{FF2B5EF4-FFF2-40B4-BE49-F238E27FC236}">
                <a16:creationId xmlns:a16="http://schemas.microsoft.com/office/drawing/2014/main" id="{CA950724-CC8E-D40D-745A-8843B1789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3341" y="4484564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27" name="Google Shape;1514;p17">
            <a:extLst>
              <a:ext uri="{FF2B5EF4-FFF2-40B4-BE49-F238E27FC236}">
                <a16:creationId xmlns:a16="http://schemas.microsoft.com/office/drawing/2014/main" id="{B8D5E784-4F59-3C93-ADC5-E9A64428C3F3}"/>
              </a:ext>
            </a:extLst>
          </p:cNvPr>
          <p:cNvSpPr txBox="1"/>
          <p:nvPr/>
        </p:nvSpPr>
        <p:spPr>
          <a:xfrm>
            <a:off x="5347230" y="4742796"/>
            <a:ext cx="562042" cy="315423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788EC3D4-4ABF-445C-7698-39C791B30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978" y="4667485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23" name="Rectangle 6">
            <a:extLst>
              <a:ext uri="{FF2B5EF4-FFF2-40B4-BE49-F238E27FC236}">
                <a16:creationId xmlns:a16="http://schemas.microsoft.com/office/drawing/2014/main" id="{B0E2B71D-6C0B-79ED-49DB-4AB6ACB41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978" y="4576025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24" name="Freeform 7">
            <a:extLst>
              <a:ext uri="{FF2B5EF4-FFF2-40B4-BE49-F238E27FC236}">
                <a16:creationId xmlns:a16="http://schemas.microsoft.com/office/drawing/2014/main" id="{3D3728B1-F819-0F02-6C51-D2B24EAB5F9B}"/>
              </a:ext>
            </a:extLst>
          </p:cNvPr>
          <p:cNvSpPr>
            <a:spLocks noEditPoints="1"/>
          </p:cNvSpPr>
          <p:nvPr/>
        </p:nvSpPr>
        <p:spPr bwMode="auto">
          <a:xfrm>
            <a:off x="6006299" y="4432737"/>
            <a:ext cx="378563" cy="286385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25" name="Rectangle 8">
            <a:extLst>
              <a:ext uri="{FF2B5EF4-FFF2-40B4-BE49-F238E27FC236}">
                <a16:creationId xmlns:a16="http://schemas.microsoft.com/office/drawing/2014/main" id="{435FE156-FD89-EE17-B6B7-18A3F0429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978" y="4484564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21" name="Google Shape;1514;p17">
            <a:extLst>
              <a:ext uri="{FF2B5EF4-FFF2-40B4-BE49-F238E27FC236}">
                <a16:creationId xmlns:a16="http://schemas.microsoft.com/office/drawing/2014/main" id="{32587459-EEFF-F60F-CCF7-9C182735FA48}"/>
              </a:ext>
            </a:extLst>
          </p:cNvPr>
          <p:cNvSpPr txBox="1"/>
          <p:nvPr/>
        </p:nvSpPr>
        <p:spPr>
          <a:xfrm>
            <a:off x="5894867" y="4742796"/>
            <a:ext cx="562042" cy="315423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11" name="Google Shape;1519;p17">
            <a:extLst>
              <a:ext uri="{FF2B5EF4-FFF2-40B4-BE49-F238E27FC236}">
                <a16:creationId xmlns:a16="http://schemas.microsoft.com/office/drawing/2014/main" id="{F7735F4E-F187-4B47-CDFF-61467230F6A8}"/>
              </a:ext>
            </a:extLst>
          </p:cNvPr>
          <p:cNvSpPr txBox="1"/>
          <p:nvPr/>
        </p:nvSpPr>
        <p:spPr>
          <a:xfrm>
            <a:off x="4896123" y="4216109"/>
            <a:ext cx="436344" cy="1923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zone4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18" name="Google Shape;1518;p17">
            <a:extLst>
              <a:ext uri="{FF2B5EF4-FFF2-40B4-BE49-F238E27FC236}">
                <a16:creationId xmlns:a16="http://schemas.microsoft.com/office/drawing/2014/main" id="{0272C44A-2379-A8C1-0D60-D8978F985B0D}"/>
              </a:ext>
            </a:extLst>
          </p:cNvPr>
          <p:cNvSpPr/>
          <p:nvPr/>
        </p:nvSpPr>
        <p:spPr>
          <a:xfrm>
            <a:off x="5435005" y="4234721"/>
            <a:ext cx="401527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7" tIns="34266" rIns="68557" bIns="34266" anchor="ctr" anchorCtr="0">
            <a:noAutofit/>
          </a:bodyPr>
          <a:lstStyle/>
          <a:p>
            <a:pPr algn="ctr" defTabSz="914171">
              <a:buSzPts val="1400"/>
            </a:pPr>
            <a:endParaRPr kern="1200">
              <a:solidFill>
                <a:srgbClr val="FFFFFF"/>
              </a:solidFill>
            </a:endParaRPr>
          </a:p>
        </p:txBody>
      </p:sp>
      <p:sp>
        <p:nvSpPr>
          <p:cNvPr id="219" name="Google Shape;1519;p17">
            <a:extLst>
              <a:ext uri="{FF2B5EF4-FFF2-40B4-BE49-F238E27FC236}">
                <a16:creationId xmlns:a16="http://schemas.microsoft.com/office/drawing/2014/main" id="{1ED25A8F-C2F2-F896-B45A-777D4D228570}"/>
              </a:ext>
            </a:extLst>
          </p:cNvPr>
          <p:cNvSpPr txBox="1"/>
          <p:nvPr/>
        </p:nvSpPr>
        <p:spPr>
          <a:xfrm>
            <a:off x="5435005" y="4209264"/>
            <a:ext cx="436345" cy="1923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zone5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16" name="Google Shape;1518;p17">
            <a:extLst>
              <a:ext uri="{FF2B5EF4-FFF2-40B4-BE49-F238E27FC236}">
                <a16:creationId xmlns:a16="http://schemas.microsoft.com/office/drawing/2014/main" id="{02B177D4-1D73-525F-319C-A2D70F7EC728}"/>
              </a:ext>
            </a:extLst>
          </p:cNvPr>
          <p:cNvSpPr/>
          <p:nvPr/>
        </p:nvSpPr>
        <p:spPr>
          <a:xfrm>
            <a:off x="5983334" y="4234721"/>
            <a:ext cx="401527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7" tIns="34266" rIns="68557" bIns="34266" anchor="ctr" anchorCtr="0">
            <a:noAutofit/>
          </a:bodyPr>
          <a:lstStyle/>
          <a:p>
            <a:pPr algn="ctr" defTabSz="914171">
              <a:buSzPts val="1400"/>
            </a:pPr>
            <a:endParaRPr kern="1200">
              <a:solidFill>
                <a:srgbClr val="FFFFFF"/>
              </a:solidFill>
            </a:endParaRPr>
          </a:p>
        </p:txBody>
      </p:sp>
      <p:sp>
        <p:nvSpPr>
          <p:cNvPr id="217" name="Google Shape;1519;p17">
            <a:extLst>
              <a:ext uri="{FF2B5EF4-FFF2-40B4-BE49-F238E27FC236}">
                <a16:creationId xmlns:a16="http://schemas.microsoft.com/office/drawing/2014/main" id="{B9025785-1059-2F1D-C053-0E290359DD60}"/>
              </a:ext>
            </a:extLst>
          </p:cNvPr>
          <p:cNvSpPr txBox="1"/>
          <p:nvPr/>
        </p:nvSpPr>
        <p:spPr>
          <a:xfrm>
            <a:off x="5983334" y="4209264"/>
            <a:ext cx="436345" cy="1923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zone6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69" name="Google Shape;1497;p17">
            <a:extLst>
              <a:ext uri="{FF2B5EF4-FFF2-40B4-BE49-F238E27FC236}">
                <a16:creationId xmlns:a16="http://schemas.microsoft.com/office/drawing/2014/main" id="{4A6F7DE5-424B-44DC-C613-88A7AF3E5CE8}"/>
              </a:ext>
            </a:extLst>
          </p:cNvPr>
          <p:cNvSpPr txBox="1"/>
          <p:nvPr/>
        </p:nvSpPr>
        <p:spPr>
          <a:xfrm>
            <a:off x="802852" y="4645722"/>
            <a:ext cx="1117657" cy="50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400"/>
            </a:pPr>
            <a:r>
              <a:rPr lang="en" kern="1200" dirty="0">
                <a:latin typeface="Metropolis" pitchFamily="2" charset="77"/>
              </a:rPr>
              <a:t>Provider Level</a:t>
            </a:r>
            <a:endParaRPr sz="1100" kern="1200" dirty="0">
              <a:latin typeface="Metropolis" pitchFamily="2" charset="77"/>
            </a:endParaRPr>
          </a:p>
        </p:txBody>
      </p: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C0607A15-A2F6-9DB2-4BC6-4BEDA0A8C5C9}"/>
              </a:ext>
            </a:extLst>
          </p:cNvPr>
          <p:cNvCxnSpPr>
            <a:cxnSpLocks/>
            <a:stCxn id="49" idx="2"/>
            <a:endCxn id="198" idx="0"/>
          </p:cNvCxnSpPr>
          <p:nvPr/>
        </p:nvCxnSpPr>
        <p:spPr bwMode="gray">
          <a:xfrm>
            <a:off x="1997968" y="2928361"/>
            <a:ext cx="1352883" cy="1282986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91725A3B-7D6B-E28F-74DA-E582BB9BCE24}"/>
              </a:ext>
            </a:extLst>
          </p:cNvPr>
          <p:cNvCxnSpPr>
            <a:cxnSpLocks/>
            <a:stCxn id="49" idx="2"/>
            <a:endCxn id="201" idx="0"/>
          </p:cNvCxnSpPr>
          <p:nvPr/>
        </p:nvCxnSpPr>
        <p:spPr bwMode="gray">
          <a:xfrm>
            <a:off x="1997968" y="2928361"/>
            <a:ext cx="1896106" cy="127614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Arrow Connector 279">
            <a:extLst>
              <a:ext uri="{FF2B5EF4-FFF2-40B4-BE49-F238E27FC236}">
                <a16:creationId xmlns:a16="http://schemas.microsoft.com/office/drawing/2014/main" id="{0A6E4351-389E-2B32-7352-CB720A35BE2C}"/>
              </a:ext>
            </a:extLst>
          </p:cNvPr>
          <p:cNvCxnSpPr>
            <a:cxnSpLocks/>
            <a:stCxn id="48" idx="2"/>
            <a:endCxn id="204" idx="0"/>
          </p:cNvCxnSpPr>
          <p:nvPr/>
        </p:nvCxnSpPr>
        <p:spPr bwMode="gray">
          <a:xfrm>
            <a:off x="2988126" y="3172416"/>
            <a:ext cx="1434348" cy="1032746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Arrow Connector 281">
            <a:extLst>
              <a:ext uri="{FF2B5EF4-FFF2-40B4-BE49-F238E27FC236}">
                <a16:creationId xmlns:a16="http://schemas.microsoft.com/office/drawing/2014/main" id="{68637646-7857-A862-7C25-F0532D3E84CC}"/>
              </a:ext>
            </a:extLst>
          </p:cNvPr>
          <p:cNvCxnSpPr>
            <a:cxnSpLocks/>
            <a:stCxn id="141" idx="2"/>
            <a:endCxn id="201" idx="0"/>
          </p:cNvCxnSpPr>
          <p:nvPr/>
        </p:nvCxnSpPr>
        <p:spPr bwMode="gray">
          <a:xfrm flipH="1">
            <a:off x="3894074" y="2929021"/>
            <a:ext cx="877477" cy="1275482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A0489472-FE2B-7CF4-765F-1B2668789092}"/>
              </a:ext>
            </a:extLst>
          </p:cNvPr>
          <p:cNvCxnSpPr>
            <a:cxnSpLocks/>
            <a:stCxn id="141" idx="2"/>
            <a:endCxn id="204" idx="0"/>
          </p:cNvCxnSpPr>
          <p:nvPr/>
        </p:nvCxnSpPr>
        <p:spPr bwMode="gray">
          <a:xfrm flipH="1">
            <a:off x="4422474" y="2929021"/>
            <a:ext cx="349077" cy="1276141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B0E127BB-7995-7B53-F9CC-5B3FB35595CB}"/>
              </a:ext>
            </a:extLst>
          </p:cNvPr>
          <p:cNvCxnSpPr>
            <a:cxnSpLocks/>
            <a:stCxn id="148" idx="2"/>
            <a:endCxn id="217" idx="0"/>
          </p:cNvCxnSpPr>
          <p:nvPr/>
        </p:nvCxnSpPr>
        <p:spPr bwMode="gray">
          <a:xfrm flipH="1">
            <a:off x="6201507" y="2968381"/>
            <a:ext cx="2570677" cy="1240883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" name="Google Shape;1497;p17">
            <a:extLst>
              <a:ext uri="{FF2B5EF4-FFF2-40B4-BE49-F238E27FC236}">
                <a16:creationId xmlns:a16="http://schemas.microsoft.com/office/drawing/2014/main" id="{3405BFED-7E67-32F2-035C-B93062BCC4FE}"/>
              </a:ext>
            </a:extLst>
          </p:cNvPr>
          <p:cNvSpPr txBox="1"/>
          <p:nvPr/>
        </p:nvSpPr>
        <p:spPr>
          <a:xfrm>
            <a:off x="415540" y="2434724"/>
            <a:ext cx="748745" cy="50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400"/>
            </a:pPr>
            <a:r>
              <a:rPr lang="en" kern="1200" dirty="0">
                <a:latin typeface="Metropolis" pitchFamily="2" charset="77"/>
              </a:rPr>
              <a:t>Tenant Level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CCBBD6D1-44C2-C9D4-D095-25D3BF7C473D}"/>
              </a:ext>
            </a:extLst>
          </p:cNvPr>
          <p:cNvSpPr>
            <a:spLocks noEditPoints="1"/>
          </p:cNvSpPr>
          <p:nvPr/>
        </p:nvSpPr>
        <p:spPr bwMode="auto">
          <a:xfrm>
            <a:off x="6867134" y="2387101"/>
            <a:ext cx="415782" cy="416141"/>
          </a:xfrm>
          <a:custGeom>
            <a:avLst/>
            <a:gdLst>
              <a:gd name="T0" fmla="*/ 507 w 981"/>
              <a:gd name="T1" fmla="*/ 0 h 982"/>
              <a:gd name="T2" fmla="*/ 503 w 981"/>
              <a:gd name="T3" fmla="*/ 0 h 982"/>
              <a:gd name="T4" fmla="*/ 499 w 981"/>
              <a:gd name="T5" fmla="*/ 0 h 982"/>
              <a:gd name="T6" fmla="*/ 159 w 981"/>
              <a:gd name="T7" fmla="*/ 143 h 982"/>
              <a:gd name="T8" fmla="*/ 151 w 981"/>
              <a:gd name="T9" fmla="*/ 151 h 982"/>
              <a:gd name="T10" fmla="*/ 143 w 981"/>
              <a:gd name="T11" fmla="*/ 160 h 982"/>
              <a:gd name="T12" fmla="*/ 0 w 981"/>
              <a:gd name="T13" fmla="*/ 499 h 982"/>
              <a:gd name="T14" fmla="*/ 0 w 981"/>
              <a:gd name="T15" fmla="*/ 503 h 982"/>
              <a:gd name="T16" fmla="*/ 0 w 981"/>
              <a:gd name="T17" fmla="*/ 507 h 982"/>
              <a:gd name="T18" fmla="*/ 474 w 981"/>
              <a:gd name="T19" fmla="*/ 982 h 982"/>
              <a:gd name="T20" fmla="*/ 813 w 981"/>
              <a:gd name="T21" fmla="*/ 838 h 982"/>
              <a:gd name="T22" fmla="*/ 822 w 981"/>
              <a:gd name="T23" fmla="*/ 830 h 982"/>
              <a:gd name="T24" fmla="*/ 830 w 981"/>
              <a:gd name="T25" fmla="*/ 822 h 982"/>
              <a:gd name="T26" fmla="*/ 838 w 981"/>
              <a:gd name="T27" fmla="*/ 814 h 982"/>
              <a:gd name="T28" fmla="*/ 981 w 981"/>
              <a:gd name="T29" fmla="*/ 474 h 982"/>
              <a:gd name="T30" fmla="*/ 507 w 981"/>
              <a:gd name="T31" fmla="*/ 0 h 982"/>
              <a:gd name="T32" fmla="*/ 670 w 981"/>
              <a:gd name="T33" fmla="*/ 870 h 982"/>
              <a:gd name="T34" fmla="*/ 670 w 981"/>
              <a:gd name="T35" fmla="*/ 817 h 982"/>
              <a:gd name="T36" fmla="*/ 670 w 981"/>
              <a:gd name="T37" fmla="*/ 652 h 982"/>
              <a:gd name="T38" fmla="*/ 601 w 981"/>
              <a:gd name="T39" fmla="*/ 582 h 982"/>
              <a:gd name="T40" fmla="*/ 347 w 981"/>
              <a:gd name="T41" fmla="*/ 582 h 982"/>
              <a:gd name="T42" fmla="*/ 278 w 981"/>
              <a:gd name="T43" fmla="*/ 652 h 982"/>
              <a:gd name="T44" fmla="*/ 278 w 981"/>
              <a:gd name="T45" fmla="*/ 817 h 982"/>
              <a:gd name="T46" fmla="*/ 278 w 981"/>
              <a:gd name="T47" fmla="*/ 870 h 982"/>
              <a:gd name="T48" fmla="*/ 62 w 981"/>
              <a:gd name="T49" fmla="*/ 507 h 982"/>
              <a:gd name="T50" fmla="*/ 474 w 981"/>
              <a:gd name="T51" fmla="*/ 95 h 982"/>
              <a:gd name="T52" fmla="*/ 886 w 981"/>
              <a:gd name="T53" fmla="*/ 507 h 982"/>
              <a:gd name="T54" fmla="*/ 670 w 981"/>
              <a:gd name="T55" fmla="*/ 870 h 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981" h="982">
                <a:moveTo>
                  <a:pt x="507" y="0"/>
                </a:moveTo>
                <a:cubicBezTo>
                  <a:pt x="506" y="0"/>
                  <a:pt x="504" y="0"/>
                  <a:pt x="503" y="0"/>
                </a:cubicBezTo>
                <a:cubicBezTo>
                  <a:pt x="502" y="0"/>
                  <a:pt x="500" y="0"/>
                  <a:pt x="499" y="0"/>
                </a:cubicBezTo>
                <a:cubicBezTo>
                  <a:pt x="366" y="0"/>
                  <a:pt x="246" y="55"/>
                  <a:pt x="159" y="143"/>
                </a:cubicBezTo>
                <a:cubicBezTo>
                  <a:pt x="157" y="146"/>
                  <a:pt x="154" y="149"/>
                  <a:pt x="151" y="151"/>
                </a:cubicBezTo>
                <a:cubicBezTo>
                  <a:pt x="148" y="154"/>
                  <a:pt x="146" y="157"/>
                  <a:pt x="143" y="160"/>
                </a:cubicBezTo>
                <a:cubicBezTo>
                  <a:pt x="55" y="246"/>
                  <a:pt x="0" y="366"/>
                  <a:pt x="0" y="499"/>
                </a:cubicBezTo>
                <a:cubicBezTo>
                  <a:pt x="0" y="500"/>
                  <a:pt x="0" y="502"/>
                  <a:pt x="0" y="503"/>
                </a:cubicBezTo>
                <a:cubicBezTo>
                  <a:pt x="0" y="505"/>
                  <a:pt x="0" y="506"/>
                  <a:pt x="0" y="507"/>
                </a:cubicBezTo>
                <a:cubicBezTo>
                  <a:pt x="0" y="769"/>
                  <a:pt x="212" y="982"/>
                  <a:pt x="474" y="982"/>
                </a:cubicBezTo>
                <a:cubicBezTo>
                  <a:pt x="607" y="982"/>
                  <a:pt x="727" y="927"/>
                  <a:pt x="813" y="838"/>
                </a:cubicBezTo>
                <a:cubicBezTo>
                  <a:pt x="816" y="836"/>
                  <a:pt x="819" y="833"/>
                  <a:pt x="822" y="830"/>
                </a:cubicBezTo>
                <a:cubicBezTo>
                  <a:pt x="824" y="827"/>
                  <a:pt x="827" y="825"/>
                  <a:pt x="830" y="822"/>
                </a:cubicBezTo>
                <a:cubicBezTo>
                  <a:pt x="833" y="819"/>
                  <a:pt x="835" y="817"/>
                  <a:pt x="838" y="814"/>
                </a:cubicBezTo>
                <a:cubicBezTo>
                  <a:pt x="926" y="728"/>
                  <a:pt x="981" y="607"/>
                  <a:pt x="981" y="474"/>
                </a:cubicBezTo>
                <a:cubicBezTo>
                  <a:pt x="981" y="212"/>
                  <a:pt x="769" y="0"/>
                  <a:pt x="507" y="0"/>
                </a:cubicBezTo>
                <a:close/>
                <a:moveTo>
                  <a:pt x="670" y="870"/>
                </a:moveTo>
                <a:cubicBezTo>
                  <a:pt x="670" y="817"/>
                  <a:pt x="670" y="817"/>
                  <a:pt x="670" y="817"/>
                </a:cubicBezTo>
                <a:cubicBezTo>
                  <a:pt x="670" y="652"/>
                  <a:pt x="670" y="652"/>
                  <a:pt x="670" y="652"/>
                </a:cubicBezTo>
                <a:cubicBezTo>
                  <a:pt x="670" y="614"/>
                  <a:pt x="639" y="582"/>
                  <a:pt x="601" y="582"/>
                </a:cubicBezTo>
                <a:cubicBezTo>
                  <a:pt x="347" y="582"/>
                  <a:pt x="347" y="582"/>
                  <a:pt x="347" y="582"/>
                </a:cubicBezTo>
                <a:cubicBezTo>
                  <a:pt x="309" y="582"/>
                  <a:pt x="278" y="614"/>
                  <a:pt x="278" y="652"/>
                </a:cubicBezTo>
                <a:cubicBezTo>
                  <a:pt x="278" y="817"/>
                  <a:pt x="278" y="817"/>
                  <a:pt x="278" y="817"/>
                </a:cubicBezTo>
                <a:cubicBezTo>
                  <a:pt x="278" y="870"/>
                  <a:pt x="278" y="870"/>
                  <a:pt x="278" y="870"/>
                </a:cubicBezTo>
                <a:cubicBezTo>
                  <a:pt x="149" y="800"/>
                  <a:pt x="62" y="664"/>
                  <a:pt x="62" y="507"/>
                </a:cubicBezTo>
                <a:cubicBezTo>
                  <a:pt x="62" y="280"/>
                  <a:pt x="247" y="95"/>
                  <a:pt x="474" y="95"/>
                </a:cubicBezTo>
                <a:cubicBezTo>
                  <a:pt x="702" y="95"/>
                  <a:pt x="886" y="280"/>
                  <a:pt x="886" y="507"/>
                </a:cubicBezTo>
                <a:cubicBezTo>
                  <a:pt x="886" y="664"/>
                  <a:pt x="799" y="800"/>
                  <a:pt x="670" y="87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BAFEEA02-6DB7-5516-690A-0AD337A07009}"/>
              </a:ext>
            </a:extLst>
          </p:cNvPr>
          <p:cNvSpPr>
            <a:spLocks/>
          </p:cNvSpPr>
          <p:nvPr/>
        </p:nvSpPr>
        <p:spPr bwMode="auto">
          <a:xfrm>
            <a:off x="7014133" y="2503342"/>
            <a:ext cx="107656" cy="107477"/>
          </a:xfrm>
          <a:custGeom>
            <a:avLst/>
            <a:gdLst>
              <a:gd name="T0" fmla="*/ 127 w 254"/>
              <a:gd name="T1" fmla="*/ 0 h 254"/>
              <a:gd name="T2" fmla="*/ 0 w 254"/>
              <a:gd name="T3" fmla="*/ 127 h 254"/>
              <a:gd name="T4" fmla="*/ 37 w 254"/>
              <a:gd name="T5" fmla="*/ 217 h 254"/>
              <a:gd name="T6" fmla="*/ 127 w 254"/>
              <a:gd name="T7" fmla="*/ 254 h 254"/>
              <a:gd name="T8" fmla="*/ 254 w 254"/>
              <a:gd name="T9" fmla="*/ 127 h 254"/>
              <a:gd name="T10" fmla="*/ 217 w 254"/>
              <a:gd name="T11" fmla="*/ 37 h 254"/>
              <a:gd name="T12" fmla="*/ 127 w 254"/>
              <a:gd name="T13" fmla="*/ 0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" h="254">
                <a:moveTo>
                  <a:pt x="127" y="0"/>
                </a:moveTo>
                <a:cubicBezTo>
                  <a:pt x="57" y="0"/>
                  <a:pt x="0" y="57"/>
                  <a:pt x="0" y="127"/>
                </a:cubicBezTo>
                <a:cubicBezTo>
                  <a:pt x="0" y="162"/>
                  <a:pt x="14" y="194"/>
                  <a:pt x="37" y="217"/>
                </a:cubicBezTo>
                <a:cubicBezTo>
                  <a:pt x="60" y="240"/>
                  <a:pt x="92" y="254"/>
                  <a:pt x="127" y="254"/>
                </a:cubicBezTo>
                <a:cubicBezTo>
                  <a:pt x="197" y="254"/>
                  <a:pt x="254" y="197"/>
                  <a:pt x="254" y="127"/>
                </a:cubicBezTo>
                <a:cubicBezTo>
                  <a:pt x="254" y="92"/>
                  <a:pt x="240" y="60"/>
                  <a:pt x="217" y="37"/>
                </a:cubicBezTo>
                <a:cubicBezTo>
                  <a:pt x="194" y="14"/>
                  <a:pt x="162" y="0"/>
                  <a:pt x="127" y="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9" name="Google Shape;1497;p17">
            <a:extLst>
              <a:ext uri="{FF2B5EF4-FFF2-40B4-BE49-F238E27FC236}">
                <a16:creationId xmlns:a16="http://schemas.microsoft.com/office/drawing/2014/main" id="{906D9F54-9A73-B3D5-232C-5CE38292C078}"/>
              </a:ext>
            </a:extLst>
          </p:cNvPr>
          <p:cNvSpPr txBox="1"/>
          <p:nvPr/>
        </p:nvSpPr>
        <p:spPr>
          <a:xfrm>
            <a:off x="6494875" y="2787741"/>
            <a:ext cx="1166236" cy="62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400"/>
            </a:pPr>
            <a:r>
              <a:rPr lang="en" sz="1200" kern="1200" dirty="0" err="1">
                <a:latin typeface="Metropolis" pitchFamily="2" charset="77"/>
              </a:rPr>
              <a:t>BigCo</a:t>
            </a:r>
            <a:endParaRPr lang="en" sz="1200" kern="1200" dirty="0">
              <a:latin typeface="Metropolis" pitchFamily="2" charset="77"/>
            </a:endParaRPr>
          </a:p>
          <a:p>
            <a:pPr algn="ctr" defTabSz="914171">
              <a:buSzPts val="1400"/>
            </a:pPr>
            <a:r>
              <a:rPr lang="en" sz="1200" kern="1200" dirty="0">
                <a:latin typeface="Metropolis" pitchFamily="2" charset="77"/>
              </a:rPr>
              <a:t>Org </a:t>
            </a:r>
          </a:p>
          <a:p>
            <a:pPr algn="ctr" defTabSz="914171">
              <a:buSzPts val="1400"/>
            </a:pPr>
            <a:r>
              <a:rPr lang="en" sz="1200" kern="1200" dirty="0">
                <a:latin typeface="Metropolis" pitchFamily="2" charset="77"/>
              </a:rPr>
              <a:t>Admins</a:t>
            </a:r>
            <a:endParaRPr sz="1200" kern="1200" dirty="0">
              <a:latin typeface="Metropolis" pitchFamily="2" charset="77"/>
            </a:endParaRP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ABB3D312-C870-63DC-A6D5-EF85B0098EC9}"/>
              </a:ext>
            </a:extLst>
          </p:cNvPr>
          <p:cNvSpPr>
            <a:spLocks noEditPoints="1"/>
          </p:cNvSpPr>
          <p:nvPr/>
        </p:nvSpPr>
        <p:spPr bwMode="auto">
          <a:xfrm>
            <a:off x="7116413" y="2387101"/>
            <a:ext cx="415782" cy="416141"/>
          </a:xfrm>
          <a:custGeom>
            <a:avLst/>
            <a:gdLst>
              <a:gd name="T0" fmla="*/ 507 w 981"/>
              <a:gd name="T1" fmla="*/ 0 h 982"/>
              <a:gd name="T2" fmla="*/ 503 w 981"/>
              <a:gd name="T3" fmla="*/ 0 h 982"/>
              <a:gd name="T4" fmla="*/ 499 w 981"/>
              <a:gd name="T5" fmla="*/ 0 h 982"/>
              <a:gd name="T6" fmla="*/ 159 w 981"/>
              <a:gd name="T7" fmla="*/ 143 h 982"/>
              <a:gd name="T8" fmla="*/ 151 w 981"/>
              <a:gd name="T9" fmla="*/ 151 h 982"/>
              <a:gd name="T10" fmla="*/ 143 w 981"/>
              <a:gd name="T11" fmla="*/ 160 h 982"/>
              <a:gd name="T12" fmla="*/ 0 w 981"/>
              <a:gd name="T13" fmla="*/ 499 h 982"/>
              <a:gd name="T14" fmla="*/ 0 w 981"/>
              <a:gd name="T15" fmla="*/ 503 h 982"/>
              <a:gd name="T16" fmla="*/ 0 w 981"/>
              <a:gd name="T17" fmla="*/ 507 h 982"/>
              <a:gd name="T18" fmla="*/ 474 w 981"/>
              <a:gd name="T19" fmla="*/ 982 h 982"/>
              <a:gd name="T20" fmla="*/ 813 w 981"/>
              <a:gd name="T21" fmla="*/ 838 h 982"/>
              <a:gd name="T22" fmla="*/ 822 w 981"/>
              <a:gd name="T23" fmla="*/ 830 h 982"/>
              <a:gd name="T24" fmla="*/ 830 w 981"/>
              <a:gd name="T25" fmla="*/ 822 h 982"/>
              <a:gd name="T26" fmla="*/ 838 w 981"/>
              <a:gd name="T27" fmla="*/ 814 h 982"/>
              <a:gd name="T28" fmla="*/ 981 w 981"/>
              <a:gd name="T29" fmla="*/ 474 h 982"/>
              <a:gd name="T30" fmla="*/ 507 w 981"/>
              <a:gd name="T31" fmla="*/ 0 h 982"/>
              <a:gd name="T32" fmla="*/ 670 w 981"/>
              <a:gd name="T33" fmla="*/ 870 h 982"/>
              <a:gd name="T34" fmla="*/ 670 w 981"/>
              <a:gd name="T35" fmla="*/ 817 h 982"/>
              <a:gd name="T36" fmla="*/ 670 w 981"/>
              <a:gd name="T37" fmla="*/ 652 h 982"/>
              <a:gd name="T38" fmla="*/ 601 w 981"/>
              <a:gd name="T39" fmla="*/ 582 h 982"/>
              <a:gd name="T40" fmla="*/ 347 w 981"/>
              <a:gd name="T41" fmla="*/ 582 h 982"/>
              <a:gd name="T42" fmla="*/ 278 w 981"/>
              <a:gd name="T43" fmla="*/ 652 h 982"/>
              <a:gd name="T44" fmla="*/ 278 w 981"/>
              <a:gd name="T45" fmla="*/ 817 h 982"/>
              <a:gd name="T46" fmla="*/ 278 w 981"/>
              <a:gd name="T47" fmla="*/ 870 h 982"/>
              <a:gd name="T48" fmla="*/ 62 w 981"/>
              <a:gd name="T49" fmla="*/ 507 h 982"/>
              <a:gd name="T50" fmla="*/ 474 w 981"/>
              <a:gd name="T51" fmla="*/ 95 h 982"/>
              <a:gd name="T52" fmla="*/ 886 w 981"/>
              <a:gd name="T53" fmla="*/ 507 h 982"/>
              <a:gd name="T54" fmla="*/ 670 w 981"/>
              <a:gd name="T55" fmla="*/ 870 h 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981" h="982">
                <a:moveTo>
                  <a:pt x="507" y="0"/>
                </a:moveTo>
                <a:cubicBezTo>
                  <a:pt x="506" y="0"/>
                  <a:pt x="504" y="0"/>
                  <a:pt x="503" y="0"/>
                </a:cubicBezTo>
                <a:cubicBezTo>
                  <a:pt x="502" y="0"/>
                  <a:pt x="500" y="0"/>
                  <a:pt x="499" y="0"/>
                </a:cubicBezTo>
                <a:cubicBezTo>
                  <a:pt x="366" y="0"/>
                  <a:pt x="246" y="55"/>
                  <a:pt x="159" y="143"/>
                </a:cubicBezTo>
                <a:cubicBezTo>
                  <a:pt x="157" y="146"/>
                  <a:pt x="154" y="149"/>
                  <a:pt x="151" y="151"/>
                </a:cubicBezTo>
                <a:cubicBezTo>
                  <a:pt x="148" y="154"/>
                  <a:pt x="146" y="157"/>
                  <a:pt x="143" y="160"/>
                </a:cubicBezTo>
                <a:cubicBezTo>
                  <a:pt x="55" y="246"/>
                  <a:pt x="0" y="366"/>
                  <a:pt x="0" y="499"/>
                </a:cubicBezTo>
                <a:cubicBezTo>
                  <a:pt x="0" y="500"/>
                  <a:pt x="0" y="502"/>
                  <a:pt x="0" y="503"/>
                </a:cubicBezTo>
                <a:cubicBezTo>
                  <a:pt x="0" y="505"/>
                  <a:pt x="0" y="506"/>
                  <a:pt x="0" y="507"/>
                </a:cubicBezTo>
                <a:cubicBezTo>
                  <a:pt x="0" y="769"/>
                  <a:pt x="212" y="982"/>
                  <a:pt x="474" y="982"/>
                </a:cubicBezTo>
                <a:cubicBezTo>
                  <a:pt x="607" y="982"/>
                  <a:pt x="727" y="927"/>
                  <a:pt x="813" y="838"/>
                </a:cubicBezTo>
                <a:cubicBezTo>
                  <a:pt x="816" y="836"/>
                  <a:pt x="819" y="833"/>
                  <a:pt x="822" y="830"/>
                </a:cubicBezTo>
                <a:cubicBezTo>
                  <a:pt x="824" y="827"/>
                  <a:pt x="827" y="825"/>
                  <a:pt x="830" y="822"/>
                </a:cubicBezTo>
                <a:cubicBezTo>
                  <a:pt x="833" y="819"/>
                  <a:pt x="835" y="817"/>
                  <a:pt x="838" y="814"/>
                </a:cubicBezTo>
                <a:cubicBezTo>
                  <a:pt x="926" y="728"/>
                  <a:pt x="981" y="607"/>
                  <a:pt x="981" y="474"/>
                </a:cubicBezTo>
                <a:cubicBezTo>
                  <a:pt x="981" y="212"/>
                  <a:pt x="769" y="0"/>
                  <a:pt x="507" y="0"/>
                </a:cubicBezTo>
                <a:close/>
                <a:moveTo>
                  <a:pt x="670" y="870"/>
                </a:moveTo>
                <a:cubicBezTo>
                  <a:pt x="670" y="817"/>
                  <a:pt x="670" y="817"/>
                  <a:pt x="670" y="817"/>
                </a:cubicBezTo>
                <a:cubicBezTo>
                  <a:pt x="670" y="652"/>
                  <a:pt x="670" y="652"/>
                  <a:pt x="670" y="652"/>
                </a:cubicBezTo>
                <a:cubicBezTo>
                  <a:pt x="670" y="614"/>
                  <a:pt x="639" y="582"/>
                  <a:pt x="601" y="582"/>
                </a:cubicBezTo>
                <a:cubicBezTo>
                  <a:pt x="347" y="582"/>
                  <a:pt x="347" y="582"/>
                  <a:pt x="347" y="582"/>
                </a:cubicBezTo>
                <a:cubicBezTo>
                  <a:pt x="309" y="582"/>
                  <a:pt x="278" y="614"/>
                  <a:pt x="278" y="652"/>
                </a:cubicBezTo>
                <a:cubicBezTo>
                  <a:pt x="278" y="817"/>
                  <a:pt x="278" y="817"/>
                  <a:pt x="278" y="817"/>
                </a:cubicBezTo>
                <a:cubicBezTo>
                  <a:pt x="278" y="870"/>
                  <a:pt x="278" y="870"/>
                  <a:pt x="278" y="870"/>
                </a:cubicBezTo>
                <a:cubicBezTo>
                  <a:pt x="149" y="800"/>
                  <a:pt x="62" y="664"/>
                  <a:pt x="62" y="507"/>
                </a:cubicBezTo>
                <a:cubicBezTo>
                  <a:pt x="62" y="280"/>
                  <a:pt x="247" y="95"/>
                  <a:pt x="474" y="95"/>
                </a:cubicBezTo>
                <a:cubicBezTo>
                  <a:pt x="702" y="95"/>
                  <a:pt x="886" y="280"/>
                  <a:pt x="886" y="507"/>
                </a:cubicBezTo>
                <a:cubicBezTo>
                  <a:pt x="886" y="664"/>
                  <a:pt x="799" y="800"/>
                  <a:pt x="670" y="87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970E38A8-8883-F3F1-CC51-2DF4BDE5590F}"/>
              </a:ext>
            </a:extLst>
          </p:cNvPr>
          <p:cNvSpPr>
            <a:spLocks/>
          </p:cNvSpPr>
          <p:nvPr/>
        </p:nvSpPr>
        <p:spPr bwMode="auto">
          <a:xfrm>
            <a:off x="7263412" y="2503342"/>
            <a:ext cx="107656" cy="107477"/>
          </a:xfrm>
          <a:custGeom>
            <a:avLst/>
            <a:gdLst>
              <a:gd name="T0" fmla="*/ 127 w 254"/>
              <a:gd name="T1" fmla="*/ 0 h 254"/>
              <a:gd name="T2" fmla="*/ 0 w 254"/>
              <a:gd name="T3" fmla="*/ 127 h 254"/>
              <a:gd name="T4" fmla="*/ 37 w 254"/>
              <a:gd name="T5" fmla="*/ 217 h 254"/>
              <a:gd name="T6" fmla="*/ 127 w 254"/>
              <a:gd name="T7" fmla="*/ 254 h 254"/>
              <a:gd name="T8" fmla="*/ 254 w 254"/>
              <a:gd name="T9" fmla="*/ 127 h 254"/>
              <a:gd name="T10" fmla="*/ 217 w 254"/>
              <a:gd name="T11" fmla="*/ 37 h 254"/>
              <a:gd name="T12" fmla="*/ 127 w 254"/>
              <a:gd name="T13" fmla="*/ 0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" h="254">
                <a:moveTo>
                  <a:pt x="127" y="0"/>
                </a:moveTo>
                <a:cubicBezTo>
                  <a:pt x="57" y="0"/>
                  <a:pt x="0" y="57"/>
                  <a:pt x="0" y="127"/>
                </a:cubicBezTo>
                <a:cubicBezTo>
                  <a:pt x="0" y="162"/>
                  <a:pt x="14" y="194"/>
                  <a:pt x="37" y="217"/>
                </a:cubicBezTo>
                <a:cubicBezTo>
                  <a:pt x="60" y="240"/>
                  <a:pt x="92" y="254"/>
                  <a:pt x="127" y="254"/>
                </a:cubicBezTo>
                <a:cubicBezTo>
                  <a:pt x="197" y="254"/>
                  <a:pt x="254" y="197"/>
                  <a:pt x="254" y="127"/>
                </a:cubicBezTo>
                <a:cubicBezTo>
                  <a:pt x="254" y="92"/>
                  <a:pt x="240" y="60"/>
                  <a:pt x="217" y="37"/>
                </a:cubicBezTo>
                <a:cubicBezTo>
                  <a:pt x="194" y="14"/>
                  <a:pt x="162" y="0"/>
                  <a:pt x="127" y="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E9DE2428-2F6D-F745-83F1-2B4867F4DAF6}"/>
              </a:ext>
            </a:extLst>
          </p:cNvPr>
          <p:cNvSpPr>
            <a:spLocks noEditPoints="1"/>
          </p:cNvSpPr>
          <p:nvPr/>
        </p:nvSpPr>
        <p:spPr bwMode="auto">
          <a:xfrm>
            <a:off x="6571089" y="2387101"/>
            <a:ext cx="415782" cy="416141"/>
          </a:xfrm>
          <a:custGeom>
            <a:avLst/>
            <a:gdLst>
              <a:gd name="T0" fmla="*/ 507 w 981"/>
              <a:gd name="T1" fmla="*/ 0 h 982"/>
              <a:gd name="T2" fmla="*/ 503 w 981"/>
              <a:gd name="T3" fmla="*/ 0 h 982"/>
              <a:gd name="T4" fmla="*/ 499 w 981"/>
              <a:gd name="T5" fmla="*/ 0 h 982"/>
              <a:gd name="T6" fmla="*/ 159 w 981"/>
              <a:gd name="T7" fmla="*/ 143 h 982"/>
              <a:gd name="T8" fmla="*/ 151 w 981"/>
              <a:gd name="T9" fmla="*/ 151 h 982"/>
              <a:gd name="T10" fmla="*/ 143 w 981"/>
              <a:gd name="T11" fmla="*/ 160 h 982"/>
              <a:gd name="T12" fmla="*/ 0 w 981"/>
              <a:gd name="T13" fmla="*/ 499 h 982"/>
              <a:gd name="T14" fmla="*/ 0 w 981"/>
              <a:gd name="T15" fmla="*/ 503 h 982"/>
              <a:gd name="T16" fmla="*/ 0 w 981"/>
              <a:gd name="T17" fmla="*/ 507 h 982"/>
              <a:gd name="T18" fmla="*/ 474 w 981"/>
              <a:gd name="T19" fmla="*/ 982 h 982"/>
              <a:gd name="T20" fmla="*/ 813 w 981"/>
              <a:gd name="T21" fmla="*/ 838 h 982"/>
              <a:gd name="T22" fmla="*/ 822 w 981"/>
              <a:gd name="T23" fmla="*/ 830 h 982"/>
              <a:gd name="T24" fmla="*/ 830 w 981"/>
              <a:gd name="T25" fmla="*/ 822 h 982"/>
              <a:gd name="T26" fmla="*/ 838 w 981"/>
              <a:gd name="T27" fmla="*/ 814 h 982"/>
              <a:gd name="T28" fmla="*/ 981 w 981"/>
              <a:gd name="T29" fmla="*/ 474 h 982"/>
              <a:gd name="T30" fmla="*/ 507 w 981"/>
              <a:gd name="T31" fmla="*/ 0 h 982"/>
              <a:gd name="T32" fmla="*/ 670 w 981"/>
              <a:gd name="T33" fmla="*/ 870 h 982"/>
              <a:gd name="T34" fmla="*/ 670 w 981"/>
              <a:gd name="T35" fmla="*/ 817 h 982"/>
              <a:gd name="T36" fmla="*/ 670 w 981"/>
              <a:gd name="T37" fmla="*/ 652 h 982"/>
              <a:gd name="T38" fmla="*/ 601 w 981"/>
              <a:gd name="T39" fmla="*/ 582 h 982"/>
              <a:gd name="T40" fmla="*/ 347 w 981"/>
              <a:gd name="T41" fmla="*/ 582 h 982"/>
              <a:gd name="T42" fmla="*/ 278 w 981"/>
              <a:gd name="T43" fmla="*/ 652 h 982"/>
              <a:gd name="T44" fmla="*/ 278 w 981"/>
              <a:gd name="T45" fmla="*/ 817 h 982"/>
              <a:gd name="T46" fmla="*/ 278 w 981"/>
              <a:gd name="T47" fmla="*/ 870 h 982"/>
              <a:gd name="T48" fmla="*/ 62 w 981"/>
              <a:gd name="T49" fmla="*/ 507 h 982"/>
              <a:gd name="T50" fmla="*/ 474 w 981"/>
              <a:gd name="T51" fmla="*/ 95 h 982"/>
              <a:gd name="T52" fmla="*/ 886 w 981"/>
              <a:gd name="T53" fmla="*/ 507 h 982"/>
              <a:gd name="T54" fmla="*/ 670 w 981"/>
              <a:gd name="T55" fmla="*/ 870 h 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981" h="982">
                <a:moveTo>
                  <a:pt x="507" y="0"/>
                </a:moveTo>
                <a:cubicBezTo>
                  <a:pt x="506" y="0"/>
                  <a:pt x="504" y="0"/>
                  <a:pt x="503" y="0"/>
                </a:cubicBezTo>
                <a:cubicBezTo>
                  <a:pt x="502" y="0"/>
                  <a:pt x="500" y="0"/>
                  <a:pt x="499" y="0"/>
                </a:cubicBezTo>
                <a:cubicBezTo>
                  <a:pt x="366" y="0"/>
                  <a:pt x="246" y="55"/>
                  <a:pt x="159" y="143"/>
                </a:cubicBezTo>
                <a:cubicBezTo>
                  <a:pt x="157" y="146"/>
                  <a:pt x="154" y="149"/>
                  <a:pt x="151" y="151"/>
                </a:cubicBezTo>
                <a:cubicBezTo>
                  <a:pt x="148" y="154"/>
                  <a:pt x="146" y="157"/>
                  <a:pt x="143" y="160"/>
                </a:cubicBezTo>
                <a:cubicBezTo>
                  <a:pt x="55" y="246"/>
                  <a:pt x="0" y="366"/>
                  <a:pt x="0" y="499"/>
                </a:cubicBezTo>
                <a:cubicBezTo>
                  <a:pt x="0" y="500"/>
                  <a:pt x="0" y="502"/>
                  <a:pt x="0" y="503"/>
                </a:cubicBezTo>
                <a:cubicBezTo>
                  <a:pt x="0" y="505"/>
                  <a:pt x="0" y="506"/>
                  <a:pt x="0" y="507"/>
                </a:cubicBezTo>
                <a:cubicBezTo>
                  <a:pt x="0" y="769"/>
                  <a:pt x="212" y="982"/>
                  <a:pt x="474" y="982"/>
                </a:cubicBezTo>
                <a:cubicBezTo>
                  <a:pt x="607" y="982"/>
                  <a:pt x="727" y="927"/>
                  <a:pt x="813" y="838"/>
                </a:cubicBezTo>
                <a:cubicBezTo>
                  <a:pt x="816" y="836"/>
                  <a:pt x="819" y="833"/>
                  <a:pt x="822" y="830"/>
                </a:cubicBezTo>
                <a:cubicBezTo>
                  <a:pt x="824" y="827"/>
                  <a:pt x="827" y="825"/>
                  <a:pt x="830" y="822"/>
                </a:cubicBezTo>
                <a:cubicBezTo>
                  <a:pt x="833" y="819"/>
                  <a:pt x="835" y="817"/>
                  <a:pt x="838" y="814"/>
                </a:cubicBezTo>
                <a:cubicBezTo>
                  <a:pt x="926" y="728"/>
                  <a:pt x="981" y="607"/>
                  <a:pt x="981" y="474"/>
                </a:cubicBezTo>
                <a:cubicBezTo>
                  <a:pt x="981" y="212"/>
                  <a:pt x="769" y="0"/>
                  <a:pt x="507" y="0"/>
                </a:cubicBezTo>
                <a:close/>
                <a:moveTo>
                  <a:pt x="670" y="870"/>
                </a:moveTo>
                <a:cubicBezTo>
                  <a:pt x="670" y="817"/>
                  <a:pt x="670" y="817"/>
                  <a:pt x="670" y="817"/>
                </a:cubicBezTo>
                <a:cubicBezTo>
                  <a:pt x="670" y="652"/>
                  <a:pt x="670" y="652"/>
                  <a:pt x="670" y="652"/>
                </a:cubicBezTo>
                <a:cubicBezTo>
                  <a:pt x="670" y="614"/>
                  <a:pt x="639" y="582"/>
                  <a:pt x="601" y="582"/>
                </a:cubicBezTo>
                <a:cubicBezTo>
                  <a:pt x="347" y="582"/>
                  <a:pt x="347" y="582"/>
                  <a:pt x="347" y="582"/>
                </a:cubicBezTo>
                <a:cubicBezTo>
                  <a:pt x="309" y="582"/>
                  <a:pt x="278" y="614"/>
                  <a:pt x="278" y="652"/>
                </a:cubicBezTo>
                <a:cubicBezTo>
                  <a:pt x="278" y="817"/>
                  <a:pt x="278" y="817"/>
                  <a:pt x="278" y="817"/>
                </a:cubicBezTo>
                <a:cubicBezTo>
                  <a:pt x="278" y="870"/>
                  <a:pt x="278" y="870"/>
                  <a:pt x="278" y="870"/>
                </a:cubicBezTo>
                <a:cubicBezTo>
                  <a:pt x="149" y="800"/>
                  <a:pt x="62" y="664"/>
                  <a:pt x="62" y="507"/>
                </a:cubicBezTo>
                <a:cubicBezTo>
                  <a:pt x="62" y="280"/>
                  <a:pt x="247" y="95"/>
                  <a:pt x="474" y="95"/>
                </a:cubicBezTo>
                <a:cubicBezTo>
                  <a:pt x="702" y="95"/>
                  <a:pt x="886" y="280"/>
                  <a:pt x="886" y="507"/>
                </a:cubicBezTo>
                <a:cubicBezTo>
                  <a:pt x="886" y="664"/>
                  <a:pt x="799" y="800"/>
                  <a:pt x="670" y="87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411E0FE1-5928-F143-2261-419C9D48B411}"/>
              </a:ext>
            </a:extLst>
          </p:cNvPr>
          <p:cNvSpPr>
            <a:spLocks/>
          </p:cNvSpPr>
          <p:nvPr/>
        </p:nvSpPr>
        <p:spPr bwMode="auto">
          <a:xfrm>
            <a:off x="6718089" y="2503342"/>
            <a:ext cx="107656" cy="107477"/>
          </a:xfrm>
          <a:custGeom>
            <a:avLst/>
            <a:gdLst>
              <a:gd name="T0" fmla="*/ 127 w 254"/>
              <a:gd name="T1" fmla="*/ 0 h 254"/>
              <a:gd name="T2" fmla="*/ 0 w 254"/>
              <a:gd name="T3" fmla="*/ 127 h 254"/>
              <a:gd name="T4" fmla="*/ 37 w 254"/>
              <a:gd name="T5" fmla="*/ 217 h 254"/>
              <a:gd name="T6" fmla="*/ 127 w 254"/>
              <a:gd name="T7" fmla="*/ 254 h 254"/>
              <a:gd name="T8" fmla="*/ 254 w 254"/>
              <a:gd name="T9" fmla="*/ 127 h 254"/>
              <a:gd name="T10" fmla="*/ 217 w 254"/>
              <a:gd name="T11" fmla="*/ 37 h 254"/>
              <a:gd name="T12" fmla="*/ 127 w 254"/>
              <a:gd name="T13" fmla="*/ 0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" h="254">
                <a:moveTo>
                  <a:pt x="127" y="0"/>
                </a:moveTo>
                <a:cubicBezTo>
                  <a:pt x="57" y="0"/>
                  <a:pt x="0" y="57"/>
                  <a:pt x="0" y="127"/>
                </a:cubicBezTo>
                <a:cubicBezTo>
                  <a:pt x="0" y="162"/>
                  <a:pt x="14" y="194"/>
                  <a:pt x="37" y="217"/>
                </a:cubicBezTo>
                <a:cubicBezTo>
                  <a:pt x="60" y="240"/>
                  <a:pt x="92" y="254"/>
                  <a:pt x="127" y="254"/>
                </a:cubicBezTo>
                <a:cubicBezTo>
                  <a:pt x="197" y="254"/>
                  <a:pt x="254" y="197"/>
                  <a:pt x="254" y="127"/>
                </a:cubicBezTo>
                <a:cubicBezTo>
                  <a:pt x="254" y="92"/>
                  <a:pt x="240" y="60"/>
                  <a:pt x="217" y="37"/>
                </a:cubicBezTo>
                <a:cubicBezTo>
                  <a:pt x="194" y="14"/>
                  <a:pt x="162" y="0"/>
                  <a:pt x="127" y="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9DCBB31-B126-F9CF-2B23-206DEBF8E0B2}"/>
              </a:ext>
            </a:extLst>
          </p:cNvPr>
          <p:cNvGrpSpPr/>
          <p:nvPr/>
        </p:nvGrpSpPr>
        <p:grpSpPr>
          <a:xfrm>
            <a:off x="10051702" y="2418495"/>
            <a:ext cx="1166236" cy="1023838"/>
            <a:chOff x="6158472" y="2128245"/>
            <a:chExt cx="1166540" cy="102410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9B8CF9E-9C9F-6F3D-7215-5E817068D0E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530828" y="2128245"/>
              <a:ext cx="415891" cy="416249"/>
              <a:chOff x="12474575" y="1746250"/>
              <a:chExt cx="3690938" cy="3694113"/>
            </a:xfrm>
          </p:grpSpPr>
          <p:sp>
            <p:nvSpPr>
              <p:cNvPr id="50" name="Freeform 5">
                <a:extLst>
                  <a:ext uri="{FF2B5EF4-FFF2-40B4-BE49-F238E27FC236}">
                    <a16:creationId xmlns:a16="http://schemas.microsoft.com/office/drawing/2014/main" id="{143DFD95-74A2-406E-4620-5D7E2B5B850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51" name="Freeform 6">
                <a:extLst>
                  <a:ext uri="{FF2B5EF4-FFF2-40B4-BE49-F238E27FC236}">
                    <a16:creationId xmlns:a16="http://schemas.microsoft.com/office/drawing/2014/main" id="{4454704B-5DBD-0DC7-187F-3FC259299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  <p:sp>
          <p:nvSpPr>
            <p:cNvPr id="41" name="Google Shape;1497;p17">
              <a:extLst>
                <a:ext uri="{FF2B5EF4-FFF2-40B4-BE49-F238E27FC236}">
                  <a16:creationId xmlns:a16="http://schemas.microsoft.com/office/drawing/2014/main" id="{3038BA42-9B84-6FC3-5453-10B821A922D3}"/>
                </a:ext>
              </a:extLst>
            </p:cNvPr>
            <p:cNvSpPr txBox="1"/>
            <p:nvPr/>
          </p:nvSpPr>
          <p:spPr>
            <a:xfrm>
              <a:off x="6158472" y="2528988"/>
              <a:ext cx="1166540" cy="6233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7" tIns="34266" rIns="68557" bIns="34266" anchor="t" anchorCtr="0">
              <a:spAutoFit/>
            </a:bodyPr>
            <a:lstStyle/>
            <a:p>
              <a:pPr algn="ctr" defTabSz="914171">
                <a:buSzPts val="1400"/>
              </a:pPr>
              <a:r>
                <a:rPr lang="en" sz="1200" kern="1200" dirty="0" err="1">
                  <a:latin typeface="Metropolis" pitchFamily="2" charset="77"/>
                </a:rPr>
                <a:t>SmallCo</a:t>
              </a:r>
              <a:endParaRPr lang="en" sz="1200" kern="1200" dirty="0">
                <a:latin typeface="Metropolis" pitchFamily="2" charset="77"/>
              </a:endParaRPr>
            </a:p>
            <a:p>
              <a:pPr algn="ctr" defTabSz="914171">
                <a:buSzPts val="1400"/>
              </a:pPr>
              <a:r>
                <a:rPr lang="en" sz="1200" kern="1200" dirty="0">
                  <a:latin typeface="Metropolis" pitchFamily="2" charset="77"/>
                </a:rPr>
                <a:t>Org</a:t>
              </a:r>
            </a:p>
            <a:p>
              <a:pPr algn="ctr" defTabSz="914171">
                <a:buSzPts val="1400"/>
              </a:pPr>
              <a:r>
                <a:rPr lang="en" sz="1200" kern="1200" dirty="0">
                  <a:latin typeface="Metropolis" pitchFamily="2" charset="77"/>
                </a:rPr>
                <a:t>Admins</a:t>
              </a:r>
              <a:endParaRPr sz="1200" kern="1200" dirty="0">
                <a:latin typeface="Metropolis" pitchFamily="2" charset="77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07B1390-CB03-6B43-427A-6FB09D4596A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80172" y="2128245"/>
              <a:ext cx="415891" cy="416249"/>
              <a:chOff x="12474575" y="1746250"/>
              <a:chExt cx="3690938" cy="3694113"/>
            </a:xfrm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7C452018-911E-6BAB-411D-5F9DF1FC216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781F2800-093D-CAD9-E5E7-C8B70F525A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7EDD707-BE13-C142-0FA2-54BDA783544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34707" y="2128245"/>
              <a:ext cx="415891" cy="416249"/>
              <a:chOff x="12474575" y="1746250"/>
              <a:chExt cx="3690938" cy="3694113"/>
            </a:xfrm>
          </p:grpSpPr>
          <p:sp>
            <p:nvSpPr>
              <p:cNvPr id="44" name="Freeform 5">
                <a:extLst>
                  <a:ext uri="{FF2B5EF4-FFF2-40B4-BE49-F238E27FC236}">
                    <a16:creationId xmlns:a16="http://schemas.microsoft.com/office/drawing/2014/main" id="{6BAC443B-2B62-26B3-F447-E5D1B586D0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45" name="Freeform 6">
                <a:extLst>
                  <a:ext uri="{FF2B5EF4-FFF2-40B4-BE49-F238E27FC236}">
                    <a16:creationId xmlns:a16="http://schemas.microsoft.com/office/drawing/2014/main" id="{A66D12F7-4F8A-73A8-EAE6-CDA508D050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8EBB8D9D-2AB3-4ECD-2FAD-3740145B5524}"/>
              </a:ext>
            </a:extLst>
          </p:cNvPr>
          <p:cNvSpPr/>
          <p:nvPr/>
        </p:nvSpPr>
        <p:spPr bwMode="gray">
          <a:xfrm>
            <a:off x="6938731" y="4048634"/>
            <a:ext cx="2288076" cy="1952885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71">
              <a:buClrTx/>
            </a:pPr>
            <a:endParaRPr lang="en-US" sz="1800" kern="1200" dirty="0">
              <a:solidFill>
                <a:srgbClr val="FFFFFF"/>
              </a:solidFill>
              <a:latin typeface="Metropolis" pitchFamily="2" charset="77"/>
            </a:endParaRPr>
          </a:p>
        </p:txBody>
      </p:sp>
      <p:sp>
        <p:nvSpPr>
          <p:cNvPr id="55" name="Google Shape;1497;p17">
            <a:extLst>
              <a:ext uri="{FF2B5EF4-FFF2-40B4-BE49-F238E27FC236}">
                <a16:creationId xmlns:a16="http://schemas.microsoft.com/office/drawing/2014/main" id="{731A8868-77EC-21DD-535B-C66688F32F0D}"/>
              </a:ext>
            </a:extLst>
          </p:cNvPr>
          <p:cNvSpPr txBox="1"/>
          <p:nvPr/>
        </p:nvSpPr>
        <p:spPr>
          <a:xfrm rot="5400000">
            <a:off x="6529610" y="4983959"/>
            <a:ext cx="1198569" cy="28464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400"/>
            </a:pPr>
            <a:r>
              <a:rPr lang="en" kern="1200" dirty="0">
                <a:latin typeface="Metropolis" pitchFamily="2" charset="77"/>
              </a:rPr>
              <a:t>Region East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57" name="Google Shape;1519;p17">
            <a:extLst>
              <a:ext uri="{FF2B5EF4-FFF2-40B4-BE49-F238E27FC236}">
                <a16:creationId xmlns:a16="http://schemas.microsoft.com/office/drawing/2014/main" id="{45396659-71F6-B124-AF51-8D7708AF8C89}"/>
              </a:ext>
            </a:extLst>
          </p:cNvPr>
          <p:cNvSpPr txBox="1"/>
          <p:nvPr/>
        </p:nvSpPr>
        <p:spPr>
          <a:xfrm>
            <a:off x="7367937" y="5706138"/>
            <a:ext cx="1783811" cy="238478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NSX Local Manager East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D0B77EE7-74E0-4ABB-71E9-419420819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8688" y="4697580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26" name="Rectangle 6">
            <a:extLst>
              <a:ext uri="{FF2B5EF4-FFF2-40B4-BE49-F238E27FC236}">
                <a16:creationId xmlns:a16="http://schemas.microsoft.com/office/drawing/2014/main" id="{1FC7225E-65AA-C44D-D345-9BED23E0E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8688" y="4606119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27" name="Freeform 7">
            <a:extLst>
              <a:ext uri="{FF2B5EF4-FFF2-40B4-BE49-F238E27FC236}">
                <a16:creationId xmlns:a16="http://schemas.microsoft.com/office/drawing/2014/main" id="{FAAD877D-9AEC-F1CC-9161-E399F91ECC1E}"/>
              </a:ext>
            </a:extLst>
          </p:cNvPr>
          <p:cNvSpPr>
            <a:spLocks noEditPoints="1"/>
          </p:cNvSpPr>
          <p:nvPr/>
        </p:nvSpPr>
        <p:spPr bwMode="auto">
          <a:xfrm>
            <a:off x="7544009" y="4462832"/>
            <a:ext cx="377176" cy="286384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28" name="Rectangle 8">
            <a:extLst>
              <a:ext uri="{FF2B5EF4-FFF2-40B4-BE49-F238E27FC236}">
                <a16:creationId xmlns:a16="http://schemas.microsoft.com/office/drawing/2014/main" id="{1DCA60E9-5940-6F4F-86A1-56393A235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8688" y="4514661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24" name="Google Shape;1514;p17">
            <a:extLst>
              <a:ext uri="{FF2B5EF4-FFF2-40B4-BE49-F238E27FC236}">
                <a16:creationId xmlns:a16="http://schemas.microsoft.com/office/drawing/2014/main" id="{64903849-0715-891A-AB60-7D5D30CABAC6}"/>
              </a:ext>
            </a:extLst>
          </p:cNvPr>
          <p:cNvSpPr txBox="1"/>
          <p:nvPr/>
        </p:nvSpPr>
        <p:spPr>
          <a:xfrm>
            <a:off x="7432578" y="4772891"/>
            <a:ext cx="547636" cy="315423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317" name="Rectangle 316">
            <a:extLst>
              <a:ext uri="{FF2B5EF4-FFF2-40B4-BE49-F238E27FC236}">
                <a16:creationId xmlns:a16="http://schemas.microsoft.com/office/drawing/2014/main" id="{152DB3EB-A379-AA80-EB13-92DE92A9C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6326" y="4697580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18" name="Rectangle 6">
            <a:extLst>
              <a:ext uri="{FF2B5EF4-FFF2-40B4-BE49-F238E27FC236}">
                <a16:creationId xmlns:a16="http://schemas.microsoft.com/office/drawing/2014/main" id="{4F3701CF-4F3D-3915-C59D-36A307793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6326" y="4606119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19" name="Freeform 7">
            <a:extLst>
              <a:ext uri="{FF2B5EF4-FFF2-40B4-BE49-F238E27FC236}">
                <a16:creationId xmlns:a16="http://schemas.microsoft.com/office/drawing/2014/main" id="{DE078537-54AD-21FC-72E6-4A3EE3A7DB54}"/>
              </a:ext>
            </a:extLst>
          </p:cNvPr>
          <p:cNvSpPr>
            <a:spLocks noEditPoints="1"/>
          </p:cNvSpPr>
          <p:nvPr/>
        </p:nvSpPr>
        <p:spPr bwMode="auto">
          <a:xfrm>
            <a:off x="8091646" y="4462832"/>
            <a:ext cx="377870" cy="286384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20" name="Rectangle 8">
            <a:extLst>
              <a:ext uri="{FF2B5EF4-FFF2-40B4-BE49-F238E27FC236}">
                <a16:creationId xmlns:a16="http://schemas.microsoft.com/office/drawing/2014/main" id="{E01CF43C-2D0E-3C02-026F-B11EFA4D0D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6326" y="4514661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16" name="Google Shape;1514;p17">
            <a:extLst>
              <a:ext uri="{FF2B5EF4-FFF2-40B4-BE49-F238E27FC236}">
                <a16:creationId xmlns:a16="http://schemas.microsoft.com/office/drawing/2014/main" id="{A9347C3A-3B10-746D-5E30-A38601A7A85B}"/>
              </a:ext>
            </a:extLst>
          </p:cNvPr>
          <p:cNvSpPr txBox="1"/>
          <p:nvPr/>
        </p:nvSpPr>
        <p:spPr>
          <a:xfrm>
            <a:off x="7980215" y="4772891"/>
            <a:ext cx="547636" cy="315423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311" name="Rectangle 310">
            <a:extLst>
              <a:ext uri="{FF2B5EF4-FFF2-40B4-BE49-F238E27FC236}">
                <a16:creationId xmlns:a16="http://schemas.microsoft.com/office/drawing/2014/main" id="{88AB6359-8B5D-47B7-D25A-C5A673B13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3962" y="4697580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12" name="Rectangle 6">
            <a:extLst>
              <a:ext uri="{FF2B5EF4-FFF2-40B4-BE49-F238E27FC236}">
                <a16:creationId xmlns:a16="http://schemas.microsoft.com/office/drawing/2014/main" id="{CFDF938F-367A-9535-4B02-B0B2C62AF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3962" y="4606119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13" name="Freeform 7">
            <a:extLst>
              <a:ext uri="{FF2B5EF4-FFF2-40B4-BE49-F238E27FC236}">
                <a16:creationId xmlns:a16="http://schemas.microsoft.com/office/drawing/2014/main" id="{9A35AB23-16A1-224C-394B-41C296E18D5E}"/>
              </a:ext>
            </a:extLst>
          </p:cNvPr>
          <p:cNvSpPr>
            <a:spLocks noEditPoints="1"/>
          </p:cNvSpPr>
          <p:nvPr/>
        </p:nvSpPr>
        <p:spPr bwMode="auto">
          <a:xfrm>
            <a:off x="8639282" y="4462832"/>
            <a:ext cx="378563" cy="286384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 dirty="0">
              <a:ea typeface="+mn-ea"/>
              <a:cs typeface="+mn-cs"/>
            </a:endParaRPr>
          </a:p>
        </p:txBody>
      </p:sp>
      <p:sp>
        <p:nvSpPr>
          <p:cNvPr id="314" name="Rectangle 8">
            <a:extLst>
              <a:ext uri="{FF2B5EF4-FFF2-40B4-BE49-F238E27FC236}">
                <a16:creationId xmlns:a16="http://schemas.microsoft.com/office/drawing/2014/main" id="{768880CD-AED8-0EA0-4B3C-3BA2C764B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3962" y="4514661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310" name="Google Shape;1514;p17">
            <a:extLst>
              <a:ext uri="{FF2B5EF4-FFF2-40B4-BE49-F238E27FC236}">
                <a16:creationId xmlns:a16="http://schemas.microsoft.com/office/drawing/2014/main" id="{308F014C-A540-0444-2148-4B144DBC4C18}"/>
              </a:ext>
            </a:extLst>
          </p:cNvPr>
          <p:cNvSpPr txBox="1"/>
          <p:nvPr/>
        </p:nvSpPr>
        <p:spPr>
          <a:xfrm>
            <a:off x="8527851" y="4772891"/>
            <a:ext cx="547636" cy="315423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61" name="Google Shape;1519;p17">
            <a:extLst>
              <a:ext uri="{FF2B5EF4-FFF2-40B4-BE49-F238E27FC236}">
                <a16:creationId xmlns:a16="http://schemas.microsoft.com/office/drawing/2014/main" id="{A71A6FBC-8202-3821-C2AD-D9401FBA87F5}"/>
              </a:ext>
            </a:extLst>
          </p:cNvPr>
          <p:cNvSpPr txBox="1"/>
          <p:nvPr/>
        </p:nvSpPr>
        <p:spPr>
          <a:xfrm>
            <a:off x="7529110" y="4246205"/>
            <a:ext cx="425160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zone1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306" name="Google Shape;1518;p17">
            <a:extLst>
              <a:ext uri="{FF2B5EF4-FFF2-40B4-BE49-F238E27FC236}">
                <a16:creationId xmlns:a16="http://schemas.microsoft.com/office/drawing/2014/main" id="{064C30D1-5E14-BE9E-B084-DE4874C340F7}"/>
              </a:ext>
            </a:extLst>
          </p:cNvPr>
          <p:cNvSpPr/>
          <p:nvPr/>
        </p:nvSpPr>
        <p:spPr>
          <a:xfrm>
            <a:off x="8067989" y="4264816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7" tIns="34266" rIns="68557" bIns="34266" anchor="ctr" anchorCtr="0">
            <a:noAutofit/>
          </a:bodyPr>
          <a:lstStyle/>
          <a:p>
            <a:pPr algn="ctr" defTabSz="914171">
              <a:buSzPts val="1400"/>
            </a:pPr>
            <a:endParaRPr kern="1200">
              <a:solidFill>
                <a:srgbClr val="FFFFFF"/>
              </a:solidFill>
            </a:endParaRPr>
          </a:p>
        </p:txBody>
      </p:sp>
      <p:sp>
        <p:nvSpPr>
          <p:cNvPr id="307" name="Google Shape;1519;p17">
            <a:extLst>
              <a:ext uri="{FF2B5EF4-FFF2-40B4-BE49-F238E27FC236}">
                <a16:creationId xmlns:a16="http://schemas.microsoft.com/office/drawing/2014/main" id="{7E1E8240-E77F-4278-CB22-84F08834887E}"/>
              </a:ext>
            </a:extLst>
          </p:cNvPr>
          <p:cNvSpPr txBox="1"/>
          <p:nvPr/>
        </p:nvSpPr>
        <p:spPr>
          <a:xfrm>
            <a:off x="8067989" y="4239359"/>
            <a:ext cx="441860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zone2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304" name="Google Shape;1518;p17">
            <a:extLst>
              <a:ext uri="{FF2B5EF4-FFF2-40B4-BE49-F238E27FC236}">
                <a16:creationId xmlns:a16="http://schemas.microsoft.com/office/drawing/2014/main" id="{C2D66EF8-D16C-2349-48BE-2307A8097B72}"/>
              </a:ext>
            </a:extLst>
          </p:cNvPr>
          <p:cNvSpPr/>
          <p:nvPr/>
        </p:nvSpPr>
        <p:spPr>
          <a:xfrm>
            <a:off x="8616318" y="4264816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7" tIns="34266" rIns="68557" bIns="34266" anchor="ctr" anchorCtr="0">
            <a:noAutofit/>
          </a:bodyPr>
          <a:lstStyle/>
          <a:p>
            <a:pPr algn="ctr" defTabSz="914171">
              <a:buSzPts val="1400"/>
            </a:pPr>
            <a:endParaRPr kern="1200">
              <a:solidFill>
                <a:srgbClr val="FFFFFF"/>
              </a:solidFill>
            </a:endParaRPr>
          </a:p>
        </p:txBody>
      </p:sp>
      <p:sp>
        <p:nvSpPr>
          <p:cNvPr id="305" name="Google Shape;1519;p17">
            <a:extLst>
              <a:ext uri="{FF2B5EF4-FFF2-40B4-BE49-F238E27FC236}">
                <a16:creationId xmlns:a16="http://schemas.microsoft.com/office/drawing/2014/main" id="{A86556CC-6384-60EE-422C-5AD6700F4243}"/>
              </a:ext>
            </a:extLst>
          </p:cNvPr>
          <p:cNvSpPr txBox="1"/>
          <p:nvPr/>
        </p:nvSpPr>
        <p:spPr>
          <a:xfrm>
            <a:off x="8616318" y="4239359"/>
            <a:ext cx="462481" cy="1923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zone3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28" name="Google Shape;1519;p17">
            <a:extLst>
              <a:ext uri="{FF2B5EF4-FFF2-40B4-BE49-F238E27FC236}">
                <a16:creationId xmlns:a16="http://schemas.microsoft.com/office/drawing/2014/main" id="{5C43819F-F0BF-757D-5544-9135AD83FCF2}"/>
              </a:ext>
            </a:extLst>
          </p:cNvPr>
          <p:cNvSpPr txBox="1"/>
          <p:nvPr/>
        </p:nvSpPr>
        <p:spPr>
          <a:xfrm>
            <a:off x="7432578" y="5118008"/>
            <a:ext cx="1642908" cy="238478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vSphere Supervisor 1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129" name="Google Shape;1519;p17">
            <a:extLst>
              <a:ext uri="{FF2B5EF4-FFF2-40B4-BE49-F238E27FC236}">
                <a16:creationId xmlns:a16="http://schemas.microsoft.com/office/drawing/2014/main" id="{B5F5C230-A1F9-0591-F028-1EED4FF3445F}"/>
              </a:ext>
            </a:extLst>
          </p:cNvPr>
          <p:cNvSpPr txBox="1"/>
          <p:nvPr/>
        </p:nvSpPr>
        <p:spPr>
          <a:xfrm>
            <a:off x="7433373" y="5395178"/>
            <a:ext cx="1649798" cy="238478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vCenter  East 1</a:t>
            </a:r>
            <a:endParaRPr sz="1100" kern="1200" dirty="0">
              <a:latin typeface="Metropolis" pitchFamily="2" charset="77"/>
            </a:endParaRPr>
          </a:p>
        </p:txBody>
      </p: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15D9344B-688F-6245-7C36-6AFF678C1962}"/>
              </a:ext>
            </a:extLst>
          </p:cNvPr>
          <p:cNvCxnSpPr>
            <a:cxnSpLocks/>
            <a:stCxn id="147" idx="2"/>
            <a:endCxn id="307" idx="0"/>
          </p:cNvCxnSpPr>
          <p:nvPr/>
        </p:nvCxnSpPr>
        <p:spPr bwMode="gray">
          <a:xfrm flipH="1">
            <a:off x="8288919" y="3239149"/>
            <a:ext cx="980265" cy="1000210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Arrow Connector 287">
            <a:extLst>
              <a:ext uri="{FF2B5EF4-FFF2-40B4-BE49-F238E27FC236}">
                <a16:creationId xmlns:a16="http://schemas.microsoft.com/office/drawing/2014/main" id="{D56E25C0-70A9-52D0-2B41-D2E96B85DA85}"/>
              </a:ext>
            </a:extLst>
          </p:cNvPr>
          <p:cNvCxnSpPr>
            <a:cxnSpLocks/>
            <a:stCxn id="142" idx="2"/>
            <a:endCxn id="61" idx="0"/>
          </p:cNvCxnSpPr>
          <p:nvPr/>
        </p:nvCxnSpPr>
        <p:spPr bwMode="gray">
          <a:xfrm>
            <a:off x="5556250" y="3191515"/>
            <a:ext cx="2185440" cy="1054690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Arrow Connector 296">
            <a:extLst>
              <a:ext uri="{FF2B5EF4-FFF2-40B4-BE49-F238E27FC236}">
                <a16:creationId xmlns:a16="http://schemas.microsoft.com/office/drawing/2014/main" id="{19F06578-8B47-5DBE-5B56-425C78B5A0E3}"/>
              </a:ext>
            </a:extLst>
          </p:cNvPr>
          <p:cNvCxnSpPr>
            <a:cxnSpLocks/>
            <a:stCxn id="147" idx="2"/>
            <a:endCxn id="305" idx="0"/>
          </p:cNvCxnSpPr>
          <p:nvPr/>
        </p:nvCxnSpPr>
        <p:spPr bwMode="gray">
          <a:xfrm flipH="1">
            <a:off x="8847559" y="3239149"/>
            <a:ext cx="421625" cy="1000210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Google Shape;1519;p17">
            <a:extLst>
              <a:ext uri="{FF2B5EF4-FFF2-40B4-BE49-F238E27FC236}">
                <a16:creationId xmlns:a16="http://schemas.microsoft.com/office/drawing/2014/main" id="{D618EED0-931D-257A-8106-7F2F6AD69E78}"/>
              </a:ext>
            </a:extLst>
          </p:cNvPr>
          <p:cNvSpPr txBox="1"/>
          <p:nvPr/>
        </p:nvSpPr>
        <p:spPr>
          <a:xfrm>
            <a:off x="4814000" y="5089518"/>
            <a:ext cx="1642909" cy="238478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vSphere Supervisor 2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52" name="Google Shape;1519;p17">
            <a:extLst>
              <a:ext uri="{FF2B5EF4-FFF2-40B4-BE49-F238E27FC236}">
                <a16:creationId xmlns:a16="http://schemas.microsoft.com/office/drawing/2014/main" id="{FFC0731F-70DF-1B0E-7C7A-E7ABC35BA9F7}"/>
              </a:ext>
            </a:extLst>
          </p:cNvPr>
          <p:cNvSpPr txBox="1"/>
          <p:nvPr/>
        </p:nvSpPr>
        <p:spPr>
          <a:xfrm>
            <a:off x="4807110" y="5356000"/>
            <a:ext cx="1649800" cy="238478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vCenter  West 2</a:t>
            </a:r>
            <a:endParaRPr sz="1100" kern="1200" dirty="0">
              <a:latin typeface="Metropoli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6207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A610C-7AD8-D1C1-FF87-D140384D9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Supervisor to Organization Relationship (SVG Image)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8F874A-9FE9-4325-5322-BA1FDCC20587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43CE651-B4E7-AA9B-8247-C60184657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0999" y="1281689"/>
            <a:ext cx="11538754" cy="476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29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0D61B-5B9D-9592-C948-90971076A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242">
            <a:extLst>
              <a:ext uri="{FF2B5EF4-FFF2-40B4-BE49-F238E27FC236}">
                <a16:creationId xmlns:a16="http://schemas.microsoft.com/office/drawing/2014/main" id="{DEB51E73-28C1-44A2-14E4-353F12E85943}"/>
              </a:ext>
            </a:extLst>
          </p:cNvPr>
          <p:cNvSpPr/>
          <p:nvPr/>
        </p:nvSpPr>
        <p:spPr>
          <a:xfrm>
            <a:off x="592866" y="1400847"/>
            <a:ext cx="8876019" cy="46446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6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8A3EB9E-2990-CBAE-F5CE-3CEB13B6928D}"/>
              </a:ext>
            </a:extLst>
          </p:cNvPr>
          <p:cNvSpPr/>
          <p:nvPr/>
        </p:nvSpPr>
        <p:spPr>
          <a:xfrm>
            <a:off x="761802" y="3615679"/>
            <a:ext cx="7084753" cy="2218300"/>
          </a:xfrm>
          <a:prstGeom prst="rect">
            <a:avLst/>
          </a:prstGeom>
          <a:solidFill>
            <a:srgbClr val="FFFFFF"/>
          </a:solidFill>
          <a:ln w="12700">
            <a:solidFill>
              <a:srgbClr val="F3BA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171">
              <a:buClrTx/>
            </a:pPr>
            <a:r>
              <a:rPr lang="en-US" sz="1466" kern="1200" dirty="0">
                <a:solidFill>
                  <a:srgbClr val="000000"/>
                </a:solidFill>
                <a:latin typeface="Metropolis" pitchFamily="2" charset="77"/>
              </a:rPr>
              <a:t>VCF Automation Provider Level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7ED6C6D-AC40-B429-D827-AAB1B8D218F8}"/>
              </a:ext>
            </a:extLst>
          </p:cNvPr>
          <p:cNvSpPr/>
          <p:nvPr/>
        </p:nvSpPr>
        <p:spPr>
          <a:xfrm>
            <a:off x="761802" y="1541428"/>
            <a:ext cx="7084753" cy="1887567"/>
          </a:xfrm>
          <a:prstGeom prst="rect">
            <a:avLst/>
          </a:prstGeom>
          <a:solidFill>
            <a:srgbClr val="FFFFFF"/>
          </a:solidFill>
          <a:ln w="12700">
            <a:solidFill>
              <a:srgbClr val="F3BA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 defTabSz="914171">
              <a:buClrTx/>
            </a:pPr>
            <a:r>
              <a:rPr lang="en-US" sz="1466" kern="1200" dirty="0">
                <a:solidFill>
                  <a:srgbClr val="000000"/>
                </a:solidFill>
                <a:latin typeface="Metropolis" pitchFamily="2" charset="77"/>
              </a:rPr>
              <a:t>VCF Automation Organization for All Apps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6EA39-B9D8-1CF0-4BCE-5313FE4EF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VCFA Org Model v1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FFAF3D-98E5-28E9-65A1-670AD650C044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D8CAB9-7B3B-E9F3-8E1F-3C414C830616}"/>
              </a:ext>
            </a:extLst>
          </p:cNvPr>
          <p:cNvSpPr/>
          <p:nvPr/>
        </p:nvSpPr>
        <p:spPr>
          <a:xfrm>
            <a:off x="1045275" y="1892622"/>
            <a:ext cx="3070816" cy="1459478"/>
          </a:xfrm>
          <a:prstGeom prst="rect">
            <a:avLst/>
          </a:prstGeom>
          <a:solidFill>
            <a:srgbClr val="FFFFFF"/>
          </a:solidFill>
          <a:ln w="12700">
            <a:solidFill>
              <a:srgbClr val="F3BA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71">
              <a:buClrTx/>
            </a:pPr>
            <a:endParaRPr lang="en-US" sz="1800" kern="1200" dirty="0">
              <a:solidFill>
                <a:srgbClr val="FFFFFF"/>
              </a:solidFill>
              <a:latin typeface="Metropolis" pitchFamily="2" charset="77"/>
            </a:endParaRPr>
          </a:p>
        </p:txBody>
      </p:sp>
      <p:sp>
        <p:nvSpPr>
          <p:cNvPr id="9" name="Google Shape;1514;p17">
            <a:extLst>
              <a:ext uri="{FF2B5EF4-FFF2-40B4-BE49-F238E27FC236}">
                <a16:creationId xmlns:a16="http://schemas.microsoft.com/office/drawing/2014/main" id="{49EF7BCE-5DBE-F08B-57C6-8B3F4D26EDA2}"/>
              </a:ext>
            </a:extLst>
          </p:cNvPr>
          <p:cNvSpPr txBox="1"/>
          <p:nvPr/>
        </p:nvSpPr>
        <p:spPr>
          <a:xfrm>
            <a:off x="1008141" y="1921979"/>
            <a:ext cx="668177" cy="25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1200" kern="1200" dirty="0">
                <a:latin typeface="Metropolis" pitchFamily="2" charset="77"/>
              </a:rPr>
              <a:t>Project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49" name="Google Shape;1519;p17">
            <a:extLst>
              <a:ext uri="{FF2B5EF4-FFF2-40B4-BE49-F238E27FC236}">
                <a16:creationId xmlns:a16="http://schemas.microsoft.com/office/drawing/2014/main" id="{4DA9F292-B054-661B-981F-80DC45AD6C75}"/>
              </a:ext>
            </a:extLst>
          </p:cNvPr>
          <p:cNvSpPr txBox="1"/>
          <p:nvPr/>
        </p:nvSpPr>
        <p:spPr>
          <a:xfrm>
            <a:off x="1084609" y="2267946"/>
            <a:ext cx="1137226" cy="192312"/>
          </a:xfrm>
          <a:prstGeom prst="rect">
            <a:avLst/>
          </a:prstGeom>
          <a:solidFill>
            <a:srgbClr val="FFFFFF"/>
          </a:solidFill>
          <a:ln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>
                <a:latin typeface="Metropolis" pitchFamily="2" charset="77"/>
              </a:rPr>
              <a:t>vSphere Namespace</a:t>
            </a:r>
            <a:endParaRPr sz="800" kern="1200" dirty="0">
              <a:latin typeface="Metropolis" pitchFamily="2" charset="77"/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B7371FA2-B75A-7843-9040-5575E24347D1}"/>
              </a:ext>
            </a:extLst>
          </p:cNvPr>
          <p:cNvCxnSpPr>
            <a:cxnSpLocks/>
          </p:cNvCxnSpPr>
          <p:nvPr/>
        </p:nvCxnSpPr>
        <p:spPr>
          <a:xfrm>
            <a:off x="761801" y="3542115"/>
            <a:ext cx="8436221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0BC8D9E5-A791-DC1D-A7A0-96327E189AA6}"/>
              </a:ext>
            </a:extLst>
          </p:cNvPr>
          <p:cNvGrpSpPr/>
          <p:nvPr/>
        </p:nvGrpSpPr>
        <p:grpSpPr>
          <a:xfrm>
            <a:off x="7996755" y="4335905"/>
            <a:ext cx="1166236" cy="839173"/>
            <a:chOff x="6158472" y="2128245"/>
            <a:chExt cx="1166540" cy="839391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0077224D-FE76-643E-B6DE-089E18819EB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530828" y="2128245"/>
              <a:ext cx="415891" cy="416249"/>
              <a:chOff x="12474575" y="1746250"/>
              <a:chExt cx="3690938" cy="3694113"/>
            </a:xfrm>
          </p:grpSpPr>
          <p:sp>
            <p:nvSpPr>
              <p:cNvPr id="151" name="Freeform 5">
                <a:extLst>
                  <a:ext uri="{FF2B5EF4-FFF2-40B4-BE49-F238E27FC236}">
                    <a16:creationId xmlns:a16="http://schemas.microsoft.com/office/drawing/2014/main" id="{87BC707C-78C3-B426-17D3-0AE4F0EDC7C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152" name="Freeform 6">
                <a:extLst>
                  <a:ext uri="{FF2B5EF4-FFF2-40B4-BE49-F238E27FC236}">
                    <a16:creationId xmlns:a16="http://schemas.microsoft.com/office/drawing/2014/main" id="{04716A14-AC26-691A-E74D-CB6A52BE1D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  <p:sp>
          <p:nvSpPr>
            <p:cNvPr id="153" name="Google Shape;1497;p17">
              <a:extLst>
                <a:ext uri="{FF2B5EF4-FFF2-40B4-BE49-F238E27FC236}">
                  <a16:creationId xmlns:a16="http://schemas.microsoft.com/office/drawing/2014/main" id="{851E1E7C-F6FF-B6C9-26AC-D91719F7791C}"/>
                </a:ext>
              </a:extLst>
            </p:cNvPr>
            <p:cNvSpPr txBox="1"/>
            <p:nvPr/>
          </p:nvSpPr>
          <p:spPr>
            <a:xfrm>
              <a:off x="6158472" y="2528989"/>
              <a:ext cx="1166540" cy="4386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7" tIns="34266" rIns="68557" bIns="34266" anchor="t" anchorCtr="0">
              <a:spAutoFit/>
            </a:bodyPr>
            <a:lstStyle/>
            <a:p>
              <a:pPr algn="ctr" defTabSz="914171">
                <a:buSzPts val="1400"/>
              </a:pPr>
              <a:r>
                <a:rPr lang="en" sz="1200" kern="1200" dirty="0">
                  <a:latin typeface="Metropolis" pitchFamily="2" charset="77"/>
                </a:rPr>
                <a:t>Provider Admins</a:t>
              </a:r>
              <a:endParaRPr sz="1200" kern="1200" dirty="0">
                <a:latin typeface="Metropolis" pitchFamily="2" charset="77"/>
              </a:endParaRPr>
            </a:p>
          </p:txBody>
        </p: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7BBB3390-30A1-3824-8C2A-F25B15274D8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80172" y="2128245"/>
              <a:ext cx="415891" cy="416249"/>
              <a:chOff x="12474575" y="1746250"/>
              <a:chExt cx="3690938" cy="3694113"/>
            </a:xfrm>
          </p:grpSpPr>
          <p:sp>
            <p:nvSpPr>
              <p:cNvPr id="155" name="Freeform 5">
                <a:extLst>
                  <a:ext uri="{FF2B5EF4-FFF2-40B4-BE49-F238E27FC236}">
                    <a16:creationId xmlns:a16="http://schemas.microsoft.com/office/drawing/2014/main" id="{C11A64E6-BDBB-2B4E-5DC7-347EFD1E812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156" name="Freeform 6">
                <a:extLst>
                  <a:ext uri="{FF2B5EF4-FFF2-40B4-BE49-F238E27FC236}">
                    <a16:creationId xmlns:a16="http://schemas.microsoft.com/office/drawing/2014/main" id="{BD4FD139-5988-6865-9801-533A079BDD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D59A46DF-B030-689B-9199-6AE4ABFF1EA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34707" y="2128245"/>
              <a:ext cx="415891" cy="416249"/>
              <a:chOff x="12474575" y="1746250"/>
              <a:chExt cx="3690938" cy="3694113"/>
            </a:xfrm>
          </p:grpSpPr>
          <p:sp>
            <p:nvSpPr>
              <p:cNvPr id="158" name="Freeform 5">
                <a:extLst>
                  <a:ext uri="{FF2B5EF4-FFF2-40B4-BE49-F238E27FC236}">
                    <a16:creationId xmlns:a16="http://schemas.microsoft.com/office/drawing/2014/main" id="{59B0BC74-34CC-6BB7-A45E-509F375A901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159" name="Freeform 6">
                <a:extLst>
                  <a:ext uri="{FF2B5EF4-FFF2-40B4-BE49-F238E27FC236}">
                    <a16:creationId xmlns:a16="http://schemas.microsoft.com/office/drawing/2014/main" id="{8BFDC0EA-89BD-DF09-E6C6-C0B2DF77D3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</p:grpSp>
      <p:sp>
        <p:nvSpPr>
          <p:cNvPr id="170" name="Rectangle 169">
            <a:extLst>
              <a:ext uri="{FF2B5EF4-FFF2-40B4-BE49-F238E27FC236}">
                <a16:creationId xmlns:a16="http://schemas.microsoft.com/office/drawing/2014/main" id="{E05DACE1-4ADC-9D58-3DCE-CF1EF62A38B4}"/>
              </a:ext>
            </a:extLst>
          </p:cNvPr>
          <p:cNvSpPr/>
          <p:nvPr/>
        </p:nvSpPr>
        <p:spPr bwMode="gray">
          <a:xfrm>
            <a:off x="1024199" y="3920499"/>
            <a:ext cx="2090722" cy="1853157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171">
              <a:buClrTx/>
            </a:pPr>
            <a:endParaRPr lang="en-US" sz="1800" kern="1200" dirty="0">
              <a:solidFill>
                <a:srgbClr val="FFFFFF"/>
              </a:solidFill>
              <a:latin typeface="Metropolis" pitchFamily="2" charset="77"/>
            </a:endParaRPr>
          </a:p>
        </p:txBody>
      </p:sp>
      <p:sp>
        <p:nvSpPr>
          <p:cNvPr id="173" name="Google Shape;1519;p17">
            <a:extLst>
              <a:ext uri="{FF2B5EF4-FFF2-40B4-BE49-F238E27FC236}">
                <a16:creationId xmlns:a16="http://schemas.microsoft.com/office/drawing/2014/main" id="{B170FD83-AF63-7117-008A-CDBF1BA83F42}"/>
              </a:ext>
            </a:extLst>
          </p:cNvPr>
          <p:cNvSpPr txBox="1"/>
          <p:nvPr/>
        </p:nvSpPr>
        <p:spPr>
          <a:xfrm>
            <a:off x="1367353" y="5469713"/>
            <a:ext cx="1649798" cy="238478"/>
          </a:xfrm>
          <a:prstGeom prst="rect">
            <a:avLst/>
          </a:prstGeom>
          <a:noFill/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NSX Local Manager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CEE9725-2DB0-F3DB-4FAF-A39F24AC0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352" y="4518826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1" name="Rectangle 6">
            <a:extLst>
              <a:ext uri="{FF2B5EF4-FFF2-40B4-BE49-F238E27FC236}">
                <a16:creationId xmlns:a16="http://schemas.microsoft.com/office/drawing/2014/main" id="{6DC2377C-86CD-B1DF-B4BC-C3441E86D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352" y="4427366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2" name="Freeform 7">
            <a:extLst>
              <a:ext uri="{FF2B5EF4-FFF2-40B4-BE49-F238E27FC236}">
                <a16:creationId xmlns:a16="http://schemas.microsoft.com/office/drawing/2014/main" id="{5F08C1B9-C3FC-0D1F-9423-08CA215D21E3}"/>
              </a:ext>
            </a:extLst>
          </p:cNvPr>
          <p:cNvSpPr>
            <a:spLocks noEditPoints="1"/>
          </p:cNvSpPr>
          <p:nvPr/>
        </p:nvSpPr>
        <p:spPr bwMode="auto">
          <a:xfrm>
            <a:off x="1485673" y="4284079"/>
            <a:ext cx="377176" cy="286384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3" name="Rectangle 8">
            <a:extLst>
              <a:ext uri="{FF2B5EF4-FFF2-40B4-BE49-F238E27FC236}">
                <a16:creationId xmlns:a16="http://schemas.microsoft.com/office/drawing/2014/main" id="{AE9EFB2A-4E66-6537-ED0E-F7112C49F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352" y="4335907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79" name="Google Shape;1514;p17">
            <a:extLst>
              <a:ext uri="{FF2B5EF4-FFF2-40B4-BE49-F238E27FC236}">
                <a16:creationId xmlns:a16="http://schemas.microsoft.com/office/drawing/2014/main" id="{636917BA-1ECC-EE38-46B3-94577D8B33A9}"/>
              </a:ext>
            </a:extLst>
          </p:cNvPr>
          <p:cNvSpPr txBox="1"/>
          <p:nvPr/>
        </p:nvSpPr>
        <p:spPr>
          <a:xfrm>
            <a:off x="1374242" y="4594137"/>
            <a:ext cx="547636" cy="315423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67272D6-7189-EFA5-3186-BFAF64D6A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7989" y="4518826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8" name="Rectangle 6">
            <a:extLst>
              <a:ext uri="{FF2B5EF4-FFF2-40B4-BE49-F238E27FC236}">
                <a16:creationId xmlns:a16="http://schemas.microsoft.com/office/drawing/2014/main" id="{A4A9DDED-09AD-61DF-64A2-42AD9B960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7989" y="4427366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9" name="Freeform 7">
            <a:extLst>
              <a:ext uri="{FF2B5EF4-FFF2-40B4-BE49-F238E27FC236}">
                <a16:creationId xmlns:a16="http://schemas.microsoft.com/office/drawing/2014/main" id="{85CE1482-D034-5F43-0B0A-469A2ADE8E78}"/>
              </a:ext>
            </a:extLst>
          </p:cNvPr>
          <p:cNvSpPr>
            <a:spLocks noEditPoints="1"/>
          </p:cNvSpPr>
          <p:nvPr/>
        </p:nvSpPr>
        <p:spPr bwMode="auto">
          <a:xfrm>
            <a:off x="2033310" y="4284079"/>
            <a:ext cx="377870" cy="286384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90" name="Rectangle 8">
            <a:extLst>
              <a:ext uri="{FF2B5EF4-FFF2-40B4-BE49-F238E27FC236}">
                <a16:creationId xmlns:a16="http://schemas.microsoft.com/office/drawing/2014/main" id="{824F21EE-3B29-894B-6830-94E7BDDAE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7989" y="4335907"/>
            <a:ext cx="15433" cy="16005"/>
          </a:xfrm>
          <a:prstGeom prst="rect">
            <a:avLst/>
          </a:prstGeom>
          <a:solidFill>
            <a:schemeClr val="bg1"/>
          </a:solidFill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86" name="Google Shape;1514;p17">
            <a:extLst>
              <a:ext uri="{FF2B5EF4-FFF2-40B4-BE49-F238E27FC236}">
                <a16:creationId xmlns:a16="http://schemas.microsoft.com/office/drawing/2014/main" id="{AEB9C737-73E1-7213-877C-966D4B473422}"/>
              </a:ext>
            </a:extLst>
          </p:cNvPr>
          <p:cNvSpPr txBox="1"/>
          <p:nvPr/>
        </p:nvSpPr>
        <p:spPr>
          <a:xfrm>
            <a:off x="1921879" y="4594137"/>
            <a:ext cx="547636" cy="315423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4034ECF-B3EE-497A-A95B-5F82A5B55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5625" y="4518826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95" name="Rectangle 6">
            <a:extLst>
              <a:ext uri="{FF2B5EF4-FFF2-40B4-BE49-F238E27FC236}">
                <a16:creationId xmlns:a16="http://schemas.microsoft.com/office/drawing/2014/main" id="{10D82AEA-AE22-11AB-6EC4-FA862522D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5625" y="4427366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96" name="Freeform 7">
            <a:extLst>
              <a:ext uri="{FF2B5EF4-FFF2-40B4-BE49-F238E27FC236}">
                <a16:creationId xmlns:a16="http://schemas.microsoft.com/office/drawing/2014/main" id="{A869CD00-55CC-16F6-78B9-08A70267C101}"/>
              </a:ext>
            </a:extLst>
          </p:cNvPr>
          <p:cNvSpPr>
            <a:spLocks noEditPoints="1"/>
          </p:cNvSpPr>
          <p:nvPr/>
        </p:nvSpPr>
        <p:spPr bwMode="auto">
          <a:xfrm>
            <a:off x="2580946" y="4284079"/>
            <a:ext cx="378563" cy="286384"/>
          </a:xfrm>
          <a:custGeom>
            <a:avLst/>
            <a:gdLst>
              <a:gd name="T0" fmla="*/ 890 w 1736"/>
              <a:gd name="T1" fmla="*/ 0 h 1503"/>
              <a:gd name="T2" fmla="*/ 70 w 1736"/>
              <a:gd name="T3" fmla="*/ 0 h 1503"/>
              <a:gd name="T4" fmla="*/ 0 w 1736"/>
              <a:gd name="T5" fmla="*/ 68 h 1503"/>
              <a:gd name="T6" fmla="*/ 0 w 1736"/>
              <a:gd name="T7" fmla="*/ 310 h 1503"/>
              <a:gd name="T8" fmla="*/ 0 w 1736"/>
              <a:gd name="T9" fmla="*/ 460 h 1503"/>
              <a:gd name="T10" fmla="*/ 0 w 1736"/>
              <a:gd name="T11" fmla="*/ 543 h 1503"/>
              <a:gd name="T12" fmla="*/ 6 w 1736"/>
              <a:gd name="T13" fmla="*/ 543 h 1503"/>
              <a:gd name="T14" fmla="*/ 0 w 1736"/>
              <a:gd name="T15" fmla="*/ 548 h 1503"/>
              <a:gd name="T16" fmla="*/ 0 w 1736"/>
              <a:gd name="T17" fmla="*/ 790 h 1503"/>
              <a:gd name="T18" fmla="*/ 0 w 1736"/>
              <a:gd name="T19" fmla="*/ 940 h 1503"/>
              <a:gd name="T20" fmla="*/ 0 w 1736"/>
              <a:gd name="T21" fmla="*/ 1023 h 1503"/>
              <a:gd name="T22" fmla="*/ 6 w 1736"/>
              <a:gd name="T23" fmla="*/ 1023 h 1503"/>
              <a:gd name="T24" fmla="*/ 0 w 1736"/>
              <a:gd name="T25" fmla="*/ 1028 h 1503"/>
              <a:gd name="T26" fmla="*/ 0 w 1736"/>
              <a:gd name="T27" fmla="*/ 1269 h 1503"/>
              <a:gd name="T28" fmla="*/ 0 w 1736"/>
              <a:gd name="T29" fmla="*/ 1420 h 1503"/>
              <a:gd name="T30" fmla="*/ 0 w 1736"/>
              <a:gd name="T31" fmla="*/ 1503 h 1503"/>
              <a:gd name="T32" fmla="*/ 890 w 1736"/>
              <a:gd name="T33" fmla="*/ 1503 h 1503"/>
              <a:gd name="T34" fmla="*/ 1668 w 1736"/>
              <a:gd name="T35" fmla="*/ 1503 h 1503"/>
              <a:gd name="T36" fmla="*/ 1668 w 1736"/>
              <a:gd name="T37" fmla="*/ 1503 h 1503"/>
              <a:gd name="T38" fmla="*/ 1736 w 1736"/>
              <a:gd name="T39" fmla="*/ 1434 h 1503"/>
              <a:gd name="T40" fmla="*/ 1736 w 1736"/>
              <a:gd name="T41" fmla="*/ 1351 h 1503"/>
              <a:gd name="T42" fmla="*/ 1736 w 1736"/>
              <a:gd name="T43" fmla="*/ 1269 h 1503"/>
              <a:gd name="T44" fmla="*/ 1736 w 1736"/>
              <a:gd name="T45" fmla="*/ 959 h 1503"/>
              <a:gd name="T46" fmla="*/ 1731 w 1736"/>
              <a:gd name="T47" fmla="*/ 959 h 1503"/>
              <a:gd name="T48" fmla="*/ 1736 w 1736"/>
              <a:gd name="T49" fmla="*/ 954 h 1503"/>
              <a:gd name="T50" fmla="*/ 1736 w 1736"/>
              <a:gd name="T51" fmla="*/ 871 h 1503"/>
              <a:gd name="T52" fmla="*/ 1736 w 1736"/>
              <a:gd name="T53" fmla="*/ 790 h 1503"/>
              <a:gd name="T54" fmla="*/ 1736 w 1736"/>
              <a:gd name="T55" fmla="*/ 479 h 1503"/>
              <a:gd name="T56" fmla="*/ 1731 w 1736"/>
              <a:gd name="T57" fmla="*/ 479 h 1503"/>
              <a:gd name="T58" fmla="*/ 1736 w 1736"/>
              <a:gd name="T59" fmla="*/ 474 h 1503"/>
              <a:gd name="T60" fmla="*/ 1736 w 1736"/>
              <a:gd name="T61" fmla="*/ 391 h 1503"/>
              <a:gd name="T62" fmla="*/ 1736 w 1736"/>
              <a:gd name="T63" fmla="*/ 310 h 1503"/>
              <a:gd name="T64" fmla="*/ 1736 w 1736"/>
              <a:gd name="T65" fmla="*/ 0 h 1503"/>
              <a:gd name="T66" fmla="*/ 890 w 1736"/>
              <a:gd name="T67" fmla="*/ 0 h 1503"/>
              <a:gd name="T68" fmla="*/ 98 w 1736"/>
              <a:gd name="T69" fmla="*/ 186 h 1503"/>
              <a:gd name="T70" fmla="*/ 1571 w 1736"/>
              <a:gd name="T71" fmla="*/ 186 h 1503"/>
              <a:gd name="T72" fmla="*/ 1571 w 1736"/>
              <a:gd name="T73" fmla="*/ 442 h 1503"/>
              <a:gd name="T74" fmla="*/ 98 w 1736"/>
              <a:gd name="T75" fmla="*/ 442 h 1503"/>
              <a:gd name="T76" fmla="*/ 98 w 1736"/>
              <a:gd name="T77" fmla="*/ 186 h 1503"/>
              <a:gd name="T78" fmla="*/ 1571 w 1736"/>
              <a:gd name="T79" fmla="*/ 666 h 1503"/>
              <a:gd name="T80" fmla="*/ 1571 w 1736"/>
              <a:gd name="T81" fmla="*/ 922 h 1503"/>
              <a:gd name="T82" fmla="*/ 98 w 1736"/>
              <a:gd name="T83" fmla="*/ 922 h 1503"/>
              <a:gd name="T84" fmla="*/ 98 w 1736"/>
              <a:gd name="T85" fmla="*/ 666 h 1503"/>
              <a:gd name="T86" fmla="*/ 1571 w 1736"/>
              <a:gd name="T87" fmla="*/ 666 h 1503"/>
              <a:gd name="T88" fmla="*/ 1571 w 1736"/>
              <a:gd name="T89" fmla="*/ 1402 h 1503"/>
              <a:gd name="T90" fmla="*/ 98 w 1736"/>
              <a:gd name="T91" fmla="*/ 1402 h 1503"/>
              <a:gd name="T92" fmla="*/ 98 w 1736"/>
              <a:gd name="T93" fmla="*/ 1146 h 1503"/>
              <a:gd name="T94" fmla="*/ 1571 w 1736"/>
              <a:gd name="T95" fmla="*/ 1146 h 1503"/>
              <a:gd name="T96" fmla="*/ 1571 w 1736"/>
              <a:gd name="T97" fmla="*/ 1402 h 1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736" h="1503">
                <a:moveTo>
                  <a:pt x="890" y="0"/>
                </a:moveTo>
                <a:lnTo>
                  <a:pt x="70" y="0"/>
                </a:lnTo>
                <a:lnTo>
                  <a:pt x="0" y="68"/>
                </a:lnTo>
                <a:lnTo>
                  <a:pt x="0" y="310"/>
                </a:lnTo>
                <a:lnTo>
                  <a:pt x="0" y="460"/>
                </a:lnTo>
                <a:lnTo>
                  <a:pt x="0" y="543"/>
                </a:lnTo>
                <a:lnTo>
                  <a:pt x="6" y="543"/>
                </a:lnTo>
                <a:lnTo>
                  <a:pt x="0" y="548"/>
                </a:lnTo>
                <a:lnTo>
                  <a:pt x="0" y="790"/>
                </a:lnTo>
                <a:lnTo>
                  <a:pt x="0" y="940"/>
                </a:lnTo>
                <a:lnTo>
                  <a:pt x="0" y="1023"/>
                </a:lnTo>
                <a:lnTo>
                  <a:pt x="6" y="1023"/>
                </a:lnTo>
                <a:lnTo>
                  <a:pt x="0" y="1028"/>
                </a:lnTo>
                <a:lnTo>
                  <a:pt x="0" y="1269"/>
                </a:lnTo>
                <a:lnTo>
                  <a:pt x="0" y="1420"/>
                </a:lnTo>
                <a:lnTo>
                  <a:pt x="0" y="1503"/>
                </a:lnTo>
                <a:lnTo>
                  <a:pt x="890" y="1503"/>
                </a:lnTo>
                <a:lnTo>
                  <a:pt x="1668" y="1503"/>
                </a:lnTo>
                <a:lnTo>
                  <a:pt x="1668" y="1503"/>
                </a:lnTo>
                <a:lnTo>
                  <a:pt x="1736" y="1434"/>
                </a:lnTo>
                <a:lnTo>
                  <a:pt x="1736" y="1351"/>
                </a:lnTo>
                <a:lnTo>
                  <a:pt x="1736" y="1269"/>
                </a:lnTo>
                <a:lnTo>
                  <a:pt x="1736" y="959"/>
                </a:lnTo>
                <a:lnTo>
                  <a:pt x="1731" y="959"/>
                </a:lnTo>
                <a:lnTo>
                  <a:pt x="1736" y="954"/>
                </a:lnTo>
                <a:lnTo>
                  <a:pt x="1736" y="871"/>
                </a:lnTo>
                <a:lnTo>
                  <a:pt x="1736" y="790"/>
                </a:lnTo>
                <a:lnTo>
                  <a:pt x="1736" y="479"/>
                </a:lnTo>
                <a:lnTo>
                  <a:pt x="1731" y="479"/>
                </a:lnTo>
                <a:lnTo>
                  <a:pt x="1736" y="474"/>
                </a:lnTo>
                <a:lnTo>
                  <a:pt x="1736" y="391"/>
                </a:lnTo>
                <a:lnTo>
                  <a:pt x="1736" y="310"/>
                </a:lnTo>
                <a:lnTo>
                  <a:pt x="1736" y="0"/>
                </a:lnTo>
                <a:lnTo>
                  <a:pt x="890" y="0"/>
                </a:lnTo>
                <a:close/>
                <a:moveTo>
                  <a:pt x="98" y="186"/>
                </a:moveTo>
                <a:lnTo>
                  <a:pt x="1571" y="186"/>
                </a:lnTo>
                <a:lnTo>
                  <a:pt x="1571" y="442"/>
                </a:lnTo>
                <a:lnTo>
                  <a:pt x="98" y="442"/>
                </a:lnTo>
                <a:lnTo>
                  <a:pt x="98" y="186"/>
                </a:lnTo>
                <a:close/>
                <a:moveTo>
                  <a:pt x="1571" y="666"/>
                </a:moveTo>
                <a:lnTo>
                  <a:pt x="1571" y="922"/>
                </a:lnTo>
                <a:lnTo>
                  <a:pt x="98" y="922"/>
                </a:lnTo>
                <a:lnTo>
                  <a:pt x="98" y="666"/>
                </a:lnTo>
                <a:lnTo>
                  <a:pt x="1571" y="666"/>
                </a:lnTo>
                <a:close/>
                <a:moveTo>
                  <a:pt x="1571" y="1402"/>
                </a:moveTo>
                <a:lnTo>
                  <a:pt x="98" y="1402"/>
                </a:lnTo>
                <a:lnTo>
                  <a:pt x="98" y="1146"/>
                </a:lnTo>
                <a:lnTo>
                  <a:pt x="1571" y="1146"/>
                </a:lnTo>
                <a:lnTo>
                  <a:pt x="1571" y="1402"/>
                </a:lnTo>
                <a:close/>
              </a:path>
            </a:pathLst>
          </a:custGeom>
          <a:noFill/>
          <a:ln w="9525">
            <a:solidFill>
              <a:srgbClr val="0098C7"/>
            </a:solidFill>
            <a:round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 dirty="0">
              <a:ea typeface="+mn-ea"/>
              <a:cs typeface="+mn-cs"/>
            </a:endParaRPr>
          </a:p>
        </p:txBody>
      </p:sp>
      <p:sp>
        <p:nvSpPr>
          <p:cNvPr id="197" name="Rectangle 8">
            <a:extLst>
              <a:ext uri="{FF2B5EF4-FFF2-40B4-BE49-F238E27FC236}">
                <a16:creationId xmlns:a16="http://schemas.microsoft.com/office/drawing/2014/main" id="{ADA0BE71-8F0D-20DE-8D77-9A8B89079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5625" y="4335907"/>
            <a:ext cx="15433" cy="16005"/>
          </a:xfrm>
          <a:prstGeom prst="rect">
            <a:avLst/>
          </a:prstGeom>
          <a:noFill/>
          <a:ln w="9525">
            <a:solidFill>
              <a:srgbClr val="0098C7"/>
            </a:solidFill>
            <a:miter lim="800000"/>
            <a:headEnd/>
            <a:tailEnd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800" kern="1200">
              <a:ea typeface="+mn-ea"/>
              <a:cs typeface="+mn-cs"/>
            </a:endParaRPr>
          </a:p>
        </p:txBody>
      </p:sp>
      <p:sp>
        <p:nvSpPr>
          <p:cNvPr id="193" name="Google Shape;1514;p17">
            <a:extLst>
              <a:ext uri="{FF2B5EF4-FFF2-40B4-BE49-F238E27FC236}">
                <a16:creationId xmlns:a16="http://schemas.microsoft.com/office/drawing/2014/main" id="{4431B00C-AEB3-804F-30EB-B0C38310C43F}"/>
              </a:ext>
            </a:extLst>
          </p:cNvPr>
          <p:cNvSpPr txBox="1"/>
          <p:nvPr/>
        </p:nvSpPr>
        <p:spPr>
          <a:xfrm>
            <a:off x="2469515" y="4594137"/>
            <a:ext cx="547636" cy="315423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vSphere</a:t>
            </a:r>
          </a:p>
          <a:p>
            <a:pPr algn="ctr" defTabSz="914171">
              <a:buSzPts val="1200"/>
            </a:pPr>
            <a:r>
              <a:rPr lang="en" sz="800" kern="1200" dirty="0">
                <a:latin typeface="Metropolis" pitchFamily="2" charset="77"/>
              </a:rPr>
              <a:t>Cluster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98" name="Google Shape;1519;p17">
            <a:extLst>
              <a:ext uri="{FF2B5EF4-FFF2-40B4-BE49-F238E27FC236}">
                <a16:creationId xmlns:a16="http://schemas.microsoft.com/office/drawing/2014/main" id="{F091D00F-2A87-E7D1-A07D-66246154BECC}"/>
              </a:ext>
            </a:extLst>
          </p:cNvPr>
          <p:cNvSpPr txBox="1"/>
          <p:nvPr/>
        </p:nvSpPr>
        <p:spPr>
          <a:xfrm>
            <a:off x="1470772" y="4067452"/>
            <a:ext cx="425160" cy="1923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zone1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00" name="Google Shape;1518;p17">
            <a:extLst>
              <a:ext uri="{FF2B5EF4-FFF2-40B4-BE49-F238E27FC236}">
                <a16:creationId xmlns:a16="http://schemas.microsoft.com/office/drawing/2014/main" id="{19C1656E-FEB2-AD42-8047-5E427A2C7087}"/>
              </a:ext>
            </a:extLst>
          </p:cNvPr>
          <p:cNvSpPr/>
          <p:nvPr/>
        </p:nvSpPr>
        <p:spPr>
          <a:xfrm>
            <a:off x="2009653" y="4086064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7" tIns="34266" rIns="68557" bIns="34266" anchor="ctr" anchorCtr="0">
            <a:noAutofit/>
          </a:bodyPr>
          <a:lstStyle/>
          <a:p>
            <a:pPr algn="ctr" defTabSz="914171">
              <a:buSzPts val="1400"/>
            </a:pPr>
            <a:endParaRPr kern="1200">
              <a:solidFill>
                <a:srgbClr val="FFFFFF"/>
              </a:solidFill>
            </a:endParaRPr>
          </a:p>
        </p:txBody>
      </p:sp>
      <p:sp>
        <p:nvSpPr>
          <p:cNvPr id="201" name="Google Shape;1519;p17">
            <a:extLst>
              <a:ext uri="{FF2B5EF4-FFF2-40B4-BE49-F238E27FC236}">
                <a16:creationId xmlns:a16="http://schemas.microsoft.com/office/drawing/2014/main" id="{76B670DD-3D48-0E8D-2709-0B7CF64F757C}"/>
              </a:ext>
            </a:extLst>
          </p:cNvPr>
          <p:cNvSpPr txBox="1"/>
          <p:nvPr/>
        </p:nvSpPr>
        <p:spPr>
          <a:xfrm>
            <a:off x="2009653" y="4060607"/>
            <a:ext cx="433846" cy="1923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zone2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03" name="Google Shape;1518;p17">
            <a:extLst>
              <a:ext uri="{FF2B5EF4-FFF2-40B4-BE49-F238E27FC236}">
                <a16:creationId xmlns:a16="http://schemas.microsoft.com/office/drawing/2014/main" id="{2FF0496C-CE9C-3E3C-3078-52806BA0032E}"/>
              </a:ext>
            </a:extLst>
          </p:cNvPr>
          <p:cNvSpPr/>
          <p:nvPr/>
        </p:nvSpPr>
        <p:spPr>
          <a:xfrm>
            <a:off x="2557982" y="4086064"/>
            <a:ext cx="401526" cy="159616"/>
          </a:xfrm>
          <a:prstGeom prst="rect">
            <a:avLst/>
          </a:prstGeom>
          <a:noFill/>
          <a:ln w="19050" cap="flat" cmpd="sng">
            <a:solidFill>
              <a:srgbClr val="0098C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57" tIns="34266" rIns="68557" bIns="34266" anchor="ctr" anchorCtr="0">
            <a:noAutofit/>
          </a:bodyPr>
          <a:lstStyle/>
          <a:p>
            <a:pPr algn="ctr" defTabSz="914171">
              <a:buSzPts val="1400"/>
            </a:pPr>
            <a:endParaRPr kern="1200">
              <a:solidFill>
                <a:srgbClr val="FFFFFF"/>
              </a:solidFill>
            </a:endParaRPr>
          </a:p>
        </p:txBody>
      </p:sp>
      <p:sp>
        <p:nvSpPr>
          <p:cNvPr id="204" name="Google Shape;1519;p17">
            <a:extLst>
              <a:ext uri="{FF2B5EF4-FFF2-40B4-BE49-F238E27FC236}">
                <a16:creationId xmlns:a16="http://schemas.microsoft.com/office/drawing/2014/main" id="{65F6E602-D450-9A4F-06E1-C4A947896345}"/>
              </a:ext>
            </a:extLst>
          </p:cNvPr>
          <p:cNvSpPr txBox="1"/>
          <p:nvPr/>
        </p:nvSpPr>
        <p:spPr>
          <a:xfrm>
            <a:off x="2525391" y="4061267"/>
            <a:ext cx="459168" cy="192312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defTabSz="914171">
              <a:buSzPts val="1100"/>
            </a:pPr>
            <a:r>
              <a:rPr lang="en" sz="800" kern="1200" dirty="0">
                <a:latin typeface="Metropolis" pitchFamily="2" charset="77"/>
                <a:ea typeface="+mn-ea"/>
                <a:cs typeface="+mn-cs"/>
              </a:rPr>
              <a:t>zone3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05" name="Google Shape;1519;p17">
            <a:extLst>
              <a:ext uri="{FF2B5EF4-FFF2-40B4-BE49-F238E27FC236}">
                <a16:creationId xmlns:a16="http://schemas.microsoft.com/office/drawing/2014/main" id="{9814CA19-E8EF-E8B2-5BF0-A54D0F979C3A}"/>
              </a:ext>
            </a:extLst>
          </p:cNvPr>
          <p:cNvSpPr txBox="1"/>
          <p:nvPr/>
        </p:nvSpPr>
        <p:spPr>
          <a:xfrm>
            <a:off x="1374242" y="4939255"/>
            <a:ext cx="1642909" cy="238478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vSphere Supervisor</a:t>
            </a:r>
            <a:endParaRPr sz="1100" kern="1200" dirty="0">
              <a:latin typeface="Metropolis" pitchFamily="2" charset="77"/>
            </a:endParaRPr>
          </a:p>
        </p:txBody>
      </p:sp>
      <p:sp>
        <p:nvSpPr>
          <p:cNvPr id="206" name="Google Shape;1519;p17">
            <a:extLst>
              <a:ext uri="{FF2B5EF4-FFF2-40B4-BE49-F238E27FC236}">
                <a16:creationId xmlns:a16="http://schemas.microsoft.com/office/drawing/2014/main" id="{629DC957-278B-DA59-56F2-D95906C36995}"/>
              </a:ext>
            </a:extLst>
          </p:cNvPr>
          <p:cNvSpPr txBox="1"/>
          <p:nvPr/>
        </p:nvSpPr>
        <p:spPr>
          <a:xfrm>
            <a:off x="1367352" y="5205736"/>
            <a:ext cx="1649800" cy="238478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100" kern="1200" dirty="0">
                <a:latin typeface="Metropolis" pitchFamily="2" charset="77"/>
              </a:rPr>
              <a:t>vCenter</a:t>
            </a:r>
            <a:endParaRPr sz="1100" kern="1200" dirty="0">
              <a:latin typeface="Metropolis" pitchFamily="2" charset="77"/>
            </a:endParaRPr>
          </a:p>
        </p:txBody>
      </p:sp>
      <p:cxnSp>
        <p:nvCxnSpPr>
          <p:cNvPr id="274" name="Straight Arrow Connector 273">
            <a:extLst>
              <a:ext uri="{FF2B5EF4-FFF2-40B4-BE49-F238E27FC236}">
                <a16:creationId xmlns:a16="http://schemas.microsoft.com/office/drawing/2014/main" id="{E5796143-30E7-C765-145C-C6F4742E5315}"/>
              </a:ext>
            </a:extLst>
          </p:cNvPr>
          <p:cNvCxnSpPr>
            <a:cxnSpLocks/>
            <a:stCxn id="49" idx="2"/>
            <a:endCxn id="198" idx="0"/>
          </p:cNvCxnSpPr>
          <p:nvPr/>
        </p:nvCxnSpPr>
        <p:spPr bwMode="gray">
          <a:xfrm>
            <a:off x="1653222" y="2460258"/>
            <a:ext cx="30130" cy="1607194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D6BA2AC6-6631-AD55-0FC0-1C096C32159C}"/>
              </a:ext>
            </a:extLst>
          </p:cNvPr>
          <p:cNvCxnSpPr>
            <a:cxnSpLocks/>
            <a:stCxn id="49" idx="2"/>
            <a:endCxn id="201" idx="0"/>
          </p:cNvCxnSpPr>
          <p:nvPr/>
        </p:nvCxnSpPr>
        <p:spPr bwMode="gray">
          <a:xfrm>
            <a:off x="1653222" y="2460258"/>
            <a:ext cx="573354" cy="160034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Arrow Connector 279">
            <a:extLst>
              <a:ext uri="{FF2B5EF4-FFF2-40B4-BE49-F238E27FC236}">
                <a16:creationId xmlns:a16="http://schemas.microsoft.com/office/drawing/2014/main" id="{C3D98615-6FD7-D1C2-7556-EDD4ED472BD8}"/>
              </a:ext>
            </a:extLst>
          </p:cNvPr>
          <p:cNvCxnSpPr>
            <a:cxnSpLocks/>
            <a:stCxn id="49" idx="2"/>
            <a:endCxn id="204" idx="0"/>
          </p:cNvCxnSpPr>
          <p:nvPr/>
        </p:nvCxnSpPr>
        <p:spPr bwMode="gray">
          <a:xfrm>
            <a:off x="1653222" y="2460258"/>
            <a:ext cx="1101753" cy="1601009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 5">
            <a:extLst>
              <a:ext uri="{FF2B5EF4-FFF2-40B4-BE49-F238E27FC236}">
                <a16:creationId xmlns:a16="http://schemas.microsoft.com/office/drawing/2014/main" id="{4A2A01C2-E7A9-2945-DCCB-3FFD6AB4E333}"/>
              </a:ext>
            </a:extLst>
          </p:cNvPr>
          <p:cNvSpPr>
            <a:spLocks noEditPoints="1"/>
          </p:cNvSpPr>
          <p:nvPr/>
        </p:nvSpPr>
        <p:spPr bwMode="auto">
          <a:xfrm>
            <a:off x="1808243" y="1929336"/>
            <a:ext cx="215312" cy="214955"/>
          </a:xfrm>
          <a:custGeom>
            <a:avLst/>
            <a:gdLst>
              <a:gd name="T0" fmla="*/ 507 w 981"/>
              <a:gd name="T1" fmla="*/ 0 h 982"/>
              <a:gd name="T2" fmla="*/ 503 w 981"/>
              <a:gd name="T3" fmla="*/ 0 h 982"/>
              <a:gd name="T4" fmla="*/ 499 w 981"/>
              <a:gd name="T5" fmla="*/ 0 h 982"/>
              <a:gd name="T6" fmla="*/ 159 w 981"/>
              <a:gd name="T7" fmla="*/ 143 h 982"/>
              <a:gd name="T8" fmla="*/ 151 w 981"/>
              <a:gd name="T9" fmla="*/ 151 h 982"/>
              <a:gd name="T10" fmla="*/ 143 w 981"/>
              <a:gd name="T11" fmla="*/ 160 h 982"/>
              <a:gd name="T12" fmla="*/ 0 w 981"/>
              <a:gd name="T13" fmla="*/ 499 h 982"/>
              <a:gd name="T14" fmla="*/ 0 w 981"/>
              <a:gd name="T15" fmla="*/ 503 h 982"/>
              <a:gd name="T16" fmla="*/ 0 w 981"/>
              <a:gd name="T17" fmla="*/ 507 h 982"/>
              <a:gd name="T18" fmla="*/ 474 w 981"/>
              <a:gd name="T19" fmla="*/ 982 h 982"/>
              <a:gd name="T20" fmla="*/ 813 w 981"/>
              <a:gd name="T21" fmla="*/ 838 h 982"/>
              <a:gd name="T22" fmla="*/ 822 w 981"/>
              <a:gd name="T23" fmla="*/ 830 h 982"/>
              <a:gd name="T24" fmla="*/ 830 w 981"/>
              <a:gd name="T25" fmla="*/ 822 h 982"/>
              <a:gd name="T26" fmla="*/ 838 w 981"/>
              <a:gd name="T27" fmla="*/ 814 h 982"/>
              <a:gd name="T28" fmla="*/ 981 w 981"/>
              <a:gd name="T29" fmla="*/ 474 h 982"/>
              <a:gd name="T30" fmla="*/ 507 w 981"/>
              <a:gd name="T31" fmla="*/ 0 h 982"/>
              <a:gd name="T32" fmla="*/ 670 w 981"/>
              <a:gd name="T33" fmla="*/ 870 h 982"/>
              <a:gd name="T34" fmla="*/ 670 w 981"/>
              <a:gd name="T35" fmla="*/ 817 h 982"/>
              <a:gd name="T36" fmla="*/ 670 w 981"/>
              <a:gd name="T37" fmla="*/ 652 h 982"/>
              <a:gd name="T38" fmla="*/ 601 w 981"/>
              <a:gd name="T39" fmla="*/ 582 h 982"/>
              <a:gd name="T40" fmla="*/ 347 w 981"/>
              <a:gd name="T41" fmla="*/ 582 h 982"/>
              <a:gd name="T42" fmla="*/ 278 w 981"/>
              <a:gd name="T43" fmla="*/ 652 h 982"/>
              <a:gd name="T44" fmla="*/ 278 w 981"/>
              <a:gd name="T45" fmla="*/ 817 h 982"/>
              <a:gd name="T46" fmla="*/ 278 w 981"/>
              <a:gd name="T47" fmla="*/ 870 h 982"/>
              <a:gd name="T48" fmla="*/ 62 w 981"/>
              <a:gd name="T49" fmla="*/ 507 h 982"/>
              <a:gd name="T50" fmla="*/ 474 w 981"/>
              <a:gd name="T51" fmla="*/ 95 h 982"/>
              <a:gd name="T52" fmla="*/ 886 w 981"/>
              <a:gd name="T53" fmla="*/ 507 h 982"/>
              <a:gd name="T54" fmla="*/ 670 w 981"/>
              <a:gd name="T55" fmla="*/ 870 h 9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981" h="982">
                <a:moveTo>
                  <a:pt x="507" y="0"/>
                </a:moveTo>
                <a:cubicBezTo>
                  <a:pt x="506" y="0"/>
                  <a:pt x="504" y="0"/>
                  <a:pt x="503" y="0"/>
                </a:cubicBezTo>
                <a:cubicBezTo>
                  <a:pt x="502" y="0"/>
                  <a:pt x="500" y="0"/>
                  <a:pt x="499" y="0"/>
                </a:cubicBezTo>
                <a:cubicBezTo>
                  <a:pt x="366" y="0"/>
                  <a:pt x="246" y="55"/>
                  <a:pt x="159" y="143"/>
                </a:cubicBezTo>
                <a:cubicBezTo>
                  <a:pt x="157" y="146"/>
                  <a:pt x="154" y="149"/>
                  <a:pt x="151" y="151"/>
                </a:cubicBezTo>
                <a:cubicBezTo>
                  <a:pt x="148" y="154"/>
                  <a:pt x="146" y="157"/>
                  <a:pt x="143" y="160"/>
                </a:cubicBezTo>
                <a:cubicBezTo>
                  <a:pt x="55" y="246"/>
                  <a:pt x="0" y="366"/>
                  <a:pt x="0" y="499"/>
                </a:cubicBezTo>
                <a:cubicBezTo>
                  <a:pt x="0" y="500"/>
                  <a:pt x="0" y="502"/>
                  <a:pt x="0" y="503"/>
                </a:cubicBezTo>
                <a:cubicBezTo>
                  <a:pt x="0" y="505"/>
                  <a:pt x="0" y="506"/>
                  <a:pt x="0" y="507"/>
                </a:cubicBezTo>
                <a:cubicBezTo>
                  <a:pt x="0" y="769"/>
                  <a:pt x="212" y="982"/>
                  <a:pt x="474" y="982"/>
                </a:cubicBezTo>
                <a:cubicBezTo>
                  <a:pt x="607" y="982"/>
                  <a:pt x="727" y="927"/>
                  <a:pt x="813" y="838"/>
                </a:cubicBezTo>
                <a:cubicBezTo>
                  <a:pt x="816" y="836"/>
                  <a:pt x="819" y="833"/>
                  <a:pt x="822" y="830"/>
                </a:cubicBezTo>
                <a:cubicBezTo>
                  <a:pt x="824" y="827"/>
                  <a:pt x="827" y="825"/>
                  <a:pt x="830" y="822"/>
                </a:cubicBezTo>
                <a:cubicBezTo>
                  <a:pt x="833" y="819"/>
                  <a:pt x="835" y="817"/>
                  <a:pt x="838" y="814"/>
                </a:cubicBezTo>
                <a:cubicBezTo>
                  <a:pt x="926" y="728"/>
                  <a:pt x="981" y="607"/>
                  <a:pt x="981" y="474"/>
                </a:cubicBezTo>
                <a:cubicBezTo>
                  <a:pt x="981" y="212"/>
                  <a:pt x="769" y="0"/>
                  <a:pt x="507" y="0"/>
                </a:cubicBezTo>
                <a:close/>
                <a:moveTo>
                  <a:pt x="670" y="870"/>
                </a:moveTo>
                <a:cubicBezTo>
                  <a:pt x="670" y="817"/>
                  <a:pt x="670" y="817"/>
                  <a:pt x="670" y="817"/>
                </a:cubicBezTo>
                <a:cubicBezTo>
                  <a:pt x="670" y="652"/>
                  <a:pt x="670" y="652"/>
                  <a:pt x="670" y="652"/>
                </a:cubicBezTo>
                <a:cubicBezTo>
                  <a:pt x="670" y="614"/>
                  <a:pt x="639" y="582"/>
                  <a:pt x="601" y="582"/>
                </a:cubicBezTo>
                <a:cubicBezTo>
                  <a:pt x="347" y="582"/>
                  <a:pt x="347" y="582"/>
                  <a:pt x="347" y="582"/>
                </a:cubicBezTo>
                <a:cubicBezTo>
                  <a:pt x="309" y="582"/>
                  <a:pt x="278" y="614"/>
                  <a:pt x="278" y="652"/>
                </a:cubicBezTo>
                <a:cubicBezTo>
                  <a:pt x="278" y="817"/>
                  <a:pt x="278" y="817"/>
                  <a:pt x="278" y="817"/>
                </a:cubicBezTo>
                <a:cubicBezTo>
                  <a:pt x="278" y="870"/>
                  <a:pt x="278" y="870"/>
                  <a:pt x="278" y="870"/>
                </a:cubicBezTo>
                <a:cubicBezTo>
                  <a:pt x="149" y="800"/>
                  <a:pt x="62" y="664"/>
                  <a:pt x="62" y="507"/>
                </a:cubicBezTo>
                <a:cubicBezTo>
                  <a:pt x="62" y="280"/>
                  <a:pt x="247" y="95"/>
                  <a:pt x="474" y="95"/>
                </a:cubicBezTo>
                <a:cubicBezTo>
                  <a:pt x="702" y="95"/>
                  <a:pt x="886" y="280"/>
                  <a:pt x="886" y="507"/>
                </a:cubicBezTo>
                <a:cubicBezTo>
                  <a:pt x="886" y="664"/>
                  <a:pt x="799" y="800"/>
                  <a:pt x="670" y="87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200" kern="1200">
              <a:ea typeface="+mn-ea"/>
              <a:cs typeface="+mn-cs"/>
            </a:endParaRPr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C8256791-EDB7-DB32-B3FF-A2B6BC0C048A}"/>
              </a:ext>
            </a:extLst>
          </p:cNvPr>
          <p:cNvSpPr>
            <a:spLocks/>
          </p:cNvSpPr>
          <p:nvPr/>
        </p:nvSpPr>
        <p:spPr bwMode="auto">
          <a:xfrm>
            <a:off x="1887527" y="1994790"/>
            <a:ext cx="55749" cy="55516"/>
          </a:xfrm>
          <a:custGeom>
            <a:avLst/>
            <a:gdLst>
              <a:gd name="T0" fmla="*/ 127 w 254"/>
              <a:gd name="T1" fmla="*/ 0 h 254"/>
              <a:gd name="T2" fmla="*/ 0 w 254"/>
              <a:gd name="T3" fmla="*/ 127 h 254"/>
              <a:gd name="T4" fmla="*/ 37 w 254"/>
              <a:gd name="T5" fmla="*/ 217 h 254"/>
              <a:gd name="T6" fmla="*/ 127 w 254"/>
              <a:gd name="T7" fmla="*/ 254 h 254"/>
              <a:gd name="T8" fmla="*/ 254 w 254"/>
              <a:gd name="T9" fmla="*/ 127 h 254"/>
              <a:gd name="T10" fmla="*/ 217 w 254"/>
              <a:gd name="T11" fmla="*/ 37 h 254"/>
              <a:gd name="T12" fmla="*/ 127 w 254"/>
              <a:gd name="T13" fmla="*/ 0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4" h="254">
                <a:moveTo>
                  <a:pt x="127" y="0"/>
                </a:moveTo>
                <a:cubicBezTo>
                  <a:pt x="57" y="0"/>
                  <a:pt x="0" y="57"/>
                  <a:pt x="0" y="127"/>
                </a:cubicBezTo>
                <a:cubicBezTo>
                  <a:pt x="0" y="162"/>
                  <a:pt x="14" y="194"/>
                  <a:pt x="37" y="217"/>
                </a:cubicBezTo>
                <a:cubicBezTo>
                  <a:pt x="60" y="240"/>
                  <a:pt x="92" y="254"/>
                  <a:pt x="127" y="254"/>
                </a:cubicBezTo>
                <a:cubicBezTo>
                  <a:pt x="197" y="254"/>
                  <a:pt x="254" y="197"/>
                  <a:pt x="254" y="127"/>
                </a:cubicBezTo>
                <a:cubicBezTo>
                  <a:pt x="254" y="92"/>
                  <a:pt x="240" y="60"/>
                  <a:pt x="217" y="37"/>
                </a:cubicBezTo>
                <a:cubicBezTo>
                  <a:pt x="194" y="14"/>
                  <a:pt x="162" y="0"/>
                  <a:pt x="127" y="0"/>
                </a:cubicBezTo>
                <a:close/>
              </a:path>
            </a:pathLst>
          </a:cu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pPr defTabSz="914171">
              <a:buClrTx/>
            </a:pPr>
            <a:endParaRPr lang="en-US" sz="1200" kern="1200">
              <a:ea typeface="+mn-ea"/>
              <a:cs typeface="+mn-cs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8E7E199-CAF6-877F-5774-9412418AFE2C}"/>
              </a:ext>
            </a:extLst>
          </p:cNvPr>
          <p:cNvGrpSpPr/>
          <p:nvPr/>
        </p:nvGrpSpPr>
        <p:grpSpPr>
          <a:xfrm>
            <a:off x="7996756" y="2065675"/>
            <a:ext cx="1166236" cy="839173"/>
            <a:chOff x="6158472" y="2128245"/>
            <a:chExt cx="1166540" cy="839389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E9A182F-ECF4-997D-8D54-14CF263E2FA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530828" y="2128245"/>
              <a:ext cx="415891" cy="416249"/>
              <a:chOff x="12474575" y="1746250"/>
              <a:chExt cx="3690938" cy="3694113"/>
            </a:xfrm>
          </p:grpSpPr>
          <p:sp>
            <p:nvSpPr>
              <p:cNvPr id="50" name="Freeform 5">
                <a:extLst>
                  <a:ext uri="{FF2B5EF4-FFF2-40B4-BE49-F238E27FC236}">
                    <a16:creationId xmlns:a16="http://schemas.microsoft.com/office/drawing/2014/main" id="{064D8C6C-0DC7-D976-5966-9D803CC2A5A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51" name="Freeform 6">
                <a:extLst>
                  <a:ext uri="{FF2B5EF4-FFF2-40B4-BE49-F238E27FC236}">
                    <a16:creationId xmlns:a16="http://schemas.microsoft.com/office/drawing/2014/main" id="{9D5BB4D1-C181-C62C-477A-C36720170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  <p:sp>
          <p:nvSpPr>
            <p:cNvPr id="41" name="Google Shape;1497;p17">
              <a:extLst>
                <a:ext uri="{FF2B5EF4-FFF2-40B4-BE49-F238E27FC236}">
                  <a16:creationId xmlns:a16="http://schemas.microsoft.com/office/drawing/2014/main" id="{DB34A0EB-3A72-5FEB-BC21-DDE40084E735}"/>
                </a:ext>
              </a:extLst>
            </p:cNvPr>
            <p:cNvSpPr txBox="1"/>
            <p:nvPr/>
          </p:nvSpPr>
          <p:spPr>
            <a:xfrm>
              <a:off x="6158472" y="2528988"/>
              <a:ext cx="1166540" cy="4386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57" tIns="34266" rIns="68557" bIns="34266" anchor="t" anchorCtr="0">
              <a:spAutoFit/>
            </a:bodyPr>
            <a:lstStyle/>
            <a:p>
              <a:pPr algn="ctr" defTabSz="914171">
                <a:buSzPts val="1400"/>
              </a:pPr>
              <a:r>
                <a:rPr lang="en" sz="1200" kern="1200" dirty="0">
                  <a:latin typeface="Metropolis" pitchFamily="2" charset="77"/>
                </a:rPr>
                <a:t>Org</a:t>
              </a:r>
            </a:p>
            <a:p>
              <a:pPr algn="ctr" defTabSz="914171">
                <a:buSzPts val="1400"/>
              </a:pPr>
              <a:r>
                <a:rPr lang="en" sz="1200" kern="1200" dirty="0">
                  <a:latin typeface="Metropolis" pitchFamily="2" charset="77"/>
                </a:rPr>
                <a:t>Admins</a:t>
              </a:r>
              <a:endParaRPr sz="1200" kern="1200" dirty="0">
                <a:latin typeface="Metropolis" pitchFamily="2" charset="77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20778D6-3038-5277-B64A-4601114FBC3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80172" y="2128245"/>
              <a:ext cx="415891" cy="416249"/>
              <a:chOff x="12474575" y="1746250"/>
              <a:chExt cx="3690938" cy="3694113"/>
            </a:xfrm>
          </p:grpSpPr>
          <p:sp>
            <p:nvSpPr>
              <p:cNvPr id="46" name="Freeform 5">
                <a:extLst>
                  <a:ext uri="{FF2B5EF4-FFF2-40B4-BE49-F238E27FC236}">
                    <a16:creationId xmlns:a16="http://schemas.microsoft.com/office/drawing/2014/main" id="{87C0D26A-6B6A-C79C-486F-320CADF7196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47" name="Freeform 6">
                <a:extLst>
                  <a:ext uri="{FF2B5EF4-FFF2-40B4-BE49-F238E27FC236}">
                    <a16:creationId xmlns:a16="http://schemas.microsoft.com/office/drawing/2014/main" id="{DBADF13A-848D-765D-0F89-E2B693EC14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41E104B-9BE5-3110-AB03-2481DE4C300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34707" y="2128245"/>
              <a:ext cx="415891" cy="416249"/>
              <a:chOff x="12474575" y="1746250"/>
              <a:chExt cx="3690938" cy="3694113"/>
            </a:xfrm>
          </p:grpSpPr>
          <p:sp>
            <p:nvSpPr>
              <p:cNvPr id="44" name="Freeform 5">
                <a:extLst>
                  <a:ext uri="{FF2B5EF4-FFF2-40B4-BE49-F238E27FC236}">
                    <a16:creationId xmlns:a16="http://schemas.microsoft.com/office/drawing/2014/main" id="{3487905B-F882-A1DA-DCA3-7CE1A44F56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474575" y="1746250"/>
                <a:ext cx="3690938" cy="3694113"/>
              </a:xfrm>
              <a:custGeom>
                <a:avLst/>
                <a:gdLst>
                  <a:gd name="T0" fmla="*/ 507 w 981"/>
                  <a:gd name="T1" fmla="*/ 0 h 982"/>
                  <a:gd name="T2" fmla="*/ 503 w 981"/>
                  <a:gd name="T3" fmla="*/ 0 h 982"/>
                  <a:gd name="T4" fmla="*/ 499 w 981"/>
                  <a:gd name="T5" fmla="*/ 0 h 982"/>
                  <a:gd name="T6" fmla="*/ 159 w 981"/>
                  <a:gd name="T7" fmla="*/ 143 h 982"/>
                  <a:gd name="T8" fmla="*/ 151 w 981"/>
                  <a:gd name="T9" fmla="*/ 151 h 982"/>
                  <a:gd name="T10" fmla="*/ 143 w 981"/>
                  <a:gd name="T11" fmla="*/ 160 h 982"/>
                  <a:gd name="T12" fmla="*/ 0 w 981"/>
                  <a:gd name="T13" fmla="*/ 499 h 982"/>
                  <a:gd name="T14" fmla="*/ 0 w 981"/>
                  <a:gd name="T15" fmla="*/ 503 h 982"/>
                  <a:gd name="T16" fmla="*/ 0 w 981"/>
                  <a:gd name="T17" fmla="*/ 507 h 982"/>
                  <a:gd name="T18" fmla="*/ 474 w 981"/>
                  <a:gd name="T19" fmla="*/ 982 h 982"/>
                  <a:gd name="T20" fmla="*/ 813 w 981"/>
                  <a:gd name="T21" fmla="*/ 838 h 982"/>
                  <a:gd name="T22" fmla="*/ 822 w 981"/>
                  <a:gd name="T23" fmla="*/ 830 h 982"/>
                  <a:gd name="T24" fmla="*/ 830 w 981"/>
                  <a:gd name="T25" fmla="*/ 822 h 982"/>
                  <a:gd name="T26" fmla="*/ 838 w 981"/>
                  <a:gd name="T27" fmla="*/ 814 h 982"/>
                  <a:gd name="T28" fmla="*/ 981 w 981"/>
                  <a:gd name="T29" fmla="*/ 474 h 982"/>
                  <a:gd name="T30" fmla="*/ 507 w 981"/>
                  <a:gd name="T31" fmla="*/ 0 h 982"/>
                  <a:gd name="T32" fmla="*/ 670 w 981"/>
                  <a:gd name="T33" fmla="*/ 870 h 982"/>
                  <a:gd name="T34" fmla="*/ 670 w 981"/>
                  <a:gd name="T35" fmla="*/ 817 h 982"/>
                  <a:gd name="T36" fmla="*/ 670 w 981"/>
                  <a:gd name="T37" fmla="*/ 652 h 982"/>
                  <a:gd name="T38" fmla="*/ 601 w 981"/>
                  <a:gd name="T39" fmla="*/ 582 h 982"/>
                  <a:gd name="T40" fmla="*/ 347 w 981"/>
                  <a:gd name="T41" fmla="*/ 582 h 982"/>
                  <a:gd name="T42" fmla="*/ 278 w 981"/>
                  <a:gd name="T43" fmla="*/ 652 h 982"/>
                  <a:gd name="T44" fmla="*/ 278 w 981"/>
                  <a:gd name="T45" fmla="*/ 817 h 982"/>
                  <a:gd name="T46" fmla="*/ 278 w 981"/>
                  <a:gd name="T47" fmla="*/ 870 h 982"/>
                  <a:gd name="T48" fmla="*/ 62 w 981"/>
                  <a:gd name="T49" fmla="*/ 507 h 982"/>
                  <a:gd name="T50" fmla="*/ 474 w 981"/>
                  <a:gd name="T51" fmla="*/ 95 h 982"/>
                  <a:gd name="T52" fmla="*/ 886 w 981"/>
                  <a:gd name="T53" fmla="*/ 507 h 982"/>
                  <a:gd name="T54" fmla="*/ 670 w 981"/>
                  <a:gd name="T55" fmla="*/ 870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981" h="982">
                    <a:moveTo>
                      <a:pt x="507" y="0"/>
                    </a:moveTo>
                    <a:cubicBezTo>
                      <a:pt x="506" y="0"/>
                      <a:pt x="504" y="0"/>
                      <a:pt x="503" y="0"/>
                    </a:cubicBezTo>
                    <a:cubicBezTo>
                      <a:pt x="502" y="0"/>
                      <a:pt x="500" y="0"/>
                      <a:pt x="499" y="0"/>
                    </a:cubicBezTo>
                    <a:cubicBezTo>
                      <a:pt x="366" y="0"/>
                      <a:pt x="246" y="55"/>
                      <a:pt x="159" y="143"/>
                    </a:cubicBezTo>
                    <a:cubicBezTo>
                      <a:pt x="157" y="146"/>
                      <a:pt x="154" y="149"/>
                      <a:pt x="151" y="151"/>
                    </a:cubicBezTo>
                    <a:cubicBezTo>
                      <a:pt x="148" y="154"/>
                      <a:pt x="146" y="157"/>
                      <a:pt x="143" y="160"/>
                    </a:cubicBezTo>
                    <a:cubicBezTo>
                      <a:pt x="55" y="246"/>
                      <a:pt x="0" y="366"/>
                      <a:pt x="0" y="499"/>
                    </a:cubicBezTo>
                    <a:cubicBezTo>
                      <a:pt x="0" y="500"/>
                      <a:pt x="0" y="502"/>
                      <a:pt x="0" y="503"/>
                    </a:cubicBezTo>
                    <a:cubicBezTo>
                      <a:pt x="0" y="505"/>
                      <a:pt x="0" y="506"/>
                      <a:pt x="0" y="507"/>
                    </a:cubicBezTo>
                    <a:cubicBezTo>
                      <a:pt x="0" y="769"/>
                      <a:pt x="212" y="982"/>
                      <a:pt x="474" y="982"/>
                    </a:cubicBezTo>
                    <a:cubicBezTo>
                      <a:pt x="607" y="982"/>
                      <a:pt x="727" y="927"/>
                      <a:pt x="813" y="838"/>
                    </a:cubicBezTo>
                    <a:cubicBezTo>
                      <a:pt x="816" y="836"/>
                      <a:pt x="819" y="833"/>
                      <a:pt x="822" y="830"/>
                    </a:cubicBezTo>
                    <a:cubicBezTo>
                      <a:pt x="824" y="827"/>
                      <a:pt x="827" y="825"/>
                      <a:pt x="830" y="822"/>
                    </a:cubicBezTo>
                    <a:cubicBezTo>
                      <a:pt x="833" y="819"/>
                      <a:pt x="835" y="817"/>
                      <a:pt x="838" y="814"/>
                    </a:cubicBezTo>
                    <a:cubicBezTo>
                      <a:pt x="926" y="728"/>
                      <a:pt x="981" y="607"/>
                      <a:pt x="981" y="474"/>
                    </a:cubicBezTo>
                    <a:cubicBezTo>
                      <a:pt x="981" y="212"/>
                      <a:pt x="769" y="0"/>
                      <a:pt x="507" y="0"/>
                    </a:cubicBezTo>
                    <a:close/>
                    <a:moveTo>
                      <a:pt x="670" y="870"/>
                    </a:moveTo>
                    <a:cubicBezTo>
                      <a:pt x="670" y="817"/>
                      <a:pt x="670" y="817"/>
                      <a:pt x="670" y="817"/>
                    </a:cubicBezTo>
                    <a:cubicBezTo>
                      <a:pt x="670" y="652"/>
                      <a:pt x="670" y="652"/>
                      <a:pt x="670" y="652"/>
                    </a:cubicBezTo>
                    <a:cubicBezTo>
                      <a:pt x="670" y="614"/>
                      <a:pt x="639" y="582"/>
                      <a:pt x="601" y="582"/>
                    </a:cubicBezTo>
                    <a:cubicBezTo>
                      <a:pt x="347" y="582"/>
                      <a:pt x="347" y="582"/>
                      <a:pt x="347" y="582"/>
                    </a:cubicBezTo>
                    <a:cubicBezTo>
                      <a:pt x="309" y="582"/>
                      <a:pt x="278" y="614"/>
                      <a:pt x="278" y="652"/>
                    </a:cubicBezTo>
                    <a:cubicBezTo>
                      <a:pt x="278" y="817"/>
                      <a:pt x="278" y="817"/>
                      <a:pt x="278" y="817"/>
                    </a:cubicBezTo>
                    <a:cubicBezTo>
                      <a:pt x="278" y="870"/>
                      <a:pt x="278" y="870"/>
                      <a:pt x="278" y="870"/>
                    </a:cubicBezTo>
                    <a:cubicBezTo>
                      <a:pt x="149" y="800"/>
                      <a:pt x="62" y="664"/>
                      <a:pt x="62" y="507"/>
                    </a:cubicBezTo>
                    <a:cubicBezTo>
                      <a:pt x="62" y="280"/>
                      <a:pt x="247" y="95"/>
                      <a:pt x="474" y="95"/>
                    </a:cubicBezTo>
                    <a:cubicBezTo>
                      <a:pt x="702" y="95"/>
                      <a:pt x="886" y="280"/>
                      <a:pt x="886" y="507"/>
                    </a:cubicBezTo>
                    <a:cubicBezTo>
                      <a:pt x="886" y="664"/>
                      <a:pt x="799" y="800"/>
                      <a:pt x="670" y="87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  <p:sp>
            <p:nvSpPr>
              <p:cNvPr id="45" name="Freeform 6">
                <a:extLst>
                  <a:ext uri="{FF2B5EF4-FFF2-40B4-BE49-F238E27FC236}">
                    <a16:creationId xmlns:a16="http://schemas.microsoft.com/office/drawing/2014/main" id="{D3143E2C-01CF-B643-848A-B100C1009D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79500" y="2778125"/>
                <a:ext cx="955675" cy="954088"/>
              </a:xfrm>
              <a:custGeom>
                <a:avLst/>
                <a:gdLst>
                  <a:gd name="T0" fmla="*/ 127 w 254"/>
                  <a:gd name="T1" fmla="*/ 0 h 254"/>
                  <a:gd name="T2" fmla="*/ 0 w 254"/>
                  <a:gd name="T3" fmla="*/ 127 h 254"/>
                  <a:gd name="T4" fmla="*/ 37 w 254"/>
                  <a:gd name="T5" fmla="*/ 217 h 254"/>
                  <a:gd name="T6" fmla="*/ 127 w 254"/>
                  <a:gd name="T7" fmla="*/ 254 h 254"/>
                  <a:gd name="T8" fmla="*/ 254 w 254"/>
                  <a:gd name="T9" fmla="*/ 127 h 254"/>
                  <a:gd name="T10" fmla="*/ 217 w 254"/>
                  <a:gd name="T11" fmla="*/ 37 h 254"/>
                  <a:gd name="T12" fmla="*/ 127 w 254"/>
                  <a:gd name="T13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4" h="254">
                    <a:moveTo>
                      <a:pt x="127" y="0"/>
                    </a:moveTo>
                    <a:cubicBezTo>
                      <a:pt x="57" y="0"/>
                      <a:pt x="0" y="57"/>
                      <a:pt x="0" y="127"/>
                    </a:cubicBezTo>
                    <a:cubicBezTo>
                      <a:pt x="0" y="162"/>
                      <a:pt x="14" y="194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cubicBezTo>
                      <a:pt x="197" y="254"/>
                      <a:pt x="254" y="197"/>
                      <a:pt x="254" y="127"/>
                    </a:cubicBezTo>
                    <a:cubicBezTo>
                      <a:pt x="254" y="92"/>
                      <a:pt x="240" y="60"/>
                      <a:pt x="217" y="37"/>
                    </a:cubicBezTo>
                    <a:cubicBezTo>
                      <a:pt x="194" y="14"/>
                      <a:pt x="162" y="0"/>
                      <a:pt x="127" y="0"/>
                    </a:cubicBezTo>
                    <a:close/>
                  </a:path>
                </a:pathLst>
              </a:cu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16" tIns="45708" rIns="91416" bIns="45708" numCol="1" anchor="t" anchorCtr="0" compatLnSpc="1">
                <a:prstTxWarp prst="textNoShape">
                  <a:avLst/>
                </a:prstTxWarp>
              </a:bodyPr>
              <a:lstStyle/>
              <a:p>
                <a:pPr defTabSz="914171">
                  <a:buClrTx/>
                </a:pPr>
                <a:endParaRPr lang="en-US" sz="1800" kern="1200">
                  <a:ea typeface="+mn-ea"/>
                  <a:cs typeface="+mn-cs"/>
                </a:endParaRPr>
              </a:p>
            </p:txBody>
          </p:sp>
        </p:grpSp>
      </p:grpSp>
      <p:sp>
        <p:nvSpPr>
          <p:cNvPr id="5" name="Google Shape;1497;p17">
            <a:extLst>
              <a:ext uri="{FF2B5EF4-FFF2-40B4-BE49-F238E27FC236}">
                <a16:creationId xmlns:a16="http://schemas.microsoft.com/office/drawing/2014/main" id="{406D742A-81E3-4DF3-648F-175271C7E128}"/>
              </a:ext>
            </a:extLst>
          </p:cNvPr>
          <p:cNvSpPr txBox="1"/>
          <p:nvPr/>
        </p:nvSpPr>
        <p:spPr>
          <a:xfrm>
            <a:off x="1943276" y="1934442"/>
            <a:ext cx="1160495" cy="233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400"/>
            </a:pPr>
            <a:r>
              <a:rPr lang="en" sz="1066" kern="1200" dirty="0">
                <a:latin typeface="Metropolis" pitchFamily="2" charset="77"/>
              </a:rPr>
              <a:t>Project Admins</a:t>
            </a:r>
            <a:endParaRPr sz="1066" kern="1200" dirty="0">
              <a:latin typeface="Metropolis" pitchFamily="2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3EBCFF-9C5D-A7D5-CD38-7A9538DF6021}"/>
              </a:ext>
            </a:extLst>
          </p:cNvPr>
          <p:cNvSpPr/>
          <p:nvPr/>
        </p:nvSpPr>
        <p:spPr>
          <a:xfrm>
            <a:off x="2464929" y="2753930"/>
            <a:ext cx="1312214" cy="503699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5E1B9C-BCC6-1D72-E987-F39BF35B15BF}"/>
              </a:ext>
            </a:extLst>
          </p:cNvPr>
          <p:cNvSpPr txBox="1"/>
          <p:nvPr/>
        </p:nvSpPr>
        <p:spPr>
          <a:xfrm>
            <a:off x="2376777" y="2732169"/>
            <a:ext cx="5113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Metropolis" pitchFamily="2" charset="77"/>
              </a:rPr>
              <a:t>VPC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E4165C-E31C-EE9D-C1FB-F6381DAD6FD6}"/>
              </a:ext>
            </a:extLst>
          </p:cNvPr>
          <p:cNvSpPr txBox="1"/>
          <p:nvPr/>
        </p:nvSpPr>
        <p:spPr>
          <a:xfrm>
            <a:off x="2719940" y="2871135"/>
            <a:ext cx="11534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Metropolis" pitchFamily="2" charset="77"/>
              </a:rPr>
              <a:t>Private VPC CIDR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676B1E-5E5F-AAE7-517D-4350766B6BCF}"/>
              </a:ext>
            </a:extLst>
          </p:cNvPr>
          <p:cNvSpPr/>
          <p:nvPr/>
        </p:nvSpPr>
        <p:spPr>
          <a:xfrm>
            <a:off x="2945632" y="3072838"/>
            <a:ext cx="643299" cy="14241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rgbClr val="000000"/>
                </a:solidFill>
                <a:latin typeface="Metropolis" pitchFamily="2" charset="77"/>
              </a:rPr>
              <a:t>w.x.y.z</a:t>
            </a:r>
            <a:endParaRPr lang="en-US" sz="800" dirty="0">
              <a:solidFill>
                <a:srgbClr val="000000"/>
              </a:solidFill>
              <a:latin typeface="Metropolis" pitchFamily="2" charset="77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FE35504-4208-1C51-C00A-0AF8F9502019}"/>
              </a:ext>
            </a:extLst>
          </p:cNvPr>
          <p:cNvSpPr/>
          <p:nvPr/>
        </p:nvSpPr>
        <p:spPr>
          <a:xfrm>
            <a:off x="4403997" y="2755662"/>
            <a:ext cx="1651115" cy="503699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31857A-37DD-14EC-8716-E6AFE8D11A43}"/>
              </a:ext>
            </a:extLst>
          </p:cNvPr>
          <p:cNvSpPr txBox="1"/>
          <p:nvPr/>
        </p:nvSpPr>
        <p:spPr>
          <a:xfrm>
            <a:off x="4315847" y="2733901"/>
            <a:ext cx="13306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Metropolis" pitchFamily="2" charset="77"/>
              </a:rPr>
              <a:t>Connectivity Profile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717F5F-58CD-DD94-8E06-37B8903028B0}"/>
              </a:ext>
            </a:extLst>
          </p:cNvPr>
          <p:cNvSpPr txBox="1"/>
          <p:nvPr/>
        </p:nvSpPr>
        <p:spPr>
          <a:xfrm>
            <a:off x="4820548" y="2864502"/>
            <a:ext cx="14456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Metropolis" pitchFamily="2" charset="77"/>
              </a:rPr>
              <a:t>Private TGW IP Blocks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76B3732-8D09-C2E9-C679-4A92029D3C98}"/>
              </a:ext>
            </a:extLst>
          </p:cNvPr>
          <p:cNvSpPr/>
          <p:nvPr/>
        </p:nvSpPr>
        <p:spPr>
          <a:xfrm>
            <a:off x="5174189" y="3073839"/>
            <a:ext cx="643299" cy="14241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rgbClr val="000000"/>
                </a:solidFill>
                <a:latin typeface="Metropolis" pitchFamily="2" charset="77"/>
              </a:rPr>
              <a:t>a.b.c.d</a:t>
            </a:r>
            <a:endParaRPr lang="en-US" sz="800" dirty="0">
              <a:solidFill>
                <a:srgbClr val="000000"/>
              </a:solidFill>
              <a:latin typeface="Metropolis" pitchFamily="2" charset="77"/>
            </a:endParaRPr>
          </a:p>
        </p:txBody>
      </p:sp>
      <p:sp>
        <p:nvSpPr>
          <p:cNvPr id="58" name="Google Shape;1519;p17">
            <a:extLst>
              <a:ext uri="{FF2B5EF4-FFF2-40B4-BE49-F238E27FC236}">
                <a16:creationId xmlns:a16="http://schemas.microsoft.com/office/drawing/2014/main" id="{99456E8E-5A40-4217-C9D8-EB2D06B4F71C}"/>
              </a:ext>
            </a:extLst>
          </p:cNvPr>
          <p:cNvSpPr txBox="1"/>
          <p:nvPr/>
        </p:nvSpPr>
        <p:spPr>
          <a:xfrm>
            <a:off x="6405915" y="1907454"/>
            <a:ext cx="1137226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>
                <a:latin typeface="Metropolis" pitchFamily="2" charset="77"/>
              </a:rPr>
              <a:t>Zones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59" name="Google Shape;1519;p17">
            <a:extLst>
              <a:ext uri="{FF2B5EF4-FFF2-40B4-BE49-F238E27FC236}">
                <a16:creationId xmlns:a16="http://schemas.microsoft.com/office/drawing/2014/main" id="{8CAEC420-3867-CA6B-4429-A2C161D6FE40}"/>
              </a:ext>
            </a:extLst>
          </p:cNvPr>
          <p:cNvSpPr txBox="1"/>
          <p:nvPr/>
        </p:nvSpPr>
        <p:spPr>
          <a:xfrm>
            <a:off x="6405915" y="2135995"/>
            <a:ext cx="1137226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-US" sz="800" kern="1200" dirty="0">
                <a:latin typeface="Metropolis" pitchFamily="2" charset="77"/>
              </a:rPr>
              <a:t>VM Classes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62" name="Google Shape;1519;p17">
            <a:extLst>
              <a:ext uri="{FF2B5EF4-FFF2-40B4-BE49-F238E27FC236}">
                <a16:creationId xmlns:a16="http://schemas.microsoft.com/office/drawing/2014/main" id="{B74BC1F3-0E5A-E7A2-EC44-D8B80C4975AC}"/>
              </a:ext>
            </a:extLst>
          </p:cNvPr>
          <p:cNvSpPr txBox="1"/>
          <p:nvPr/>
        </p:nvSpPr>
        <p:spPr>
          <a:xfrm>
            <a:off x="6405915" y="2356071"/>
            <a:ext cx="1137226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>
                <a:latin typeface="Metropolis" pitchFamily="2" charset="77"/>
              </a:rPr>
              <a:t>Storage Classes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63" name="Google Shape;1519;p17">
            <a:extLst>
              <a:ext uri="{FF2B5EF4-FFF2-40B4-BE49-F238E27FC236}">
                <a16:creationId xmlns:a16="http://schemas.microsoft.com/office/drawing/2014/main" id="{06C6BADD-4ECD-616C-7223-83C9B5572A4E}"/>
              </a:ext>
            </a:extLst>
          </p:cNvPr>
          <p:cNvSpPr txBox="1"/>
          <p:nvPr/>
        </p:nvSpPr>
        <p:spPr>
          <a:xfrm>
            <a:off x="6405915" y="2591303"/>
            <a:ext cx="1137226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>
                <a:latin typeface="Metropolis" pitchFamily="2" charset="77"/>
              </a:rPr>
              <a:t>Content Libraries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30" name="Left Brace 129">
            <a:extLst>
              <a:ext uri="{FF2B5EF4-FFF2-40B4-BE49-F238E27FC236}">
                <a16:creationId xmlns:a16="http://schemas.microsoft.com/office/drawing/2014/main" id="{FB81D25C-9333-872C-D92B-B2016E550B74}"/>
              </a:ext>
            </a:extLst>
          </p:cNvPr>
          <p:cNvSpPr/>
          <p:nvPr/>
        </p:nvSpPr>
        <p:spPr>
          <a:xfrm>
            <a:off x="6043625" y="1863078"/>
            <a:ext cx="550190" cy="961140"/>
          </a:xfrm>
          <a:prstGeom prst="leftBrac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66"/>
          </a:p>
        </p:txBody>
      </p:sp>
      <p:sp>
        <p:nvSpPr>
          <p:cNvPr id="132" name="Google Shape;1519;p17">
            <a:extLst>
              <a:ext uri="{FF2B5EF4-FFF2-40B4-BE49-F238E27FC236}">
                <a16:creationId xmlns:a16="http://schemas.microsoft.com/office/drawing/2014/main" id="{05208092-5A48-57BD-C976-CA71C7130B96}"/>
              </a:ext>
            </a:extLst>
          </p:cNvPr>
          <p:cNvSpPr txBox="1"/>
          <p:nvPr/>
        </p:nvSpPr>
        <p:spPr>
          <a:xfrm>
            <a:off x="6420082" y="3057373"/>
            <a:ext cx="1137226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>
                <a:latin typeface="Metropolis" pitchFamily="2" charset="77"/>
              </a:rPr>
              <a:t>Org IAM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33" name="Google Shape;1519;p17">
            <a:extLst>
              <a:ext uri="{FF2B5EF4-FFF2-40B4-BE49-F238E27FC236}">
                <a16:creationId xmlns:a16="http://schemas.microsoft.com/office/drawing/2014/main" id="{B47CB6DC-3875-F492-78F9-DCD8C01E8843}"/>
              </a:ext>
            </a:extLst>
          </p:cNvPr>
          <p:cNvSpPr txBox="1"/>
          <p:nvPr/>
        </p:nvSpPr>
        <p:spPr>
          <a:xfrm>
            <a:off x="8060796" y="3058645"/>
            <a:ext cx="1137226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>
                <a:latin typeface="Metropolis" pitchFamily="2" charset="77"/>
              </a:rPr>
              <a:t>Org IdP</a:t>
            </a:r>
            <a:endParaRPr sz="800" kern="1200" dirty="0">
              <a:latin typeface="Metropolis" pitchFamily="2" charset="77"/>
            </a:endParaRP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B93AA053-6C6B-0EC8-296E-D2284A572E64}"/>
              </a:ext>
            </a:extLst>
          </p:cNvPr>
          <p:cNvCxnSpPr>
            <a:cxnSpLocks/>
            <a:stCxn id="49" idx="3"/>
            <a:endCxn id="130" idx="1"/>
          </p:cNvCxnSpPr>
          <p:nvPr/>
        </p:nvCxnSpPr>
        <p:spPr bwMode="gray">
          <a:xfrm flipV="1">
            <a:off x="2221835" y="2343648"/>
            <a:ext cx="3821790" cy="20454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E8E0FEAF-4B69-596E-E56E-F98BE784AB2A}"/>
              </a:ext>
            </a:extLst>
          </p:cNvPr>
          <p:cNvCxnSpPr>
            <a:cxnSpLocks/>
            <a:stCxn id="16" idx="3"/>
            <a:endCxn id="36" idx="1"/>
          </p:cNvCxnSpPr>
          <p:nvPr/>
        </p:nvCxnSpPr>
        <p:spPr bwMode="gray">
          <a:xfrm>
            <a:off x="3777143" y="3005780"/>
            <a:ext cx="626854" cy="1732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BD0ABC63-CDE0-8660-86A3-EC7CA7DFF23E}"/>
              </a:ext>
            </a:extLst>
          </p:cNvPr>
          <p:cNvCxnSpPr>
            <a:cxnSpLocks/>
            <a:stCxn id="132" idx="3"/>
            <a:endCxn id="133" idx="1"/>
          </p:cNvCxnSpPr>
          <p:nvPr/>
        </p:nvCxnSpPr>
        <p:spPr bwMode="gray">
          <a:xfrm>
            <a:off x="7557308" y="3153529"/>
            <a:ext cx="503488" cy="1272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Google Shape;1519;p17">
            <a:extLst>
              <a:ext uri="{FF2B5EF4-FFF2-40B4-BE49-F238E27FC236}">
                <a16:creationId xmlns:a16="http://schemas.microsoft.com/office/drawing/2014/main" id="{9E5533A4-CAAA-D505-61A0-7FA5EC4A821D}"/>
              </a:ext>
            </a:extLst>
          </p:cNvPr>
          <p:cNvSpPr txBox="1"/>
          <p:nvPr/>
        </p:nvSpPr>
        <p:spPr>
          <a:xfrm>
            <a:off x="3860713" y="4321696"/>
            <a:ext cx="1433272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-US" sz="800" kern="1200" dirty="0">
                <a:latin typeface="Metropolis" pitchFamily="2" charset="77"/>
              </a:rPr>
              <a:t>Regional Quota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66" name="Google Shape;1519;p17">
            <a:extLst>
              <a:ext uri="{FF2B5EF4-FFF2-40B4-BE49-F238E27FC236}">
                <a16:creationId xmlns:a16="http://schemas.microsoft.com/office/drawing/2014/main" id="{2ADBA958-64F6-80F5-3C61-C21D2C6CAF7B}"/>
              </a:ext>
            </a:extLst>
          </p:cNvPr>
          <p:cNvSpPr txBox="1"/>
          <p:nvPr/>
        </p:nvSpPr>
        <p:spPr>
          <a:xfrm>
            <a:off x="3858111" y="4539902"/>
            <a:ext cx="1433272" cy="192312"/>
          </a:xfrm>
          <a:prstGeom prst="rect">
            <a:avLst/>
          </a:prstGeom>
          <a:solidFill>
            <a:srgbClr val="FFFFFF"/>
          </a:solidFill>
          <a:ln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-US" sz="800" kern="1200" dirty="0">
                <a:latin typeface="Metropolis" pitchFamily="2" charset="77"/>
              </a:rPr>
              <a:t>Shared Content Libraries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67" name="Google Shape;1519;p17">
            <a:extLst>
              <a:ext uri="{FF2B5EF4-FFF2-40B4-BE49-F238E27FC236}">
                <a16:creationId xmlns:a16="http://schemas.microsoft.com/office/drawing/2014/main" id="{6AF6C356-4D83-A965-10A0-6D88B542A224}"/>
              </a:ext>
            </a:extLst>
          </p:cNvPr>
          <p:cNvSpPr txBox="1"/>
          <p:nvPr/>
        </p:nvSpPr>
        <p:spPr>
          <a:xfrm>
            <a:off x="3858111" y="4759978"/>
            <a:ext cx="1433271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>
                <a:latin typeface="Metropolis" pitchFamily="2" charset="77"/>
              </a:rPr>
              <a:t>D</a:t>
            </a:r>
            <a:r>
              <a:rPr lang="en-US" sz="800" kern="1200" dirty="0">
                <a:latin typeface="Metropolis" pitchFamily="2" charset="77"/>
              </a:rPr>
              <a:t>e</a:t>
            </a:r>
            <a:r>
              <a:rPr lang="en" sz="800" kern="1200" dirty="0">
                <a:latin typeface="Metropolis" pitchFamily="2" charset="77"/>
              </a:rPr>
              <a:t>fault Namespaces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68" name="Google Shape;1519;p17">
            <a:extLst>
              <a:ext uri="{FF2B5EF4-FFF2-40B4-BE49-F238E27FC236}">
                <a16:creationId xmlns:a16="http://schemas.microsoft.com/office/drawing/2014/main" id="{893CAACA-28B7-1157-4F56-B6CBE31924CB}"/>
              </a:ext>
            </a:extLst>
          </p:cNvPr>
          <p:cNvSpPr txBox="1"/>
          <p:nvPr/>
        </p:nvSpPr>
        <p:spPr>
          <a:xfrm>
            <a:off x="3858112" y="4978281"/>
            <a:ext cx="1433269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 err="1">
                <a:latin typeface="Metropolis" pitchFamily="2" charset="77"/>
              </a:rPr>
              <a:t>StorageClasses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169" name="Left Brace 168">
            <a:extLst>
              <a:ext uri="{FF2B5EF4-FFF2-40B4-BE49-F238E27FC236}">
                <a16:creationId xmlns:a16="http://schemas.microsoft.com/office/drawing/2014/main" id="{0722A2F7-C4B4-EC6A-341A-F79430E8F8A7}"/>
              </a:ext>
            </a:extLst>
          </p:cNvPr>
          <p:cNvSpPr/>
          <p:nvPr/>
        </p:nvSpPr>
        <p:spPr>
          <a:xfrm>
            <a:off x="3495822" y="4250057"/>
            <a:ext cx="550190" cy="1207096"/>
          </a:xfrm>
          <a:prstGeom prst="leftBrac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66"/>
          </a:p>
        </p:txBody>
      </p:sp>
      <p:sp>
        <p:nvSpPr>
          <p:cNvPr id="178" name="Google Shape;1519;p17">
            <a:extLst>
              <a:ext uri="{FF2B5EF4-FFF2-40B4-BE49-F238E27FC236}">
                <a16:creationId xmlns:a16="http://schemas.microsoft.com/office/drawing/2014/main" id="{C270CEEB-FB61-FFF6-0A18-7B4B1113E542}"/>
              </a:ext>
            </a:extLst>
          </p:cNvPr>
          <p:cNvSpPr txBox="1"/>
          <p:nvPr/>
        </p:nvSpPr>
        <p:spPr>
          <a:xfrm>
            <a:off x="3858112" y="5213033"/>
            <a:ext cx="1433269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 err="1">
                <a:latin typeface="Metropolis" pitchFamily="2" charset="77"/>
              </a:rPr>
              <a:t>VirtualMachineClasses</a:t>
            </a:r>
            <a:endParaRPr sz="800" kern="1200" dirty="0">
              <a:latin typeface="Metropolis" pitchFamily="2" charset="77"/>
            </a:endParaRP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EBA8C989-B9B4-92DA-9C42-F3F91F88CC59}"/>
              </a:ext>
            </a:extLst>
          </p:cNvPr>
          <p:cNvCxnSpPr>
            <a:cxnSpLocks/>
            <a:stCxn id="170" idx="3"/>
            <a:endCxn id="169" idx="1"/>
          </p:cNvCxnSpPr>
          <p:nvPr/>
        </p:nvCxnSpPr>
        <p:spPr bwMode="gray">
          <a:xfrm>
            <a:off x="3114921" y="4847078"/>
            <a:ext cx="380901" cy="6528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Google Shape;1519;p17">
            <a:extLst>
              <a:ext uri="{FF2B5EF4-FFF2-40B4-BE49-F238E27FC236}">
                <a16:creationId xmlns:a16="http://schemas.microsoft.com/office/drawing/2014/main" id="{35A3D0E7-D968-6083-8FBC-FF13B1C19FE3}"/>
              </a:ext>
            </a:extLst>
          </p:cNvPr>
          <p:cNvSpPr txBox="1"/>
          <p:nvPr/>
        </p:nvSpPr>
        <p:spPr>
          <a:xfrm>
            <a:off x="6124036" y="4167080"/>
            <a:ext cx="1433272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-US" sz="800" kern="1200" dirty="0">
                <a:latin typeface="Metropolis" pitchFamily="2" charset="77"/>
              </a:rPr>
              <a:t>Provider Gateway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07" name="Left Brace 206">
            <a:extLst>
              <a:ext uri="{FF2B5EF4-FFF2-40B4-BE49-F238E27FC236}">
                <a16:creationId xmlns:a16="http://schemas.microsoft.com/office/drawing/2014/main" id="{D7A20D50-B163-2095-70A8-E265B91EC903}"/>
              </a:ext>
            </a:extLst>
          </p:cNvPr>
          <p:cNvSpPr/>
          <p:nvPr/>
        </p:nvSpPr>
        <p:spPr>
          <a:xfrm rot="16200000">
            <a:off x="6716169" y="3718700"/>
            <a:ext cx="226921" cy="1472286"/>
          </a:xfrm>
          <a:prstGeom prst="leftBrace">
            <a:avLst/>
          </a:prstGeom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66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E94140C2-5358-B9D6-337C-1BD967F567BD}"/>
              </a:ext>
            </a:extLst>
          </p:cNvPr>
          <p:cNvSpPr/>
          <p:nvPr/>
        </p:nvSpPr>
        <p:spPr>
          <a:xfrm>
            <a:off x="5641819" y="4718085"/>
            <a:ext cx="1166235" cy="412899"/>
          </a:xfrm>
          <a:prstGeom prst="rect">
            <a:avLst/>
          </a:prstGeom>
          <a:solidFill>
            <a:schemeClr val="bg1"/>
          </a:solidFill>
          <a:ln w="12700">
            <a:solidFill>
              <a:srgbClr val="0098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800" dirty="0">
                <a:solidFill>
                  <a:srgbClr val="000000"/>
                </a:solidFill>
                <a:latin typeface="Metropolis" pitchFamily="2" charset="77"/>
              </a:rPr>
              <a:t>External IP Blocks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7BEA3538-FEA0-9ADE-018D-333E2D312956}"/>
              </a:ext>
            </a:extLst>
          </p:cNvPr>
          <p:cNvSpPr/>
          <p:nvPr/>
        </p:nvSpPr>
        <p:spPr>
          <a:xfrm>
            <a:off x="5897899" y="4892551"/>
            <a:ext cx="643299" cy="15477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rgbClr val="000000"/>
                </a:solidFill>
                <a:latin typeface="Metropolis" pitchFamily="2" charset="77"/>
              </a:rPr>
              <a:t>e.f.g.h</a:t>
            </a:r>
            <a:endParaRPr lang="en-US" sz="800" dirty="0">
              <a:solidFill>
                <a:srgbClr val="000000"/>
              </a:solidFill>
              <a:latin typeface="Metropolis" pitchFamily="2" charset="77"/>
            </a:endParaRPr>
          </a:p>
        </p:txBody>
      </p: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BC9BEB8E-A778-D4DB-F119-E56D0D0E6343}"/>
              </a:ext>
            </a:extLst>
          </p:cNvPr>
          <p:cNvGrpSpPr/>
          <p:nvPr/>
        </p:nvGrpSpPr>
        <p:grpSpPr>
          <a:xfrm>
            <a:off x="7082883" y="4778647"/>
            <a:ext cx="394104" cy="420433"/>
            <a:chOff x="5305045" y="3607918"/>
            <a:chExt cx="1096994" cy="1096994"/>
          </a:xfrm>
        </p:grpSpPr>
        <p:sp>
          <p:nvSpPr>
            <p:cNvPr id="226" name="Oval 4">
              <a:extLst>
                <a:ext uri="{FF2B5EF4-FFF2-40B4-BE49-F238E27FC236}">
                  <a16:creationId xmlns:a16="http://schemas.microsoft.com/office/drawing/2014/main" id="{70BE7C93-9233-C208-EC6D-442C744DE24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305045" y="3607918"/>
              <a:ext cx="1096994" cy="1096994"/>
            </a:xfrm>
            <a:prstGeom prst="ellipse">
              <a:avLst/>
            </a:prstGeom>
            <a:solidFill>
              <a:schemeClr val="accent2"/>
            </a:solidFill>
            <a:ln w="76200">
              <a:noFill/>
            </a:ln>
            <a:effectLst/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 defTabSz="1218530">
                <a:lnSpc>
                  <a:spcPct val="90000"/>
                </a:lnSpc>
                <a:spcBef>
                  <a:spcPts val="800"/>
                </a:spcBef>
              </a:pPr>
              <a:endParaRPr lang="en-US" sz="2665" b="1" dirty="0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32" name="Graphic 231">
              <a:extLst>
                <a:ext uri="{FF2B5EF4-FFF2-40B4-BE49-F238E27FC236}">
                  <a16:creationId xmlns:a16="http://schemas.microsoft.com/office/drawing/2014/main" id="{95BD1CE5-7760-64F6-803C-03AD06348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83032" y="3786136"/>
              <a:ext cx="741016" cy="741018"/>
            </a:xfrm>
            <a:prstGeom prst="rect">
              <a:avLst/>
            </a:prstGeom>
          </p:spPr>
        </p:pic>
      </p:grpSp>
      <p:sp>
        <p:nvSpPr>
          <p:cNvPr id="238" name="TextBox 237">
            <a:extLst>
              <a:ext uri="{FF2B5EF4-FFF2-40B4-BE49-F238E27FC236}">
                <a16:creationId xmlns:a16="http://schemas.microsoft.com/office/drawing/2014/main" id="{AEB561E8-C728-122F-CDA3-8F567E76D0F0}"/>
              </a:ext>
            </a:extLst>
          </p:cNvPr>
          <p:cNvSpPr txBox="1"/>
          <p:nvPr/>
        </p:nvSpPr>
        <p:spPr>
          <a:xfrm>
            <a:off x="6832670" y="4583429"/>
            <a:ext cx="7681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Metropolis" pitchFamily="2" charset="77"/>
              </a:rPr>
              <a:t>T0 Gateway</a:t>
            </a:r>
          </a:p>
        </p:txBody>
      </p:sp>
      <p:sp>
        <p:nvSpPr>
          <p:cNvPr id="239" name="Google Shape;1519;p17">
            <a:extLst>
              <a:ext uri="{FF2B5EF4-FFF2-40B4-BE49-F238E27FC236}">
                <a16:creationId xmlns:a16="http://schemas.microsoft.com/office/drawing/2014/main" id="{53F70226-2E8C-ED89-278A-C3B6EE7BD1BA}"/>
              </a:ext>
            </a:extLst>
          </p:cNvPr>
          <p:cNvSpPr txBox="1"/>
          <p:nvPr/>
        </p:nvSpPr>
        <p:spPr>
          <a:xfrm>
            <a:off x="6405974" y="5415327"/>
            <a:ext cx="1137226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>
                <a:latin typeface="Metropolis" pitchFamily="2" charset="77"/>
              </a:rPr>
              <a:t>Provider IAM</a:t>
            </a:r>
            <a:endParaRPr sz="800" kern="1200" dirty="0">
              <a:latin typeface="Metropolis" pitchFamily="2" charset="77"/>
            </a:endParaRPr>
          </a:p>
        </p:txBody>
      </p:sp>
      <p:sp>
        <p:nvSpPr>
          <p:cNvPr id="240" name="Google Shape;1519;p17">
            <a:extLst>
              <a:ext uri="{FF2B5EF4-FFF2-40B4-BE49-F238E27FC236}">
                <a16:creationId xmlns:a16="http://schemas.microsoft.com/office/drawing/2014/main" id="{0046480B-636C-A06E-51AE-2DB46D26FE4F}"/>
              </a:ext>
            </a:extLst>
          </p:cNvPr>
          <p:cNvSpPr txBox="1"/>
          <p:nvPr/>
        </p:nvSpPr>
        <p:spPr>
          <a:xfrm>
            <a:off x="8046688" y="5416599"/>
            <a:ext cx="1137226" cy="192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98C7"/>
            </a:solidFill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800" kern="1200" dirty="0">
                <a:latin typeface="Metropolis" pitchFamily="2" charset="77"/>
              </a:rPr>
              <a:t>Provider IdP</a:t>
            </a:r>
            <a:endParaRPr sz="800" kern="1200" dirty="0">
              <a:latin typeface="Metropolis" pitchFamily="2" charset="77"/>
            </a:endParaRPr>
          </a:p>
        </p:txBody>
      </p:sp>
      <p:cxnSp>
        <p:nvCxnSpPr>
          <p:cNvPr id="241" name="Straight Arrow Connector 240">
            <a:extLst>
              <a:ext uri="{FF2B5EF4-FFF2-40B4-BE49-F238E27FC236}">
                <a16:creationId xmlns:a16="http://schemas.microsoft.com/office/drawing/2014/main" id="{0D62BAA1-9B19-D25E-AD19-863E718DFA9F}"/>
              </a:ext>
            </a:extLst>
          </p:cNvPr>
          <p:cNvCxnSpPr>
            <a:cxnSpLocks/>
            <a:stCxn id="239" idx="3"/>
            <a:endCxn id="240" idx="1"/>
          </p:cNvCxnSpPr>
          <p:nvPr/>
        </p:nvCxnSpPr>
        <p:spPr bwMode="gray">
          <a:xfrm>
            <a:off x="7543200" y="5511483"/>
            <a:ext cx="503488" cy="1272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974FCB9A-CD83-03D2-49E6-452D1BBE8191}"/>
              </a:ext>
            </a:extLst>
          </p:cNvPr>
          <p:cNvCxnSpPr>
            <a:cxnSpLocks/>
            <a:stCxn id="36" idx="2"/>
            <a:endCxn id="202" idx="0"/>
          </p:cNvCxnSpPr>
          <p:nvPr/>
        </p:nvCxnSpPr>
        <p:spPr bwMode="gray">
          <a:xfrm>
            <a:off x="5229555" y="3259361"/>
            <a:ext cx="1611117" cy="907719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579DA23A-3385-955B-351F-BBB74F6D2319}"/>
              </a:ext>
            </a:extLst>
          </p:cNvPr>
          <p:cNvCxnSpPr>
            <a:cxnSpLocks/>
            <a:stCxn id="49" idx="3"/>
            <a:endCxn id="16" idx="0"/>
          </p:cNvCxnSpPr>
          <p:nvPr/>
        </p:nvCxnSpPr>
        <p:spPr bwMode="gray">
          <a:xfrm>
            <a:off x="2221835" y="2364102"/>
            <a:ext cx="899201" cy="389828"/>
          </a:xfrm>
          <a:prstGeom prst="straightConnector1">
            <a:avLst/>
          </a:prstGeom>
          <a:ln w="12700">
            <a:solidFill>
              <a:srgbClr val="000000"/>
            </a:solidFill>
            <a:prstDash val="dash"/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Google Shape;1519;p17">
            <a:extLst>
              <a:ext uri="{FF2B5EF4-FFF2-40B4-BE49-F238E27FC236}">
                <a16:creationId xmlns:a16="http://schemas.microsoft.com/office/drawing/2014/main" id="{E78C9C52-8963-224C-9531-9F2116E8DAFC}"/>
              </a:ext>
            </a:extLst>
          </p:cNvPr>
          <p:cNvSpPr txBox="1"/>
          <p:nvPr/>
        </p:nvSpPr>
        <p:spPr>
          <a:xfrm rot="5400000">
            <a:off x="654357" y="4708933"/>
            <a:ext cx="1137226" cy="2538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57" tIns="34266" rIns="68557" bIns="34266" anchor="t" anchorCtr="0">
            <a:spAutoFit/>
          </a:bodyPr>
          <a:lstStyle/>
          <a:p>
            <a:pPr algn="ctr" defTabSz="914171">
              <a:buSzPts val="1100"/>
            </a:pPr>
            <a:r>
              <a:rPr lang="en" sz="1200" kern="1200" dirty="0">
                <a:latin typeface="Metropolis" pitchFamily="2" charset="77"/>
              </a:rPr>
              <a:t>Region</a:t>
            </a:r>
            <a:endParaRPr sz="1200" kern="1200" dirty="0">
              <a:latin typeface="Metropoli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178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38477-1174-D2A2-89A9-0D8AA4FA5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VCFA Org Model (SVG)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F0DE2C-D53C-5F68-DD14-2809BE594FFE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91113CA9-B55D-34C5-D652-8463DA909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943" y="1230902"/>
            <a:ext cx="9161933" cy="481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4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57"/>
          <p:cNvSpPr txBox="1">
            <a:spLocks noGrp="1"/>
          </p:cNvSpPr>
          <p:nvPr>
            <p:ph type="title"/>
          </p:nvPr>
        </p:nvSpPr>
        <p:spPr>
          <a:xfrm>
            <a:off x="589107" y="938794"/>
            <a:ext cx="6555971" cy="12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rPr lang="en-US" sz="3200"/>
              <a:t>VCF Operations Models</a:t>
            </a:r>
            <a:endParaRPr/>
          </a:p>
        </p:txBody>
      </p:sp>
      <p:sp>
        <p:nvSpPr>
          <p:cNvPr id="1277" name="Google Shape;1277;p57"/>
          <p:cNvSpPr txBox="1">
            <a:spLocks noGrp="1"/>
          </p:cNvSpPr>
          <p:nvPr>
            <p:ph type="subTitle" idx="1"/>
          </p:nvPr>
        </p:nvSpPr>
        <p:spPr>
          <a:xfrm>
            <a:off x="602966" y="2267712"/>
            <a:ext cx="6542112" cy="70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58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Operations Models v1</a:t>
            </a:r>
            <a:endParaRPr/>
          </a:p>
        </p:txBody>
      </p:sp>
      <p:sp>
        <p:nvSpPr>
          <p:cNvPr id="1283" name="Google Shape;1283;p58"/>
          <p:cNvSpPr/>
          <p:nvPr/>
        </p:nvSpPr>
        <p:spPr>
          <a:xfrm>
            <a:off x="6495580" y="1666053"/>
            <a:ext cx="1752600" cy="209272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58"/>
          <p:cNvSpPr/>
          <p:nvPr/>
        </p:nvSpPr>
        <p:spPr>
          <a:xfrm>
            <a:off x="6781293" y="2351716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58"/>
          <p:cNvSpPr/>
          <p:nvPr/>
        </p:nvSpPr>
        <p:spPr>
          <a:xfrm>
            <a:off x="6781293" y="2791868"/>
            <a:ext cx="1181174" cy="359197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Replica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58"/>
          <p:cNvSpPr/>
          <p:nvPr/>
        </p:nvSpPr>
        <p:spPr>
          <a:xfrm>
            <a:off x="6781293" y="3231674"/>
            <a:ext cx="1181174" cy="360330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58"/>
          <p:cNvSpPr/>
          <p:nvPr/>
        </p:nvSpPr>
        <p:spPr>
          <a:xfrm>
            <a:off x="6781292" y="1902763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58"/>
          <p:cNvSpPr/>
          <p:nvPr/>
        </p:nvSpPr>
        <p:spPr>
          <a:xfrm>
            <a:off x="8787236" y="2379405"/>
            <a:ext cx="1752600" cy="281254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Instance Account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58"/>
          <p:cNvSpPr/>
          <p:nvPr/>
        </p:nvSpPr>
        <p:spPr>
          <a:xfrm>
            <a:off x="9000603" y="2936411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58"/>
          <p:cNvSpPr/>
          <p:nvPr/>
        </p:nvSpPr>
        <p:spPr>
          <a:xfrm>
            <a:off x="8895697" y="2645000"/>
            <a:ext cx="1529825" cy="115546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58"/>
          <p:cNvSpPr/>
          <p:nvPr/>
        </p:nvSpPr>
        <p:spPr>
          <a:xfrm>
            <a:off x="6337190" y="1293805"/>
            <a:ext cx="4412918" cy="412157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Availability - 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2" name="Google Shape;1292;p58"/>
          <p:cNvGrpSpPr/>
          <p:nvPr/>
        </p:nvGrpSpPr>
        <p:grpSpPr>
          <a:xfrm>
            <a:off x="6495580" y="4369940"/>
            <a:ext cx="1752600" cy="822007"/>
            <a:chOff x="8833581" y="1666053"/>
            <a:chExt cx="1752600" cy="822007"/>
          </a:xfrm>
        </p:grpSpPr>
        <p:sp>
          <p:nvSpPr>
            <p:cNvPr id="1293" name="Google Shape;1293;p58"/>
            <p:cNvSpPr/>
            <p:nvPr/>
          </p:nvSpPr>
          <p:spPr>
            <a:xfrm>
              <a:off x="9119294" y="1934274"/>
              <a:ext cx="1181174" cy="357028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Operations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Collector node</a:t>
              </a:r>
              <a:endParaRPr sz="7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58"/>
            <p:cNvSpPr/>
            <p:nvPr/>
          </p:nvSpPr>
          <p:spPr>
            <a:xfrm>
              <a:off x="8833581" y="1666053"/>
              <a:ext cx="1752600" cy="822007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VCF Operations Collectors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5" name="Google Shape;1295;p58"/>
          <p:cNvSpPr/>
          <p:nvPr/>
        </p:nvSpPr>
        <p:spPr>
          <a:xfrm>
            <a:off x="8995856" y="3201445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58"/>
          <p:cNvSpPr/>
          <p:nvPr/>
        </p:nvSpPr>
        <p:spPr>
          <a:xfrm>
            <a:off x="9000603" y="3480450"/>
            <a:ext cx="1324760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58"/>
          <p:cNvSpPr/>
          <p:nvPr/>
        </p:nvSpPr>
        <p:spPr>
          <a:xfrm>
            <a:off x="9000603" y="4169368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58"/>
          <p:cNvSpPr/>
          <p:nvPr/>
        </p:nvSpPr>
        <p:spPr>
          <a:xfrm>
            <a:off x="8895697" y="3877957"/>
            <a:ext cx="1529825" cy="115546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58"/>
          <p:cNvSpPr/>
          <p:nvPr/>
        </p:nvSpPr>
        <p:spPr>
          <a:xfrm>
            <a:off x="8995856" y="4434402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58"/>
          <p:cNvSpPr/>
          <p:nvPr/>
        </p:nvSpPr>
        <p:spPr>
          <a:xfrm>
            <a:off x="9000603" y="4713407"/>
            <a:ext cx="1324760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58"/>
          <p:cNvSpPr/>
          <p:nvPr/>
        </p:nvSpPr>
        <p:spPr>
          <a:xfrm>
            <a:off x="1438718" y="1666053"/>
            <a:ext cx="1752600" cy="1214799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58"/>
          <p:cNvSpPr/>
          <p:nvPr/>
        </p:nvSpPr>
        <p:spPr>
          <a:xfrm>
            <a:off x="1724431" y="2351716"/>
            <a:ext cx="1181174" cy="359543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Primary node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58"/>
          <p:cNvSpPr/>
          <p:nvPr/>
        </p:nvSpPr>
        <p:spPr>
          <a:xfrm>
            <a:off x="1724430" y="1902763"/>
            <a:ext cx="1181175" cy="360018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(Fleet Management)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4" name="Google Shape;1304;p58"/>
          <p:cNvSpPr/>
          <p:nvPr/>
        </p:nvSpPr>
        <p:spPr>
          <a:xfrm>
            <a:off x="3708289" y="1666057"/>
            <a:ext cx="1752600" cy="2812542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VCF Instance Account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58"/>
          <p:cNvSpPr/>
          <p:nvPr/>
        </p:nvSpPr>
        <p:spPr>
          <a:xfrm>
            <a:off x="3921656" y="2223063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58"/>
          <p:cNvSpPr/>
          <p:nvPr/>
        </p:nvSpPr>
        <p:spPr>
          <a:xfrm>
            <a:off x="3816750" y="1931652"/>
            <a:ext cx="1529825" cy="115546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58"/>
          <p:cNvSpPr/>
          <p:nvPr/>
        </p:nvSpPr>
        <p:spPr>
          <a:xfrm>
            <a:off x="1280328" y="1293805"/>
            <a:ext cx="4412918" cy="4121574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1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- VCF Operations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8" name="Google Shape;1308;p58"/>
          <p:cNvGrpSpPr/>
          <p:nvPr/>
        </p:nvGrpSpPr>
        <p:grpSpPr>
          <a:xfrm>
            <a:off x="1438718" y="3639214"/>
            <a:ext cx="1752600" cy="822007"/>
            <a:chOff x="3761797" y="1666034"/>
            <a:chExt cx="1752600" cy="822007"/>
          </a:xfrm>
        </p:grpSpPr>
        <p:sp>
          <p:nvSpPr>
            <p:cNvPr id="1309" name="Google Shape;1309;p58"/>
            <p:cNvSpPr/>
            <p:nvPr/>
          </p:nvSpPr>
          <p:spPr>
            <a:xfrm>
              <a:off x="4062432" y="1934274"/>
              <a:ext cx="1181174" cy="357028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VCF Operations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7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Collector node</a:t>
              </a:r>
              <a:endParaRPr sz="7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58"/>
            <p:cNvSpPr/>
            <p:nvPr/>
          </p:nvSpPr>
          <p:spPr>
            <a:xfrm>
              <a:off x="3761797" y="1666034"/>
              <a:ext cx="1752600" cy="822007"/>
            </a:xfrm>
            <a:prstGeom prst="rect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US"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VCF Operations Collectors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1" name="Google Shape;1311;p58"/>
          <p:cNvSpPr/>
          <p:nvPr/>
        </p:nvSpPr>
        <p:spPr>
          <a:xfrm>
            <a:off x="3916909" y="2488097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58"/>
          <p:cNvSpPr/>
          <p:nvPr/>
        </p:nvSpPr>
        <p:spPr>
          <a:xfrm>
            <a:off x="3921656" y="2767102"/>
            <a:ext cx="1324760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58"/>
          <p:cNvSpPr/>
          <p:nvPr/>
        </p:nvSpPr>
        <p:spPr>
          <a:xfrm>
            <a:off x="3921656" y="3456020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vCenter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58"/>
          <p:cNvSpPr/>
          <p:nvPr/>
        </p:nvSpPr>
        <p:spPr>
          <a:xfrm>
            <a:off x="3816750" y="3164609"/>
            <a:ext cx="1529825" cy="1155469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Workload Domain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58"/>
          <p:cNvSpPr/>
          <p:nvPr/>
        </p:nvSpPr>
        <p:spPr>
          <a:xfrm>
            <a:off x="3916909" y="3721054"/>
            <a:ext cx="1329506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vSAN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58"/>
          <p:cNvSpPr/>
          <p:nvPr/>
        </p:nvSpPr>
        <p:spPr>
          <a:xfrm>
            <a:off x="3921656" y="4000059"/>
            <a:ext cx="1324760" cy="193510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7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NSX Adapter</a:t>
            </a:r>
            <a:endParaRPr sz="7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7" name="Google Shape;1317;p58"/>
          <p:cNvCxnSpPr>
            <a:stCxn id="1310" idx="0"/>
            <a:endCxn id="1301" idx="2"/>
          </p:cNvCxnSpPr>
          <p:nvPr/>
        </p:nvCxnSpPr>
        <p:spPr>
          <a:xfrm rot="10800000">
            <a:off x="2315018" y="2880814"/>
            <a:ext cx="0" cy="758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8" name="Google Shape;1318;p58"/>
          <p:cNvCxnSpPr>
            <a:stCxn id="1310" idx="3"/>
          </p:cNvCxnSpPr>
          <p:nvPr/>
        </p:nvCxnSpPr>
        <p:spPr>
          <a:xfrm>
            <a:off x="3191318" y="4050218"/>
            <a:ext cx="511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19" name="Google Shape;1319;p58"/>
          <p:cNvCxnSpPr/>
          <p:nvPr/>
        </p:nvCxnSpPr>
        <p:spPr>
          <a:xfrm rot="10800000" flipH="1">
            <a:off x="7371879" y="3771869"/>
            <a:ext cx="1" cy="57516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20" name="Google Shape;1320;p58"/>
          <p:cNvCxnSpPr/>
          <p:nvPr/>
        </p:nvCxnSpPr>
        <p:spPr>
          <a:xfrm rot="10800000" flipH="1">
            <a:off x="8262148" y="4759417"/>
            <a:ext cx="511119" cy="1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59"/>
          <p:cNvSpPr txBox="1">
            <a:spLocks noGrp="1"/>
          </p:cNvSpPr>
          <p:nvPr>
            <p:ph type="title"/>
          </p:nvPr>
        </p:nvSpPr>
        <p:spPr>
          <a:xfrm>
            <a:off x="579809" y="412751"/>
            <a:ext cx="110010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</a:pPr>
            <a:r>
              <a:rPr lang="en-US"/>
              <a:t>VCF Operations Models v1 (SVG Image)</a:t>
            </a:r>
            <a:endParaRPr/>
          </a:p>
        </p:txBody>
      </p:sp>
      <p:pic>
        <p:nvPicPr>
          <p:cNvPr id="1326" name="Google Shape;1326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5814" y="1364678"/>
            <a:ext cx="9468993" cy="4128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VMware">
  <a:themeElements>
    <a:clrScheme name="Custom 3">
      <a:dk1>
        <a:srgbClr val="000000"/>
      </a:dk1>
      <a:lt1>
        <a:srgbClr val="FFFFFF"/>
      </a:lt1>
      <a:dk2>
        <a:srgbClr val="1B1D36"/>
      </a:dk2>
      <a:lt2>
        <a:srgbClr val="F2F2F2"/>
      </a:lt2>
      <a:accent1>
        <a:srgbClr val="007B8C"/>
      </a:accent1>
      <a:accent2>
        <a:srgbClr val="005C8A"/>
      </a:accent2>
      <a:accent3>
        <a:srgbClr val="0098C7"/>
      </a:accent3>
      <a:accent4>
        <a:srgbClr val="61A60E"/>
      </a:accent4>
      <a:accent5>
        <a:srgbClr val="6C4B94"/>
      </a:accent5>
      <a:accent6>
        <a:srgbClr val="F3BA16"/>
      </a:accent6>
      <a:hlink>
        <a:srgbClr val="005C8A"/>
      </a:hlink>
      <a:folHlink>
        <a:srgbClr val="005C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VMware">
      <a:dk1>
        <a:srgbClr val="717074"/>
      </a:dk1>
      <a:lt1>
        <a:srgbClr val="FFFFFF"/>
      </a:lt1>
      <a:dk2>
        <a:srgbClr val="000000"/>
      </a:dk2>
      <a:lt2>
        <a:srgbClr val="C6C6C8"/>
      </a:lt2>
      <a:accent1>
        <a:srgbClr val="0095D3"/>
      </a:accent1>
      <a:accent2>
        <a:srgbClr val="89CBDF"/>
      </a:accent2>
      <a:accent3>
        <a:srgbClr val="006990"/>
      </a:accent3>
      <a:accent4>
        <a:srgbClr val="6DB33F"/>
      </a:accent4>
      <a:accent5>
        <a:srgbClr val="C2CD23"/>
      </a:accent5>
      <a:accent6>
        <a:srgbClr val="387C2C"/>
      </a:accent6>
      <a:hlink>
        <a:srgbClr val="0095D3"/>
      </a:hlink>
      <a:folHlink>
        <a:srgbClr val="89CBD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8D0C854358DC418D143DF91B0F9F69" ma:contentTypeVersion="25" ma:contentTypeDescription="Create a new document." ma:contentTypeScope="" ma:versionID="86d1ae78601d406bc59f7b48175c4925">
  <xsd:schema xmlns:xsd="http://www.w3.org/2001/XMLSchema" xmlns:xs="http://www.w3.org/2001/XMLSchema" xmlns:p="http://schemas.microsoft.com/office/2006/metadata/properties" xmlns:ns1="http://schemas.microsoft.com/sharepoint/v3" xmlns:ns2="ff83b573-1131-4ec9-87e0-8de43cb2141f" xmlns:ns3="b91cd729-8792-47cd-b03b-259374444807" xmlns:ns4="78c16552-cbf3-4f1f-97ed-388b5d2a083d" targetNamespace="http://schemas.microsoft.com/office/2006/metadata/properties" ma:root="true" ma:fieldsID="87232950fb7e83d3727f6e525efdb9c3" ns1:_="" ns2:_="" ns3:_="" ns4:_="">
    <xsd:import namespace="http://schemas.microsoft.com/sharepoint/v3"/>
    <xsd:import namespace="ff83b573-1131-4ec9-87e0-8de43cb2141f"/>
    <xsd:import namespace="b91cd729-8792-47cd-b03b-259374444807"/>
    <xsd:import namespace="78c16552-cbf3-4f1f-97ed-388b5d2a083d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PermissionLevels" minOccurs="0"/>
                <xsd:element ref="ns2:MigrationWizIdDocumentLibraryPermissions" minOccurs="0"/>
                <xsd:element ref="ns2:MigrationWizIdSecurityGroups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SearchProperties" minOccurs="0"/>
                <xsd:element ref="ns2:MediaServiceObjectDetectorVersion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3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3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83b573-1131-4ec9-87e0-8de43cb2141f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PermissionLevels" ma:index="10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1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2" nillable="true" ma:displayName="MigrationWizIdSecurityGroups" ma:internalName="MigrationWizIdSecurityGroups">
      <xsd:simpleType>
        <xsd:restriction base="dms:Text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9" nillable="true" ma:displayName="Tags" ma:internalName="MediaServiceAutoTags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35e516c6-d7bc-4be5-8458-55365016f2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3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1cd729-8792-47cd-b03b-259374444807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c16552-cbf3-4f1f-97ed-388b5d2a083d" elementFormDefault="qualified">
    <xsd:import namespace="http://schemas.microsoft.com/office/2006/documentManagement/types"/>
    <xsd:import namespace="http://schemas.microsoft.com/office/infopath/2007/PartnerControls"/>
    <xsd:element name="TaxCatchAll" ma:index="27" nillable="true" ma:displayName="Taxonomy Catch All Column" ma:hidden="true" ma:list="{62e8767f-5054-4ecc-a981-a992a2f0e90f}" ma:internalName="TaxCatchAll" ma:showField="CatchAllData" ma:web="78c16552-cbf3-4f1f-97ed-388b5d2a083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SecurityGroups xmlns="ff83b573-1131-4ec9-87e0-8de43cb2141f" xsi:nil="true"/>
    <_ip_UnifiedCompliancePolicyUIAction xmlns="http://schemas.microsoft.com/sharepoint/v3" xsi:nil="true"/>
    <MigrationWizIdPermissions xmlns="ff83b573-1131-4ec9-87e0-8de43cb2141f" xsi:nil="true"/>
    <MigrationWizId xmlns="ff83b573-1131-4ec9-87e0-8de43cb2141f" xsi:nil="true"/>
    <TaxCatchAll xmlns="78c16552-cbf3-4f1f-97ed-388b5d2a083d" xsi:nil="true"/>
    <MigrationWizIdDocumentLibraryPermissions xmlns="ff83b573-1131-4ec9-87e0-8de43cb2141f" xsi:nil="true"/>
    <_ip_UnifiedCompliancePolicyProperties xmlns="http://schemas.microsoft.com/sharepoint/v3" xsi:nil="true"/>
    <lcf76f155ced4ddcb4097134ff3c332f xmlns="ff83b573-1131-4ec9-87e0-8de43cb2141f">
      <Terms xmlns="http://schemas.microsoft.com/office/infopath/2007/PartnerControls"/>
    </lcf76f155ced4ddcb4097134ff3c332f>
    <MigrationWizIdPermissionLevels xmlns="ff83b573-1131-4ec9-87e0-8de43cb2141f" xsi:nil="true"/>
  </documentManagement>
</p:properties>
</file>

<file path=customXml/itemProps1.xml><?xml version="1.0" encoding="utf-8"?>
<ds:datastoreItem xmlns:ds="http://schemas.openxmlformats.org/officeDocument/2006/customXml" ds:itemID="{ACEAB2AA-4212-4A12-BC08-E4A6EE238DA6}"/>
</file>

<file path=customXml/itemProps2.xml><?xml version="1.0" encoding="utf-8"?>
<ds:datastoreItem xmlns:ds="http://schemas.openxmlformats.org/officeDocument/2006/customXml" ds:itemID="{B45CE2B4-2E05-4A36-A3DE-6C7119C1DCC7}"/>
</file>

<file path=customXml/itemProps3.xml><?xml version="1.0" encoding="utf-8"?>
<ds:datastoreItem xmlns:ds="http://schemas.openxmlformats.org/officeDocument/2006/customXml" ds:itemID="{7B7EF174-723E-43D0-8E16-A2050605DE12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1747</Words>
  <Application>Microsoft Office PowerPoint</Application>
  <PresentationFormat>Custom</PresentationFormat>
  <Paragraphs>475</Paragraphs>
  <Slides>26</Slides>
  <Notes>24</Notes>
  <HiddenSlides>3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Metropolis</vt:lpstr>
      <vt:lpstr>NTR</vt:lpstr>
      <vt:lpstr>Open Sans</vt:lpstr>
      <vt:lpstr>1_VMware</vt:lpstr>
      <vt:lpstr>Colors</vt:lpstr>
      <vt:lpstr>VCF Low Level Design Diagrams </vt:lpstr>
      <vt:lpstr>VCF Constructs v1</vt:lpstr>
      <vt:lpstr>VCF Constructs v1 (SVG Image)</vt:lpstr>
      <vt:lpstr>VCF Automation Models</vt:lpstr>
      <vt:lpstr>VCF Automation Models v1</vt:lpstr>
      <vt:lpstr>VCF Automation Models v1 (SVG Image)</vt:lpstr>
      <vt:lpstr>VCF Simple and HA Models Combined v2</vt:lpstr>
      <vt:lpstr>VCF Simple and HA Models Combined v2 (SVG Image)</vt:lpstr>
      <vt:lpstr>VCF Simple Model (SVG Image)</vt:lpstr>
      <vt:lpstr>VCF HA Model v2 (SVG Image)</vt:lpstr>
      <vt:lpstr>VCF Simple and HA Models Combined w/ External LB v2</vt:lpstr>
      <vt:lpstr>VCF Simple and HA Models Combined w/ External LB (SVG Image)</vt:lpstr>
      <vt:lpstr>VCFA Object Flow v2</vt:lpstr>
      <vt:lpstr>VCFA Object Flow (SVG Image)</vt:lpstr>
      <vt:lpstr>Org Hierarchy with VPC v2</vt:lpstr>
      <vt:lpstr>Org Hierarchy with VPC (SVG Image)</vt:lpstr>
      <vt:lpstr>Provider Consumption Org v1</vt:lpstr>
      <vt:lpstr>Provider Consumption Org (SVG Image)</vt:lpstr>
      <vt:lpstr>Example – Supervisor to Organization Relationship v1</vt:lpstr>
      <vt:lpstr>Example – Supervisor to Organization Relationship (SVG Image)</vt:lpstr>
      <vt:lpstr>VCFA Org Model v1</vt:lpstr>
      <vt:lpstr>VCFA Org Model (SVG)</vt:lpstr>
      <vt:lpstr>VCF Operations Models</vt:lpstr>
      <vt:lpstr>VCF Operations Models v1</vt:lpstr>
      <vt:lpstr>VCF Operations Models v1 (SVG Image)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Eric Tom Lee</dc:creator>
  <cp:lastModifiedBy>Brent Douglas</cp:lastModifiedBy>
  <cp:revision>5</cp:revision>
  <dcterms:created xsi:type="dcterms:W3CDTF">2024-07-23T22:43:49Z</dcterms:created>
  <dcterms:modified xsi:type="dcterms:W3CDTF">2026-01-30T17:18:32Z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0x010100D88D0C854358DC418D143DF91B0F9F69</vt:lpwstr>
  </property>
  <property fmtid="{D5CDD505-2E9C-101B-9397-08002B2CF9AE}" pid="3" name="MediaServiceImageTags">
    <vt:lpwstr/>
  </property>
</Properties>
</file>