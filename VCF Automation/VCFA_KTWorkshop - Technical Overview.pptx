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95" r:id="rId4"/>
  </p:sldMasterIdLst>
  <p:notesMasterIdLst>
    <p:notesMasterId r:id="rId36"/>
  </p:notesMasterIdLst>
  <p:handoutMasterIdLst>
    <p:handoutMasterId r:id="rId37"/>
  </p:handoutMasterIdLst>
  <p:sldIdLst>
    <p:sldId id="2147483309" r:id="rId5"/>
    <p:sldId id="256" r:id="rId6"/>
    <p:sldId id="257" r:id="rId7"/>
    <p:sldId id="2147483645" r:id="rId8"/>
    <p:sldId id="394" r:id="rId9"/>
    <p:sldId id="434" r:id="rId10"/>
    <p:sldId id="435" r:id="rId11"/>
    <p:sldId id="261" r:id="rId12"/>
    <p:sldId id="436" r:id="rId13"/>
    <p:sldId id="440" r:id="rId14"/>
    <p:sldId id="442" r:id="rId15"/>
    <p:sldId id="443" r:id="rId16"/>
    <p:sldId id="444" r:id="rId17"/>
    <p:sldId id="445" r:id="rId18"/>
    <p:sldId id="446" r:id="rId19"/>
    <p:sldId id="447" r:id="rId20"/>
    <p:sldId id="448" r:id="rId21"/>
    <p:sldId id="449" r:id="rId22"/>
    <p:sldId id="450" r:id="rId23"/>
    <p:sldId id="451" r:id="rId24"/>
    <p:sldId id="452" r:id="rId25"/>
    <p:sldId id="267" r:id="rId26"/>
    <p:sldId id="311" r:id="rId27"/>
    <p:sldId id="358" r:id="rId28"/>
    <p:sldId id="371" r:id="rId29"/>
    <p:sldId id="2147483622" r:id="rId30"/>
    <p:sldId id="299" r:id="rId31"/>
    <p:sldId id="319" r:id="rId32"/>
    <p:sldId id="274" r:id="rId33"/>
    <p:sldId id="364" r:id="rId34"/>
    <p:sldId id="2147483149" r:id="rId35"/>
  </p:sldIdLst>
  <p:sldSz cx="12188825" cy="6858000"/>
  <p:notesSz cx="6858000" cy="9144000"/>
  <p:custDataLst>
    <p:tags r:id="rId3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3499CFF-8D87-E548-B2D6-0DBDF80A0DC0}">
          <p14:sldIdLst>
            <p14:sldId id="2147483309"/>
          </p14:sldIdLst>
        </p14:section>
        <p14:section name="Introduction" id="{72C01AED-51E9-B445-A009-1BECDEBC4E24}">
          <p14:sldIdLst>
            <p14:sldId id="256"/>
            <p14:sldId id="257"/>
            <p14:sldId id="2147483645"/>
          </p14:sldIdLst>
        </p14:section>
        <p14:section name="Modernize infrastructure &gt; Deliver Self-service IaaS" id="{A567B94C-1AA9-DA4F-93CC-FEC1088CF52E}">
          <p14:sldIdLst>
            <p14:sldId id="394"/>
            <p14:sldId id="434"/>
            <p14:sldId id="435"/>
            <p14:sldId id="261"/>
            <p14:sldId id="436"/>
            <p14:sldId id="440"/>
            <p14:sldId id="442"/>
            <p14:sldId id="443"/>
            <p14:sldId id="444"/>
            <p14:sldId id="445"/>
            <p14:sldId id="446"/>
            <p14:sldId id="447"/>
            <p14:sldId id="448"/>
            <p14:sldId id="449"/>
            <p14:sldId id="450"/>
            <p14:sldId id="451"/>
            <p14:sldId id="452"/>
          </p14:sldIdLst>
        </p14:section>
        <p14:section name="Add-on Services" id="{ADF643D2-DD04-614A-BEE5-DE4EBF2E0A1A}">
          <p14:sldIdLst>
            <p14:sldId id="267"/>
            <p14:sldId id="311"/>
            <p14:sldId id="358"/>
          </p14:sldIdLst>
        </p14:section>
        <p14:section name="Resources" id="{FB49B935-E3DA-5441-8B1E-1251EEE519AA}">
          <p14:sldIdLst>
            <p14:sldId id="371"/>
            <p14:sldId id="2147483622"/>
            <p14:sldId id="299"/>
            <p14:sldId id="319"/>
            <p14:sldId id="274"/>
          </p14:sldIdLst>
        </p14:section>
        <p14:section name="Appendix" id="{F23F4FFE-C622-1C45-A879-2043073A2C7A}">
          <p14:sldIdLst>
            <p14:sldId id="364"/>
            <p14:sldId id="2147483149"/>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43" clrIdx="1"/>
  <p:cmAuthor id="3" name="Wendy Ouellette" initials="WO" lastIdx="1" clrIdx="2">
    <p:extLst>
      <p:ext uri="{19B8F6BF-5375-455C-9EA6-DF929625EA0E}">
        <p15:presenceInfo xmlns:p15="http://schemas.microsoft.com/office/powerpoint/2012/main" userId="S::wouellette@vmware.com::1423423b-46e9-448d-b172-f148f3fbf4f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8C28"/>
    <a:srgbClr val="F4F9FB"/>
    <a:srgbClr val="F5F9FB"/>
    <a:srgbClr val="FEEF82"/>
    <a:srgbClr val="FBFDFD"/>
    <a:srgbClr val="EFF4F6"/>
    <a:srgbClr val="050505"/>
    <a:srgbClr val="0B2339"/>
    <a:srgbClr val="92FFF7"/>
    <a:srgbClr val="B6B53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E25E649-3F16-4E02-A733-19D2CDBF48F0}">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744" autoAdjust="0"/>
    <p:restoredTop sz="91683" autoAdjust="0"/>
  </p:normalViewPr>
  <p:slideViewPr>
    <p:cSldViewPr snapToGrid="0">
      <p:cViewPr varScale="1">
        <p:scale>
          <a:sx n="146" d="100"/>
          <a:sy n="146" d="100"/>
        </p:scale>
        <p:origin x="3546" y="114"/>
      </p:cViewPr>
      <p:guideLst/>
    </p:cSldViewPr>
  </p:slideViewPr>
  <p:notesTextViewPr>
    <p:cViewPr>
      <p:scale>
        <a:sx n="105" d="100"/>
        <a:sy n="105" d="100"/>
      </p:scale>
      <p:origin x="0" y="0"/>
    </p:cViewPr>
  </p:notesTextViewPr>
  <p:sorterViewPr>
    <p:cViewPr varScale="1">
      <p:scale>
        <a:sx n="100" d="100"/>
        <a:sy n="100" d="100"/>
      </p:scale>
      <p:origin x="0" y="0"/>
    </p:cViewPr>
  </p:sorterViewPr>
  <p:notesViewPr>
    <p:cSldViewPr snapToGrid="0">
      <p:cViewPr varScale="1">
        <p:scale>
          <a:sx n="119" d="100"/>
          <a:sy n="119" d="100"/>
        </p:scale>
        <p:origin x="4136" y="8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commentAuthors" Target="commentAuthor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B004553-04C5-4BB3-AD4E-8B2EF3CDDAF9}" type="datetimeFigureOut">
              <a:rPr lang="en-US" smtClean="0"/>
              <a:t>4/27/2026</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E6A881F-0910-47D3-BD01-4F68834EC353}" type="slidenum">
              <a:rPr lang="en-US" smtClean="0"/>
              <a:t>‹#›</a:t>
            </a:fld>
            <a:endParaRPr lang="en-US" dirty="0"/>
          </a:p>
        </p:txBody>
      </p:sp>
    </p:spTree>
    <p:extLst>
      <p:ext uri="{BB962C8B-B14F-4D97-AF65-F5344CB8AC3E}">
        <p14:creationId xmlns:p14="http://schemas.microsoft.com/office/powerpoint/2010/main" val="3268667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mn-lt"/>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mn-lt"/>
              </a:defRPr>
            </a:lvl1pPr>
          </a:lstStyle>
          <a:p>
            <a:fld id="{3CB6F0DB-E055-41D0-9102-627A646E4242}" type="datetimeFigureOut">
              <a:rPr lang="en-US" smtClean="0"/>
              <a:pPr/>
              <a:t>4/27/2026</a:t>
            </a:fld>
            <a:endParaRPr lang="en-US" dirty="0"/>
          </a:p>
        </p:txBody>
      </p:sp>
      <p:sp>
        <p:nvSpPr>
          <p:cNvPr id="4" name="Slide Image Placeholder 3"/>
          <p:cNvSpPr>
            <a:spLocks noGrp="1" noRot="1" noChangeAspect="1"/>
          </p:cNvSpPr>
          <p:nvPr>
            <p:ph type="sldImg" idx="2"/>
          </p:nvPr>
        </p:nvSpPr>
        <p:spPr>
          <a:xfrm>
            <a:off x="788988" y="609600"/>
            <a:ext cx="5280025" cy="29718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457200" y="3810000"/>
            <a:ext cx="5943600" cy="48768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mn-lt"/>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mn-lt"/>
              </a:defRPr>
            </a:lvl1pPr>
          </a:lstStyle>
          <a:p>
            <a:fld id="{9F4FBC3A-A12C-40F9-BB8D-BC30C7901396}" type="slidenum">
              <a:rPr lang="en-US" smtClean="0"/>
              <a:pPr/>
              <a:t>‹#›</a:t>
            </a:fld>
            <a:endParaRPr lang="en-US" dirty="0"/>
          </a:p>
        </p:txBody>
      </p:sp>
    </p:spTree>
    <p:extLst>
      <p:ext uri="{BB962C8B-B14F-4D97-AF65-F5344CB8AC3E}">
        <p14:creationId xmlns:p14="http://schemas.microsoft.com/office/powerpoint/2010/main" val="2012909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docs.vmware.com/en/VMware-Cloud-Foundation/index.html"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3" Type="http://schemas.openxmlformats.org/officeDocument/2006/relationships/hyperlink" Target="https://docs.vmware.com/en/VMware-Cloud-Foundation/index.html" TargetMode="External"/><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latin typeface="Arial" panose="020B0604020202020204" pitchFamily="34" charset="0"/>
              </a:rPr>
              <a:t>Key Message: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u="none" strike="noStrike" kern="1200" dirty="0">
                <a:solidFill>
                  <a:schemeClr val="tx1"/>
                </a:solidFill>
                <a:effectLst/>
                <a:latin typeface="Arial" panose="020B0604020202020204" pitchFamily="34" charset="0"/>
              </a:rPr>
              <a:t>Opening slide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u="none" strike="noStrike" kern="1200" dirty="0">
              <a:solidFill>
                <a:schemeClr val="tx1"/>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latin typeface="Arial" panose="020B0604020202020204" pitchFamily="34" charset="0"/>
              </a:rPr>
              <a:t>Talk Track: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Arial" panose="020B0604020202020204" pitchFamily="34" charset="0"/>
              </a:rPr>
              <a:t>Welcome!</a:t>
            </a:r>
            <a:r>
              <a:rPr lang="en-US" dirty="0">
                <a:latin typeface="Arial" panose="020B0604020202020204" pitchFamily="34" charset="0"/>
              </a:rPr>
              <a:t>  </a:t>
            </a:r>
            <a:r>
              <a:rPr lang="en-US" sz="1200" kern="1200" dirty="0">
                <a:solidFill>
                  <a:schemeClr val="tx1"/>
                </a:solidFill>
                <a:effectLst/>
                <a:latin typeface="Arial" panose="020B0604020202020204" pitchFamily="34" charset="0"/>
              </a:rPr>
              <a:t>My name is &lt;name&gt; and I work in the &lt;name or organization&gt; at Broadcom. Today, I want to </a:t>
            </a:r>
            <a:r>
              <a:rPr kumimoji="0" lang="en-US" sz="120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discuss Cloud Foundation architecture, technical features and configuration detail. </a:t>
            </a:r>
            <a:endParaRPr lang="en-US" sz="1200" kern="1200" dirty="0">
              <a:solidFill>
                <a:schemeClr val="tx1"/>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u="none" strike="noStrike" kern="1200" dirty="0">
              <a:solidFill>
                <a:schemeClr val="tx1"/>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latin typeface="Arial" panose="020B0604020202020204" pitchFamily="34" charset="0"/>
              </a:rPr>
              <a:t>Notes: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u="none" strike="noStrike" kern="1200" dirty="0">
              <a:solidFill>
                <a:schemeClr val="tx1"/>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strike="noStrike" kern="1200" dirty="0">
                <a:solidFill>
                  <a:schemeClr val="tx1"/>
                </a:solidFill>
                <a:effectLst/>
                <a:latin typeface="Arial" panose="020B0604020202020204" pitchFamily="34" charset="0"/>
              </a:rPr>
              <a:t>Resources: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u="none" strike="noStrike" kern="1200" dirty="0">
                <a:solidFill>
                  <a:schemeClr val="tx1"/>
                </a:solidFill>
                <a:effectLst/>
                <a:latin typeface="Arial" panose="020B0604020202020204" pitchFamily="34" charset="0"/>
              </a:rPr>
              <a:t>To gain a greater understanding of VCF features, key concepts and how they are used please refer to the VCF Master Technical (Deep Div)e presentation.</a:t>
            </a:r>
          </a:p>
          <a:p>
            <a:endParaRPr lang="en-US" sz="1200" u="none" strike="noStrike" kern="1200" dirty="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u="none" strike="noStrike" kern="1200" dirty="0">
                <a:solidFill>
                  <a:schemeClr val="tx1"/>
                </a:solidFill>
                <a:effectLst/>
                <a:latin typeface="Arial" panose="020B0604020202020204" pitchFamily="34" charset="0"/>
              </a:rPr>
              <a:t>VMware Cloud Foundation 9.0 Release Notes: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u="sng" kern="0" dirty="0">
                <a:solidFill>
                  <a:srgbClr val="0563C1"/>
                </a:solidFill>
                <a:effectLst/>
                <a:latin typeface="Arial" panose="020B0604020202020204" pitchFamily="34" charset="0"/>
                <a:ea typeface="Times New Roman" panose="02020603050405020304" pitchFamily="18" charset="0"/>
                <a:hlinkClick r:id="rId3"/>
              </a:rPr>
              <a:t>https://docs.vmware.com/en/VMware-Cloud-Foundation/index.html</a:t>
            </a:r>
            <a:r>
              <a:rPr lang="en-US" sz="1800" kern="0" dirty="0">
                <a:effectLst/>
                <a:latin typeface="Arial" panose="020B0604020202020204" pitchFamily="34" charset="0"/>
                <a:ea typeface="Times New Roman" panose="02020603050405020304" pitchFamily="18" charset="0"/>
              </a:rPr>
              <a:t> </a:t>
            </a:r>
            <a:endParaRPr lang="en-US" strike="noStrike" baseline="0" dirty="0">
              <a:latin typeface="Arial" panose="020B0604020202020204" pitchFamily="34" charset="0"/>
            </a:endParaRPr>
          </a:p>
          <a:p>
            <a:endParaRPr lang="en-US" strike="noStrike" baseline="0" dirty="0">
              <a:latin typeface="Arial" panose="020B0604020202020204" pitchFamily="34" charset="0"/>
            </a:endParaRPr>
          </a:p>
          <a:p>
            <a:endParaRPr lang="en-US" dirty="0">
              <a:latin typeface="Arial" panose="020B0604020202020204" pitchFamily="34" charset="0"/>
            </a:endParaRPr>
          </a:p>
          <a:p>
            <a:endParaRPr 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u="none" strike="noStrike" kern="1200" cap="none" spc="0" normalizeH="0" baseline="0" noProof="0" smtClean="0">
                <a:ln>
                  <a:noFill/>
                </a:ln>
                <a:solidFill>
                  <a:srgbClr val="717074"/>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u="none" strike="noStrike" kern="1200" cap="none" spc="0" normalizeH="0" baseline="0" noProof="0" dirty="0">
              <a:ln>
                <a:noFill/>
              </a:ln>
              <a:solidFill>
                <a:srgbClr val="717074"/>
              </a:solidFill>
              <a:effectLst/>
              <a:uLnTx/>
              <a:uFillTx/>
              <a:ea typeface="+mn-ea"/>
              <a:cs typeface="+mn-cs"/>
            </a:endParaRPr>
          </a:p>
        </p:txBody>
      </p:sp>
    </p:spTree>
    <p:extLst>
      <p:ext uri="{BB962C8B-B14F-4D97-AF65-F5344CB8AC3E}">
        <p14:creationId xmlns:p14="http://schemas.microsoft.com/office/powerpoint/2010/main" val="4626926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8"/>
        <p:cNvGrpSpPr/>
        <p:nvPr/>
      </p:nvGrpSpPr>
      <p:grpSpPr>
        <a:xfrm>
          <a:off x="0" y="0"/>
          <a:ext cx="0" cy="0"/>
          <a:chOff x="0" y="0"/>
          <a:chExt cx="0" cy="0"/>
        </a:xfrm>
      </p:grpSpPr>
      <p:sp>
        <p:nvSpPr>
          <p:cNvPr id="1809" name="Google Shape;1809;g3978402b0d5_2_1041:notes"/>
          <p:cNvSpPr>
            <a:spLocks noGrp="1" noRot="1" noChangeAspect="1"/>
          </p:cNvSpPr>
          <p:nvPr>
            <p:ph type="sldImg" idx="2"/>
          </p:nvPr>
        </p:nvSpPr>
        <p:spPr>
          <a:xfrm>
            <a:off x="787400" y="609600"/>
            <a:ext cx="5283200"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0" name="Google Shape;1810;g3978402b0d5_2_1041: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60000"/>
              </a:lnSpc>
              <a:spcBef>
                <a:spcPts val="0"/>
              </a:spcBef>
              <a:spcAft>
                <a:spcPts val="0"/>
              </a:spcAft>
              <a:buClr>
                <a:schemeClr val="dk1"/>
              </a:buClr>
              <a:buSzPts val="930"/>
              <a:buFont typeface="Arial"/>
              <a:buNone/>
            </a:pPr>
            <a:r>
              <a:rPr lang="en-US" sz="930" b="1" u="sng">
                <a:solidFill>
                  <a:schemeClr val="dk1"/>
                </a:solidFill>
              </a:rPr>
              <a:t>Talk Track:</a:t>
            </a:r>
            <a:endParaRPr/>
          </a:p>
          <a:p>
            <a:pPr marL="0" lvl="0" indent="0" algn="l" rtl="0">
              <a:lnSpc>
                <a:spcPct val="80000"/>
              </a:lnSpc>
              <a:spcBef>
                <a:spcPts val="0"/>
              </a:spcBef>
              <a:spcAft>
                <a:spcPts val="0"/>
              </a:spcAft>
              <a:buClr>
                <a:schemeClr val="dk1"/>
              </a:buClr>
              <a:buSzPts val="1400"/>
              <a:buFont typeface="Arial"/>
              <a:buNone/>
            </a:pPr>
            <a:r>
              <a:rPr lang="en-US" sz="930" strike="noStrike"/>
              <a:t>Let's introduce VMware Cloud Foundation (VCF) 9 and the advanced services that are available with VCF. </a:t>
            </a:r>
            <a:endParaRPr sz="930"/>
          </a:p>
          <a:p>
            <a:pPr marL="0" lvl="0" indent="0" algn="l" rtl="0">
              <a:lnSpc>
                <a:spcPct val="80000"/>
              </a:lnSpc>
              <a:spcBef>
                <a:spcPts val="0"/>
              </a:spcBef>
              <a:spcAft>
                <a:spcPts val="0"/>
              </a:spcAft>
              <a:buClr>
                <a:schemeClr val="dk1"/>
              </a:buClr>
              <a:buSzPts val="1400"/>
              <a:buFont typeface="Arial"/>
              <a:buNone/>
            </a:pPr>
            <a:endParaRPr sz="930"/>
          </a:p>
          <a:p>
            <a:pPr marL="0" lvl="0" indent="0" algn="l" rtl="0">
              <a:lnSpc>
                <a:spcPct val="80000"/>
              </a:lnSpc>
              <a:spcBef>
                <a:spcPts val="0"/>
              </a:spcBef>
              <a:spcAft>
                <a:spcPts val="0"/>
              </a:spcAft>
              <a:buClr>
                <a:schemeClr val="dk1"/>
              </a:buClr>
              <a:buSzPts val="1400"/>
              <a:buFont typeface="Arial"/>
              <a:buNone/>
            </a:pPr>
            <a:r>
              <a:rPr lang="en-US" sz="930" strike="noStrike"/>
              <a:t>VCF offers a flexible platform that can be deployed on-premises, in public clouds, within sovereign clouds, at the edge, or even in telco environments. This extensible approach allows VCF to support both traditional and modern application environments, enabling a wide range of deployment scenarios. One key feature of VCF is license portability, which we’ll explore in more detail later. This feature allows customers to take entitlements purchased on-premises and extend them across various environments, including public cloud providers, hyperscalers, sovereign clouds, edge locations, and telco environments.</a:t>
            </a:r>
            <a:endParaRPr/>
          </a:p>
          <a:p>
            <a:pPr marL="0" lvl="0" indent="0" algn="l" rtl="0">
              <a:lnSpc>
                <a:spcPct val="80000"/>
              </a:lnSpc>
              <a:spcBef>
                <a:spcPts val="0"/>
              </a:spcBef>
              <a:spcAft>
                <a:spcPts val="0"/>
              </a:spcAft>
              <a:buClr>
                <a:schemeClr val="dk1"/>
              </a:buClr>
              <a:buSzPts val="1400"/>
              <a:buFont typeface="Arial"/>
              <a:buNone/>
            </a:pPr>
            <a:r>
              <a:rPr lang="en-US" sz="930" strike="noStrike"/>
              <a:t>When we talk about the personas that interact with VCF </a:t>
            </a:r>
            <a:r>
              <a:rPr lang="en-US" sz="930"/>
              <a:t>9</a:t>
            </a:r>
            <a:r>
              <a:rPr lang="en-US" sz="930" strike="noStrike"/>
              <a:t>, we typically focus on two main groups: the cloud admins (formerly referred to as VI admins) and the consumers of the infrastructure. Cloud admins are responsible for deploying and managing the infrastructure from the ground up. This includes setting up the initial environment (Day 0), managing capacity, and ensuring proper configuration and tenancy for different consumers within the system.</a:t>
            </a:r>
            <a:endParaRPr/>
          </a:p>
          <a:p>
            <a:pPr marL="0" lvl="0" indent="0" algn="l" rtl="0">
              <a:lnSpc>
                <a:spcPct val="80000"/>
              </a:lnSpc>
              <a:spcBef>
                <a:spcPts val="0"/>
              </a:spcBef>
              <a:spcAft>
                <a:spcPts val="0"/>
              </a:spcAft>
              <a:buClr>
                <a:schemeClr val="dk1"/>
              </a:buClr>
              <a:buSzPts val="1400"/>
              <a:buFont typeface="Arial"/>
              <a:buNone/>
            </a:pPr>
            <a:r>
              <a:rPr lang="en-US" sz="930" strike="noStrike"/>
              <a:t>Cloud admins are also focused on site reliability engineering, ensuring operational efficiencies are in place to scale effectively. They manage the underlying infrastructure for compute, storage, and networking, utilizing core VMware technologies like vSphere, vSAN, and NSX, as well as other networking technologies. All of this is integrated through an operational layer that provides fleet management, security, and automation, allowing the cloud admin to deliver a private cloud platform as a service. This infrastructure supports traditional VM-based applications, Kubernetes for container orchestration, and even AI and machine learning environments, including generative AI.</a:t>
            </a:r>
            <a:endParaRPr/>
          </a:p>
          <a:p>
            <a:pPr marL="0" lvl="0" indent="0" algn="l" rtl="0">
              <a:lnSpc>
                <a:spcPct val="80000"/>
              </a:lnSpc>
              <a:spcBef>
                <a:spcPts val="0"/>
              </a:spcBef>
              <a:spcAft>
                <a:spcPts val="0"/>
              </a:spcAft>
              <a:buClr>
                <a:schemeClr val="dk1"/>
              </a:buClr>
              <a:buSzPts val="1400"/>
              <a:buFont typeface="Arial"/>
              <a:buNone/>
            </a:pPr>
            <a:r>
              <a:rPr lang="en-US" sz="930" strike="noStrike"/>
              <a:t>On the other side, consumers leverage the infrastructure-as-a-service (IaaS) components, which are abstracted for compute, storage, and networking. These services provide a framework for developers, platform teams, and DevOps teams to use IaaS and deploy multi-tenant environments. The platform manager oversees tenant management, ensuring everything is organized within a self-service catalog. This allows users to blueprint standardized models for deploying new applications, which include security, networking, storage, and compute requirements—such as GPU allocation. Once these models are configured, they can be easily deployed each time a consumer needs to build a new application cluster.</a:t>
            </a:r>
            <a:endParaRPr/>
          </a:p>
          <a:p>
            <a:pPr marL="0" lvl="0" indent="0" algn="l" rtl="0">
              <a:lnSpc>
                <a:spcPct val="80000"/>
              </a:lnSpc>
              <a:spcBef>
                <a:spcPts val="0"/>
              </a:spcBef>
              <a:spcAft>
                <a:spcPts val="0"/>
              </a:spcAft>
              <a:buClr>
                <a:schemeClr val="dk1"/>
              </a:buClr>
              <a:buSzPts val="1400"/>
              <a:buFont typeface="Arial"/>
              <a:buNone/>
            </a:pPr>
            <a:r>
              <a:rPr lang="en-US" sz="930" strike="noStrike"/>
              <a:t>This setup also includes orchestration tools and application services necessary for a complete developer environment. Much of this is powered by the embedded Kubernetes runtime (VKE), the vSphere Kubernetes service, and associated services, which combine IaaS components with the other elements required to deliver a modern application environment. Together, cloud admins and consumers leverage VCF as a private cloud platform to deliver these services at scale.</a:t>
            </a:r>
            <a:endParaRPr/>
          </a:p>
          <a:p>
            <a:pPr marL="0" lvl="0" indent="0" algn="l" rtl="0">
              <a:lnSpc>
                <a:spcPct val="80000"/>
              </a:lnSpc>
              <a:spcBef>
                <a:spcPts val="0"/>
              </a:spcBef>
              <a:spcAft>
                <a:spcPts val="0"/>
              </a:spcAft>
              <a:buClr>
                <a:schemeClr val="dk1"/>
              </a:buClr>
              <a:buSzPts val="1400"/>
              <a:buFont typeface="Arial"/>
              <a:buNone/>
            </a:pPr>
            <a:r>
              <a:rPr lang="en-US" sz="930" strike="noStrike"/>
              <a:t>Beyond the core VCF platform, VMware also offers a portfolio of advanced services to cover key use cases like private AI, disaster recovery, ransomware protection, advanced security (including cybersecurity measures for malware and ransomware), load balancing, application services, data services (such as database-as-a-service), network observability, business operations, and secure access. We’ll dive deeper into these advanced services in a future module.</a:t>
            </a:r>
            <a:endParaRPr/>
          </a:p>
          <a:p>
            <a:pPr marL="0" lvl="0" indent="0" algn="l" rtl="0">
              <a:lnSpc>
                <a:spcPct val="80000"/>
              </a:lnSpc>
              <a:spcBef>
                <a:spcPts val="0"/>
              </a:spcBef>
              <a:spcAft>
                <a:spcPts val="0"/>
              </a:spcAft>
              <a:buClr>
                <a:schemeClr val="dk1"/>
              </a:buClr>
              <a:buSzPts val="1400"/>
              <a:buFont typeface="Arial"/>
              <a:buNone/>
            </a:pPr>
            <a:r>
              <a:rPr lang="en-US" sz="930" strike="noStrike"/>
              <a:t>Consumers can access these services through their preferred language, whether it's APIs, CLIs, or infrastructure-as-code, providing a flexible and scalable platform that meets a variety of needs.</a:t>
            </a:r>
            <a:endParaRPr/>
          </a:p>
          <a:p>
            <a:pPr marL="0" lvl="0" indent="0" algn="l" rtl="0">
              <a:lnSpc>
                <a:spcPct val="80000"/>
              </a:lnSpc>
              <a:spcBef>
                <a:spcPts val="0"/>
              </a:spcBef>
              <a:spcAft>
                <a:spcPts val="0"/>
              </a:spcAft>
              <a:buClr>
                <a:schemeClr val="dk1"/>
              </a:buClr>
              <a:buSzPts val="1400"/>
              <a:buFont typeface="Arial"/>
              <a:buNone/>
            </a:pPr>
            <a:endParaRPr sz="930" strike="noStrike"/>
          </a:p>
          <a:p>
            <a:pPr marL="0" lvl="0" indent="0" algn="l" rtl="0">
              <a:lnSpc>
                <a:spcPct val="80000"/>
              </a:lnSpc>
              <a:spcBef>
                <a:spcPts val="0"/>
              </a:spcBef>
              <a:spcAft>
                <a:spcPts val="0"/>
              </a:spcAft>
              <a:buClr>
                <a:schemeClr val="dk1"/>
              </a:buClr>
              <a:buSzPts val="1400"/>
              <a:buFont typeface="Arial"/>
              <a:buNone/>
            </a:pPr>
            <a:endParaRPr sz="930" strike="noStrike"/>
          </a:p>
          <a:p>
            <a:pPr marL="0" lvl="0" indent="0" algn="l" rtl="0">
              <a:lnSpc>
                <a:spcPct val="80000"/>
              </a:lnSpc>
              <a:spcBef>
                <a:spcPts val="0"/>
              </a:spcBef>
              <a:spcAft>
                <a:spcPts val="0"/>
              </a:spcAft>
              <a:buClr>
                <a:schemeClr val="dk1"/>
              </a:buClr>
              <a:buSzPts val="1400"/>
              <a:buFont typeface="Arial"/>
              <a:buNone/>
            </a:pPr>
            <a:endParaRPr sz="930"/>
          </a:p>
        </p:txBody>
      </p:sp>
      <p:sp>
        <p:nvSpPr>
          <p:cNvPr id="1811" name="Google Shape;1811;g3978402b0d5_2_104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7"/>
        <p:cNvGrpSpPr/>
        <p:nvPr/>
      </p:nvGrpSpPr>
      <p:grpSpPr>
        <a:xfrm>
          <a:off x="0" y="0"/>
          <a:ext cx="0" cy="0"/>
          <a:chOff x="0" y="0"/>
          <a:chExt cx="0" cy="0"/>
        </a:xfrm>
      </p:grpSpPr>
      <p:sp>
        <p:nvSpPr>
          <p:cNvPr id="1908" name="Google Shape;1908;p11: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09" name="Google Shape;1909;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400"/>
              <a:buFont typeface="Arial"/>
              <a:buNone/>
            </a:pPr>
            <a:r>
              <a:rPr lang="en-US"/>
              <a:t>Now that we’ve covered what VMware Cloud Foundation delivers, let’s look at how customers are putting it to work.</a:t>
            </a:r>
            <a:endParaRPr/>
          </a:p>
          <a:p>
            <a:pPr marL="0" lvl="0" indent="0" algn="l" rtl="0">
              <a:lnSpc>
                <a:spcPct val="115000"/>
              </a:lnSpc>
              <a:spcBef>
                <a:spcPts val="0"/>
              </a:spcBef>
              <a:spcAft>
                <a:spcPts val="0"/>
              </a:spcAft>
              <a:buClr>
                <a:schemeClr val="dk1"/>
              </a:buClr>
              <a:buSzPts val="1400"/>
              <a:buFont typeface="Arial"/>
              <a:buNone/>
            </a:pPr>
            <a:endParaRPr/>
          </a:p>
          <a:p>
            <a:pPr marL="0" lvl="0" indent="0" algn="l" rtl="0">
              <a:lnSpc>
                <a:spcPct val="115000"/>
              </a:lnSpc>
              <a:spcBef>
                <a:spcPts val="0"/>
              </a:spcBef>
              <a:spcAft>
                <a:spcPts val="0"/>
              </a:spcAft>
              <a:buClr>
                <a:schemeClr val="dk1"/>
              </a:buClr>
              <a:buSzPts val="1400"/>
              <a:buFont typeface="Arial"/>
              <a:buNone/>
            </a:pPr>
            <a:r>
              <a:rPr lang="en-US"/>
              <a:t>These nine use cases reflect real-world priorities we’re seeing across industries — and they map directly to the three pillars we’ve been discussing.</a:t>
            </a:r>
            <a:endParaRPr/>
          </a:p>
          <a:p>
            <a:pPr marL="0" lvl="0" indent="0" algn="l" rtl="0">
              <a:lnSpc>
                <a:spcPct val="115000"/>
              </a:lnSpc>
              <a:spcBef>
                <a:spcPts val="0"/>
              </a:spcBef>
              <a:spcAft>
                <a:spcPts val="0"/>
              </a:spcAft>
              <a:buClr>
                <a:schemeClr val="dk1"/>
              </a:buClr>
              <a:buSzPts val="1400"/>
              <a:buFont typeface="Arial"/>
              <a:buNone/>
            </a:pPr>
            <a:endParaRPr/>
          </a:p>
          <a:p>
            <a:pPr marL="0" lvl="0" indent="0" algn="l" rtl="0">
              <a:lnSpc>
                <a:spcPct val="115000"/>
              </a:lnSpc>
              <a:spcBef>
                <a:spcPts val="0"/>
              </a:spcBef>
              <a:spcAft>
                <a:spcPts val="0"/>
              </a:spcAft>
              <a:buClr>
                <a:schemeClr val="dk1"/>
              </a:buClr>
              <a:buSzPts val="1400"/>
              <a:buFont typeface="Arial"/>
              <a:buNone/>
            </a:pPr>
            <a:r>
              <a:rPr lang="en-US"/>
              <a:t>Under Modern Infrastructure, customers are building private cloud platforms to replace aging three-tier infrastructure — modernizing their core data centers with automated provisioning and full-stack lifecycle management.</a:t>
            </a:r>
            <a:endParaRPr/>
          </a:p>
          <a:p>
            <a:pPr marL="0" lvl="0" indent="0" algn="l" rtl="0">
              <a:lnSpc>
                <a:spcPct val="115000"/>
              </a:lnSpc>
              <a:spcBef>
                <a:spcPts val="0"/>
              </a:spcBef>
              <a:spcAft>
                <a:spcPts val="0"/>
              </a:spcAft>
              <a:buClr>
                <a:schemeClr val="dk1"/>
              </a:buClr>
              <a:buSzPts val="1400"/>
              <a:buFont typeface="Arial"/>
              <a:buNone/>
            </a:pPr>
            <a:r>
              <a:rPr lang="en-US"/>
              <a:t>Others are extending their private cloud out to edge locations, like retail stores and manufacturing facilities, where they need cloud services close to users and devices.</a:t>
            </a:r>
            <a:endParaRPr/>
          </a:p>
          <a:p>
            <a:pPr marL="0" lvl="0" indent="0" algn="l" rtl="0">
              <a:lnSpc>
                <a:spcPct val="115000"/>
              </a:lnSpc>
              <a:spcBef>
                <a:spcPts val="0"/>
              </a:spcBef>
              <a:spcAft>
                <a:spcPts val="0"/>
              </a:spcAft>
              <a:buClr>
                <a:schemeClr val="dk1"/>
              </a:buClr>
              <a:buSzPts val="1400"/>
              <a:buFont typeface="Arial"/>
              <a:buNone/>
            </a:pPr>
            <a:r>
              <a:rPr lang="en-US"/>
              <a:t>And many are delivering Infrastructure as a Service internally — providing dev teams or business units with on-demand access to compute, storage, and network resources without manual IT bottlenecks.</a:t>
            </a:r>
            <a:endParaRPr/>
          </a:p>
          <a:p>
            <a:pPr marL="0" lvl="0" indent="0" algn="l" rtl="0">
              <a:lnSpc>
                <a:spcPct val="115000"/>
              </a:lnSpc>
              <a:spcBef>
                <a:spcPts val="0"/>
              </a:spcBef>
              <a:spcAft>
                <a:spcPts val="0"/>
              </a:spcAft>
              <a:buClr>
                <a:schemeClr val="dk1"/>
              </a:buClr>
              <a:buSzPts val="1400"/>
              <a:buFont typeface="Arial"/>
              <a:buNone/>
            </a:pPr>
            <a:endParaRPr/>
          </a:p>
          <a:p>
            <a:pPr marL="0" lvl="0" indent="0" algn="l" rtl="0">
              <a:lnSpc>
                <a:spcPct val="115000"/>
              </a:lnSpc>
              <a:spcBef>
                <a:spcPts val="0"/>
              </a:spcBef>
              <a:spcAft>
                <a:spcPts val="0"/>
              </a:spcAft>
              <a:buClr>
                <a:schemeClr val="dk1"/>
              </a:buClr>
              <a:buSzPts val="1400"/>
              <a:buFont typeface="Arial"/>
              <a:buNone/>
            </a:pPr>
            <a:r>
              <a:rPr lang="en-US"/>
              <a:t>Under the Unified Cloud Experience pillar, organizations are accelerating application modernization by running Kubernetes clusters alongside VMs </a:t>
            </a:r>
            <a:endParaRPr/>
          </a:p>
          <a:p>
            <a:pPr marL="0" lvl="0" indent="0" algn="l" rtl="0">
              <a:lnSpc>
                <a:spcPct val="115000"/>
              </a:lnSpc>
              <a:spcBef>
                <a:spcPts val="0"/>
              </a:spcBef>
              <a:spcAft>
                <a:spcPts val="0"/>
              </a:spcAft>
              <a:buClr>
                <a:schemeClr val="dk1"/>
              </a:buClr>
              <a:buSzPts val="1400"/>
              <a:buFont typeface="Arial"/>
              <a:buNone/>
            </a:pPr>
            <a:r>
              <a:rPr lang="en-US"/>
              <a:t>We’re also seeing customers enabling Private AI — deploying NVIDIA GPUs on VCF to support AI model training and inferencing, all within their secure private cloud environment.</a:t>
            </a:r>
            <a:endParaRPr/>
          </a:p>
          <a:p>
            <a:pPr marL="0" lvl="0" indent="0" algn="l" rtl="0">
              <a:lnSpc>
                <a:spcPct val="115000"/>
              </a:lnSpc>
              <a:spcBef>
                <a:spcPts val="0"/>
              </a:spcBef>
              <a:spcAft>
                <a:spcPts val="0"/>
              </a:spcAft>
              <a:buClr>
                <a:schemeClr val="dk1"/>
              </a:buClr>
              <a:buSzPts val="1400"/>
              <a:buFont typeface="Arial"/>
              <a:buNone/>
            </a:pPr>
            <a:r>
              <a:rPr lang="en-US"/>
              <a:t>And they’re using DevOps principles like infrastructure as code to drive faster innovation across development and operations teams.</a:t>
            </a:r>
            <a:endParaRPr/>
          </a:p>
          <a:p>
            <a:pPr marL="0" lvl="0" indent="0" algn="l" rtl="0">
              <a:lnSpc>
                <a:spcPct val="115000"/>
              </a:lnSpc>
              <a:spcBef>
                <a:spcPts val="0"/>
              </a:spcBef>
              <a:spcAft>
                <a:spcPts val="0"/>
              </a:spcAft>
              <a:buClr>
                <a:schemeClr val="dk1"/>
              </a:buClr>
              <a:buSzPts val="1400"/>
              <a:buFont typeface="Arial"/>
              <a:buNone/>
            </a:pPr>
            <a:endParaRPr/>
          </a:p>
          <a:p>
            <a:pPr marL="0" lvl="0" indent="0" algn="l" rtl="0">
              <a:lnSpc>
                <a:spcPct val="115000"/>
              </a:lnSpc>
              <a:spcBef>
                <a:spcPts val="0"/>
              </a:spcBef>
              <a:spcAft>
                <a:spcPts val="0"/>
              </a:spcAft>
              <a:buClr>
                <a:schemeClr val="dk1"/>
              </a:buClr>
              <a:buSzPts val="1400"/>
              <a:buFont typeface="Arial"/>
              <a:buNone/>
            </a:pPr>
            <a:r>
              <a:rPr lang="en-US"/>
              <a:t>And finally, when it comes to a Secure and Resilient Platform, VCF helps organizations deliver ransomware protection by leveraging automated backup and recovery solutions integrated into the stack.</a:t>
            </a:r>
            <a:endParaRPr/>
          </a:p>
          <a:p>
            <a:pPr marL="0" lvl="0" indent="0" algn="l" rtl="0">
              <a:lnSpc>
                <a:spcPct val="115000"/>
              </a:lnSpc>
              <a:spcBef>
                <a:spcPts val="0"/>
              </a:spcBef>
              <a:spcAft>
                <a:spcPts val="0"/>
              </a:spcAft>
              <a:buClr>
                <a:schemeClr val="dk1"/>
              </a:buClr>
              <a:buSzPts val="1400"/>
              <a:buFont typeface="Arial"/>
              <a:buNone/>
            </a:pPr>
            <a:r>
              <a:rPr lang="en-US"/>
              <a:t>They’re deploying disaster recovery as a service between sites using VMware tools like VMware Live Recovery which is an advanced service for VCF.</a:t>
            </a:r>
            <a:endParaRPr/>
          </a:p>
          <a:p>
            <a:pPr marL="0" lvl="0" indent="0" algn="l" rtl="0">
              <a:lnSpc>
                <a:spcPct val="115000"/>
              </a:lnSpc>
              <a:spcBef>
                <a:spcPts val="0"/>
              </a:spcBef>
              <a:spcAft>
                <a:spcPts val="0"/>
              </a:spcAft>
              <a:buClr>
                <a:schemeClr val="dk1"/>
              </a:buClr>
              <a:buSzPts val="1400"/>
              <a:buFont typeface="Arial"/>
              <a:buNone/>
            </a:pPr>
            <a:r>
              <a:rPr lang="en-US"/>
              <a:t>And they’re ensuring continuous compliance for industries like finance and healthcare by embedding security policies at the infrastructure level.</a:t>
            </a:r>
            <a:endParaRPr/>
          </a:p>
          <a:p>
            <a:pPr marL="0" lvl="0" indent="0" algn="l" rtl="0">
              <a:lnSpc>
                <a:spcPct val="115000"/>
              </a:lnSpc>
              <a:spcBef>
                <a:spcPts val="0"/>
              </a:spcBef>
              <a:spcAft>
                <a:spcPts val="0"/>
              </a:spcAft>
              <a:buClr>
                <a:schemeClr val="dk1"/>
              </a:buClr>
              <a:buSzPts val="1400"/>
              <a:buFont typeface="Arial"/>
              <a:buNone/>
            </a:pPr>
            <a:endParaRPr/>
          </a:p>
          <a:p>
            <a:pPr marL="0" lvl="0" indent="0" algn="l" rtl="0">
              <a:lnSpc>
                <a:spcPct val="115000"/>
              </a:lnSpc>
              <a:spcBef>
                <a:spcPts val="0"/>
              </a:spcBef>
              <a:spcAft>
                <a:spcPts val="0"/>
              </a:spcAft>
              <a:buClr>
                <a:schemeClr val="dk1"/>
              </a:buClr>
              <a:buSzPts val="1400"/>
              <a:buFont typeface="Arial"/>
              <a:buNone/>
            </a:pPr>
            <a:r>
              <a:rPr lang="en-US"/>
              <a:t>These examples highlight how VCF helps organizations build modern infrastructure, create a seamless cloud experience across environments, and strengthen their security and resilience at every layer.</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3"/>
        <p:cNvGrpSpPr/>
        <p:nvPr/>
      </p:nvGrpSpPr>
      <p:grpSpPr>
        <a:xfrm>
          <a:off x="0" y="0"/>
          <a:ext cx="0" cy="0"/>
          <a:chOff x="0" y="0"/>
          <a:chExt cx="0" cy="0"/>
        </a:xfrm>
      </p:grpSpPr>
      <p:sp>
        <p:nvSpPr>
          <p:cNvPr id="5754" name="Google Shape;5754;p31: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55" name="Google Shape;5755;p31: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Arial" panose="020B0604020202020204" pitchFamily="34" charset="0"/>
              </a:rPr>
              <a:t>Key Message: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rPr>
              <a:t>VMware Cloud Foundation Drives Modernization,  Enhances Developer Productivity and delivers a highly Secure cloud platform.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Arial" panose="020B0604020202020204" pitchFamily="34" charset="0"/>
              </a:rPr>
              <a:t>Talk Track: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rPr>
              <a:t>VMware Cloud Foundation Drives Modernization,  Enhances Developer Productivity and delivers a highly Secure cloud platform.  </a:t>
            </a:r>
          </a:p>
          <a:p>
            <a:endParaRPr lang="en-US" dirty="0">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rPr>
              <a:t>As we dive into VCF, we will see how </a:t>
            </a:r>
            <a:r>
              <a:rPr lang="en-US" sz="1200" u="none" strike="noStrike" cap="none" dirty="0">
                <a:solidFill>
                  <a:srgbClr val="3C3C3C"/>
                </a:solidFill>
                <a:latin typeface="Arial" panose="020B0604020202020204" pitchFamily="34" charset="0"/>
                <a:sym typeface="Arial"/>
              </a:rPr>
              <a:t>VCF 9 streamlines infrastructure management and reduce complexity. </a:t>
            </a:r>
            <a:br>
              <a:rPr lang="en-US" sz="1200" u="none" strike="noStrike" cap="none" dirty="0">
                <a:solidFill>
                  <a:srgbClr val="3C3C3C"/>
                </a:solidFill>
                <a:latin typeface="Arial" panose="020B0604020202020204" pitchFamily="34" charset="0"/>
                <a:sym typeface="Arial"/>
              </a:rPr>
            </a:br>
            <a:r>
              <a:rPr lang="en-US" sz="1200" u="none" strike="noStrike" cap="none" dirty="0">
                <a:solidFill>
                  <a:srgbClr val="3C3C3C"/>
                </a:solidFill>
                <a:latin typeface="Arial" panose="020B0604020202020204" pitchFamily="34" charset="0"/>
                <a:sym typeface="Arial"/>
              </a:rPr>
              <a:t>How it speeds up development cycles through infrastructure that is easy to consume and update. How it delivers a Secure Infrastructure that you can continuously count on. And how it delivers faster time to value, by bringing together key stakeholders using a modern private cloud.</a:t>
            </a:r>
            <a:endParaRPr lang="en-US" sz="1200" u="none" strike="noStrike" cap="none" dirty="0">
              <a:solidFill>
                <a:srgbClr val="000001"/>
              </a:solidFill>
              <a:latin typeface="Arial" panose="020B0604020202020204" pitchFamily="34" charset="0"/>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u="none" strike="noStrike" cap="none" dirty="0">
              <a:solidFill>
                <a:srgbClr val="000001"/>
              </a:solidFill>
              <a:latin typeface="Arial" panose="020B0604020202020204" pitchFamily="34" charset="0"/>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Arial" panose="020B0604020202020204" pitchFamily="34" charset="0"/>
              </a:rPr>
              <a:t>Notes: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Arial" panose="020B0604020202020204" pitchFamily="34" charset="0"/>
              </a:rPr>
              <a:t>Resources:</a:t>
            </a:r>
          </a:p>
          <a:p>
            <a:pPr marL="177800" lvl="0" indent="-101600" algn="l" rtl="0">
              <a:lnSpc>
                <a:spcPct val="100000"/>
              </a:lnSpc>
              <a:spcBef>
                <a:spcPts val="0"/>
              </a:spcBef>
              <a:spcAft>
                <a:spcPts val="0"/>
              </a:spcAft>
              <a:buClr>
                <a:schemeClr val="dk1"/>
              </a:buClr>
              <a:buSzPts val="1200"/>
              <a:buFont typeface="Arial"/>
              <a:buNone/>
            </a:pPr>
            <a:endParaRPr lang="en-US" sz="1200" u="none" strike="noStrike" dirty="0">
              <a:solidFill>
                <a:schemeClr val="dk1"/>
              </a:solidFill>
              <a:latin typeface="Arial" panose="020B0604020202020204" pitchFamily="34" charset="0"/>
              <a:sym typeface="Arial"/>
            </a:endParaRPr>
          </a:p>
          <a:p>
            <a:pPr marL="0" lvl="0" indent="0" algn="l" rtl="0">
              <a:lnSpc>
                <a:spcPct val="100000"/>
              </a:lnSpc>
              <a:spcBef>
                <a:spcPts val="0"/>
              </a:spcBef>
              <a:spcAft>
                <a:spcPts val="0"/>
              </a:spcAft>
              <a:buClr>
                <a:schemeClr val="dk1"/>
              </a:buClr>
              <a:buSzPts val="1200"/>
              <a:buFont typeface="Arial"/>
              <a:buNone/>
            </a:pPr>
            <a:endParaRPr lang="en-US" dirty="0">
              <a:latin typeface="Arial" panose="020B0604020202020204" pitchFamily="34" charset="0"/>
            </a:endParaRPr>
          </a:p>
          <a:p>
            <a:pPr marL="0" lvl="0" indent="0" algn="l" rtl="0">
              <a:lnSpc>
                <a:spcPct val="100000"/>
              </a:lnSpc>
              <a:spcBef>
                <a:spcPts val="0"/>
              </a:spcBef>
              <a:spcAft>
                <a:spcPts val="0"/>
              </a:spcAft>
              <a:buClr>
                <a:schemeClr val="dk1"/>
              </a:buClr>
              <a:buSzPts val="1200"/>
              <a:buFont typeface="Arial"/>
              <a:buNone/>
            </a:pPr>
            <a:endParaRPr lang="en-US" dirty="0">
              <a:latin typeface="Arial" panose="020B0604020202020204" pitchFamily="34" charset="0"/>
            </a:endParaRPr>
          </a:p>
          <a:p>
            <a:pPr marL="0" lvl="0" indent="0" algn="l" rtl="0">
              <a:spcBef>
                <a:spcPts val="0"/>
              </a:spcBef>
              <a:spcAft>
                <a:spcPts val="0"/>
              </a:spcAft>
              <a:buClr>
                <a:schemeClr val="dk1"/>
              </a:buClr>
              <a:buSzPts val="1200"/>
              <a:buFont typeface="Arial"/>
              <a:buNone/>
            </a:pPr>
            <a:endParaRPr dirty="0"/>
          </a:p>
        </p:txBody>
      </p:sp>
      <p:sp>
        <p:nvSpPr>
          <p:cNvPr id="5756" name="Google Shape;5756;p3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Arial"/>
              <a:buNone/>
            </a:pPr>
            <a:fld id="{00000000-1234-1234-1234-123412341234}" type="slidenum">
              <a:rPr lang="en-US"/>
              <a:t>4</a:t>
            </a:fld>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73">
          <a:extLst>
            <a:ext uri="{FF2B5EF4-FFF2-40B4-BE49-F238E27FC236}">
              <a16:creationId xmlns:a16="http://schemas.microsoft.com/office/drawing/2014/main" id="{A1F74CDC-A8A1-3335-770A-5A057BD92C54}"/>
            </a:ext>
          </a:extLst>
        </p:cNvPr>
        <p:cNvGrpSpPr/>
        <p:nvPr/>
      </p:nvGrpSpPr>
      <p:grpSpPr>
        <a:xfrm>
          <a:off x="0" y="0"/>
          <a:ext cx="0" cy="0"/>
          <a:chOff x="0" y="0"/>
          <a:chExt cx="0" cy="0"/>
        </a:xfrm>
      </p:grpSpPr>
      <p:sp>
        <p:nvSpPr>
          <p:cNvPr id="5874" name="Google Shape;5874;p70:notes">
            <a:extLst>
              <a:ext uri="{FF2B5EF4-FFF2-40B4-BE49-F238E27FC236}">
                <a16:creationId xmlns:a16="http://schemas.microsoft.com/office/drawing/2014/main" id="{01A12DC0-B011-B8AF-970E-338808BEED83}"/>
              </a:ext>
            </a:extLst>
          </p:cNvPr>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75" name="Google Shape;5875;p70:notes">
            <a:extLst>
              <a:ext uri="{FF2B5EF4-FFF2-40B4-BE49-F238E27FC236}">
                <a16:creationId xmlns:a16="http://schemas.microsoft.com/office/drawing/2014/main" id="{EFB2D1EE-09DA-5EBD-CD16-35607EA924B8}"/>
              </a:ext>
            </a:extLst>
          </p:cNvPr>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spcBef>
                <a:spcPts val="0"/>
              </a:spcBef>
              <a:spcAft>
                <a:spcPts val="0"/>
              </a:spcAft>
              <a:buNone/>
            </a:pPr>
            <a:r>
              <a:rPr lang="en-US" sz="1200" b="1" u="none" strike="noStrike" dirty="0">
                <a:solidFill>
                  <a:schemeClr val="dk1"/>
                </a:solidFill>
                <a:latin typeface="Arial" panose="020B0604020202020204" pitchFamily="34" charset="0"/>
                <a:sym typeface="Arial"/>
              </a:rPr>
              <a:t>Key Message:</a:t>
            </a:r>
            <a:endParaRPr b="1" dirty="0">
              <a:latin typeface="Arial" panose="020B0604020202020204" pitchFamily="34" charset="0"/>
            </a:endParaRPr>
          </a:p>
          <a:p>
            <a:pPr marL="0" lvl="0" indent="0" algn="l" rtl="0">
              <a:spcBef>
                <a:spcPts val="0"/>
              </a:spcBef>
              <a:spcAft>
                <a:spcPts val="0"/>
              </a:spcAft>
              <a:buNone/>
            </a:pPr>
            <a:endParaRPr sz="1200" b="1" u="none" strike="noStrike" dirty="0">
              <a:solidFill>
                <a:schemeClr val="dk1"/>
              </a:solidFill>
              <a:latin typeface="Arial" panose="020B0604020202020204" pitchFamily="34" charset="0"/>
              <a:sym typeface="Arial"/>
            </a:endParaRPr>
          </a:p>
          <a:p>
            <a:pPr marL="0" lvl="0" indent="0" algn="l" rtl="0">
              <a:spcBef>
                <a:spcPts val="0"/>
              </a:spcBef>
              <a:spcAft>
                <a:spcPts val="0"/>
              </a:spcAft>
              <a:buNone/>
            </a:pPr>
            <a:r>
              <a:rPr lang="en-US" sz="1200" b="1" u="none" strike="noStrike" dirty="0">
                <a:solidFill>
                  <a:schemeClr val="dk1"/>
                </a:solidFill>
                <a:latin typeface="Arial" panose="020B0604020202020204" pitchFamily="34" charset="0"/>
                <a:sym typeface="Arial"/>
              </a:rPr>
              <a:t>Talk Track:</a:t>
            </a:r>
            <a:endParaRPr b="1" dirty="0">
              <a:latin typeface="Arial" panose="020B0604020202020204" pitchFamily="34" charset="0"/>
            </a:endParaRPr>
          </a:p>
          <a:p>
            <a:pPr marL="0" lvl="0" indent="0" algn="l" rtl="0">
              <a:spcBef>
                <a:spcPts val="0"/>
              </a:spcBef>
              <a:spcAft>
                <a:spcPts val="0"/>
              </a:spcAft>
              <a:buNone/>
            </a:pPr>
            <a:endParaRPr sz="1200" b="1" u="none" strike="noStrike" dirty="0">
              <a:solidFill>
                <a:schemeClr val="dk1"/>
              </a:solidFill>
              <a:latin typeface="Arial" panose="020B0604020202020204" pitchFamily="34" charset="0"/>
              <a:sym typeface="Arial"/>
            </a:endParaRPr>
          </a:p>
          <a:p>
            <a:pPr marL="0" lvl="0" indent="0" algn="l" rtl="0">
              <a:spcBef>
                <a:spcPts val="0"/>
              </a:spcBef>
              <a:spcAft>
                <a:spcPts val="0"/>
              </a:spcAft>
              <a:buNone/>
            </a:pPr>
            <a:r>
              <a:rPr lang="en-US" sz="1200" b="1" u="none" strike="noStrike" dirty="0">
                <a:solidFill>
                  <a:schemeClr val="dk1"/>
                </a:solidFill>
                <a:latin typeface="Arial" panose="020B0604020202020204" pitchFamily="34" charset="0"/>
                <a:sym typeface="Arial"/>
              </a:rPr>
              <a:t>Notes:</a:t>
            </a:r>
            <a:endParaRPr sz="1200" b="1" u="none" strike="noStrike" dirty="0">
              <a:solidFill>
                <a:schemeClr val="dk1"/>
              </a:solidFill>
              <a:latin typeface="Arial" panose="020B0604020202020204" pitchFamily="34" charset="0"/>
              <a:sym typeface="Arial"/>
            </a:endParaRPr>
          </a:p>
          <a:p>
            <a:pPr marL="0" lvl="0" indent="0" algn="l" rtl="0">
              <a:spcBef>
                <a:spcPts val="0"/>
              </a:spcBef>
              <a:spcAft>
                <a:spcPts val="0"/>
              </a:spcAft>
              <a:buNone/>
            </a:pPr>
            <a:endParaRPr sz="1200" b="1" u="none" strike="noStrike" dirty="0">
              <a:solidFill>
                <a:schemeClr val="dk1"/>
              </a:solidFill>
              <a:latin typeface="Arial" panose="020B0604020202020204" pitchFamily="34" charset="0"/>
              <a:sym typeface="Arial"/>
            </a:endParaRPr>
          </a:p>
          <a:p>
            <a:pPr marL="0" lvl="0" indent="0" algn="l" rtl="0">
              <a:spcBef>
                <a:spcPts val="0"/>
              </a:spcBef>
              <a:spcAft>
                <a:spcPts val="0"/>
              </a:spcAft>
              <a:buNone/>
            </a:pPr>
            <a:r>
              <a:rPr lang="en-AU" sz="1200" b="1" u="none" strike="noStrike" dirty="0">
                <a:solidFill>
                  <a:schemeClr val="dk1"/>
                </a:solidFill>
                <a:latin typeface="Arial" panose="020B0604020202020204" pitchFamily="34" charset="0"/>
                <a:sym typeface="Arial"/>
              </a:rPr>
              <a:t>Resources:</a:t>
            </a:r>
            <a:endParaRPr sz="1200" b="1" u="none" strike="noStrike" dirty="0">
              <a:solidFill>
                <a:schemeClr val="dk1"/>
              </a:solidFill>
              <a:latin typeface="Arial" panose="020B0604020202020204" pitchFamily="34" charset="0"/>
              <a:sym typeface="Arial"/>
            </a:endParaRPr>
          </a:p>
          <a:p>
            <a:pPr marL="0" lvl="0" indent="0" algn="l" rtl="0">
              <a:spcBef>
                <a:spcPts val="0"/>
              </a:spcBef>
              <a:spcAft>
                <a:spcPts val="0"/>
              </a:spcAft>
              <a:buClr>
                <a:schemeClr val="dk1"/>
              </a:buClr>
              <a:buSzPts val="1200"/>
              <a:buFont typeface="Arial"/>
              <a:buNone/>
            </a:pPr>
            <a:endParaRPr sz="1200" dirty="0">
              <a:solidFill>
                <a:schemeClr val="dk1"/>
              </a:solidFill>
              <a:latin typeface="Arial" panose="020B0604020202020204" pitchFamily="34" charset="0"/>
            </a:endParaRPr>
          </a:p>
          <a:p>
            <a:pPr marL="0" lvl="0" indent="0" algn="l" rtl="0">
              <a:spcBef>
                <a:spcPts val="0"/>
              </a:spcBef>
              <a:spcAft>
                <a:spcPts val="0"/>
              </a:spcAft>
              <a:buNone/>
            </a:pPr>
            <a:endParaRPr dirty="0">
              <a:latin typeface="Arial" panose="020B0604020202020204" pitchFamily="34" charset="0"/>
            </a:endParaRPr>
          </a:p>
        </p:txBody>
      </p:sp>
      <p:sp>
        <p:nvSpPr>
          <p:cNvPr id="5876" name="Google Shape;5876;p70:notes">
            <a:extLst>
              <a:ext uri="{FF2B5EF4-FFF2-40B4-BE49-F238E27FC236}">
                <a16:creationId xmlns:a16="http://schemas.microsoft.com/office/drawing/2014/main" id="{5912EE1B-3ABD-52C4-B931-EF9A76FDFC12}"/>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717074"/>
              </a:buClr>
              <a:buSzPts val="1200"/>
              <a:buFont typeface="Arial"/>
              <a:buNone/>
            </a:pPr>
            <a:fld id="{00000000-1234-1234-1234-123412341234}" type="slidenum">
              <a:rPr lang="en-US" sz="1200" u="none" strike="noStrike" cap="none">
                <a:solidFill>
                  <a:srgbClr val="717074"/>
                </a:solidFill>
                <a:sym typeface="Arial"/>
              </a:rPr>
              <a:t>5</a:t>
            </a:fld>
            <a:endParaRPr sz="1200" u="none" strike="noStrike" cap="none" dirty="0">
              <a:solidFill>
                <a:srgbClr val="717074"/>
              </a:solidFill>
              <a:sym typeface="Arial"/>
            </a:endParaRPr>
          </a:p>
        </p:txBody>
      </p:sp>
    </p:spTree>
    <p:extLst>
      <p:ext uri="{BB962C8B-B14F-4D97-AF65-F5344CB8AC3E}">
        <p14:creationId xmlns:p14="http://schemas.microsoft.com/office/powerpoint/2010/main" val="6546127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B3588-B068-2848-445D-28935EAB2B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792E1E-787C-8291-5589-E93FD75FDA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A1EB1C-E0C9-D1E8-063B-069F7CE49D43}"/>
              </a:ext>
            </a:extLst>
          </p:cNvPr>
          <p:cNvSpPr>
            <a:spLocks noGrp="1"/>
          </p:cNvSpPr>
          <p:nvPr>
            <p:ph type="body" idx="1"/>
          </p:nvPr>
        </p:nvSpPr>
        <p:spPr/>
        <p:txBody>
          <a:bodyPr>
            <a:normAutofit fontScale="92500" lnSpcReduction="10000"/>
          </a:bodyPr>
          <a:lstStyle/>
          <a:p>
            <a:pPr marL="0" marR="0" lvl="0" indent="0" algn="l" defTabSz="914400" rtl="0" eaLnBrk="1" fontAlgn="auto" latinLnBrk="0" hangingPunct="1">
              <a:lnSpc>
                <a:spcPct val="100000"/>
              </a:lnSpc>
              <a:spcBef>
                <a:spcPts val="0"/>
              </a:spcBef>
              <a:spcAft>
                <a:spcPts val="0"/>
              </a:spcAft>
              <a:buClr>
                <a:schemeClr val="dk1"/>
              </a:buClr>
              <a:buSzPts val="1100"/>
              <a:buFont typeface="Arial"/>
              <a:buNone/>
              <a:tabLst/>
              <a:defRPr/>
            </a:pPr>
            <a:r>
              <a:rPr lang="en-US" b="1" dirty="0"/>
              <a:t>Key Message:</a:t>
            </a:r>
            <a:br>
              <a:rPr lang="en-US" b="1" dirty="0"/>
            </a:br>
            <a:r>
              <a:rPr lang="en-US" dirty="0">
                <a:extLst>
                  <a:ext uri="http://customooxmlschemas.google.com/">
                    <go:slidesCustomData xmlns:lc="http://schemas.openxmlformats.org/drawingml/2006/lockedCanvas"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0"/>
                  </a:ext>
                </a:extLst>
              </a:rPr>
              <a:t>VMware Cloud Foundation allows IT providers to deliver an application team-ready self-service private cloud for AI, Kubernetes and VM-based applications.</a:t>
            </a:r>
            <a:endParaRPr lang="en-US" dirty="0"/>
          </a:p>
          <a:p>
            <a:pPr marL="0" lvl="0" indent="0" algn="l" rtl="0">
              <a:lnSpc>
                <a:spcPct val="100000"/>
              </a:lnSpc>
              <a:spcBef>
                <a:spcPts val="0"/>
              </a:spcBef>
              <a:spcAft>
                <a:spcPts val="0"/>
              </a:spcAft>
              <a:buClr>
                <a:schemeClr val="dk1"/>
              </a:buClr>
              <a:buSzPts val="1100"/>
              <a:buFont typeface="Arial"/>
              <a:buNone/>
            </a:pPr>
            <a:endParaRPr lang="en-US" dirty="0"/>
          </a:p>
          <a:p>
            <a:pPr marL="0" lvl="0" indent="0" algn="l" rtl="0">
              <a:lnSpc>
                <a:spcPct val="100000"/>
              </a:lnSpc>
              <a:spcBef>
                <a:spcPts val="0"/>
              </a:spcBef>
              <a:spcAft>
                <a:spcPts val="0"/>
              </a:spcAft>
              <a:buClr>
                <a:schemeClr val="dk1"/>
              </a:buClr>
              <a:buSzPts val="1100"/>
              <a:buFont typeface="Arial"/>
              <a:buNone/>
            </a:pPr>
            <a:r>
              <a:rPr lang="en-US" b="1" dirty="0"/>
              <a:t>Talk Track:</a:t>
            </a:r>
            <a:br>
              <a:rPr lang="en-US" b="1" dirty="0"/>
            </a:br>
            <a:r>
              <a:rPr lang="en-US" dirty="0"/>
              <a:t>VCF Automation enables IT to deliver a self-service private cloud for AI, Kubernetes, and VM-based applications.  ​</a:t>
            </a:r>
          </a:p>
          <a:p>
            <a:pPr marL="0" lvl="0" indent="0" algn="l" rtl="0">
              <a:lnSpc>
                <a:spcPct val="100000"/>
              </a:lnSpc>
              <a:spcBef>
                <a:spcPts val="0"/>
              </a:spcBef>
              <a:spcAft>
                <a:spcPts val="0"/>
              </a:spcAft>
              <a:buClr>
                <a:schemeClr val="dk1"/>
              </a:buClr>
              <a:buSzPts val="1100"/>
              <a:buFont typeface="Arial"/>
              <a:buNone/>
            </a:pPr>
            <a:r>
              <a:rPr lang="en-US" dirty="0"/>
              <a:t>​</a:t>
            </a:r>
          </a:p>
          <a:p>
            <a:pPr marL="0" lvl="0" indent="0" algn="l" rtl="0">
              <a:lnSpc>
                <a:spcPct val="100000"/>
              </a:lnSpc>
              <a:spcBef>
                <a:spcPts val="0"/>
              </a:spcBef>
              <a:spcAft>
                <a:spcPts val="0"/>
              </a:spcAft>
              <a:buClr>
                <a:schemeClr val="dk1"/>
              </a:buClr>
              <a:buSzPts val="1100"/>
              <a:buFont typeface="Arial"/>
              <a:buNone/>
            </a:pPr>
            <a:r>
              <a:rPr lang="en-US" dirty="0"/>
              <a:t>The solution makes it easier for IT teams (providers of IT services) to jump-start and scale a multi-tenant cloud with new public cloud-like IaaS Services (in addition to a curated self-service catalog) to help bring applications to market faster, while maintaining control with governance and policies.  ​</a:t>
            </a:r>
          </a:p>
          <a:p>
            <a:pPr marL="0" lvl="0" indent="0" algn="l" rtl="0">
              <a:lnSpc>
                <a:spcPct val="100000"/>
              </a:lnSpc>
              <a:spcBef>
                <a:spcPts val="0"/>
              </a:spcBef>
              <a:spcAft>
                <a:spcPts val="0"/>
              </a:spcAft>
              <a:buClr>
                <a:schemeClr val="dk1"/>
              </a:buClr>
              <a:buSzPts val="1100"/>
              <a:buFont typeface="Arial"/>
              <a:buNone/>
            </a:pPr>
            <a:r>
              <a:rPr lang="en-US" dirty="0"/>
              <a:t>​</a:t>
            </a:r>
          </a:p>
          <a:p>
            <a:pPr marL="0" lvl="0" indent="0" algn="l" rtl="0">
              <a:lnSpc>
                <a:spcPct val="100000"/>
              </a:lnSpc>
              <a:spcBef>
                <a:spcPts val="0"/>
              </a:spcBef>
              <a:spcAft>
                <a:spcPts val="0"/>
              </a:spcAft>
              <a:buClr>
                <a:schemeClr val="dk1"/>
              </a:buClr>
              <a:buSzPts val="1100"/>
              <a:buFont typeface="Arial"/>
              <a:buNone/>
            </a:pPr>
            <a:r>
              <a:rPr lang="en-US" dirty="0"/>
              <a:t>VCF Automation helps VI Admins evolve into Cloud Admins (Enterprise IT Admin) that can offer self-service consumption of infrastructure resources “as a Service” to application teams (developers, DevOps Engineers, data scientists, and low-tech users).</a:t>
            </a:r>
          </a:p>
          <a:p>
            <a:pPr marL="0" lvl="0" indent="0" algn="l" rtl="0">
              <a:lnSpc>
                <a:spcPct val="100000"/>
              </a:lnSpc>
              <a:spcBef>
                <a:spcPts val="0"/>
              </a:spcBef>
              <a:spcAft>
                <a:spcPts val="0"/>
              </a:spcAft>
              <a:buClr>
                <a:schemeClr val="dk1"/>
              </a:buClr>
              <a:buSzPts val="1100"/>
              <a:buFont typeface="Arial"/>
              <a:buNone/>
            </a:pPr>
            <a:r>
              <a:rPr lang="en-US" dirty="0"/>
              <a:t>​</a:t>
            </a:r>
          </a:p>
          <a:p>
            <a:pPr marL="0" lvl="0" indent="0" algn="l" rtl="0">
              <a:lnSpc>
                <a:spcPct val="115000"/>
              </a:lnSpc>
              <a:spcBef>
                <a:spcPts val="0"/>
              </a:spcBef>
              <a:spcAft>
                <a:spcPts val="0"/>
              </a:spcAft>
              <a:buClr>
                <a:schemeClr val="dk1"/>
              </a:buClr>
              <a:buSzPts val="1100"/>
              <a:buFont typeface="Arial"/>
              <a:buNone/>
            </a:pPr>
            <a:r>
              <a:rPr lang="en-US" dirty="0"/>
              <a:t>With VCF Automation, IT Admins can support a Modern Cloud Interface with Supervisor Services, Infrastructure as Code, Private AI Automation, Workload Lifecycle Management, Orchestration &amp; Extensibility, Governance &amp; Policies, Tenant Management, and Content Management.  </a:t>
            </a:r>
            <a:r>
              <a:rPr lang="en-US" dirty="0">
                <a:solidFill>
                  <a:srgbClr val="444444"/>
                </a:solidFill>
                <a:highlight>
                  <a:srgbClr val="F5F5F5"/>
                </a:highlight>
                <a:latin typeface="Arial"/>
                <a:ea typeface="Arial"/>
                <a:cs typeface="Arial"/>
                <a:sym typeface="Arial"/>
              </a:rPr>
              <a:t>​</a:t>
            </a:r>
          </a:p>
          <a:p>
            <a:pPr marL="0" lvl="0" indent="0" algn="l" rtl="0">
              <a:lnSpc>
                <a:spcPct val="115000"/>
              </a:lnSpc>
              <a:spcBef>
                <a:spcPts val="0"/>
              </a:spcBef>
              <a:spcAft>
                <a:spcPts val="0"/>
              </a:spcAft>
              <a:buClr>
                <a:schemeClr val="dk1"/>
              </a:buClr>
              <a:buSzPts val="1100"/>
              <a:buFont typeface="Arial"/>
              <a:buNone/>
            </a:pPr>
            <a:r>
              <a:rPr lang="en-US" dirty="0">
                <a:solidFill>
                  <a:srgbClr val="444444"/>
                </a:solidFill>
                <a:highlight>
                  <a:srgbClr val="F5F5F5"/>
                </a:highlight>
                <a:latin typeface="Arial"/>
                <a:ea typeface="Arial"/>
                <a:cs typeface="Arial"/>
                <a:sym typeface="Arial"/>
              </a:rPr>
              <a:t>​</a:t>
            </a:r>
          </a:p>
          <a:p>
            <a:pPr marL="0" lvl="0" indent="0" algn="l" rtl="0">
              <a:lnSpc>
                <a:spcPct val="115000"/>
              </a:lnSpc>
              <a:spcBef>
                <a:spcPts val="0"/>
              </a:spcBef>
              <a:spcAft>
                <a:spcPts val="0"/>
              </a:spcAft>
              <a:buClr>
                <a:schemeClr val="dk1"/>
              </a:buClr>
              <a:buSzPts val="1100"/>
              <a:buFont typeface="Arial"/>
              <a:buNone/>
            </a:pPr>
            <a:r>
              <a:rPr lang="en-US" dirty="0">
                <a:solidFill>
                  <a:srgbClr val="717074"/>
                </a:solidFill>
                <a:highlight>
                  <a:srgbClr val="F5F5F5"/>
                </a:highlight>
                <a:latin typeface="Arial"/>
                <a:ea typeface="Arial"/>
                <a:cs typeface="Arial"/>
                <a:sym typeface="Arial"/>
              </a:rPr>
              <a:t>With these capabilities, the solution enables application teams to get the necessary infrastructure and make changes when needed.  Application teams (the private cloud consumers) are no longer forced to worry about the intricacies of the underlying infrastructure and can focus on application development.  </a:t>
            </a:r>
            <a:r>
              <a:rPr lang="en-US" dirty="0">
                <a:solidFill>
                  <a:srgbClr val="444444"/>
                </a:solidFill>
                <a:highlight>
                  <a:srgbClr val="F5F5F5"/>
                </a:highlight>
                <a:latin typeface="Arial"/>
                <a:ea typeface="Arial"/>
                <a:cs typeface="Arial"/>
                <a:sym typeface="Arial"/>
              </a:rPr>
              <a:t>​</a:t>
            </a:r>
          </a:p>
          <a:p>
            <a:pPr marL="0" lvl="0" indent="0" algn="l" rtl="0">
              <a:lnSpc>
                <a:spcPct val="100000"/>
              </a:lnSpc>
              <a:spcBef>
                <a:spcPts val="0"/>
              </a:spcBef>
              <a:spcAft>
                <a:spcPts val="0"/>
              </a:spcAft>
              <a:buSzPts val="1400"/>
              <a:buNone/>
            </a:pPr>
            <a:endParaRPr lang="en-US" dirty="0"/>
          </a:p>
          <a:p>
            <a:r>
              <a:rPr lang="en-US" b="1" dirty="0"/>
              <a:t>Notes:</a:t>
            </a:r>
          </a:p>
          <a:p>
            <a:br>
              <a:rPr lang="en-US" b="1" dirty="0"/>
            </a:br>
            <a:r>
              <a:rPr lang="en-US" b="1" dirty="0"/>
              <a:t>Resources:</a:t>
            </a:r>
          </a:p>
        </p:txBody>
      </p:sp>
      <p:sp>
        <p:nvSpPr>
          <p:cNvPr id="4" name="Slide Number Placeholder 3">
            <a:extLst>
              <a:ext uri="{FF2B5EF4-FFF2-40B4-BE49-F238E27FC236}">
                <a16:creationId xmlns:a16="http://schemas.microsoft.com/office/drawing/2014/main" id="{367F85F5-80AE-5EBE-0E2B-0361532F043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16699678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sz="1200" b="1" dirty="0"/>
              <a:t>Key Message:</a:t>
            </a:r>
          </a:p>
          <a:p>
            <a:pPr marL="0" lvl="0" indent="0" algn="l" rtl="0">
              <a:spcBef>
                <a:spcPts val="0"/>
              </a:spcBef>
              <a:spcAft>
                <a:spcPts val="0"/>
              </a:spcAft>
              <a:buNone/>
            </a:pPr>
            <a:r>
              <a:rPr lang="en-US" sz="1200" dirty="0"/>
              <a:t>VCF Automation empowers you to consume the cloud by offering an integrated experience</a:t>
            </a:r>
            <a:endParaRPr lang="en-US" dirty="0"/>
          </a:p>
          <a:p>
            <a:br>
              <a:rPr lang="en-US" sz="1200" dirty="0"/>
            </a:br>
            <a:r>
              <a:rPr lang="en-US" sz="1200" b="1" dirty="0"/>
              <a:t>Talk Track:</a:t>
            </a:r>
            <a:endParaRPr lang="en-US" dirty="0"/>
          </a:p>
          <a:p>
            <a:pPr marL="0" lvl="0" indent="0" algn="l" rtl="0">
              <a:lnSpc>
                <a:spcPct val="100000"/>
              </a:lnSpc>
              <a:spcBef>
                <a:spcPts val="0"/>
              </a:spcBef>
              <a:spcAft>
                <a:spcPts val="0"/>
              </a:spcAft>
              <a:buSzPts val="1400"/>
              <a:buNone/>
            </a:pPr>
            <a:r>
              <a:rPr lang="en-US" dirty="0"/>
              <a:t>If we want to talk about what’s NEW in VCF Automation in one snapshot slide, this is it. Three key strategic pillars comprise VCF Automation.</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One is </a:t>
            </a:r>
            <a:r>
              <a:rPr lang="en-US" b="0" u="sng" dirty="0"/>
              <a:t>Tenant Management</a:t>
            </a:r>
            <a:r>
              <a:rPr lang="en-US" b="0" dirty="0"/>
              <a:t>, which helps the IT Admins and the Service Providers take their VCF Infrastructure and allocate pieces of the infrastructure to tenants. These tenants could be either end customers in the case of a Service Provider or just internal lines of businesses in the case of Enterprise IT. </a:t>
            </a:r>
          </a:p>
          <a:p>
            <a:pPr marL="0" lvl="0" indent="0" algn="l" rtl="0">
              <a:lnSpc>
                <a:spcPct val="100000"/>
              </a:lnSpc>
              <a:spcBef>
                <a:spcPts val="0"/>
              </a:spcBef>
              <a:spcAft>
                <a:spcPts val="0"/>
              </a:spcAft>
              <a:buSzPts val="1400"/>
              <a:buNone/>
            </a:pPr>
            <a:r>
              <a:rPr lang="en-US" b="0" dirty="0"/>
              <a:t>A good example would be Rackspace, a Service Provider with Coke and Pepsi as tenants. </a:t>
            </a:r>
          </a:p>
          <a:p>
            <a:pPr marL="0" lvl="0" indent="0" algn="l" rtl="0">
              <a:lnSpc>
                <a:spcPct val="100000"/>
              </a:lnSpc>
              <a:spcBef>
                <a:spcPts val="0"/>
              </a:spcBef>
              <a:spcAft>
                <a:spcPts val="0"/>
              </a:spcAft>
              <a:buSzPts val="1400"/>
              <a:buNone/>
            </a:pPr>
            <a:endParaRPr lang="en-US" b="0" dirty="0"/>
          </a:p>
          <a:p>
            <a:pPr marL="0" lvl="0" indent="0" algn="l" rtl="0">
              <a:lnSpc>
                <a:spcPct val="100000"/>
              </a:lnSpc>
              <a:spcBef>
                <a:spcPts val="0"/>
              </a:spcBef>
              <a:spcAft>
                <a:spcPts val="0"/>
              </a:spcAft>
              <a:buSzPts val="1400"/>
              <a:buNone/>
            </a:pPr>
            <a:r>
              <a:rPr lang="en-US" b="0" dirty="0"/>
              <a:t>The Service Provider can use the </a:t>
            </a:r>
            <a:r>
              <a:rPr lang="en-US" b="0" u="sng" dirty="0"/>
              <a:t>Tenant Management </a:t>
            </a:r>
            <a:r>
              <a:rPr lang="en-US" b="0" dirty="0"/>
              <a:t>functionality to carve out the VCF infrastructure among one or many tenants.</a:t>
            </a:r>
          </a:p>
          <a:p>
            <a:pPr marL="0" lvl="0" indent="0" algn="l" rtl="0">
              <a:lnSpc>
                <a:spcPct val="100000"/>
              </a:lnSpc>
              <a:spcBef>
                <a:spcPts val="0"/>
              </a:spcBef>
              <a:spcAft>
                <a:spcPts val="0"/>
              </a:spcAft>
              <a:buSzPts val="1400"/>
              <a:buNone/>
            </a:pPr>
            <a:r>
              <a:rPr lang="en-US" b="0" dirty="0"/>
              <a:t>Another example in the enterprise use case is Broadcom IT. They are using this capability for their 26 divisions to share one extensive VCF infrastructure, and they are using </a:t>
            </a:r>
            <a:r>
              <a:rPr lang="en-US" b="0" u="sng" dirty="0"/>
              <a:t>Tenant Management</a:t>
            </a:r>
            <a:r>
              <a:rPr lang="en-US" b="0" dirty="0"/>
              <a:t> to allocate infrastructure to each division, like the VCF division, Tanzu division, ANS division, etc. </a:t>
            </a:r>
          </a:p>
          <a:p>
            <a:pPr marL="0" lvl="0" indent="0" algn="l" rtl="0">
              <a:lnSpc>
                <a:spcPct val="100000"/>
              </a:lnSpc>
              <a:spcBef>
                <a:spcPts val="0"/>
              </a:spcBef>
              <a:spcAft>
                <a:spcPts val="0"/>
              </a:spcAft>
              <a:buSzPts val="1400"/>
              <a:buNone/>
            </a:pPr>
            <a:r>
              <a:rPr lang="en-US" b="0" dirty="0"/>
              <a:t>Beyond organizing and allocating resources in </a:t>
            </a:r>
            <a:r>
              <a:rPr lang="en-US" b="0" u="sng" dirty="0"/>
              <a:t>Tenant Management, </a:t>
            </a:r>
            <a:r>
              <a:rPr lang="en-US" b="0" dirty="0"/>
              <a:t>we also consider tenant identity providers. Each tenant may have their own identity providers.</a:t>
            </a:r>
          </a:p>
          <a:p>
            <a:pPr marL="0" lvl="0" indent="0" algn="l" rtl="0">
              <a:lnSpc>
                <a:spcPct val="100000"/>
              </a:lnSpc>
              <a:spcBef>
                <a:spcPts val="0"/>
              </a:spcBef>
              <a:spcAft>
                <a:spcPts val="0"/>
              </a:spcAft>
              <a:buSzPts val="1400"/>
              <a:buNone/>
            </a:pPr>
            <a:endParaRPr lang="en-US" b="0" dirty="0"/>
          </a:p>
          <a:p>
            <a:pPr marL="0" lvl="0" indent="0" algn="l" rtl="0">
              <a:lnSpc>
                <a:spcPct val="100000"/>
              </a:lnSpc>
              <a:spcBef>
                <a:spcPts val="0"/>
              </a:spcBef>
              <a:spcAft>
                <a:spcPts val="0"/>
              </a:spcAft>
              <a:buSzPts val="1400"/>
              <a:buNone/>
            </a:pPr>
            <a:r>
              <a:rPr lang="en-US" b="0" dirty="0"/>
              <a:t>Last but not least, once the provider allocates these tenants, they want to be able to manage how the tenants are utilizing the environment, so they can perform chargeback functions. So with that first pillar of </a:t>
            </a:r>
            <a:r>
              <a:rPr lang="en-US" b="0" u="sng" dirty="0"/>
              <a:t>Tenant Management </a:t>
            </a:r>
            <a:r>
              <a:rPr lang="en-US" b="0" dirty="0"/>
              <a:t>you may be saying Hey that sounds much like vCD, you know, you’re not wrong. We actually pulled in these capabilities from vCD into VCF Automation. </a:t>
            </a:r>
          </a:p>
          <a:p>
            <a:pPr marL="0" lvl="0" indent="0" algn="l" rtl="0">
              <a:lnSpc>
                <a:spcPct val="100000"/>
              </a:lnSpc>
              <a:spcBef>
                <a:spcPts val="0"/>
              </a:spcBef>
              <a:spcAft>
                <a:spcPts val="0"/>
              </a:spcAft>
              <a:buSzPts val="1400"/>
              <a:buNone/>
            </a:pPr>
            <a:endParaRPr lang="en-US" b="0" dirty="0"/>
          </a:p>
          <a:p>
            <a:pPr marL="0" lvl="0" indent="0" algn="l" rtl="0">
              <a:lnSpc>
                <a:spcPct val="100000"/>
              </a:lnSpc>
              <a:spcBef>
                <a:spcPts val="0"/>
              </a:spcBef>
              <a:spcAft>
                <a:spcPts val="0"/>
              </a:spcAft>
              <a:buSzPts val="1400"/>
              <a:buNone/>
            </a:pPr>
            <a:r>
              <a:rPr lang="en-US" b="0" dirty="0"/>
              <a:t>The middle pillar is </a:t>
            </a:r>
            <a:r>
              <a:rPr lang="en-US" b="0" u="sng" dirty="0"/>
              <a:t>Cloud Governance.</a:t>
            </a:r>
          </a:p>
          <a:p>
            <a:pPr marL="0" lvl="0" indent="0" algn="l" rtl="0">
              <a:lnSpc>
                <a:spcPct val="100000"/>
              </a:lnSpc>
              <a:spcBef>
                <a:spcPts val="0"/>
              </a:spcBef>
              <a:spcAft>
                <a:spcPts val="0"/>
              </a:spcAft>
              <a:buSzPts val="1400"/>
              <a:buNone/>
            </a:pPr>
            <a:r>
              <a:rPr lang="en-US" b="0" u="sng" dirty="0"/>
              <a:t>Cloud Governance </a:t>
            </a:r>
            <a:r>
              <a:rPr lang="en-US" b="0" dirty="0"/>
              <a:t>is all about the tenants or the lines of business admins. Once they receive the allocated infrastructure, they can apply governance policies for their different application teams.</a:t>
            </a:r>
          </a:p>
          <a:p>
            <a:pPr marL="0" lvl="0" indent="0" algn="l" rtl="0">
              <a:lnSpc>
                <a:spcPct val="100000"/>
              </a:lnSpc>
              <a:spcBef>
                <a:spcPts val="0"/>
              </a:spcBef>
              <a:spcAft>
                <a:spcPts val="0"/>
              </a:spcAft>
              <a:buSzPts val="1400"/>
              <a:buNone/>
            </a:pPr>
            <a:r>
              <a:rPr lang="en-US" b="0" dirty="0"/>
              <a:t>This could be quotas, leases, naming, and even resource level policies. Another part of governance among application team admins would be enforcing only specific configuration workloads being provisioned by their end users. They don’t want their end user to be provisioning anything they want.</a:t>
            </a:r>
          </a:p>
          <a:p>
            <a:pPr marL="0" lvl="0" indent="0" algn="l" rtl="0">
              <a:lnSpc>
                <a:spcPct val="100000"/>
              </a:lnSpc>
              <a:spcBef>
                <a:spcPts val="0"/>
              </a:spcBef>
              <a:spcAft>
                <a:spcPts val="0"/>
              </a:spcAft>
              <a:buSzPts val="1400"/>
              <a:buNone/>
            </a:pPr>
            <a:r>
              <a:rPr lang="en-US" b="0" dirty="0"/>
              <a:t>The application team admins may wish to create a blueprint that mandates you must have these kinds of VMs configured in a specific manner, with a particular load balancer connected to it, and the software to install. </a:t>
            </a:r>
          </a:p>
          <a:p>
            <a:pPr marL="0" lvl="0" indent="0" algn="l" rtl="0">
              <a:lnSpc>
                <a:spcPct val="100000"/>
              </a:lnSpc>
              <a:spcBef>
                <a:spcPts val="0"/>
              </a:spcBef>
              <a:spcAft>
                <a:spcPts val="0"/>
              </a:spcAft>
              <a:buSzPts val="1400"/>
              <a:buNone/>
            </a:pPr>
            <a:endParaRPr lang="en-US" b="0" dirty="0"/>
          </a:p>
          <a:p>
            <a:pPr marL="0" lvl="0" indent="0" algn="l" rtl="0">
              <a:lnSpc>
                <a:spcPct val="100000"/>
              </a:lnSpc>
              <a:spcBef>
                <a:spcPts val="0"/>
              </a:spcBef>
              <a:spcAft>
                <a:spcPts val="0"/>
              </a:spcAft>
              <a:buSzPts val="1400"/>
              <a:buNone/>
            </a:pPr>
            <a:r>
              <a:rPr lang="en-US" b="0" dirty="0"/>
              <a:t>So, you can define a blueprint and then publish it as a catalog item for self-service consumption, which is a form of governance that our customers love today.</a:t>
            </a:r>
          </a:p>
          <a:p>
            <a:pPr marL="0" lvl="0" indent="0" algn="l" rtl="0">
              <a:lnSpc>
                <a:spcPct val="100000"/>
              </a:lnSpc>
              <a:spcBef>
                <a:spcPts val="0"/>
              </a:spcBef>
              <a:spcAft>
                <a:spcPts val="0"/>
              </a:spcAft>
              <a:buSzPts val="1400"/>
              <a:buNone/>
            </a:pPr>
            <a:endParaRPr lang="en-US" b="0" dirty="0"/>
          </a:p>
          <a:p>
            <a:pPr marL="0" lvl="0" indent="0" algn="l" rtl="0">
              <a:lnSpc>
                <a:spcPct val="100000"/>
              </a:lnSpc>
              <a:spcBef>
                <a:spcPts val="0"/>
              </a:spcBef>
              <a:spcAft>
                <a:spcPts val="0"/>
              </a:spcAft>
              <a:buSzPts val="1400"/>
              <a:buNone/>
            </a:pPr>
            <a:r>
              <a:rPr lang="en-US" b="0" dirty="0"/>
              <a:t>The third piece of governance is around workflow orchestration. If you think about any kind of provisioning VMs or Kubernetes clusters or anything in the cloud, it’s not a standalone thing. Every VM that is provisioned inevitably requires you to orchestrate many workflows. It could be registering the VM in a CMDB and integrating it with other software. We see this as a norm in every company where they have some workflow orchestration that is required as part of their provisioning process.</a:t>
            </a:r>
          </a:p>
          <a:p>
            <a:pPr marL="0" lvl="0" indent="0" algn="l" rtl="0">
              <a:lnSpc>
                <a:spcPct val="100000"/>
              </a:lnSpc>
              <a:spcBef>
                <a:spcPts val="0"/>
              </a:spcBef>
              <a:spcAft>
                <a:spcPts val="0"/>
              </a:spcAft>
              <a:buSzPts val="1400"/>
              <a:buNone/>
            </a:pPr>
            <a:endParaRPr lang="en-US" b="0" dirty="0"/>
          </a:p>
          <a:p>
            <a:pPr marL="0" lvl="0" indent="0" algn="l" rtl="0">
              <a:lnSpc>
                <a:spcPct val="100000"/>
              </a:lnSpc>
              <a:spcBef>
                <a:spcPts val="0"/>
              </a:spcBef>
              <a:spcAft>
                <a:spcPts val="0"/>
              </a:spcAft>
              <a:buSzPts val="1400"/>
              <a:buNone/>
            </a:pPr>
            <a:r>
              <a:rPr lang="en-US" b="0" dirty="0"/>
              <a:t>The last pillar, the most important from my perspective, is the </a:t>
            </a:r>
            <a:r>
              <a:rPr lang="en-US" b="0" u="sng" dirty="0"/>
              <a:t>End User Experience</a:t>
            </a:r>
            <a:r>
              <a:rPr lang="en-US" b="0" dirty="0"/>
              <a:t>.</a:t>
            </a:r>
          </a:p>
          <a:p>
            <a:pPr marL="0" lvl="0" indent="0" algn="l" rtl="0">
              <a:lnSpc>
                <a:spcPct val="100000"/>
              </a:lnSpc>
              <a:spcBef>
                <a:spcPts val="0"/>
              </a:spcBef>
              <a:spcAft>
                <a:spcPts val="0"/>
              </a:spcAft>
              <a:buSzPts val="1400"/>
              <a:buNone/>
            </a:pPr>
            <a:r>
              <a:rPr lang="en-US" b="0" dirty="0"/>
              <a:t>The End User we mentioned before gets a self-service catalog-based experience of curated blueprint content from the providers, the line of business admins, or the application team admins. In addition, these end users, for the first time, also get a public cloud-like IaaS surface for VCF. When they enter the VCF private cloud organization portal, they automatically start seeing IaaS services like virtual machine provisioning, Kubernetes provisioning, network, etc. </a:t>
            </a:r>
          </a:p>
          <a:p>
            <a:pPr marL="0" lvl="0" indent="0" algn="l" rtl="0">
              <a:lnSpc>
                <a:spcPct val="100000"/>
              </a:lnSpc>
              <a:spcBef>
                <a:spcPts val="0"/>
              </a:spcBef>
              <a:spcAft>
                <a:spcPts val="0"/>
              </a:spcAft>
              <a:buSzPts val="1400"/>
              <a:buNone/>
            </a:pPr>
            <a:endParaRPr lang="en-US" b="0" dirty="0"/>
          </a:p>
          <a:p>
            <a:pPr marL="0" lvl="0" indent="0" algn="l" rtl="0">
              <a:lnSpc>
                <a:spcPct val="100000"/>
              </a:lnSpc>
              <a:spcBef>
                <a:spcPts val="0"/>
              </a:spcBef>
              <a:spcAft>
                <a:spcPts val="0"/>
              </a:spcAft>
              <a:buSzPts val="1400"/>
              <a:buNone/>
            </a:pPr>
            <a:r>
              <a:rPr lang="en-US" b="0" dirty="0"/>
              <a:t>With this </a:t>
            </a:r>
            <a:r>
              <a:rPr lang="en-US" b="0" u="sng" dirty="0"/>
              <a:t>End User Experience</a:t>
            </a:r>
            <a:r>
              <a:rPr lang="en-US" b="1" dirty="0"/>
              <a:t>, </a:t>
            </a:r>
            <a:r>
              <a:rPr lang="en-US" b="0" dirty="0"/>
              <a:t>we offer a wide range of extensible services like object storage, data services, and backup, with the vSphere supervisor providing this capability. We take the power of the supervisor-based services and expose them to the end users through VCF Automation.</a:t>
            </a:r>
          </a:p>
          <a:p>
            <a:pPr marL="0" lvl="0" indent="0" algn="l" rtl="0">
              <a:lnSpc>
                <a:spcPct val="100000"/>
              </a:lnSpc>
              <a:spcBef>
                <a:spcPts val="0"/>
              </a:spcBef>
              <a:spcAft>
                <a:spcPts val="0"/>
              </a:spcAft>
              <a:buSzPts val="1400"/>
              <a:buNone/>
            </a:pPr>
            <a:endParaRPr lang="en-US" b="0" dirty="0"/>
          </a:p>
          <a:p>
            <a:pPr marL="0" lvl="0" indent="0" algn="l" rtl="0">
              <a:lnSpc>
                <a:spcPct val="100000"/>
              </a:lnSpc>
              <a:spcBef>
                <a:spcPts val="0"/>
              </a:spcBef>
              <a:spcAft>
                <a:spcPts val="0"/>
              </a:spcAft>
              <a:buSzPts val="1400"/>
              <a:buNone/>
            </a:pPr>
            <a:r>
              <a:rPr lang="en-US" b="0" dirty="0"/>
              <a:t>So, looking at these three pillars, you will know that it’s not just an incremental upgrade. This brings together the tenant management capabilities from vCD, the governance, projects, and blueprint capabilities from Aria Automation, along with the new supervisor-based capabilities in vSphere for the end users. All of this put together is the new VCF Automation.</a:t>
            </a:r>
          </a:p>
          <a:p>
            <a:pPr marL="0" lvl="0" indent="0" algn="l" rtl="0">
              <a:lnSpc>
                <a:spcPct val="80000"/>
              </a:lnSpc>
              <a:spcBef>
                <a:spcPts val="0"/>
              </a:spcBef>
              <a:spcAft>
                <a:spcPts val="0"/>
              </a:spcAft>
              <a:buNone/>
            </a:pPr>
            <a:endParaRPr lang="en-US" sz="1200" b="1" dirty="0">
              <a:latin typeface="Metropolis" pitchFamily="2" charset="77"/>
            </a:endParaRPr>
          </a:p>
          <a:p>
            <a:pPr marL="0" lvl="0" indent="0" algn="l" rtl="0">
              <a:lnSpc>
                <a:spcPct val="80000"/>
              </a:lnSpc>
              <a:spcBef>
                <a:spcPts val="0"/>
              </a:spcBef>
              <a:spcAft>
                <a:spcPts val="0"/>
              </a:spcAft>
              <a:buNone/>
            </a:pPr>
            <a:r>
              <a:rPr lang="en-US" sz="1200" b="1" dirty="0">
                <a:latin typeface="Metropolis" pitchFamily="2" charset="77"/>
              </a:rPr>
              <a:t>Notes:</a:t>
            </a:r>
            <a:endParaRPr lang="en-US" b="1" dirty="0">
              <a:latin typeface="Metropolis" pitchFamily="2" charset="77"/>
            </a:endParaRPr>
          </a:p>
          <a:p>
            <a:pPr marL="0" lvl="0" indent="0" algn="l" rtl="0">
              <a:lnSpc>
                <a:spcPct val="100000"/>
              </a:lnSpc>
              <a:spcBef>
                <a:spcPts val="0"/>
              </a:spcBef>
              <a:spcAft>
                <a:spcPts val="0"/>
              </a:spcAft>
              <a:buSzPts val="1400"/>
              <a:buNone/>
            </a:pPr>
            <a:r>
              <a:rPr lang="en-US" b="0" u="sng" dirty="0"/>
              <a:t>Tenant Management</a:t>
            </a:r>
          </a:p>
          <a:p>
            <a:pPr marL="457200" lvl="0" indent="-304800" algn="l" rtl="0">
              <a:lnSpc>
                <a:spcPct val="100000"/>
              </a:lnSpc>
              <a:spcBef>
                <a:spcPts val="0"/>
              </a:spcBef>
              <a:spcAft>
                <a:spcPts val="0"/>
              </a:spcAft>
              <a:buSzPts val="1200"/>
              <a:buAutoNum type="arabicPeriod"/>
            </a:pPr>
            <a:r>
              <a:rPr lang="en-US" b="0" u="sng" dirty="0"/>
              <a:t>Organizing and Allocating Tenant Resources</a:t>
            </a:r>
          </a:p>
          <a:p>
            <a:pPr marL="838200" lvl="1" indent="-228600" algn="l" rtl="0">
              <a:lnSpc>
                <a:spcPct val="100000"/>
              </a:lnSpc>
              <a:spcBef>
                <a:spcPts val="0"/>
              </a:spcBef>
              <a:spcAft>
                <a:spcPts val="0"/>
              </a:spcAft>
              <a:buClr>
                <a:schemeClr val="dk1"/>
              </a:buClr>
              <a:buSzPts val="1200"/>
              <a:buFont typeface="+mj-lt"/>
              <a:buAutoNum type="alphaLcPeriod"/>
            </a:pPr>
            <a:r>
              <a:rPr lang="en-US" dirty="0"/>
              <a:t>VMware Cloud Director provides embedded tenant management capabilities, enabling seamless resource allocation for tenants across your cloud environment.</a:t>
            </a:r>
          </a:p>
          <a:p>
            <a:pPr marL="457200" lvl="0" indent="-304800" algn="l" rtl="0">
              <a:lnSpc>
                <a:spcPct val="100000"/>
              </a:lnSpc>
              <a:spcBef>
                <a:spcPts val="0"/>
              </a:spcBef>
              <a:spcAft>
                <a:spcPts val="0"/>
              </a:spcAft>
              <a:buSzPts val="1200"/>
              <a:buAutoNum type="arabicPeriod"/>
            </a:pPr>
            <a:r>
              <a:rPr lang="en-US" b="0" u="sng" dirty="0"/>
              <a:t>Tenant / Line of Business Admin Identity Management</a:t>
            </a:r>
          </a:p>
          <a:p>
            <a:pPr marL="609600" lvl="1" indent="0" algn="l" rtl="0">
              <a:lnSpc>
                <a:spcPct val="100000"/>
              </a:lnSpc>
              <a:spcBef>
                <a:spcPts val="0"/>
              </a:spcBef>
              <a:spcAft>
                <a:spcPts val="0"/>
              </a:spcAft>
              <a:buSzPts val="1200"/>
              <a:buNone/>
            </a:pPr>
            <a:r>
              <a:rPr lang="en-US" dirty="0"/>
              <a:t>Ensure secure and flexible user management with:</a:t>
            </a:r>
          </a:p>
          <a:p>
            <a:pPr marL="838200" marR="0" lvl="1" indent="-228600" algn="l" defTabSz="914400" rtl="0" eaLnBrk="1" fontAlgn="auto" latinLnBrk="0" hangingPunct="1">
              <a:lnSpc>
                <a:spcPct val="100000"/>
              </a:lnSpc>
              <a:spcBef>
                <a:spcPts val="0"/>
              </a:spcBef>
              <a:spcAft>
                <a:spcPts val="0"/>
              </a:spcAft>
              <a:buClrTx/>
              <a:buSzPts val="1200"/>
              <a:buFont typeface="+mj-lt"/>
              <a:buAutoNum type="alphaLcPeriod"/>
              <a:tabLst/>
              <a:defRPr/>
            </a:pPr>
            <a:r>
              <a:rPr lang="en-US" b="0" u="none" dirty="0"/>
              <a:t>Federated Identity: Single sign-on capabilities across the VCF components.</a:t>
            </a:r>
          </a:p>
          <a:p>
            <a:pPr marL="838200" lvl="1" indent="-228600" algn="l" rtl="0">
              <a:lnSpc>
                <a:spcPct val="100000"/>
              </a:lnSpc>
              <a:spcBef>
                <a:spcPts val="0"/>
              </a:spcBef>
              <a:spcAft>
                <a:spcPts val="0"/>
              </a:spcAft>
              <a:buSzPts val="1200"/>
              <a:buFont typeface="+mj-lt"/>
              <a:buAutoNum type="alphaLcPeriod"/>
            </a:pPr>
            <a:r>
              <a:rPr lang="en-US" b="0" u="none" dirty="0"/>
              <a:t>Groups: Simplified management of user groups for policy enforcement.</a:t>
            </a:r>
          </a:p>
          <a:p>
            <a:pPr marL="838200" lvl="1" indent="-228600" algn="l" rtl="0">
              <a:lnSpc>
                <a:spcPct val="100000"/>
              </a:lnSpc>
              <a:spcBef>
                <a:spcPts val="0"/>
              </a:spcBef>
              <a:spcAft>
                <a:spcPts val="0"/>
              </a:spcAft>
              <a:buSzPts val="1200"/>
              <a:buFont typeface="+mj-lt"/>
              <a:buAutoNum type="alphaLcPeriod"/>
            </a:pPr>
            <a:r>
              <a:rPr lang="en-US" b="0" u="none" dirty="0"/>
              <a:t>Custom Roles: Tailor access </a:t>
            </a:r>
            <a:r>
              <a:rPr lang="en-US" dirty="0"/>
              <a:t>control to meet specific tenant or business requirements.</a:t>
            </a:r>
          </a:p>
          <a:p>
            <a:pPr marL="457200" lvl="0" indent="-304800" algn="l" rtl="0">
              <a:lnSpc>
                <a:spcPct val="100000"/>
              </a:lnSpc>
              <a:spcBef>
                <a:spcPts val="0"/>
              </a:spcBef>
              <a:spcAft>
                <a:spcPts val="0"/>
              </a:spcAft>
              <a:buSzPts val="1200"/>
              <a:buAutoNum type="arabicPeriod"/>
            </a:pPr>
            <a:r>
              <a:rPr lang="en-US" b="0" u="sng" dirty="0"/>
              <a:t>Tenant Operations</a:t>
            </a:r>
          </a:p>
          <a:p>
            <a:pPr marL="609600" lvl="1" indent="0" algn="l" rtl="0">
              <a:lnSpc>
                <a:spcPct val="100000"/>
              </a:lnSpc>
              <a:spcBef>
                <a:spcPts val="0"/>
              </a:spcBef>
              <a:spcAft>
                <a:spcPts val="0"/>
              </a:spcAft>
              <a:buSzPts val="1200"/>
              <a:buNone/>
            </a:pPr>
            <a:r>
              <a:rPr lang="en-US" dirty="0"/>
              <a:t>Streamline operational management through:</a:t>
            </a:r>
          </a:p>
          <a:p>
            <a:pPr marL="838200" lvl="1" indent="-228600" algn="l" rtl="0">
              <a:lnSpc>
                <a:spcPct val="100000"/>
              </a:lnSpc>
              <a:spcBef>
                <a:spcPts val="0"/>
              </a:spcBef>
              <a:spcAft>
                <a:spcPts val="0"/>
              </a:spcAft>
              <a:buSzPts val="1200"/>
              <a:buFont typeface="+mj-lt"/>
              <a:buAutoNum type="alphaLcPeriod"/>
            </a:pPr>
            <a:r>
              <a:rPr lang="en-US" b="0" dirty="0"/>
              <a:t>Out of the Box Operations: Access predefined operational workflows for smooth and quick consumption.</a:t>
            </a:r>
          </a:p>
          <a:p>
            <a:pPr marL="838200" lvl="1" indent="-228600" algn="l" rtl="0">
              <a:lnSpc>
                <a:spcPct val="100000"/>
              </a:lnSpc>
              <a:spcBef>
                <a:spcPts val="0"/>
              </a:spcBef>
              <a:spcAft>
                <a:spcPts val="0"/>
              </a:spcAft>
              <a:buSzPts val="1200"/>
              <a:buFont typeface="+mj-lt"/>
              <a:buAutoNum type="alphaLcPeriod"/>
            </a:pPr>
            <a:r>
              <a:rPr lang="en-US" b="0" dirty="0"/>
              <a:t>Capacity and Cost Management: Monitor and optimize cloud resource usage, ensuring efficient utilization and cost savings.</a:t>
            </a:r>
          </a:p>
          <a:p>
            <a:pPr marL="838200" lvl="1" indent="-228600" algn="l" rtl="0">
              <a:lnSpc>
                <a:spcPct val="100000"/>
              </a:lnSpc>
              <a:spcBef>
                <a:spcPts val="0"/>
              </a:spcBef>
              <a:spcAft>
                <a:spcPts val="0"/>
              </a:spcAft>
              <a:buSzPts val="1200"/>
              <a:buFont typeface="+mj-lt"/>
              <a:buAutoNum type="alphaLcPeriod"/>
            </a:pPr>
            <a:r>
              <a:rPr lang="en-US" b="0" dirty="0"/>
              <a:t>Chargeback: Implement </a:t>
            </a:r>
            <a:r>
              <a:rPr lang="en-US" dirty="0"/>
              <a:t>chargeback mechanisms to accurately allocate costs back to business units or tenants.</a:t>
            </a:r>
          </a:p>
          <a:p>
            <a:pPr marL="0" lvl="0" indent="0" algn="l" rtl="0">
              <a:lnSpc>
                <a:spcPct val="100000"/>
              </a:lnSpc>
              <a:spcBef>
                <a:spcPts val="0"/>
              </a:spcBef>
              <a:spcAft>
                <a:spcPts val="0"/>
              </a:spcAft>
              <a:buSzPts val="1400"/>
              <a:buNone/>
            </a:pPr>
            <a:endParaRPr lang="en-US" b="1" dirty="0"/>
          </a:p>
          <a:p>
            <a:pPr marL="0" lvl="0" indent="0" algn="l" rtl="0">
              <a:lnSpc>
                <a:spcPct val="100000"/>
              </a:lnSpc>
              <a:spcBef>
                <a:spcPts val="0"/>
              </a:spcBef>
              <a:spcAft>
                <a:spcPts val="0"/>
              </a:spcAft>
              <a:buSzPts val="1400"/>
              <a:buNone/>
            </a:pPr>
            <a:r>
              <a:rPr lang="en-US" b="0" u="sng" dirty="0"/>
              <a:t>Governance and Policies</a:t>
            </a:r>
          </a:p>
          <a:p>
            <a:pPr marL="457200" lvl="0" indent="-304800" algn="l" rtl="0">
              <a:lnSpc>
                <a:spcPct val="100000"/>
              </a:lnSpc>
              <a:spcBef>
                <a:spcPts val="0"/>
              </a:spcBef>
              <a:spcAft>
                <a:spcPts val="0"/>
              </a:spcAft>
              <a:buSzPts val="1200"/>
              <a:buAutoNum type="arabicPeriod"/>
            </a:pPr>
            <a:r>
              <a:rPr lang="en-US" b="0" u="sng" dirty="0"/>
              <a:t>Governance Policies</a:t>
            </a:r>
          </a:p>
          <a:p>
            <a:pPr marL="609600" lvl="1" indent="0" algn="l" rtl="0">
              <a:lnSpc>
                <a:spcPct val="100000"/>
              </a:lnSpc>
              <a:spcBef>
                <a:spcPts val="0"/>
              </a:spcBef>
              <a:spcAft>
                <a:spcPts val="0"/>
              </a:spcAft>
              <a:buSzPts val="1200"/>
              <a:buNone/>
            </a:pPr>
            <a:r>
              <a:rPr lang="en-US" dirty="0"/>
              <a:t>Enforce critical policies for:</a:t>
            </a:r>
          </a:p>
          <a:p>
            <a:pPr marL="838200" lvl="1" indent="-228600" algn="l" rtl="0">
              <a:lnSpc>
                <a:spcPct val="100000"/>
              </a:lnSpc>
              <a:spcBef>
                <a:spcPts val="0"/>
              </a:spcBef>
              <a:spcAft>
                <a:spcPts val="0"/>
              </a:spcAft>
              <a:buClr>
                <a:schemeClr val="dk1"/>
              </a:buClr>
              <a:buSzPts val="1200"/>
              <a:buFont typeface="+mj-lt"/>
              <a:buAutoNum type="alphaLcPeriod"/>
            </a:pPr>
            <a:r>
              <a:rPr lang="en-US" b="0" dirty="0"/>
              <a:t>Quotas, Leases, Naming, and Showback: Manage resource consumption, naming conventions, and visibility into usage for accountability.</a:t>
            </a:r>
            <a:endParaRPr lang="en-US" b="0" i="0" dirty="0"/>
          </a:p>
          <a:p>
            <a:pPr marL="457200" lvl="0" indent="-304800" algn="l" rtl="0">
              <a:lnSpc>
                <a:spcPct val="100000"/>
              </a:lnSpc>
              <a:spcBef>
                <a:spcPts val="0"/>
              </a:spcBef>
              <a:spcAft>
                <a:spcPts val="0"/>
              </a:spcAft>
              <a:buSzPts val="1200"/>
              <a:buAutoNum type="arabicPeriod"/>
            </a:pPr>
            <a:r>
              <a:rPr lang="en-US" b="0" dirty="0"/>
              <a:t>Application Blueprints</a:t>
            </a:r>
          </a:p>
          <a:p>
            <a:pPr marL="609600" lvl="1" indent="0" algn="l" rtl="0">
              <a:lnSpc>
                <a:spcPct val="100000"/>
              </a:lnSpc>
              <a:spcBef>
                <a:spcPts val="0"/>
              </a:spcBef>
              <a:spcAft>
                <a:spcPts val="0"/>
              </a:spcAft>
              <a:buSzPts val="1200"/>
              <a:buNone/>
            </a:pPr>
            <a:r>
              <a:rPr lang="en-US" b="0" dirty="0"/>
              <a:t>Simplify application deployment and management with pre-defined templates for:</a:t>
            </a:r>
          </a:p>
          <a:p>
            <a:pPr marL="914400" lvl="1" indent="-304800" algn="l" rtl="0">
              <a:lnSpc>
                <a:spcPct val="100000"/>
              </a:lnSpc>
              <a:spcBef>
                <a:spcPts val="0"/>
              </a:spcBef>
              <a:spcAft>
                <a:spcPts val="0"/>
              </a:spcAft>
              <a:buSzPts val="1200"/>
              <a:buFont typeface="+mj-lt"/>
              <a:buAutoNum type="alphaLcPeriod"/>
            </a:pPr>
            <a:r>
              <a:rPr lang="en-US" b="0" dirty="0"/>
              <a:t>Traditional Apps, Modern Apps, and AI/ML Applications: Support </a:t>
            </a:r>
            <a:r>
              <a:rPr lang="en-US" dirty="0"/>
              <a:t>for both legacy applications and modern, dynamic workloads.</a:t>
            </a:r>
            <a:endParaRPr lang="en-US" i="0" dirty="0"/>
          </a:p>
          <a:p>
            <a:pPr marL="457200" lvl="0" indent="-304800" algn="l" rtl="0">
              <a:lnSpc>
                <a:spcPct val="100000"/>
              </a:lnSpc>
              <a:spcBef>
                <a:spcPts val="0"/>
              </a:spcBef>
              <a:spcAft>
                <a:spcPts val="0"/>
              </a:spcAft>
              <a:buSzPts val="1200"/>
              <a:buAutoNum type="arabicPeriod"/>
            </a:pPr>
            <a:r>
              <a:rPr lang="en-US" b="0" u="sng" dirty="0"/>
              <a:t>Workflow Orchestration</a:t>
            </a:r>
          </a:p>
          <a:p>
            <a:pPr marL="609600" lvl="1" indent="0" algn="l" rtl="0">
              <a:lnSpc>
                <a:spcPct val="100000"/>
              </a:lnSpc>
              <a:spcBef>
                <a:spcPts val="0"/>
              </a:spcBef>
              <a:spcAft>
                <a:spcPts val="0"/>
              </a:spcAft>
              <a:buSzPts val="1200"/>
              <a:buNone/>
            </a:pPr>
            <a:r>
              <a:rPr lang="en-US" dirty="0"/>
              <a:t>Automate business and IT processes through:</a:t>
            </a:r>
          </a:p>
          <a:p>
            <a:pPr marL="838200" lvl="1" indent="-228600" algn="l" rtl="0">
              <a:lnSpc>
                <a:spcPct val="100000"/>
              </a:lnSpc>
              <a:spcBef>
                <a:spcPts val="0"/>
              </a:spcBef>
              <a:spcAft>
                <a:spcPts val="0"/>
              </a:spcAft>
              <a:buSzPts val="1200"/>
              <a:buFont typeface="+mj-lt"/>
              <a:buAutoNum type="alphaLcPeriod"/>
            </a:pPr>
            <a:r>
              <a:rPr lang="en-US" b="0" dirty="0"/>
              <a:t>Event-based Extensibility: Trigger workflows based on specific events, ensuring timely and responsive automation.</a:t>
            </a:r>
          </a:p>
          <a:p>
            <a:pPr marL="838200" lvl="1" indent="-228600" algn="l" rtl="0">
              <a:lnSpc>
                <a:spcPct val="100000"/>
              </a:lnSpc>
              <a:spcBef>
                <a:spcPts val="0"/>
              </a:spcBef>
              <a:spcAft>
                <a:spcPts val="0"/>
              </a:spcAft>
              <a:buSzPts val="1200"/>
              <a:buFont typeface="+mj-lt"/>
              <a:buAutoNum type="alphaLcPeriod"/>
            </a:pPr>
            <a:r>
              <a:rPr lang="en-US" b="0" dirty="0"/>
              <a:t>Workflow Orchestration for IT/Business Processes</a:t>
            </a:r>
            <a:r>
              <a:rPr lang="en-US" dirty="0"/>
              <a:t>: Align IT processes with business needs, driving efficiency and flexibility.</a:t>
            </a:r>
          </a:p>
          <a:p>
            <a:pPr marL="914400" lvl="1" indent="-304800" algn="l" rtl="0">
              <a:lnSpc>
                <a:spcPct val="100000"/>
              </a:lnSpc>
              <a:spcBef>
                <a:spcPts val="0"/>
              </a:spcBef>
              <a:spcAft>
                <a:spcPts val="0"/>
              </a:spcAft>
              <a:buSzPts val="1200"/>
              <a:buAutoNum type="alphaLcPeriod" startAt="3"/>
            </a:pPr>
            <a:endParaRPr lang="en-US" dirty="0"/>
          </a:p>
          <a:p>
            <a:pPr marL="0" lvl="0" indent="0" algn="l" rtl="0">
              <a:lnSpc>
                <a:spcPct val="100000"/>
              </a:lnSpc>
              <a:spcBef>
                <a:spcPts val="0"/>
              </a:spcBef>
              <a:spcAft>
                <a:spcPts val="0"/>
              </a:spcAft>
              <a:buClr>
                <a:schemeClr val="dk1"/>
              </a:buClr>
              <a:buSzPts val="450"/>
              <a:buFont typeface="Arial"/>
              <a:buNone/>
            </a:pPr>
            <a:r>
              <a:rPr lang="en-US" b="0" u="sng" dirty="0"/>
              <a:t>Modern Cloud Interface</a:t>
            </a:r>
          </a:p>
          <a:p>
            <a:pPr marL="457200" marR="0" lvl="0" indent="-304800" algn="l" defTabSz="914400" rtl="0" eaLnBrk="1" fontAlgn="auto" latinLnBrk="0" hangingPunct="1">
              <a:lnSpc>
                <a:spcPct val="100000"/>
              </a:lnSpc>
              <a:spcBef>
                <a:spcPts val="0"/>
              </a:spcBef>
              <a:spcAft>
                <a:spcPts val="0"/>
              </a:spcAft>
              <a:buClrTx/>
              <a:buSzPts val="1200"/>
              <a:buFontTx/>
              <a:buAutoNum type="arabicPeriod"/>
              <a:tabLst/>
              <a:defRPr/>
            </a:pPr>
            <a:r>
              <a:rPr lang="en-US" sz="1200" b="0" u="sng" dirty="0">
                <a:solidFill>
                  <a:srgbClr val="3C3C3C"/>
                </a:solidFill>
                <a:latin typeface="Arial"/>
                <a:ea typeface="Arial"/>
                <a:cs typeface="Arial"/>
                <a:sym typeface="Arial"/>
              </a:rPr>
              <a:t>IaaS Surface for VCF</a:t>
            </a:r>
          </a:p>
          <a:p>
            <a:pPr marL="609600" marR="0" lvl="1" indent="0" algn="l" defTabSz="914400" rtl="0" eaLnBrk="1" fontAlgn="auto" latinLnBrk="0" hangingPunct="1">
              <a:lnSpc>
                <a:spcPct val="100000"/>
              </a:lnSpc>
              <a:spcBef>
                <a:spcPts val="0"/>
              </a:spcBef>
              <a:spcAft>
                <a:spcPts val="0"/>
              </a:spcAft>
              <a:buClrTx/>
              <a:buSzPts val="1200"/>
              <a:buFontTx/>
              <a:buNone/>
              <a:tabLst/>
              <a:defRPr/>
            </a:pPr>
            <a:r>
              <a:rPr lang="en-US" dirty="0"/>
              <a:t>Access out-of-the-box IaaS services, which include:</a:t>
            </a:r>
          </a:p>
          <a:p>
            <a:pPr marL="914400" lvl="1" indent="-304800" algn="l" rtl="0">
              <a:lnSpc>
                <a:spcPct val="100000"/>
              </a:lnSpc>
              <a:spcBef>
                <a:spcPts val="0"/>
              </a:spcBef>
              <a:spcAft>
                <a:spcPts val="0"/>
              </a:spcAft>
              <a:buSzPts val="1200"/>
              <a:buAutoNum type="alphaLcPeriod"/>
            </a:pPr>
            <a:r>
              <a:rPr lang="en-US" b="0" dirty="0"/>
              <a:t>VM, Kubernetes, Network, and Storage: Provide </a:t>
            </a:r>
            <a:r>
              <a:rPr lang="en-US" dirty="0"/>
              <a:t>a full spectrum of cloud services to your tenants with a flexible, scalable infrastructure.</a:t>
            </a:r>
          </a:p>
          <a:p>
            <a:pPr marL="457200" lvl="0" indent="-304800" algn="l" rtl="0">
              <a:lnSpc>
                <a:spcPct val="100000"/>
              </a:lnSpc>
              <a:spcBef>
                <a:spcPts val="0"/>
              </a:spcBef>
              <a:spcAft>
                <a:spcPts val="0"/>
              </a:spcAft>
              <a:buSzPts val="1200"/>
              <a:buAutoNum type="arabicPeriod"/>
            </a:pPr>
            <a:r>
              <a:rPr lang="en-US" b="0" u="sng" dirty="0"/>
              <a:t>Application Catalog</a:t>
            </a:r>
          </a:p>
          <a:p>
            <a:pPr marL="609600" lvl="1" indent="0" algn="l" rtl="0">
              <a:lnSpc>
                <a:spcPct val="100000"/>
              </a:lnSpc>
              <a:spcBef>
                <a:spcPts val="0"/>
              </a:spcBef>
              <a:spcAft>
                <a:spcPts val="0"/>
              </a:spcAft>
              <a:buSzPts val="1200"/>
              <a:buNone/>
            </a:pPr>
            <a:r>
              <a:rPr lang="en-US" dirty="0"/>
              <a:t>Access a rich catalog of services with:</a:t>
            </a:r>
          </a:p>
          <a:p>
            <a:pPr marL="914400" lvl="1" indent="-304800" algn="l" rtl="0">
              <a:lnSpc>
                <a:spcPct val="100000"/>
              </a:lnSpc>
              <a:spcBef>
                <a:spcPts val="0"/>
              </a:spcBef>
              <a:spcAft>
                <a:spcPts val="0"/>
              </a:spcAft>
              <a:buSzPts val="1200"/>
              <a:buAutoNum type="alphaLcPeriod"/>
            </a:pPr>
            <a:r>
              <a:rPr lang="en-US" b="0" dirty="0"/>
              <a:t>Pre-curated content from vCenters and application catalogs: Simplify </a:t>
            </a:r>
            <a:r>
              <a:rPr lang="en-US" dirty="0"/>
              <a:t>the deployment and management of applications with ready-to-use templates and resources.</a:t>
            </a:r>
            <a:endParaRPr lang="en-US" dirty="0">
              <a:highlight>
                <a:srgbClr val="FFFF00"/>
              </a:highlight>
            </a:endParaRPr>
          </a:p>
          <a:p>
            <a:pPr marL="457200" marR="0" lvl="0" indent="-304800" algn="l" defTabSz="914400" rtl="0" eaLnBrk="1" fontAlgn="auto" latinLnBrk="0" hangingPunct="1">
              <a:lnSpc>
                <a:spcPct val="100000"/>
              </a:lnSpc>
              <a:spcBef>
                <a:spcPts val="0"/>
              </a:spcBef>
              <a:spcAft>
                <a:spcPts val="0"/>
              </a:spcAft>
              <a:buClrTx/>
              <a:buSzPts val="1200"/>
              <a:buFontTx/>
              <a:buAutoNum type="arabicPeriod"/>
              <a:tabLst/>
              <a:defRPr/>
            </a:pPr>
            <a:r>
              <a:rPr lang="en-US" sz="1200" b="0" u="sng" dirty="0">
                <a:solidFill>
                  <a:srgbClr val="3C3C3C"/>
                </a:solidFill>
                <a:latin typeface="Arial"/>
                <a:ea typeface="Arial"/>
                <a:cs typeface="Arial"/>
                <a:sym typeface="Arial"/>
              </a:rPr>
              <a:t>Extensible Services Ecosystem</a:t>
            </a:r>
          </a:p>
          <a:p>
            <a:pPr marL="609600" marR="0" lvl="1" indent="0" algn="l" defTabSz="914400" rtl="0" eaLnBrk="1" fontAlgn="auto" latinLnBrk="0" hangingPunct="1">
              <a:lnSpc>
                <a:spcPct val="100000"/>
              </a:lnSpc>
              <a:spcBef>
                <a:spcPts val="0"/>
              </a:spcBef>
              <a:spcAft>
                <a:spcPts val="0"/>
              </a:spcAft>
              <a:buClrTx/>
              <a:buSzPts val="1200"/>
              <a:buFontTx/>
              <a:buNone/>
              <a:tabLst/>
              <a:defRPr/>
            </a:pPr>
            <a:r>
              <a:rPr lang="en-US" dirty="0"/>
              <a:t>Manage extensible services through a centralized interface:</a:t>
            </a:r>
          </a:p>
          <a:p>
            <a:pPr marL="914400" lvl="1" indent="-304800" algn="l" rtl="0">
              <a:lnSpc>
                <a:spcPct val="100000"/>
              </a:lnSpc>
              <a:spcBef>
                <a:spcPts val="0"/>
              </a:spcBef>
              <a:spcAft>
                <a:spcPts val="0"/>
              </a:spcAft>
              <a:buSzPts val="1200"/>
              <a:buAutoNum type="alphaLcPeriod"/>
            </a:pPr>
            <a:r>
              <a:rPr lang="en-US" b="0" dirty="0"/>
              <a:t>Object Storage, Data Services, Backup, DR, etc.: Integrate and manage services like object storage, disaster recovery, and backup seamlessly within the </a:t>
            </a:r>
            <a:r>
              <a:rPr lang="en-US" dirty="0"/>
              <a:t>cloud environment.</a:t>
            </a:r>
            <a:endParaRPr lang="en-US" sz="1200" dirty="0">
              <a:latin typeface="Metropolis" pitchFamily="2" charset="77"/>
            </a:endParaRPr>
          </a:p>
          <a:p>
            <a:br>
              <a:rPr lang="en-US" sz="1200" dirty="0"/>
            </a:br>
            <a:r>
              <a:rPr lang="en-US" sz="1200" b="1" dirty="0"/>
              <a:t>Resources:</a:t>
            </a:r>
            <a:br>
              <a:rPr lang="en-US" sz="1200" dirty="0"/>
            </a:br>
            <a:endParaRPr lang="en-US" dirty="0"/>
          </a:p>
        </p:txBody>
      </p:sp>
      <p:sp>
        <p:nvSpPr>
          <p:cNvPr id="459" name="Google Shape;459;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07"/>
        <p:cNvGrpSpPr/>
        <p:nvPr/>
      </p:nvGrpSpPr>
      <p:grpSpPr>
        <a:xfrm>
          <a:off x="0" y="0"/>
          <a:ext cx="0" cy="0"/>
          <a:chOff x="0" y="0"/>
          <a:chExt cx="0" cy="0"/>
        </a:xfrm>
      </p:grpSpPr>
      <p:sp>
        <p:nvSpPr>
          <p:cNvPr id="12608" name="Google Shape;12608;p99: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09" name="Google Shape;12609;p99: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lnSpc>
                <a:spcPct val="50000"/>
              </a:lnSpc>
              <a:spcBef>
                <a:spcPts val="0"/>
              </a:spcBef>
              <a:spcAft>
                <a:spcPts val="0"/>
              </a:spcAft>
              <a:buClr>
                <a:schemeClr val="dk1"/>
              </a:buClr>
              <a:buSzPts val="500"/>
              <a:buFont typeface="Arial"/>
              <a:buNone/>
            </a:pPr>
            <a:r>
              <a:rPr lang="en-US" sz="462" b="1" i="0" dirty="0"/>
              <a:t>Key Message:</a:t>
            </a:r>
            <a:endParaRPr sz="462" i="0" dirty="0"/>
          </a:p>
          <a:p>
            <a:pPr marL="0" lvl="0" indent="0" algn="l" rtl="0">
              <a:lnSpc>
                <a:spcPct val="50000"/>
              </a:lnSpc>
              <a:spcBef>
                <a:spcPts val="0"/>
              </a:spcBef>
              <a:spcAft>
                <a:spcPts val="0"/>
              </a:spcAft>
              <a:buClr>
                <a:srgbClr val="717074"/>
              </a:buClr>
              <a:buSzPts val="625"/>
              <a:buFont typeface="Arial"/>
              <a:buNone/>
            </a:pPr>
            <a:r>
              <a:rPr lang="en-US" sz="578" b="0" i="0" u="none" strike="noStrike" dirty="0">
                <a:solidFill>
                  <a:srgbClr val="717074"/>
                </a:solidFill>
                <a:latin typeface="Arial"/>
                <a:ea typeface="Arial"/>
                <a:cs typeface="Arial"/>
                <a:sym typeface="Arial"/>
              </a:rPr>
              <a:t>In VCF 9.x, Supervisor Services are exposed across your environments and users have a choice to consume these services via UI, CLI, or Kubernetes-native APIs, they’ve got multiple ways to access and consume services — just like they would in a public cloud. Each service is namespace-scoped, meaning they operate within defined resource boundaries. The model provides a self-service experience, and dev teams can move fast as they can consume infrastructure without complexity and ticket wait times. </a:t>
            </a:r>
            <a:endParaRPr sz="462" i="0" dirty="0"/>
          </a:p>
          <a:p>
            <a:pPr marL="0" lvl="0" indent="0" algn="l" rtl="0">
              <a:lnSpc>
                <a:spcPct val="50000"/>
              </a:lnSpc>
              <a:spcBef>
                <a:spcPts val="0"/>
              </a:spcBef>
              <a:spcAft>
                <a:spcPts val="0"/>
              </a:spcAft>
              <a:buClr>
                <a:schemeClr val="dk1"/>
              </a:buClr>
              <a:buSzPts val="500"/>
              <a:buFont typeface="Arial"/>
              <a:buNone/>
            </a:pPr>
            <a:endParaRPr sz="462" i="0" dirty="0"/>
          </a:p>
          <a:p>
            <a:pPr marL="0" lvl="0" indent="0" algn="l" rtl="0">
              <a:lnSpc>
                <a:spcPct val="50000"/>
              </a:lnSpc>
              <a:spcBef>
                <a:spcPts val="0"/>
              </a:spcBef>
              <a:spcAft>
                <a:spcPts val="0"/>
              </a:spcAft>
              <a:buClr>
                <a:schemeClr val="dk1"/>
              </a:buClr>
              <a:buSzPts val="500"/>
              <a:buFont typeface="Arial"/>
              <a:buNone/>
            </a:pPr>
            <a:r>
              <a:rPr lang="en-US" sz="462" b="1" i="0" dirty="0"/>
              <a:t>Talk Track:</a:t>
            </a:r>
            <a:endParaRPr sz="1110" dirty="0"/>
          </a:p>
          <a:p>
            <a:pPr marL="0" marR="0" lvl="0" indent="0" algn="l" rtl="0">
              <a:lnSpc>
                <a:spcPct val="50000"/>
              </a:lnSpc>
              <a:spcBef>
                <a:spcPts val="0"/>
              </a:spcBef>
              <a:spcAft>
                <a:spcPts val="0"/>
              </a:spcAft>
              <a:buClr>
                <a:srgbClr val="000000"/>
              </a:buClr>
              <a:buSzPts val="1400"/>
              <a:buFont typeface="Arial"/>
              <a:buNone/>
            </a:pPr>
            <a:r>
              <a:rPr lang="en-US" sz="462" b="0" i="0" u="none" strike="noStrike" dirty="0">
                <a:solidFill>
                  <a:srgbClr val="717074"/>
                </a:solidFill>
                <a:latin typeface="Arial"/>
                <a:ea typeface="Arial"/>
                <a:cs typeface="Arial"/>
                <a:sym typeface="Arial"/>
              </a:rPr>
              <a:t>In VCF 9.x, Supervisor Services are exposed across your environments, and users have a choice to consume these services via UI, CLI, or Kubernetes-native APIs; they’ve got multiple ways to access and consume services, just like they would in a public cloud. Each service is namespace-scoped, meaning it operates within defined resource boundaries. The model provides a self-service experience; dev teams can move fast as they can consume infrastructure without complexity and wait times for tickets. </a:t>
            </a:r>
            <a:endParaRPr sz="288" i="0" dirty="0"/>
          </a:p>
          <a:p>
            <a:pPr marL="0" lvl="0" indent="0" algn="l" rtl="0">
              <a:lnSpc>
                <a:spcPct val="50000"/>
              </a:lnSpc>
              <a:spcBef>
                <a:spcPts val="0"/>
              </a:spcBef>
              <a:spcAft>
                <a:spcPts val="0"/>
              </a:spcAft>
              <a:buClr>
                <a:schemeClr val="dk1"/>
              </a:buClr>
              <a:buSzPts val="500"/>
              <a:buFont typeface="Arial"/>
              <a:buNone/>
            </a:pPr>
            <a:endParaRPr sz="462" b="1" i="0" dirty="0"/>
          </a:p>
          <a:p>
            <a:pPr marL="0" marR="0" lvl="0" indent="0" algn="l" rtl="0">
              <a:lnSpc>
                <a:spcPct val="50000"/>
              </a:lnSpc>
              <a:spcBef>
                <a:spcPts val="0"/>
              </a:spcBef>
              <a:spcAft>
                <a:spcPts val="0"/>
              </a:spcAft>
              <a:buClr>
                <a:schemeClr val="dk1"/>
              </a:buClr>
              <a:buSzPts val="500"/>
              <a:buFont typeface="Arial"/>
              <a:buNone/>
            </a:pPr>
            <a:r>
              <a:rPr lang="en-US" sz="462" b="1" dirty="0"/>
              <a:t>Notes:</a:t>
            </a:r>
            <a:endParaRPr sz="462" b="1" i="0" dirty="0"/>
          </a:p>
          <a:p>
            <a:pPr marL="0" lvl="0" indent="0" algn="l" rtl="0">
              <a:lnSpc>
                <a:spcPct val="50000"/>
              </a:lnSpc>
              <a:spcBef>
                <a:spcPts val="0"/>
              </a:spcBef>
              <a:spcAft>
                <a:spcPts val="0"/>
              </a:spcAft>
              <a:buClr>
                <a:srgbClr val="717074"/>
              </a:buClr>
              <a:buSzPts val="625"/>
              <a:buFont typeface="Arial"/>
              <a:buNone/>
            </a:pPr>
            <a:r>
              <a:rPr lang="en-US" sz="578" b="0" i="0" u="sng" strike="noStrike" dirty="0">
                <a:solidFill>
                  <a:srgbClr val="717074"/>
                </a:solidFill>
                <a:latin typeface="Arial"/>
                <a:ea typeface="Arial"/>
                <a:cs typeface="Arial"/>
                <a:sym typeface="Arial"/>
              </a:rPr>
              <a:t>Let’s walk through some of the key Core services available out of the box:</a:t>
            </a:r>
            <a:endParaRPr sz="1110" dirty="0"/>
          </a:p>
          <a:p>
            <a:pPr marL="0" lvl="0" indent="0" algn="l" rtl="0">
              <a:lnSpc>
                <a:spcPct val="206000"/>
              </a:lnSpc>
              <a:spcBef>
                <a:spcPts val="0"/>
              </a:spcBef>
              <a:spcAft>
                <a:spcPts val="0"/>
              </a:spcAft>
              <a:buClr>
                <a:schemeClr val="dk1"/>
              </a:buClr>
              <a:buSzPts val="625"/>
              <a:buFont typeface="Arial"/>
              <a:buNone/>
            </a:pPr>
            <a:endParaRPr sz="578" b="0" i="0" u="sng" strike="noStrike" dirty="0">
              <a:solidFill>
                <a:srgbClr val="717074"/>
              </a:solidFill>
              <a:latin typeface="Arial"/>
              <a:ea typeface="Arial"/>
              <a:cs typeface="Arial"/>
              <a:sym typeface="Arial"/>
            </a:endParaRPr>
          </a:p>
          <a:p>
            <a:pPr marL="0" lvl="0" indent="0" algn="l" rtl="0">
              <a:lnSpc>
                <a:spcPct val="206000"/>
              </a:lnSpc>
              <a:spcBef>
                <a:spcPts val="0"/>
              </a:spcBef>
              <a:spcAft>
                <a:spcPts val="0"/>
              </a:spcAft>
              <a:buClr>
                <a:srgbClr val="1F2328"/>
              </a:buClr>
              <a:buSzPts val="625"/>
              <a:buFont typeface="Arial"/>
              <a:buNone/>
            </a:pPr>
            <a:r>
              <a:rPr lang="en-US" sz="578" b="0" u="sng" dirty="0">
                <a:solidFill>
                  <a:srgbClr val="1F2328"/>
                </a:solidFill>
                <a:latin typeface="Arial"/>
                <a:ea typeface="Arial"/>
                <a:cs typeface="Arial"/>
                <a:sym typeface="Arial"/>
              </a:rPr>
              <a:t>VM Service </a:t>
            </a:r>
            <a:r>
              <a:rPr lang="en-US" sz="578" b="0" dirty="0">
                <a:solidFill>
                  <a:srgbClr val="1F2328"/>
                </a:solidFill>
                <a:latin typeface="Arial"/>
                <a:ea typeface="Arial"/>
                <a:cs typeface="Arial"/>
                <a:sym typeface="Arial"/>
              </a:rPr>
              <a:t>- lets users declaratively define and deploy virtual machines using the VM Operator. The VM Service </a:t>
            </a:r>
            <a:r>
              <a:rPr lang="en-US" sz="578" b="0" i="0" u="none" strike="noStrike" dirty="0">
                <a:solidFill>
                  <a:srgbClr val="717074"/>
                </a:solidFill>
                <a:latin typeface="Arial"/>
                <a:ea typeface="Arial"/>
                <a:cs typeface="Arial"/>
                <a:sym typeface="Arial"/>
              </a:rPr>
              <a:t>defines VM specs like CPU, memory, networks, power state, etc. The end user can also configure additional settings like Persistent Volume Claims, Load Balancers, Cloud-Init Scripts. This provides a comprehensive way to deploy a modern app onto a VM.</a:t>
            </a:r>
            <a:endParaRPr sz="1110" dirty="0"/>
          </a:p>
          <a:p>
            <a:pPr marL="0" lvl="0" indent="0" algn="l" rtl="0">
              <a:lnSpc>
                <a:spcPct val="206000"/>
              </a:lnSpc>
              <a:spcBef>
                <a:spcPts val="0"/>
              </a:spcBef>
              <a:spcAft>
                <a:spcPts val="0"/>
              </a:spcAft>
              <a:buClr>
                <a:schemeClr val="dk1"/>
              </a:buClr>
              <a:buSzPts val="625"/>
              <a:buFont typeface="Arial"/>
              <a:buNone/>
            </a:pPr>
            <a:endParaRPr sz="578" b="0" dirty="0">
              <a:solidFill>
                <a:srgbClr val="1F2328"/>
              </a:solidFill>
              <a:latin typeface="Arial"/>
              <a:ea typeface="Arial"/>
              <a:cs typeface="Arial"/>
              <a:sym typeface="Arial"/>
            </a:endParaRPr>
          </a:p>
          <a:p>
            <a:pPr marL="0" lvl="0" indent="0" algn="l" rtl="0">
              <a:lnSpc>
                <a:spcPct val="206000"/>
              </a:lnSpc>
              <a:spcBef>
                <a:spcPts val="0"/>
              </a:spcBef>
              <a:spcAft>
                <a:spcPts val="0"/>
              </a:spcAft>
              <a:buClr>
                <a:srgbClr val="1F2328"/>
              </a:buClr>
              <a:buSzPts val="625"/>
              <a:buFont typeface="Arial"/>
              <a:buNone/>
            </a:pPr>
            <a:r>
              <a:rPr lang="en-US" sz="578" b="0" u="sng" dirty="0">
                <a:solidFill>
                  <a:srgbClr val="1F2328"/>
                </a:solidFill>
                <a:latin typeface="Arial"/>
                <a:ea typeface="Arial"/>
                <a:cs typeface="Arial"/>
                <a:sym typeface="Arial"/>
              </a:rPr>
              <a:t>K8s Service </a:t>
            </a:r>
            <a:r>
              <a:rPr lang="en-US" sz="578" b="0" dirty="0">
                <a:solidFill>
                  <a:srgbClr val="1F2328"/>
                </a:solidFill>
                <a:latin typeface="Arial"/>
                <a:ea typeface="Arial"/>
                <a:cs typeface="Arial"/>
                <a:sym typeface="Arial"/>
              </a:rPr>
              <a:t>- allows you to spin up Kubernetes clusters on demand. </a:t>
            </a:r>
            <a:r>
              <a:rPr lang="en-US" sz="578" b="0" i="0" u="none" strike="noStrike" dirty="0">
                <a:solidFill>
                  <a:srgbClr val="717074"/>
                </a:solidFill>
                <a:latin typeface="Arial"/>
                <a:ea typeface="Arial"/>
                <a:cs typeface="Arial"/>
                <a:sym typeface="Arial"/>
              </a:rPr>
              <a:t>The vSphere Kubernetes Service can be used to deploy Kubernetes clusters quickly and easily, without the overhead of managing complex infrastructure manually. This service handles resource allocation, scalability, fault isolation, certificate management, and much more. One advantage to using this service is that you can deploy multiple versions of Kubernetes, making it perfect for testing new features or ensuring version compatibility for different applications.</a:t>
            </a:r>
            <a:endParaRPr sz="1110" dirty="0"/>
          </a:p>
          <a:p>
            <a:pPr marL="0" lvl="0" indent="0" algn="l" rtl="0">
              <a:lnSpc>
                <a:spcPct val="206000"/>
              </a:lnSpc>
              <a:spcBef>
                <a:spcPts val="0"/>
              </a:spcBef>
              <a:spcAft>
                <a:spcPts val="0"/>
              </a:spcAft>
              <a:buClr>
                <a:schemeClr val="dk1"/>
              </a:buClr>
              <a:buSzPts val="625"/>
              <a:buFont typeface="Arial"/>
              <a:buNone/>
            </a:pPr>
            <a:endParaRPr sz="578" b="0" dirty="0">
              <a:solidFill>
                <a:srgbClr val="1F2328"/>
              </a:solidFill>
              <a:latin typeface="Arial"/>
              <a:ea typeface="Arial"/>
              <a:cs typeface="Arial"/>
              <a:sym typeface="Arial"/>
            </a:endParaRPr>
          </a:p>
          <a:p>
            <a:pPr marL="0" lvl="0" indent="0" algn="l" rtl="0">
              <a:lnSpc>
                <a:spcPct val="206000"/>
              </a:lnSpc>
              <a:spcBef>
                <a:spcPts val="0"/>
              </a:spcBef>
              <a:spcAft>
                <a:spcPts val="0"/>
              </a:spcAft>
              <a:buClr>
                <a:srgbClr val="717074"/>
              </a:buClr>
              <a:buSzPts val="625"/>
              <a:buFont typeface="Arial"/>
              <a:buNone/>
            </a:pPr>
            <a:r>
              <a:rPr lang="en-US" sz="578" b="0" i="0" u="sng" strike="noStrike" dirty="0">
                <a:solidFill>
                  <a:srgbClr val="717074"/>
                </a:solidFill>
                <a:latin typeface="Arial"/>
                <a:ea typeface="Arial"/>
                <a:cs typeface="Arial"/>
                <a:sym typeface="Arial"/>
              </a:rPr>
              <a:t>Networking Service </a:t>
            </a:r>
            <a:r>
              <a:rPr lang="en-US" sz="578" b="0" i="0" u="none" strike="noStrike" dirty="0">
                <a:solidFill>
                  <a:srgbClr val="717074"/>
                </a:solidFill>
                <a:latin typeface="Arial"/>
                <a:ea typeface="Arial"/>
                <a:cs typeface="Arial"/>
                <a:sym typeface="Arial"/>
              </a:rPr>
              <a:t>– is mapped to at least one VPC to a namespace, and within a network service, we can offer full self-service networking, starting from viewing already created VPCs. Networking Service can offer full self-service networking, starting from viewing already created VPCs, networks, and SGs, and then allowing the creation of new subnets and SGs. This is a different approach than creating a catalog item for this, and we are offering much more self-service here that we don’t plan to offer in the traditional approach in previous slide. In the future, we will also allow creation of new VPCs here and offer more complex connectivity for more advanced consumers. </a:t>
            </a:r>
            <a:endParaRPr sz="1110" dirty="0"/>
          </a:p>
          <a:p>
            <a:pPr marL="0" lvl="0" indent="0" algn="l" rtl="0">
              <a:lnSpc>
                <a:spcPct val="206000"/>
              </a:lnSpc>
              <a:spcBef>
                <a:spcPts val="0"/>
              </a:spcBef>
              <a:spcAft>
                <a:spcPts val="0"/>
              </a:spcAft>
              <a:buClr>
                <a:schemeClr val="dk1"/>
              </a:buClr>
              <a:buSzPts val="578"/>
              <a:buFont typeface="Arial"/>
              <a:buNone/>
            </a:pPr>
            <a:endParaRPr sz="578" b="0" i="0" u="none" strike="noStrike" dirty="0">
              <a:solidFill>
                <a:srgbClr val="717074"/>
              </a:solidFill>
              <a:latin typeface="Arial"/>
              <a:ea typeface="Arial"/>
              <a:cs typeface="Arial"/>
              <a:sym typeface="Arial"/>
            </a:endParaRPr>
          </a:p>
          <a:p>
            <a:pPr marL="0" lvl="0" indent="0" algn="l" rtl="0">
              <a:lnSpc>
                <a:spcPct val="206000"/>
              </a:lnSpc>
              <a:spcBef>
                <a:spcPts val="0"/>
              </a:spcBef>
              <a:spcAft>
                <a:spcPts val="0"/>
              </a:spcAft>
              <a:buClr>
                <a:srgbClr val="717074"/>
              </a:buClr>
              <a:buSzPts val="578"/>
              <a:buFont typeface="Arial"/>
              <a:buNone/>
            </a:pPr>
            <a:r>
              <a:rPr lang="en-US" sz="578" b="0" i="0" u="sng" strike="noStrike" dirty="0">
                <a:solidFill>
                  <a:srgbClr val="717074"/>
                </a:solidFill>
                <a:latin typeface="Arial"/>
                <a:ea typeface="Arial"/>
                <a:cs typeface="Arial"/>
                <a:sym typeface="Arial"/>
              </a:rPr>
              <a:t>Now let’s discuss some of the Extended Services:</a:t>
            </a:r>
            <a:endParaRPr sz="1110" dirty="0"/>
          </a:p>
          <a:p>
            <a:pPr marL="0" lvl="0" indent="0" algn="l" rtl="0">
              <a:lnSpc>
                <a:spcPct val="206000"/>
              </a:lnSpc>
              <a:spcBef>
                <a:spcPts val="0"/>
              </a:spcBef>
              <a:spcAft>
                <a:spcPts val="0"/>
              </a:spcAft>
              <a:buClr>
                <a:schemeClr val="dk1"/>
              </a:buClr>
              <a:buSzPts val="578"/>
              <a:buFont typeface="Arial"/>
              <a:buNone/>
            </a:pPr>
            <a:endParaRPr sz="578" b="0" i="0" u="none" strike="noStrike" dirty="0">
              <a:solidFill>
                <a:srgbClr val="717074"/>
              </a:solidFill>
              <a:latin typeface="Arial"/>
              <a:ea typeface="Arial"/>
              <a:cs typeface="Arial"/>
              <a:sym typeface="Arial"/>
            </a:endParaRPr>
          </a:p>
          <a:p>
            <a:pPr marL="514350" lvl="0" indent="-285750" algn="l" rtl="0">
              <a:lnSpc>
                <a:spcPct val="70000"/>
              </a:lnSpc>
              <a:spcBef>
                <a:spcPts val="0"/>
              </a:spcBef>
              <a:spcAft>
                <a:spcPts val="0"/>
              </a:spcAft>
              <a:buClr>
                <a:srgbClr val="717074"/>
              </a:buClr>
              <a:buSzPts val="625"/>
              <a:buFont typeface="Arial"/>
              <a:buChar char="•"/>
            </a:pPr>
            <a:r>
              <a:rPr lang="en-US" sz="578" b="0" i="0" u="sng" strike="noStrike" dirty="0">
                <a:solidFill>
                  <a:srgbClr val="717074"/>
                </a:solidFill>
                <a:latin typeface="Arial"/>
                <a:ea typeface="Arial"/>
                <a:cs typeface="Arial"/>
                <a:sym typeface="Arial"/>
              </a:rPr>
              <a:t>Velero</a:t>
            </a:r>
            <a:r>
              <a:rPr lang="en-US" sz="578" b="1" i="0" u="none" strike="noStrike" dirty="0">
                <a:solidFill>
                  <a:srgbClr val="717074"/>
                </a:solidFill>
                <a:latin typeface="Arial"/>
                <a:ea typeface="Arial"/>
                <a:cs typeface="Arial"/>
                <a:sym typeface="Arial"/>
              </a:rPr>
              <a:t> - </a:t>
            </a:r>
            <a:r>
              <a:rPr lang="en-US" sz="578" b="0" i="0" u="none" strike="noStrike" dirty="0">
                <a:solidFill>
                  <a:srgbClr val="717074"/>
                </a:solidFill>
                <a:latin typeface="Arial"/>
                <a:ea typeface="Arial"/>
                <a:cs typeface="Arial"/>
                <a:sym typeface="Arial"/>
              </a:rPr>
              <a:t>used for data protection in Kubernetes environments. Velero is an open-source tool that helps you </a:t>
            </a:r>
            <a:r>
              <a:rPr lang="en-US" sz="578" b="0" i="0" u="sng" strike="noStrike" dirty="0">
                <a:solidFill>
                  <a:srgbClr val="717074"/>
                </a:solidFill>
                <a:latin typeface="Arial"/>
                <a:ea typeface="Arial"/>
                <a:cs typeface="Arial"/>
                <a:sym typeface="Arial"/>
              </a:rPr>
              <a:t>safely back up and restore cluster resources</a:t>
            </a:r>
            <a:r>
              <a:rPr lang="en-US" sz="578" b="0" i="0" u="none" strike="noStrike" dirty="0">
                <a:solidFill>
                  <a:srgbClr val="717074"/>
                </a:solidFill>
                <a:latin typeface="Arial"/>
                <a:ea typeface="Arial"/>
                <a:cs typeface="Arial"/>
                <a:sym typeface="Arial"/>
              </a:rPr>
              <a:t>, perform disaster recovery, and even </a:t>
            </a:r>
            <a:r>
              <a:rPr lang="en-US" sz="578" b="0" i="0" u="sng" strike="noStrike" dirty="0">
                <a:solidFill>
                  <a:srgbClr val="717074"/>
                </a:solidFill>
                <a:latin typeface="Arial"/>
                <a:ea typeface="Arial"/>
                <a:cs typeface="Arial"/>
                <a:sym typeface="Arial"/>
              </a:rPr>
              <a:t>migrate workloads </a:t>
            </a:r>
            <a:r>
              <a:rPr lang="en-US" sz="578" b="0" i="0" u="none" strike="noStrike" dirty="0">
                <a:solidFill>
                  <a:srgbClr val="717074"/>
                </a:solidFill>
                <a:latin typeface="Arial"/>
                <a:ea typeface="Arial"/>
                <a:cs typeface="Arial"/>
                <a:sym typeface="Arial"/>
              </a:rPr>
              <a:t>between clusters.</a:t>
            </a:r>
            <a:endParaRPr sz="1110" dirty="0"/>
          </a:p>
          <a:p>
            <a:pPr marL="514350" lvl="0" indent="-246061" algn="l" rtl="0">
              <a:lnSpc>
                <a:spcPct val="70000"/>
              </a:lnSpc>
              <a:spcBef>
                <a:spcPts val="0"/>
              </a:spcBef>
              <a:spcAft>
                <a:spcPts val="0"/>
              </a:spcAft>
              <a:buClr>
                <a:schemeClr val="dk1"/>
              </a:buClr>
              <a:buSzPts val="625"/>
              <a:buFont typeface="Arial"/>
              <a:buNone/>
            </a:pPr>
            <a:endParaRPr sz="578" b="0" i="0" u="none" strike="noStrike" dirty="0">
              <a:solidFill>
                <a:srgbClr val="717074"/>
              </a:solidFill>
              <a:latin typeface="Arial"/>
              <a:ea typeface="Arial"/>
              <a:cs typeface="Arial"/>
              <a:sym typeface="Arial"/>
            </a:endParaRPr>
          </a:p>
          <a:p>
            <a:pPr marL="514350" lvl="0" indent="-285750" algn="l" rtl="0">
              <a:lnSpc>
                <a:spcPct val="70000"/>
              </a:lnSpc>
              <a:spcBef>
                <a:spcPts val="0"/>
              </a:spcBef>
              <a:spcAft>
                <a:spcPts val="0"/>
              </a:spcAft>
              <a:buClr>
                <a:srgbClr val="717074"/>
              </a:buClr>
              <a:buSzPts val="625"/>
              <a:buFont typeface="Arial"/>
              <a:buChar char="•"/>
            </a:pPr>
            <a:r>
              <a:rPr lang="en-US" sz="578" b="0" i="0" u="sng" strike="noStrike" dirty="0">
                <a:solidFill>
                  <a:srgbClr val="717074"/>
                </a:solidFill>
                <a:latin typeface="Arial"/>
                <a:ea typeface="Arial"/>
                <a:cs typeface="Arial"/>
                <a:sym typeface="Arial"/>
              </a:rPr>
              <a:t>Cert Manager </a:t>
            </a:r>
            <a:r>
              <a:rPr lang="en-US" sz="578" b="1" i="0" u="none" strike="noStrike" dirty="0">
                <a:solidFill>
                  <a:srgbClr val="717074"/>
                </a:solidFill>
                <a:latin typeface="Arial"/>
                <a:ea typeface="Arial"/>
                <a:cs typeface="Arial"/>
                <a:sym typeface="Arial"/>
              </a:rPr>
              <a:t>- </a:t>
            </a:r>
            <a:r>
              <a:rPr lang="en-US" sz="578" b="0" i="0" u="none" strike="noStrike" dirty="0">
                <a:solidFill>
                  <a:srgbClr val="717074"/>
                </a:solidFill>
                <a:latin typeface="Arial"/>
                <a:ea typeface="Arial"/>
                <a:cs typeface="Arial"/>
                <a:sym typeface="Arial"/>
              </a:rPr>
              <a:t>managing SSL/TLS certificates in Kubernetes.  Manage security of apps without having to manage certs manually.</a:t>
            </a:r>
            <a:endParaRPr sz="1110" dirty="0"/>
          </a:p>
          <a:p>
            <a:pPr marL="685800" lvl="0" indent="-409575" algn="l" rtl="0">
              <a:lnSpc>
                <a:spcPct val="70000"/>
              </a:lnSpc>
              <a:spcBef>
                <a:spcPts val="0"/>
              </a:spcBef>
              <a:spcAft>
                <a:spcPts val="0"/>
              </a:spcAft>
              <a:buClr>
                <a:schemeClr val="dk1"/>
              </a:buClr>
              <a:buSzPts val="750"/>
              <a:buFont typeface="Arial"/>
              <a:buNone/>
            </a:pPr>
            <a:endParaRPr sz="693" b="0" dirty="0"/>
          </a:p>
          <a:p>
            <a:pPr marL="514350" lvl="0" indent="-285750" algn="l" rtl="0">
              <a:lnSpc>
                <a:spcPct val="70000"/>
              </a:lnSpc>
              <a:spcBef>
                <a:spcPts val="0"/>
              </a:spcBef>
              <a:spcAft>
                <a:spcPts val="0"/>
              </a:spcAft>
              <a:buClr>
                <a:srgbClr val="717074"/>
              </a:buClr>
              <a:buSzPts val="625"/>
              <a:buFont typeface="Arial"/>
              <a:buChar char="•"/>
            </a:pPr>
            <a:r>
              <a:rPr lang="en-US" sz="578" b="0" i="0" u="sng" strike="noStrike" dirty="0">
                <a:solidFill>
                  <a:srgbClr val="717074"/>
                </a:solidFill>
                <a:latin typeface="Arial"/>
                <a:ea typeface="Arial"/>
                <a:cs typeface="Arial"/>
                <a:sym typeface="Arial"/>
              </a:rPr>
              <a:t>Harbor</a:t>
            </a:r>
            <a:r>
              <a:rPr lang="en-US" sz="578" b="1" i="0" u="none" strike="noStrike" dirty="0">
                <a:solidFill>
                  <a:srgbClr val="717074"/>
                </a:solidFill>
                <a:latin typeface="Arial"/>
                <a:ea typeface="Arial"/>
                <a:cs typeface="Arial"/>
                <a:sym typeface="Arial"/>
              </a:rPr>
              <a:t> - </a:t>
            </a:r>
            <a:r>
              <a:rPr lang="en-US" sz="578" b="0" i="0" u="none" strike="noStrike" dirty="0">
                <a:solidFill>
                  <a:srgbClr val="717074"/>
                </a:solidFill>
                <a:latin typeface="Arial"/>
                <a:ea typeface="Arial"/>
                <a:cs typeface="Arial"/>
                <a:sym typeface="Arial"/>
              </a:rPr>
              <a:t>open-source, cloud-native container image registry that doesn’t just store your images. It also signs and scans them, adding layers of </a:t>
            </a:r>
            <a:r>
              <a:rPr lang="en-US" sz="578" b="0" i="0" u="sng" strike="noStrike" dirty="0">
                <a:solidFill>
                  <a:srgbClr val="717074"/>
                </a:solidFill>
                <a:latin typeface="Arial"/>
                <a:ea typeface="Arial"/>
                <a:cs typeface="Arial"/>
                <a:sym typeface="Arial"/>
              </a:rPr>
              <a:t>security and trust </a:t>
            </a:r>
            <a:r>
              <a:rPr lang="en-US" sz="578" b="0" i="0" u="none" strike="noStrike" dirty="0">
                <a:solidFill>
                  <a:srgbClr val="717074"/>
                </a:solidFill>
                <a:latin typeface="Arial"/>
                <a:ea typeface="Arial"/>
                <a:cs typeface="Arial"/>
                <a:sym typeface="Arial"/>
              </a:rPr>
              <a:t>to your container supply chain</a:t>
            </a:r>
            <a:endParaRPr sz="1110" dirty="0"/>
          </a:p>
          <a:p>
            <a:pPr marL="514350" lvl="0" indent="-246061" algn="l" rtl="0">
              <a:lnSpc>
                <a:spcPct val="70000"/>
              </a:lnSpc>
              <a:spcBef>
                <a:spcPts val="0"/>
              </a:spcBef>
              <a:spcAft>
                <a:spcPts val="0"/>
              </a:spcAft>
              <a:buClr>
                <a:schemeClr val="dk1"/>
              </a:buClr>
              <a:buSzPts val="625"/>
              <a:buFont typeface="Arial"/>
              <a:buNone/>
            </a:pPr>
            <a:endParaRPr sz="578" b="0" i="0" u="none" strike="noStrike" dirty="0">
              <a:solidFill>
                <a:srgbClr val="717074"/>
              </a:solidFill>
              <a:latin typeface="Arial"/>
              <a:ea typeface="Arial"/>
              <a:cs typeface="Arial"/>
              <a:sym typeface="Arial"/>
            </a:endParaRPr>
          </a:p>
          <a:p>
            <a:pPr marL="514350" lvl="0" indent="-285750" algn="l" rtl="0">
              <a:lnSpc>
                <a:spcPct val="70000"/>
              </a:lnSpc>
              <a:spcBef>
                <a:spcPts val="0"/>
              </a:spcBef>
              <a:spcAft>
                <a:spcPts val="0"/>
              </a:spcAft>
              <a:buClr>
                <a:srgbClr val="717074"/>
              </a:buClr>
              <a:buSzPts val="625"/>
              <a:buFont typeface="Arial"/>
              <a:buChar char="•"/>
            </a:pPr>
            <a:r>
              <a:rPr lang="en-US" sz="578" b="0" i="0" u="sng" strike="noStrike" dirty="0">
                <a:solidFill>
                  <a:srgbClr val="717074"/>
                </a:solidFill>
                <a:latin typeface="Arial"/>
                <a:ea typeface="Arial"/>
                <a:cs typeface="Arial"/>
                <a:sym typeface="Arial"/>
              </a:rPr>
              <a:t>ExternalDNS</a:t>
            </a:r>
            <a:r>
              <a:rPr lang="en-US" sz="578" b="0" i="0" u="none" strike="noStrike" dirty="0">
                <a:solidFill>
                  <a:srgbClr val="717074"/>
                </a:solidFill>
                <a:latin typeface="Arial"/>
                <a:ea typeface="Arial"/>
                <a:cs typeface="Arial"/>
                <a:sym typeface="Arial"/>
              </a:rPr>
              <a:t> - publishes </a:t>
            </a:r>
            <a:r>
              <a:rPr lang="en-US" sz="578" b="0" i="0" u="sng" strike="noStrike" dirty="0">
                <a:solidFill>
                  <a:srgbClr val="717074"/>
                </a:solidFill>
                <a:latin typeface="Arial"/>
                <a:ea typeface="Arial"/>
                <a:cs typeface="Arial"/>
                <a:sym typeface="Arial"/>
              </a:rPr>
              <a:t>DNS records automatically </a:t>
            </a:r>
            <a:r>
              <a:rPr lang="en-US" sz="578" b="0" i="0" u="none" strike="noStrike" dirty="0">
                <a:solidFill>
                  <a:srgbClr val="717074"/>
                </a:solidFill>
                <a:latin typeface="Arial"/>
                <a:ea typeface="Arial"/>
                <a:cs typeface="Arial"/>
                <a:sym typeface="Arial"/>
              </a:rPr>
              <a:t>for your Kubernetes services and ingresses — using a declarative, Kubernetes-native approach. </a:t>
            </a:r>
            <a:endParaRPr sz="1110" dirty="0"/>
          </a:p>
          <a:p>
            <a:pPr marL="0" lvl="0" indent="0" algn="l" rtl="0">
              <a:lnSpc>
                <a:spcPct val="206000"/>
              </a:lnSpc>
              <a:spcBef>
                <a:spcPts val="0"/>
              </a:spcBef>
              <a:spcAft>
                <a:spcPts val="0"/>
              </a:spcAft>
              <a:buClr>
                <a:schemeClr val="dk1"/>
              </a:buClr>
              <a:buSzPts val="578"/>
              <a:buFont typeface="Arial"/>
              <a:buNone/>
            </a:pPr>
            <a:endParaRPr sz="578" b="0" i="0" u="none" strike="noStrike" dirty="0">
              <a:solidFill>
                <a:srgbClr val="717074"/>
              </a:solidFill>
              <a:latin typeface="Arial"/>
              <a:ea typeface="Arial"/>
              <a:cs typeface="Arial"/>
              <a:sym typeface="Arial"/>
            </a:endParaRPr>
          </a:p>
          <a:p>
            <a:pPr marL="0" lvl="0" indent="0" algn="l" rtl="0">
              <a:lnSpc>
                <a:spcPct val="206000"/>
              </a:lnSpc>
              <a:spcBef>
                <a:spcPts val="0"/>
              </a:spcBef>
              <a:spcAft>
                <a:spcPts val="0"/>
              </a:spcAft>
              <a:buClr>
                <a:srgbClr val="717074"/>
              </a:buClr>
              <a:buSzPts val="578"/>
              <a:buFont typeface="Arial"/>
              <a:buNone/>
            </a:pPr>
            <a:r>
              <a:rPr lang="en-US" sz="578" b="1" i="0" u="none" strike="noStrike" dirty="0">
                <a:solidFill>
                  <a:srgbClr val="717074"/>
                </a:solidFill>
                <a:latin typeface="Arial"/>
                <a:ea typeface="Arial"/>
                <a:cs typeface="Arial"/>
                <a:sym typeface="Arial"/>
              </a:rPr>
              <a:t>Resources:</a:t>
            </a:r>
            <a:br>
              <a:rPr lang="en-US" sz="578" b="0" i="0" u="none" strike="noStrike" dirty="0">
                <a:solidFill>
                  <a:srgbClr val="717074"/>
                </a:solidFill>
                <a:latin typeface="Arial"/>
                <a:ea typeface="Arial"/>
                <a:cs typeface="Arial"/>
                <a:sym typeface="Arial"/>
              </a:rPr>
            </a:br>
            <a:endParaRPr sz="578" b="0" i="0" u="none" strike="noStrike" dirty="0">
              <a:solidFill>
                <a:srgbClr val="717074"/>
              </a:solidFill>
              <a:latin typeface="Arial"/>
              <a:ea typeface="Arial"/>
              <a:cs typeface="Arial"/>
              <a:sym typeface="Arial"/>
            </a:endParaRPr>
          </a:p>
          <a:p>
            <a:pPr marL="0" lvl="0" indent="0" algn="l" rtl="0">
              <a:lnSpc>
                <a:spcPct val="70000"/>
              </a:lnSpc>
              <a:spcBef>
                <a:spcPts val="0"/>
              </a:spcBef>
              <a:spcAft>
                <a:spcPts val="0"/>
              </a:spcAft>
              <a:buClr>
                <a:schemeClr val="dk1"/>
              </a:buClr>
              <a:buSzPts val="578"/>
              <a:buFont typeface="Arial"/>
              <a:buNone/>
            </a:pPr>
            <a:endParaRPr sz="578" dirty="0"/>
          </a:p>
        </p:txBody>
      </p:sp>
      <p:sp>
        <p:nvSpPr>
          <p:cNvPr id="12610" name="Google Shape;12610;p9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717074"/>
              </a:buClr>
              <a:buSzPts val="1200"/>
              <a:buFont typeface="Arial"/>
              <a:buNone/>
              <a:tabLst/>
              <a:defRPr/>
            </a:pPr>
            <a:fld id="{00000000-1234-1234-1234-123412341234}" type="slidenum">
              <a:rPr kumimoji="0" lang="en-US" sz="1200" b="0" i="0" u="none" strike="noStrike" kern="0" cap="none" spc="0" normalizeH="0" baseline="0" noProof="0">
                <a:ln>
                  <a:noFill/>
                </a:ln>
                <a:solidFill>
                  <a:srgbClr val="717074"/>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717074"/>
                </a:buClr>
                <a:buSzPts val="1200"/>
                <a:buFont typeface="Arial"/>
                <a:buNone/>
                <a:tabLst/>
                <a:defRPr/>
              </a:pPr>
              <a:t>8</a:t>
            </a:fld>
            <a:endParaRPr kumimoji="0" sz="1200" b="0" i="0" u="none" strike="noStrike" kern="0" cap="none" spc="0" normalizeH="0" baseline="0" noProof="0" dirty="0">
              <a:ln>
                <a:noFill/>
              </a:ln>
              <a:solidFill>
                <a:srgbClr val="717074"/>
              </a:solidFill>
              <a:effectLst/>
              <a:uLnTx/>
              <a:uFillTx/>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A5BA0-3D9C-F011-91B4-C47C1A1A94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B64851-5098-4E7C-DC79-50F8FE31BC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A20941-C932-E299-08BC-456460F009BA}"/>
              </a:ext>
            </a:extLst>
          </p:cNvPr>
          <p:cNvSpPr>
            <a:spLocks noGrp="1"/>
          </p:cNvSpPr>
          <p:nvPr>
            <p:ph type="body" idx="1"/>
          </p:nvPr>
        </p:nvSpPr>
        <p:spPr/>
        <p:txBody>
          <a:bodyPr>
            <a:normAutofit/>
          </a:bodyPr>
          <a:lstStyle/>
          <a:p>
            <a:pPr marL="0" marR="0" lvl="0" indent="0" algn="l" defTabSz="914400" rtl="0" eaLnBrk="1" fontAlgn="auto" latinLnBrk="0" hangingPunct="1">
              <a:lnSpc>
                <a:spcPct val="80000"/>
              </a:lnSpc>
              <a:spcBef>
                <a:spcPts val="0"/>
              </a:spcBef>
              <a:spcAft>
                <a:spcPts val="0"/>
              </a:spcAft>
              <a:buClr>
                <a:schemeClr val="dk1"/>
              </a:buClr>
              <a:buSzPts val="1100"/>
              <a:buFont typeface="Arial"/>
              <a:buNone/>
              <a:tabLst/>
              <a:defRPr/>
            </a:pPr>
            <a:r>
              <a:rPr lang="en-US" sz="800" b="1" dirty="0"/>
              <a:t>Presenter Note:  This slide contains animation</a:t>
            </a:r>
          </a:p>
          <a:p>
            <a:endParaRPr lang="en-US" dirty="0"/>
          </a:p>
          <a:p>
            <a:r>
              <a:rPr lang="en-US" sz="800" b="1" dirty="0"/>
              <a:t>Key Message: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VCF Automation isn’t just a simple VM provisioning tool. It provides Governance and Consumption models for enterprise and service providers, traditional and modern workloads along with Self-service IaaS and Catalogs.</a:t>
            </a:r>
            <a:endParaRPr lang="en-US" sz="800" dirty="0"/>
          </a:p>
          <a:p>
            <a:br>
              <a:rPr lang="en-US" sz="800" dirty="0"/>
            </a:br>
            <a:r>
              <a:rPr lang="en-US" sz="800" b="1" dirty="0"/>
              <a:t>Talk Track:</a:t>
            </a:r>
            <a:endParaRPr lang="en-US" sz="480" dirty="0"/>
          </a:p>
          <a:p>
            <a:pPr marL="0" lvl="0" indent="0" algn="l" rtl="0">
              <a:lnSpc>
                <a:spcPct val="80000"/>
              </a:lnSpc>
              <a:spcBef>
                <a:spcPts val="0"/>
              </a:spcBef>
              <a:spcAft>
                <a:spcPts val="0"/>
              </a:spcAft>
              <a:buClr>
                <a:schemeClr val="dk1"/>
              </a:buClr>
              <a:buSzPts val="1100"/>
              <a:buFont typeface="Arial"/>
              <a:buNone/>
            </a:pPr>
            <a:r>
              <a:rPr lang="en-US" sz="480" dirty="0"/>
              <a:t>By now, you probably understand that VCF Automation powers the private cloud self-service experience and isn’t just a simple VM provisioning tool.  In VCF Automation, there are three new concepts that you need to be aware of.​</a:t>
            </a:r>
          </a:p>
          <a:p>
            <a:pPr marL="0" lvl="0" indent="0" algn="l" rtl="0">
              <a:lnSpc>
                <a:spcPct val="80000"/>
              </a:lnSpc>
              <a:spcBef>
                <a:spcPts val="0"/>
              </a:spcBef>
              <a:spcAft>
                <a:spcPts val="0"/>
              </a:spcAft>
              <a:buClr>
                <a:schemeClr val="dk1"/>
              </a:buClr>
              <a:buSzPts val="1100"/>
              <a:buFont typeface="Arial"/>
              <a:buNone/>
            </a:pPr>
            <a:r>
              <a:rPr lang="en-US" sz="480" dirty="0"/>
              <a:t>​</a:t>
            </a:r>
          </a:p>
          <a:p>
            <a:pPr marL="0" lvl="0" indent="0" algn="l" rtl="0">
              <a:lnSpc>
                <a:spcPct val="80000"/>
              </a:lnSpc>
              <a:spcBef>
                <a:spcPts val="0"/>
              </a:spcBef>
              <a:spcAft>
                <a:spcPts val="0"/>
              </a:spcAft>
              <a:buClr>
                <a:schemeClr val="dk1"/>
              </a:buClr>
              <a:buSzPts val="1100"/>
              <a:buFont typeface="Arial"/>
              <a:buNone/>
            </a:pPr>
            <a:r>
              <a:rPr lang="en-US" sz="480" dirty="0"/>
              <a:t>VCF Automation introduces three types of governance &amp; consumption models.​</a:t>
            </a:r>
          </a:p>
          <a:p>
            <a:pPr marL="0" lvl="0" indent="0" algn="l" rtl="0">
              <a:lnSpc>
                <a:spcPct val="80000"/>
              </a:lnSpc>
              <a:spcBef>
                <a:spcPts val="0"/>
              </a:spcBef>
              <a:spcAft>
                <a:spcPts val="0"/>
              </a:spcAft>
              <a:buClr>
                <a:schemeClr val="dk1"/>
              </a:buClr>
              <a:buSzPts val="1100"/>
              <a:buFont typeface="Arial"/>
              <a:buNone/>
            </a:pPr>
            <a:r>
              <a:rPr lang="en-US" sz="480" dirty="0"/>
              <a:t>​</a:t>
            </a:r>
          </a:p>
          <a:p>
            <a:pPr marL="228600" lvl="0" indent="-228600" algn="l" rtl="0">
              <a:lnSpc>
                <a:spcPct val="80000"/>
              </a:lnSpc>
              <a:spcBef>
                <a:spcPts val="0"/>
              </a:spcBef>
              <a:spcAft>
                <a:spcPts val="0"/>
              </a:spcAft>
              <a:buClr>
                <a:schemeClr val="dk1"/>
              </a:buClr>
              <a:buSzPts val="1100"/>
              <a:buFont typeface="+mj-lt"/>
              <a:buAutoNum type="arabicPeriod"/>
            </a:pPr>
            <a:r>
              <a:rPr lang="en-US" sz="480" dirty="0"/>
              <a:t>The Enterprise/Service Provider Governance &amp; Consumption model is about whether a customer requires multi-tenancy or not.</a:t>
            </a:r>
          </a:p>
          <a:p>
            <a:pPr marL="457200" lvl="1" indent="0" algn="l" rtl="0">
              <a:lnSpc>
                <a:spcPct val="80000"/>
              </a:lnSpc>
              <a:spcBef>
                <a:spcPts val="0"/>
              </a:spcBef>
              <a:spcAft>
                <a:spcPts val="0"/>
              </a:spcAft>
              <a:buClr>
                <a:schemeClr val="dk1"/>
              </a:buClr>
              <a:buSzPts val="1100"/>
              <a:buFont typeface="+mj-lt"/>
              <a:buNone/>
            </a:pPr>
            <a:r>
              <a:rPr lang="en-US" sz="480" dirty="0"/>
              <a:t>Multi-tenancy is a cloud computing architecture where a single instance of software and/or infrastructure serves multiple “customers,” known as tenants (organizations), while keeping their data, processes, and infrastructure (compute, storage, network) isolated from one another.  In other words, each organization has a dedicated environment.  ​</a:t>
            </a:r>
          </a:p>
          <a:p>
            <a:pPr marL="457200" lvl="1" indent="0" algn="l" rtl="0">
              <a:lnSpc>
                <a:spcPct val="80000"/>
              </a:lnSpc>
              <a:spcBef>
                <a:spcPts val="0"/>
              </a:spcBef>
              <a:spcAft>
                <a:spcPts val="0"/>
              </a:spcAft>
              <a:buClr>
                <a:schemeClr val="dk1"/>
              </a:buClr>
              <a:buSzPts val="1100"/>
              <a:buFont typeface="Arial"/>
              <a:buNone/>
            </a:pPr>
            <a:endParaRPr lang="en-US" sz="480" dirty="0"/>
          </a:p>
          <a:p>
            <a:pPr marL="457200" lvl="1" indent="0" algn="l" rtl="0">
              <a:lnSpc>
                <a:spcPct val="80000"/>
              </a:lnSpc>
              <a:spcBef>
                <a:spcPts val="0"/>
              </a:spcBef>
              <a:spcAft>
                <a:spcPts val="0"/>
              </a:spcAft>
              <a:buClr>
                <a:schemeClr val="dk1"/>
              </a:buClr>
              <a:buSzPts val="1100"/>
              <a:buFont typeface="Arial"/>
              <a:buNone/>
            </a:pPr>
            <a:r>
              <a:rPr lang="en-US" sz="480" dirty="0"/>
              <a:t>Many Enterprise customers may not require such a type of multi-tenancy, and a single-tenant model is sufficient (sharing infrastructure resources, but segregating data/process via RBAC, etc.).  Historically, “Aria Automation” supported this type of Enterprise customer.  ​</a:t>
            </a:r>
          </a:p>
          <a:p>
            <a:pPr marL="457200" lvl="1" indent="0" algn="l" rtl="0">
              <a:lnSpc>
                <a:spcPct val="80000"/>
              </a:lnSpc>
              <a:spcBef>
                <a:spcPts val="0"/>
              </a:spcBef>
              <a:spcAft>
                <a:spcPts val="0"/>
              </a:spcAft>
              <a:buClr>
                <a:schemeClr val="dk1"/>
              </a:buClr>
              <a:buSzPts val="1100"/>
              <a:buFont typeface="Arial"/>
              <a:buNone/>
            </a:pPr>
            <a:endParaRPr lang="en-US" sz="480" dirty="0"/>
          </a:p>
          <a:p>
            <a:pPr marL="457200" lvl="1" indent="0" algn="l" rtl="0">
              <a:lnSpc>
                <a:spcPct val="80000"/>
              </a:lnSpc>
              <a:spcBef>
                <a:spcPts val="0"/>
              </a:spcBef>
              <a:spcAft>
                <a:spcPts val="0"/>
              </a:spcAft>
              <a:buClr>
                <a:schemeClr val="dk1"/>
              </a:buClr>
              <a:buSzPts val="1100"/>
              <a:buFont typeface="Arial"/>
              <a:buNone/>
            </a:pPr>
            <a:r>
              <a:rPr lang="en-US" sz="480" dirty="0"/>
              <a:t>Enterprises that operate like Service Providers (e.g., Broadcom) may require multi-tenancy that has infrastructure isolation requirements.  Historically, “vCD” supported this type of Enterprise customer.  VCF Automation can support both kinds of Enterprise customers.​</a:t>
            </a:r>
          </a:p>
          <a:p>
            <a:pPr marL="457200" lvl="1" indent="0" algn="l" rtl="0">
              <a:lnSpc>
                <a:spcPct val="80000"/>
              </a:lnSpc>
              <a:spcBef>
                <a:spcPts val="0"/>
              </a:spcBef>
              <a:spcAft>
                <a:spcPts val="0"/>
              </a:spcAft>
              <a:buClr>
                <a:schemeClr val="dk1"/>
              </a:buClr>
              <a:buSzPts val="1100"/>
              <a:buFont typeface="Arial"/>
              <a:buNone/>
            </a:pPr>
            <a:endParaRPr lang="en-US" sz="480" dirty="0"/>
          </a:p>
          <a:p>
            <a:pPr marL="457200" lvl="1" indent="0" algn="l" rtl="0">
              <a:lnSpc>
                <a:spcPct val="80000"/>
              </a:lnSpc>
              <a:spcBef>
                <a:spcPts val="0"/>
              </a:spcBef>
              <a:spcAft>
                <a:spcPts val="0"/>
              </a:spcAft>
              <a:buClr>
                <a:schemeClr val="dk1"/>
              </a:buClr>
              <a:buSzPts val="1100"/>
              <a:buFont typeface="Arial"/>
              <a:buNone/>
            </a:pPr>
            <a:r>
              <a:rPr lang="en-US" sz="480" dirty="0"/>
              <a:t>Most Enterprise customers may not care about multi-tenancy, so determine how much time you want to spend discussing this model, depending on your customer.​</a:t>
            </a:r>
          </a:p>
          <a:p>
            <a:pPr marL="457200" lvl="1" indent="0" algn="l" rtl="0">
              <a:lnSpc>
                <a:spcPct val="80000"/>
              </a:lnSpc>
              <a:spcBef>
                <a:spcPts val="0"/>
              </a:spcBef>
              <a:spcAft>
                <a:spcPts val="0"/>
              </a:spcAft>
              <a:buClr>
                <a:schemeClr val="dk1"/>
              </a:buClr>
              <a:buSzPts val="1100"/>
              <a:buFont typeface="Arial"/>
              <a:buNone/>
            </a:pPr>
            <a:endParaRPr lang="en-US" sz="480" dirty="0"/>
          </a:p>
          <a:p>
            <a:pPr marL="0" lvl="0" indent="0" algn="l" rtl="0">
              <a:lnSpc>
                <a:spcPct val="80000"/>
              </a:lnSpc>
              <a:spcBef>
                <a:spcPts val="0"/>
              </a:spcBef>
              <a:spcAft>
                <a:spcPts val="0"/>
              </a:spcAft>
              <a:buClr>
                <a:schemeClr val="dk1"/>
              </a:buClr>
              <a:buSzPts val="1100"/>
              <a:buFont typeface="Arial"/>
              <a:buNone/>
            </a:pPr>
            <a:r>
              <a:rPr lang="en-US" sz="480" dirty="0"/>
              <a:t>&lt;click&gt;</a:t>
            </a:r>
          </a:p>
          <a:p>
            <a:pPr marL="0" lvl="0" indent="0" algn="l" rtl="0">
              <a:lnSpc>
                <a:spcPct val="80000"/>
              </a:lnSpc>
              <a:spcBef>
                <a:spcPts val="0"/>
              </a:spcBef>
              <a:spcAft>
                <a:spcPts val="0"/>
              </a:spcAft>
              <a:buClr>
                <a:schemeClr val="dk1"/>
              </a:buClr>
              <a:buSzPts val="1100"/>
              <a:buFont typeface="Arial"/>
              <a:buNone/>
            </a:pPr>
            <a:r>
              <a:rPr lang="en-US" sz="480" dirty="0"/>
              <a:t>2. The Traditional/Modern Workload Governance &amp; Consumption model is about whether you need to support all types of apps (AI, K8s, VM-based) or only VM-based apps.​</a:t>
            </a:r>
          </a:p>
          <a:p>
            <a:pPr marL="457200" lvl="1" indent="0" algn="l" rtl="0">
              <a:lnSpc>
                <a:spcPct val="80000"/>
              </a:lnSpc>
              <a:spcBef>
                <a:spcPts val="0"/>
              </a:spcBef>
              <a:spcAft>
                <a:spcPts val="0"/>
              </a:spcAft>
              <a:buClr>
                <a:schemeClr val="dk1"/>
              </a:buClr>
              <a:buSzPts val="1100"/>
              <a:buFont typeface="+mj-lt"/>
              <a:buNone/>
            </a:pPr>
            <a:r>
              <a:rPr lang="en-US" sz="480" dirty="0"/>
              <a:t>It is very important to be aware that the default experience for VCF Automation supports all types of apps, delivered via the “Org for All Apps” experience.  This is the new model that VMware would like all customers to adopt and consume.  It is the strategic direction of the VCF product.  The Supervisor technology in the underlying vSphere, enables this experience.​</a:t>
            </a:r>
          </a:p>
          <a:p>
            <a:pPr marL="457200" lvl="1" indent="0" algn="l" rtl="0">
              <a:lnSpc>
                <a:spcPct val="80000"/>
              </a:lnSpc>
              <a:spcBef>
                <a:spcPts val="0"/>
              </a:spcBef>
              <a:spcAft>
                <a:spcPts val="0"/>
              </a:spcAft>
              <a:buClr>
                <a:schemeClr val="dk1"/>
              </a:buClr>
              <a:buSzPts val="1100"/>
              <a:buFont typeface="+mj-lt"/>
              <a:buNone/>
            </a:pPr>
            <a:endParaRPr lang="en-US" sz="480" dirty="0"/>
          </a:p>
          <a:p>
            <a:pPr marL="457200" lvl="1" indent="0" algn="l" rtl="0">
              <a:lnSpc>
                <a:spcPct val="80000"/>
              </a:lnSpc>
              <a:spcBef>
                <a:spcPts val="0"/>
              </a:spcBef>
              <a:spcAft>
                <a:spcPts val="0"/>
              </a:spcAft>
              <a:buClr>
                <a:schemeClr val="dk1"/>
              </a:buClr>
              <a:buSzPts val="1100"/>
              <a:buFont typeface="+mj-lt"/>
              <a:buNone/>
            </a:pPr>
            <a:r>
              <a:rPr lang="en-US" sz="480" dirty="0"/>
              <a:t>However, some customers, including existing “Aria Automation” customers, may not be ready for this experience.  In that case, as a “back pocket” solution, we also offer an “Org for VM Apps” experience that provides an Aria Automation 8.x experience for VM-only workloads.  We highly encourage customers to adopt the new default experience; however, we understand that it may take time for some customers to adopt this newer model.​</a:t>
            </a:r>
          </a:p>
          <a:p>
            <a:pPr marL="914400" lvl="1" indent="-317500" algn="l" rtl="0">
              <a:lnSpc>
                <a:spcPct val="80000"/>
              </a:lnSpc>
              <a:spcBef>
                <a:spcPts val="0"/>
              </a:spcBef>
              <a:spcAft>
                <a:spcPts val="0"/>
              </a:spcAft>
              <a:buSzPts val="1400"/>
              <a:buChar char="●"/>
            </a:pPr>
            <a:endParaRPr lang="en-US" sz="480" dirty="0"/>
          </a:p>
          <a:p>
            <a:pPr marL="914400" lvl="1" indent="-317500" algn="l" rtl="0">
              <a:lnSpc>
                <a:spcPct val="80000"/>
              </a:lnSpc>
              <a:spcBef>
                <a:spcPts val="0"/>
              </a:spcBef>
              <a:spcAft>
                <a:spcPts val="0"/>
              </a:spcAft>
              <a:buSzPts val="1400"/>
              <a:buChar char="●"/>
            </a:pPr>
            <a:r>
              <a:rPr lang="en-US" sz="480" dirty="0"/>
              <a:t>Organization for All Apps is an organization used to run a wide variety of applications, including VMs, Kubernetes, data services, etc. This organization type can be used to create multiple tenants with secure infrastructure isolation, quotas, and chargeback.​</a:t>
            </a:r>
          </a:p>
          <a:p>
            <a:pPr marL="914400" lvl="1" indent="-317500" algn="l" rtl="0">
              <a:lnSpc>
                <a:spcPct val="80000"/>
              </a:lnSpc>
              <a:spcBef>
                <a:spcPts val="0"/>
              </a:spcBef>
              <a:spcAft>
                <a:spcPts val="0"/>
              </a:spcAft>
              <a:buSzPts val="1400"/>
              <a:buChar char="●"/>
            </a:pPr>
            <a:r>
              <a:rPr lang="en-US" sz="480" dirty="0"/>
              <a:t>Organization for VM Apps is an organization used to support VM-based applications, powered by vSphere clusters.  VMware Aria Automation customers can use this organization to continue to leverage the Aria Automation capabilities to provision VM-based applications via catalogs, apply policies, etc. ​</a:t>
            </a:r>
          </a:p>
          <a:p>
            <a:pPr marL="457200" lvl="1" indent="0" algn="l" rtl="0">
              <a:lnSpc>
                <a:spcPct val="80000"/>
              </a:lnSpc>
              <a:spcBef>
                <a:spcPts val="0"/>
              </a:spcBef>
              <a:spcAft>
                <a:spcPts val="0"/>
              </a:spcAft>
              <a:buClr>
                <a:schemeClr val="dk1"/>
              </a:buClr>
              <a:buSzPts val="1100"/>
              <a:buFont typeface="Arial"/>
              <a:buNone/>
            </a:pPr>
            <a:endParaRPr lang="en-US" sz="480" dirty="0"/>
          </a:p>
          <a:p>
            <a:pPr marL="0" lvl="0" indent="0" algn="l" rtl="0">
              <a:lnSpc>
                <a:spcPct val="80000"/>
              </a:lnSpc>
              <a:spcBef>
                <a:spcPts val="0"/>
              </a:spcBef>
              <a:spcAft>
                <a:spcPts val="0"/>
              </a:spcAft>
              <a:buClr>
                <a:schemeClr val="dk1"/>
              </a:buClr>
              <a:buSzPts val="1100"/>
              <a:buFont typeface="Arial"/>
              <a:buNone/>
            </a:pPr>
            <a:r>
              <a:rPr lang="en-US" sz="480" dirty="0"/>
              <a:t>	NOTE:  We are NOT forcing existing customers to migrate from the old experience to the new experience.  Customers are encouraged to explore the new experience and adopt/transition at their own pace.​</a:t>
            </a:r>
            <a:br>
              <a:rPr lang="en-US" sz="480" dirty="0"/>
            </a:br>
            <a:br>
              <a:rPr lang="en-US" sz="480" dirty="0"/>
            </a:br>
            <a:r>
              <a:rPr lang="en-US" sz="480" dirty="0"/>
              <a:t>3. Self-Service IaaS/Self-Service Catalog is about providing a flexible consumption/control model with a choice of consumption methods.​</a:t>
            </a:r>
          </a:p>
          <a:p>
            <a:pPr marL="457200" lvl="1" indent="0" algn="l" rtl="0">
              <a:lnSpc>
                <a:spcPct val="80000"/>
              </a:lnSpc>
              <a:spcBef>
                <a:spcPts val="0"/>
              </a:spcBef>
              <a:spcAft>
                <a:spcPts val="0"/>
              </a:spcAft>
              <a:buClr>
                <a:schemeClr val="dk1"/>
              </a:buClr>
              <a:buSzPts val="1100"/>
              <a:buFont typeface="+mj-lt"/>
              <a:buNone/>
            </a:pPr>
            <a:endParaRPr lang="en-US" sz="480" dirty="0"/>
          </a:p>
          <a:p>
            <a:pPr marL="457200" lvl="1" indent="0" algn="l" rtl="0">
              <a:lnSpc>
                <a:spcPct val="80000"/>
              </a:lnSpc>
              <a:spcBef>
                <a:spcPts val="0"/>
              </a:spcBef>
              <a:spcAft>
                <a:spcPts val="0"/>
              </a:spcAft>
              <a:buClr>
                <a:schemeClr val="dk1"/>
              </a:buClr>
              <a:buSzPts val="1100"/>
              <a:buFont typeface="+mj-lt"/>
              <a:buNone/>
            </a:pPr>
            <a:r>
              <a:rPr lang="en-US" sz="480" dirty="0"/>
              <a:t>Organizations (based on their internal policies and operational styles) can choose how much control they want to enforce.  Organizations can balance the right amount of self-service consumption and apply controls at varying levels in various environments and stages of an application's lifecycle (conception, development, deployment, management, maintenance, and retirement).​</a:t>
            </a:r>
          </a:p>
          <a:p>
            <a:pPr marL="457200" lvl="1" indent="0" algn="l" rtl="0">
              <a:lnSpc>
                <a:spcPct val="80000"/>
              </a:lnSpc>
              <a:spcBef>
                <a:spcPts val="0"/>
              </a:spcBef>
              <a:spcAft>
                <a:spcPts val="0"/>
              </a:spcAft>
              <a:buClr>
                <a:schemeClr val="dk1"/>
              </a:buClr>
              <a:buSzPts val="1100"/>
              <a:buFont typeface="+mj-lt"/>
              <a:buNone/>
            </a:pPr>
            <a:endParaRPr lang="en-US" sz="480" dirty="0"/>
          </a:p>
          <a:p>
            <a:pPr marL="457200" lvl="1" indent="0" algn="l" rtl="0">
              <a:lnSpc>
                <a:spcPct val="80000"/>
              </a:lnSpc>
              <a:spcBef>
                <a:spcPts val="0"/>
              </a:spcBef>
              <a:spcAft>
                <a:spcPts val="0"/>
              </a:spcAft>
              <a:buClr>
                <a:schemeClr val="dk1"/>
              </a:buClr>
              <a:buSzPts val="1100"/>
              <a:buFont typeface="+mj-lt"/>
              <a:buNone/>
            </a:pPr>
            <a:r>
              <a:rPr lang="en-US" sz="480" dirty="0"/>
              <a:t>The Self-Service Catalog is a Provider-oriented approach, which is ideal for production environments, where the Provider (e.g., a Platform Engineer) offers a curated catalog with pre-approved standardized application blueprints.  This is the approach that “Aria Automation” has always supported.​</a:t>
            </a:r>
          </a:p>
          <a:p>
            <a:pPr marL="457200" lvl="1" indent="0" algn="l" rtl="0">
              <a:lnSpc>
                <a:spcPct val="80000"/>
              </a:lnSpc>
              <a:spcBef>
                <a:spcPts val="0"/>
              </a:spcBef>
              <a:spcAft>
                <a:spcPts val="0"/>
              </a:spcAft>
              <a:buClr>
                <a:schemeClr val="dk1"/>
              </a:buClr>
              <a:buSzPts val="1100"/>
              <a:buFont typeface="+mj-lt"/>
              <a:buNone/>
            </a:pPr>
            <a:endParaRPr lang="en-US" sz="480" dirty="0"/>
          </a:p>
          <a:p>
            <a:pPr marL="457200" lvl="1" indent="0" algn="l" rtl="0">
              <a:lnSpc>
                <a:spcPct val="80000"/>
              </a:lnSpc>
              <a:spcBef>
                <a:spcPts val="0"/>
              </a:spcBef>
              <a:spcAft>
                <a:spcPts val="0"/>
              </a:spcAft>
              <a:buClr>
                <a:schemeClr val="dk1"/>
              </a:buClr>
              <a:buSzPts val="1100"/>
              <a:buFont typeface="+mj-lt"/>
              <a:buNone/>
            </a:pPr>
            <a:r>
              <a:rPr lang="en-US" sz="480" dirty="0"/>
              <a:t>In VCF 9.0, we are introducing Self-Service IaaS, which is a Consumer-oriented approach, which is ideal for dev/test environments, where Consumers can freely consume the OOTB IaaS services on demand, just like a public cloud (similar to EC2, EKS, EBS, etc. in AWS) for maximum productivity and efficiency.  Through the K8s CLI/UI/API, users can create VMs, create VKS clusters, log into the VKS cluster, and apply applications.  Application teams can also gain self-service networking based on governance established by the Enterprise IT Admin and Org Admins.​</a:t>
            </a:r>
            <a:endParaRPr lang="en-US" sz="480" dirty="0">
              <a:solidFill>
                <a:srgbClr val="444444"/>
              </a:solidFill>
              <a:highlight>
                <a:srgbClr val="F5F5F5"/>
              </a:highlight>
              <a:latin typeface="Arial"/>
              <a:ea typeface="Arial"/>
              <a:cs typeface="Arial"/>
              <a:sym typeface="Arial"/>
            </a:endParaRPr>
          </a:p>
          <a:p>
            <a:pPr marL="0" lvl="0" indent="0" algn="l" rtl="0">
              <a:lnSpc>
                <a:spcPct val="95000"/>
              </a:lnSpc>
              <a:spcBef>
                <a:spcPts val="0"/>
              </a:spcBef>
              <a:spcAft>
                <a:spcPts val="0"/>
              </a:spcAft>
              <a:buClr>
                <a:schemeClr val="dk1"/>
              </a:buClr>
              <a:buSzPts val="1100"/>
              <a:buFont typeface="Arial"/>
              <a:buNone/>
            </a:pPr>
            <a:r>
              <a:rPr lang="en-US" sz="480" dirty="0">
                <a:solidFill>
                  <a:srgbClr val="444444"/>
                </a:solidFill>
                <a:highlight>
                  <a:srgbClr val="F5F5F5"/>
                </a:highlight>
                <a:latin typeface="Arial"/>
                <a:ea typeface="Arial"/>
                <a:cs typeface="Arial"/>
                <a:sym typeface="Arial"/>
              </a:rPr>
              <a:t>​</a:t>
            </a:r>
          </a:p>
          <a:p>
            <a:r>
              <a:rPr lang="en-US" sz="800" b="1" dirty="0"/>
              <a:t>Notes:</a:t>
            </a:r>
            <a:br>
              <a:rPr lang="en-US" sz="800" dirty="0"/>
            </a:br>
            <a:br>
              <a:rPr lang="en-US" sz="800" dirty="0"/>
            </a:br>
            <a:r>
              <a:rPr lang="en-US" sz="800" b="1" dirty="0"/>
              <a:t>Resources:</a:t>
            </a:r>
            <a:br>
              <a:rPr lang="en-US" sz="800" dirty="0"/>
            </a:br>
            <a:endParaRPr lang="en-US" sz="480" dirty="0"/>
          </a:p>
          <a:p>
            <a:pPr marL="457200" marR="0" lvl="0" indent="-228600" algn="l" rtl="0">
              <a:lnSpc>
                <a:spcPct val="60000"/>
              </a:lnSpc>
              <a:spcBef>
                <a:spcPts val="0"/>
              </a:spcBef>
              <a:spcAft>
                <a:spcPts val="0"/>
              </a:spcAft>
              <a:buClr>
                <a:srgbClr val="000000"/>
              </a:buClr>
              <a:buSzPts val="1400"/>
              <a:buFont typeface="Arial"/>
              <a:buNone/>
            </a:pPr>
            <a:endParaRPr lang="en-US" sz="192" dirty="0"/>
          </a:p>
          <a:p>
            <a:endParaRPr lang="en-US" dirty="0"/>
          </a:p>
        </p:txBody>
      </p:sp>
      <p:sp>
        <p:nvSpPr>
          <p:cNvPr id="4" name="Slide Number Placeholder 3">
            <a:extLst>
              <a:ext uri="{FF2B5EF4-FFF2-40B4-BE49-F238E27FC236}">
                <a16:creationId xmlns:a16="http://schemas.microsoft.com/office/drawing/2014/main" id="{A8CB9FFE-582F-1CF4-634F-D3524EB8E80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6299343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9"/>
        <p:cNvGrpSpPr/>
        <p:nvPr/>
      </p:nvGrpSpPr>
      <p:grpSpPr>
        <a:xfrm>
          <a:off x="0" y="0"/>
          <a:ext cx="0" cy="0"/>
          <a:chOff x="0" y="0"/>
          <a:chExt cx="0" cy="0"/>
        </a:xfrm>
      </p:grpSpPr>
      <p:sp>
        <p:nvSpPr>
          <p:cNvPr id="1290" name="Google Shape;1290;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sz="1200" b="1" dirty="0"/>
              <a:t>Key Message:</a:t>
            </a:r>
          </a:p>
          <a:p>
            <a:r>
              <a:rPr lang="en-US" dirty="0"/>
              <a:t>A view into VCF Private Cloud Experience for each Persona.</a:t>
            </a:r>
            <a:br>
              <a:rPr lang="en-US" sz="1200" dirty="0"/>
            </a:br>
            <a:br>
              <a:rPr lang="en-US" sz="1200" dirty="0"/>
            </a:br>
            <a:r>
              <a:rPr lang="en-US" sz="1200" b="1" dirty="0"/>
              <a:t>Talk Track:</a:t>
            </a:r>
          </a:p>
          <a:p>
            <a:r>
              <a:rPr lang="en-US" sz="1200" dirty="0"/>
              <a:t>Let’s walk through key personas for adoption and consumption of VCF from a VCF Automation context.</a:t>
            </a:r>
          </a:p>
          <a:p>
            <a:endParaRPr lang="en-US" sz="1200" dirty="0"/>
          </a:p>
          <a:p>
            <a:r>
              <a:rPr lang="en-US" sz="1200" dirty="0">
                <a:latin typeface="Metropolis"/>
              </a:rPr>
              <a:t>There are two types of users, the “Provider” (of IT services) and the “Consumer” (the consumers of the private cloud).  (Note, personas are on a continuum, and the role is relative to who is receiving services vs providing services.)  </a:t>
            </a:r>
          </a:p>
          <a:p>
            <a:endParaRPr lang="en-US" sz="1200" dirty="0"/>
          </a:p>
          <a:p>
            <a:pPr marL="0" marR="0" lvl="0" indent="0" algn="l" rtl="0">
              <a:lnSpc>
                <a:spcPct val="90000"/>
              </a:lnSpc>
              <a:spcBef>
                <a:spcPts val="0"/>
              </a:spcBef>
              <a:spcAft>
                <a:spcPts val="0"/>
              </a:spcAft>
              <a:buClr>
                <a:srgbClr val="000000"/>
              </a:buClr>
              <a:buSzPts val="1600"/>
              <a:buFont typeface="Arial"/>
              <a:buNone/>
            </a:pPr>
            <a:r>
              <a:rPr lang="en-US" sz="1200" dirty="0">
                <a:latin typeface="Metropolis"/>
              </a:rPr>
              <a:t>The providers are concerned with </a:t>
            </a:r>
            <a:r>
              <a:rPr lang="en-US" sz="1200" dirty="0">
                <a:solidFill>
                  <a:srgbClr val="305306"/>
                </a:solidFill>
                <a:latin typeface="Arial"/>
                <a:cs typeface="Arial"/>
                <a:sym typeface="Arial"/>
              </a:rPr>
              <a:t>organizing</a:t>
            </a:r>
            <a:r>
              <a:rPr lang="en-US" sz="1200" dirty="0">
                <a:solidFill>
                  <a:srgbClr val="305306"/>
                </a:solidFill>
                <a:latin typeface="Arial"/>
                <a:ea typeface="Arial"/>
                <a:cs typeface="Arial"/>
                <a:sym typeface="Arial"/>
              </a:rPr>
              <a:t> infrastructure resources among tenants and LOBs, setting up networking, managing tenant utilization and chargeback, and managing the services ecosystem for Tenants.</a:t>
            </a:r>
            <a:endParaRPr lang="en-US" sz="1050" dirty="0">
              <a:solidFill>
                <a:srgbClr val="305306"/>
              </a:solidFill>
              <a:latin typeface="Arial"/>
              <a:ea typeface="Arial"/>
              <a:cs typeface="Arial"/>
              <a:sym typeface="Arial"/>
            </a:endParaRPr>
          </a:p>
          <a:p>
            <a:endParaRPr lang="en-US" sz="1200" dirty="0">
              <a:latin typeface="Metropolis"/>
            </a:endParaRPr>
          </a:p>
          <a:p>
            <a:pPr marL="0" marR="0" lvl="0" indent="0" algn="l" rtl="0">
              <a:lnSpc>
                <a:spcPct val="90000"/>
              </a:lnSpc>
              <a:spcBef>
                <a:spcPts val="0"/>
              </a:spcBef>
              <a:spcAft>
                <a:spcPts val="0"/>
              </a:spcAft>
              <a:buClr>
                <a:srgbClr val="000000"/>
              </a:buClr>
              <a:buSzPts val="1600"/>
              <a:buFont typeface="Arial"/>
              <a:buNone/>
            </a:pPr>
            <a:r>
              <a:rPr lang="en-US" sz="1200" dirty="0">
                <a:latin typeface="Metropolis"/>
              </a:rPr>
              <a:t>The Org Admin </a:t>
            </a:r>
            <a:r>
              <a:rPr lang="en-US" sz="1200" dirty="0">
                <a:solidFill>
                  <a:schemeClr val="accent6"/>
                </a:solidFill>
                <a:latin typeface="Arial"/>
                <a:cs typeface="Arial"/>
                <a:sym typeface="Arial"/>
              </a:rPr>
              <a:t>enables the</a:t>
            </a:r>
            <a:r>
              <a:rPr lang="en-US" sz="1200" dirty="0">
                <a:solidFill>
                  <a:schemeClr val="accent6"/>
                </a:solidFill>
                <a:latin typeface="Arial"/>
                <a:ea typeface="Arial"/>
                <a:cs typeface="Arial"/>
                <a:sym typeface="Arial"/>
              </a:rPr>
              <a:t> new consumption experience with projects, vSphere namespaces, and VPCs. They create and enforce policies for quotas, leases, approvals, IaaS policies, and can also manage Content.</a:t>
            </a:r>
          </a:p>
          <a:p>
            <a:endParaRPr lang="en-US" sz="1200" dirty="0"/>
          </a:p>
          <a:p>
            <a:pPr marL="0" marR="0" lvl="0" indent="0" algn="l" rtl="0">
              <a:lnSpc>
                <a:spcPct val="90000"/>
              </a:lnSpc>
              <a:spcBef>
                <a:spcPts val="0"/>
              </a:spcBef>
              <a:spcAft>
                <a:spcPts val="0"/>
              </a:spcAft>
              <a:buClr>
                <a:srgbClr val="000000"/>
              </a:buClr>
              <a:buSzPts val="1600"/>
              <a:buFont typeface="Arial"/>
              <a:buNone/>
            </a:pPr>
            <a:r>
              <a:rPr lang="en-US" sz="1200" dirty="0"/>
              <a:t>End users can consume </a:t>
            </a:r>
            <a:r>
              <a:rPr lang="en-US" sz="1200" dirty="0">
                <a:solidFill>
                  <a:schemeClr val="accent3"/>
                </a:solidFill>
                <a:latin typeface="Arial"/>
                <a:ea typeface="Arial"/>
                <a:cs typeface="Arial"/>
                <a:sym typeface="Arial"/>
              </a:rPr>
              <a:t>Self-service IaaS services and the Catalog, perform day 2 operations on workloads and IaaS services, and gain visibility into Workload Operations.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dirty="0">
              <a:solidFill>
                <a:schemeClr val="tx1"/>
              </a:solidFill>
              <a:effectLst/>
              <a:latin typeface="Metropolis" panose="00000500000000000000" pitchFamily="50" charset="0"/>
              <a:ea typeface="+mn-ea"/>
              <a:cs typeface="+mn-cs"/>
            </a:endParaRPr>
          </a:p>
          <a:p>
            <a:r>
              <a:rPr lang="en-US" sz="1200" b="1" dirty="0"/>
              <a:t>Notes:</a:t>
            </a:r>
            <a:br>
              <a:rPr lang="en-US" sz="1200" dirty="0"/>
            </a:br>
            <a:br>
              <a:rPr lang="en-US" sz="1200" dirty="0"/>
            </a:br>
            <a:r>
              <a:rPr lang="en-US" sz="1200" b="1" dirty="0"/>
              <a:t>Resources:</a:t>
            </a:r>
            <a:endParaRPr dirty="0"/>
          </a:p>
        </p:txBody>
      </p:sp>
      <p:sp>
        <p:nvSpPr>
          <p:cNvPr id="1291" name="Google Shape;129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C9DDD-A6A9-D26D-11C6-27B92887C9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77DCEE-C402-9A1E-0680-D174F24427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8459EC-775F-6A2C-B212-5EB1A3501DBC}"/>
              </a:ext>
            </a:extLst>
          </p:cNvPr>
          <p:cNvSpPr>
            <a:spLocks noGrp="1"/>
          </p:cNvSpPr>
          <p:nvPr>
            <p:ph type="body" idx="1"/>
          </p:nvPr>
        </p:nvSpPr>
        <p:spPr/>
        <p:txBody>
          <a:bodyPr>
            <a:normAutofit fontScale="55000" lnSpcReduction="20000"/>
          </a:bodyPr>
          <a:lstStyle/>
          <a:p>
            <a:r>
              <a:rPr lang="en-US" b="1" i="0" dirty="0"/>
              <a:t>Presenter Note:  This slide contains animation</a:t>
            </a:r>
          </a:p>
          <a:p>
            <a:endParaRPr lang="en-US" b="1" i="0" dirty="0"/>
          </a:p>
          <a:p>
            <a:r>
              <a:rPr lang="en-US" b="1" i="0" dirty="0"/>
              <a:t>Key Message:</a:t>
            </a:r>
            <a:endParaRPr lang="en-US" i="0" dirty="0"/>
          </a:p>
          <a:p>
            <a:r>
              <a:rPr lang="en-US" i="0" dirty="0"/>
              <a:t>VMware Cloud Foundation enables secure multi-tenancy by allowing isolated teams to share infrastructure through constructs such as vSphere Zones, Supervisors, Regions, Projects, and VPCs. Developers gain self-service access to VMs and containers, while IT controls security, policies, and resource governance.</a:t>
            </a:r>
          </a:p>
          <a:p>
            <a:endParaRPr lang="en-US" i="0" dirty="0"/>
          </a:p>
          <a:p>
            <a:r>
              <a:rPr lang="en-US" b="1" i="0" dirty="0"/>
              <a:t>Talk Track:</a:t>
            </a:r>
            <a:endParaRPr lang="en-US" i="0" dirty="0"/>
          </a:p>
          <a:p>
            <a:r>
              <a:rPr lang="en-US" dirty="0"/>
              <a:t>A modern private cloud provides multi-tenancy. Multi-tenancy is an architecture in which a software platform and infrastructure serve multiple isolated tenants, such as different teams, departments, or customers. Each tenant utilizes the underlying hardware and software resources but operates in a logically isolated environment with separate resources, data, configurations, and access controls. Let’s look at how VMware Cloud Foundation achieves this.</a:t>
            </a:r>
          </a:p>
          <a:p>
            <a:endParaRPr lang="en-US" dirty="0"/>
          </a:p>
          <a:p>
            <a:r>
              <a:rPr lang="en-US" dirty="0"/>
              <a:t>vSphere Zones correspond to vSphere clusters and delineate CPU and memory resources for workload placement. They do not include storage and networking. Zones are isolated to ensure that failures in one Zone do not affect others. Zones operate with the Supervisor to direct Kubernetes and VM scheduling, facilitating resilient workload distribution across fault domains.</a:t>
            </a:r>
          </a:p>
          <a:p>
            <a:endParaRPr lang="en-US" dirty="0"/>
          </a:p>
          <a:p>
            <a:r>
              <a:rPr lang="en-US" dirty="0"/>
              <a:t>&lt;click 1&gt;</a:t>
            </a:r>
          </a:p>
          <a:p>
            <a:r>
              <a:rPr lang="en-US" dirty="0"/>
              <a:t>The vSphere Supervisor integrates a Kubernetes control plane into vSphere, enabling clusters to run both VMs and containerized applications. Developers use Kubernetes tools, while IT manages resources through the vSphere interface. There is no need for a separate container platform. This unifies virtual machines and cloud-native applications on a single infrastructure.</a:t>
            </a:r>
          </a:p>
          <a:p>
            <a:endParaRPr lang="en-US" dirty="0"/>
          </a:p>
          <a:p>
            <a:r>
              <a:rPr lang="en-US" dirty="0"/>
              <a:t>&lt;click 2&gt;</a:t>
            </a:r>
          </a:p>
          <a:p>
            <a:r>
              <a:rPr lang="en-US" dirty="0"/>
              <a:t>At the VCF Automation level, regions are a logical grouping of compute, storage, VM Classes, and network resources, typically aligned with a geographic location. They facilitate resource allocation for tenants with different service levels. Each region comprises one or more Supervisors and supports performance, capacity, and feature-based segmentation.</a:t>
            </a:r>
          </a:p>
          <a:p>
            <a:endParaRPr lang="en-US" dirty="0"/>
          </a:p>
          <a:p>
            <a:r>
              <a:rPr lang="en-US" dirty="0"/>
              <a:t>&lt;click 3&gt;</a:t>
            </a:r>
          </a:p>
          <a:p>
            <a:r>
              <a:rPr lang="en-US" dirty="0"/>
              <a:t>Organizations are top-level constructs that isolate tenants and group users, policies, services, and resources within defined boundaries. They provide centralized access control, governance, and usage-based billing. Providers assign regional quotas to organizations, specifying the capacity and number of vSphere zones available to each.</a:t>
            </a:r>
          </a:p>
          <a:p>
            <a:endParaRPr lang="en-US" dirty="0"/>
          </a:p>
          <a:p>
            <a:r>
              <a:rPr lang="en-US" dirty="0"/>
              <a:t>&lt;click 4&gt;</a:t>
            </a:r>
          </a:p>
          <a:p>
            <a:r>
              <a:rPr lang="en-US" dirty="0"/>
              <a:t>With the underlying infrastructure, services, and controls in place, the organization admin creates projects. A Project is a logical construct that groups namespaces and their related VPCs (Virtual Private Clouds), users, and policies under a single administrative boundary. This simplifies management by allowing each project to have dedicated IP spaces, access controls, and security policies that do not interfere with other projects.</a:t>
            </a:r>
          </a:p>
          <a:p>
            <a:endParaRPr lang="en-US" dirty="0"/>
          </a:p>
          <a:p>
            <a:r>
              <a:rPr lang="en-US" dirty="0"/>
              <a:t>&lt;click 5&gt;</a:t>
            </a:r>
          </a:p>
          <a:p>
            <a:r>
              <a:rPr lang="en-US" dirty="0"/>
              <a:t>A VPC (Virtual Private Cloud) is an isolated virtual network environment that delivers cloud-like networking capabilities within your on-premises data center. It includes components configured by the organization admin, such as subnets, routers, and NAT, to enable easy self-service access to networking resources for tenants. Each VPC provides isolation, making it ideal for multi-tenancy, development environments, application owner segmentation, etc.</a:t>
            </a:r>
          </a:p>
          <a:p>
            <a:endParaRPr lang="en-US" dirty="0"/>
          </a:p>
          <a:p>
            <a:r>
              <a:rPr lang="en-US" dirty="0"/>
              <a:t>Within a VPC, one or more vSphere Namespaces provide the resources from a vSphere Supervisor cluster where Kubernetes workloads can operate. It serves as a container for applications, integrating the concept of Kubernetes namespaces with vSphere-specific features such as resource limits, access control, storage policies, and container network settings.</a:t>
            </a:r>
          </a:p>
          <a:p>
            <a:endParaRPr lang="en-US" dirty="0"/>
          </a:p>
          <a:p>
            <a:r>
              <a:rPr lang="en-US" dirty="0"/>
              <a:t>&lt;click 6&gt;</a:t>
            </a:r>
          </a:p>
          <a:p>
            <a:r>
              <a:rPr lang="en-US" dirty="0"/>
              <a:t>End users, such as developers and app owners, can access these resources in a self-service manner while organization admins and provider admins ensure security and governance. End Users can deploy virtual machines and modern applications without configuring or understanding the underlying infrastructure. This approach helps control costs and facilitates faster development cycles, enhancing speed to market.</a:t>
            </a:r>
          </a:p>
          <a:p>
            <a:endParaRPr lang="en-US" dirty="0"/>
          </a:p>
          <a:p>
            <a:r>
              <a:rPr lang="en-US" sz="1200" b="1" dirty="0"/>
              <a:t>Notes:</a:t>
            </a:r>
            <a:br>
              <a:rPr lang="en-US" sz="1200" dirty="0"/>
            </a:br>
            <a:br>
              <a:rPr lang="en-US" sz="1200" dirty="0"/>
            </a:br>
            <a:r>
              <a:rPr lang="en-US" sz="1200" b="1" dirty="0"/>
              <a:t>Resources:</a:t>
            </a:r>
            <a:br>
              <a:rPr lang="en-US" sz="1200" dirty="0"/>
            </a:br>
            <a:endParaRPr lang="en-US" dirty="0"/>
          </a:p>
        </p:txBody>
      </p:sp>
      <p:sp>
        <p:nvSpPr>
          <p:cNvPr id="4" name="Slide Number Placeholder 3">
            <a:extLst>
              <a:ext uri="{FF2B5EF4-FFF2-40B4-BE49-F238E27FC236}">
                <a16:creationId xmlns:a16="http://schemas.microsoft.com/office/drawing/2014/main" id="{59254168-F60E-7643-B8F2-8BEF7CAF7D3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25020049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33BFD-3438-E6C9-83CE-6465CAACAE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56980A-6F1C-7145-5924-2ED407503B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A860CC-CEF7-1193-9A06-A72BB549BF5A}"/>
              </a:ext>
            </a:extLst>
          </p:cNvPr>
          <p:cNvSpPr>
            <a:spLocks noGrp="1"/>
          </p:cNvSpPr>
          <p:nvPr>
            <p:ph type="body" idx="1"/>
          </p:nvPr>
        </p:nvSpPr>
        <p:spPr/>
        <p:txBody>
          <a:bodyPr>
            <a:normAutofit fontScale="77500" lnSpcReduction="20000"/>
          </a:bodyPr>
          <a:lstStyle/>
          <a:p>
            <a:r>
              <a:rPr lang="en-US" b="1" i="0" dirty="0"/>
              <a:t>Key Message:</a:t>
            </a:r>
            <a:endParaRPr lang="en-US" i="0" dirty="0"/>
          </a:p>
          <a:p>
            <a:r>
              <a:rPr lang="en-US" i="0" dirty="0"/>
              <a:t>VMware Cloud Foundation provides built-in guidance for establishing a modern private cloud through a structured approach to scalable, secure multi-tenancy. By incorporating regions, organizations, provider gateways, IP spaces, and regional network settings, VCF enhances the delivery of isolated resources, external connectivity, and high-availability infrastructure.</a:t>
            </a:r>
          </a:p>
          <a:p>
            <a:endParaRPr lang="en-US" i="0" dirty="0"/>
          </a:p>
          <a:p>
            <a:r>
              <a:rPr lang="en-US" b="1" i="0" dirty="0"/>
              <a:t>Talk Track:</a:t>
            </a:r>
            <a:endParaRPr lang="en-US" i="0" dirty="0"/>
          </a:p>
          <a:p>
            <a:r>
              <a:rPr lang="en-US" i="0" dirty="0"/>
              <a:t>The first step involves creating a region. A region consists of one or more supervisors and provides organizations with a collection of compute, memory, storage, and networking resources. It can extend across multiple vCenter instances, provided the supervisors communicate with the same NSX instance, i.e., within the same network boundaries. A region typically aligns with a geographic entity such as “US-East.”</a:t>
            </a:r>
          </a:p>
          <a:p>
            <a:endParaRPr lang="en-US" i="0" dirty="0"/>
          </a:p>
          <a:p>
            <a:r>
              <a:rPr lang="en-US" i="0" dirty="0"/>
              <a:t>Next, we add an organization. An organization is a top-level entity that groups and manages resources, users, policies, IaaS services, and catalog entities while maintaining a secure boundary from other organizations. It provides centralized billing, access control, and a resource-sharing structure, facilitating collaboration and governance across teams, departments, business units, or entire companies.</a:t>
            </a:r>
          </a:p>
          <a:p>
            <a:endParaRPr lang="en-US" i="0" dirty="0"/>
          </a:p>
          <a:p>
            <a:r>
              <a:rPr lang="en-US" i="0" dirty="0"/>
              <a:t>IP spaces provide a structured method for providers to allocate IP addresses to various organizations, facilitating connectivity to external networks. Quotas may be utilized to manage usage. For internal communication, organizations can independently manage their own IP address blocks. </a:t>
            </a:r>
          </a:p>
          <a:p>
            <a:endParaRPr lang="en-US" i="0" dirty="0"/>
          </a:p>
          <a:p>
            <a:r>
              <a:rPr lang="en-US" i="0" dirty="0"/>
              <a:t>Provider gateways allow organizations to connect to external networks. A provider gateway utilizes NSX Tier 0 Gateways or T0 Virtual Routing and Forwarding (VRF) tables and links them with IP addresses from IP spaces that can be advertised through those gateways. A provider gateway may be assigned to one or more organizations.</a:t>
            </a:r>
          </a:p>
          <a:p>
            <a:endParaRPr lang="en-US" i="0" dirty="0"/>
          </a:p>
          <a:p>
            <a:r>
              <a:rPr lang="en-US" i="0" dirty="0"/>
              <a:t>Regional Network Settings determine the networking resources available to an organization in a specific region. These settings enable administrators to assign provider gateways, edge clusters, and IP spaces to organizations, facilitating external connectivity, routing, and IP address management. This configuration ensures that each organization can access the necessary infrastructure for north-south traffic, high availability, and tenant isolation.</a:t>
            </a:r>
          </a:p>
          <a:p>
            <a:endParaRPr lang="en-US" i="0" dirty="0"/>
          </a:p>
          <a:p>
            <a:r>
              <a:rPr lang="en-US" b="1" i="0" dirty="0"/>
              <a:t>Notes:</a:t>
            </a:r>
          </a:p>
          <a:p>
            <a:r>
              <a:rPr lang="en-US" i="0" dirty="0"/>
              <a:t>A VRF table in NSX offers logical separation of Layer 3 routing tables, allowing different tenants or services to operate with isolated routing policies without the need for separate physical routers or Tier 0 gateways. In other words, it enables tenant isolation, permitting the use of overlapping IP addresses across tenants. It helps avoid the need to deploy multiple T0 Gateways.</a:t>
            </a:r>
          </a:p>
          <a:p>
            <a:br>
              <a:rPr lang="en-US" sz="1200" dirty="0"/>
            </a:br>
            <a:r>
              <a:rPr lang="en-US" sz="1200" b="1" dirty="0"/>
              <a:t>Resources:</a:t>
            </a:r>
            <a:br>
              <a:rPr lang="en-US" sz="1200" dirty="0"/>
            </a:br>
            <a:endParaRPr lang="en-US" dirty="0"/>
          </a:p>
        </p:txBody>
      </p:sp>
      <p:sp>
        <p:nvSpPr>
          <p:cNvPr id="4" name="Slide Number Placeholder 3">
            <a:extLst>
              <a:ext uri="{FF2B5EF4-FFF2-40B4-BE49-F238E27FC236}">
                <a16:creationId xmlns:a16="http://schemas.microsoft.com/office/drawing/2014/main" id="{D3CD8B94-3BE6-44AE-D9AF-893300ABD0C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15268169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5"/>
        <p:cNvGrpSpPr/>
        <p:nvPr/>
      </p:nvGrpSpPr>
      <p:grpSpPr>
        <a:xfrm>
          <a:off x="0" y="0"/>
          <a:ext cx="0" cy="0"/>
          <a:chOff x="0" y="0"/>
          <a:chExt cx="0" cy="0"/>
        </a:xfrm>
      </p:grpSpPr>
      <p:sp>
        <p:nvSpPr>
          <p:cNvPr id="3356" name="Google Shape;3356;p1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57" name="Google Shape;3357;p1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60000"/>
              </a:lnSpc>
              <a:spcBef>
                <a:spcPts val="0"/>
              </a:spcBef>
              <a:spcAft>
                <a:spcPts val="0"/>
              </a:spcAft>
              <a:buClr>
                <a:schemeClr val="dk1"/>
              </a:buClr>
              <a:buSzPts val="713"/>
              <a:buFont typeface="Arial"/>
              <a:buNone/>
            </a:pPr>
            <a:r>
              <a:rPr lang="en-US" sz="800" b="1" dirty="0">
                <a:latin typeface="Arial"/>
                <a:ea typeface="Arial"/>
                <a:cs typeface="Arial"/>
                <a:sym typeface="Arial"/>
              </a:rPr>
              <a:t>Key Message:</a:t>
            </a:r>
            <a:endParaRPr sz="1100" b="1" dirty="0">
              <a:latin typeface="Arial"/>
              <a:ea typeface="Arial"/>
              <a:cs typeface="Arial"/>
              <a:sym typeface="Arial"/>
            </a:endParaRPr>
          </a:p>
          <a:p>
            <a:pPr marL="0" lvl="0" indent="0" algn="l" rtl="0">
              <a:lnSpc>
                <a:spcPct val="60000"/>
              </a:lnSpc>
              <a:spcBef>
                <a:spcPts val="0"/>
              </a:spcBef>
              <a:spcAft>
                <a:spcPts val="0"/>
              </a:spcAft>
              <a:buClr>
                <a:schemeClr val="dk1"/>
              </a:buClr>
              <a:buSzPts val="713"/>
              <a:buFont typeface="Arial"/>
              <a:buNone/>
            </a:pPr>
            <a:r>
              <a:rPr lang="en-US" sz="800" dirty="0"/>
              <a:t>VCF Automation enables single or multi-tenant private clouds, allowing IT Admins to allocate resources to organizations, each managing users and resources specific to their group. The first step in building a private cloud is to break down a shared infrastructure into individual segments and allocate these segments to different organizations. This approach ensures that each organization feels isolated from the others while allowing for secure and efficient use of resources tailored to their specific needs.</a:t>
            </a:r>
            <a:endParaRPr sz="800" dirty="0">
              <a:latin typeface="Arial"/>
              <a:ea typeface="Arial"/>
              <a:cs typeface="Arial"/>
              <a:sym typeface="Arial"/>
            </a:endParaRPr>
          </a:p>
          <a:p>
            <a:pPr marL="0" lvl="0" indent="0" algn="l" rtl="0">
              <a:lnSpc>
                <a:spcPct val="60000"/>
              </a:lnSpc>
              <a:spcBef>
                <a:spcPts val="0"/>
              </a:spcBef>
              <a:spcAft>
                <a:spcPts val="0"/>
              </a:spcAft>
              <a:buClr>
                <a:schemeClr val="dk1"/>
              </a:buClr>
              <a:buSzPts val="713"/>
              <a:buFont typeface="Arial"/>
              <a:buNone/>
            </a:pPr>
            <a:br>
              <a:rPr lang="en-US" sz="800" dirty="0">
                <a:latin typeface="Arial"/>
                <a:ea typeface="Arial"/>
                <a:cs typeface="Arial"/>
                <a:sym typeface="Arial"/>
              </a:rPr>
            </a:br>
            <a:r>
              <a:rPr lang="en-US" sz="800" b="1" dirty="0">
                <a:latin typeface="Arial"/>
                <a:ea typeface="Arial"/>
                <a:cs typeface="Arial"/>
                <a:sym typeface="Arial"/>
              </a:rPr>
              <a:t>Talk Track:</a:t>
            </a:r>
          </a:p>
          <a:p>
            <a:pPr marL="0" lvl="0" indent="0" algn="l" rtl="0">
              <a:lnSpc>
                <a:spcPct val="60000"/>
              </a:lnSpc>
              <a:spcBef>
                <a:spcPts val="0"/>
              </a:spcBef>
              <a:spcAft>
                <a:spcPts val="0"/>
              </a:spcAft>
              <a:buClr>
                <a:schemeClr val="dk1"/>
              </a:buClr>
              <a:buSzPts val="713"/>
              <a:buFont typeface="Arial"/>
              <a:buNone/>
            </a:pPr>
            <a:r>
              <a:rPr lang="en-US" sz="800" dirty="0"/>
              <a:t>With VCF Automation, you can select multiple vSphere zones to deploy applications. This flexibility will enable teams to optimize resource utilization, enhance application performance, and ensure redundancy across different zones, ultimately improving the reliability and scalability of their deployments.</a:t>
            </a:r>
            <a:endParaRPr lang="en-US" sz="1200" dirty="0"/>
          </a:p>
          <a:p>
            <a:pPr marL="0" lvl="0" indent="0" algn="l" rtl="0">
              <a:lnSpc>
                <a:spcPct val="60000"/>
              </a:lnSpc>
              <a:spcBef>
                <a:spcPts val="0"/>
              </a:spcBef>
              <a:spcAft>
                <a:spcPts val="0"/>
              </a:spcAft>
              <a:buClr>
                <a:schemeClr val="dk1"/>
              </a:buClr>
              <a:buSzPts val="713"/>
              <a:buFont typeface="Arial"/>
              <a:buNone/>
            </a:pPr>
            <a:endParaRPr lang="en-US" sz="1200" dirty="0"/>
          </a:p>
          <a:p>
            <a:pPr marL="0" lvl="0" indent="0" algn="l" rtl="0">
              <a:lnSpc>
                <a:spcPct val="60000"/>
              </a:lnSpc>
              <a:spcBef>
                <a:spcPts val="0"/>
              </a:spcBef>
              <a:spcAft>
                <a:spcPts val="0"/>
              </a:spcAft>
              <a:buClr>
                <a:schemeClr val="dk1"/>
              </a:buClr>
              <a:buSzPts val="713"/>
              <a:buFont typeface="Arial"/>
              <a:buNone/>
            </a:pPr>
            <a:r>
              <a:rPr lang="en-US" sz="800" dirty="0"/>
              <a:t>By ensuring organization isolation at the networking level and aligning with NSX tenancy constructs, we provide comprehensive network isolation throughout the stack while guaranteeing immediate internal and external connectivity upon the creation of the organization.</a:t>
            </a:r>
            <a:endParaRPr lang="en-US" sz="1200" dirty="0"/>
          </a:p>
          <a:p>
            <a:pPr marL="0" lvl="0" indent="0" algn="l" rtl="0">
              <a:lnSpc>
                <a:spcPct val="60000"/>
              </a:lnSpc>
              <a:spcBef>
                <a:spcPts val="0"/>
              </a:spcBef>
              <a:spcAft>
                <a:spcPts val="0"/>
              </a:spcAft>
              <a:buClr>
                <a:schemeClr val="dk1"/>
              </a:buClr>
              <a:buSzPts val="713"/>
              <a:buFont typeface="Arial"/>
              <a:buNone/>
            </a:pPr>
            <a:endParaRPr lang="en-US" sz="1200" dirty="0"/>
          </a:p>
          <a:p>
            <a:pPr marL="0" lvl="0" indent="0" algn="l" rtl="0">
              <a:lnSpc>
                <a:spcPct val="60000"/>
              </a:lnSpc>
              <a:spcBef>
                <a:spcPts val="0"/>
              </a:spcBef>
              <a:spcAft>
                <a:spcPts val="0"/>
              </a:spcAft>
              <a:buClr>
                <a:schemeClr val="dk1"/>
              </a:buClr>
              <a:buSzPts val="713"/>
              <a:buFont typeface="Arial"/>
              <a:buNone/>
            </a:pPr>
            <a:r>
              <a:rPr lang="en-US" sz="800" dirty="0"/>
              <a:t>Improved compliance and security measures ensure consistent policy enforcement across LoBs, minimizing human error while adhering to organizational and regulatory standards. IT administrators can also provide organizations with a comprehensive Private Cloud experience supported by an extensible managed services ecosystem from VMware.</a:t>
            </a:r>
            <a:endParaRPr lang="en-US" sz="1200" dirty="0"/>
          </a:p>
          <a:p>
            <a:pPr marL="0" lvl="0" indent="0" algn="l" rtl="0">
              <a:lnSpc>
                <a:spcPct val="60000"/>
              </a:lnSpc>
              <a:spcBef>
                <a:spcPts val="0"/>
              </a:spcBef>
              <a:spcAft>
                <a:spcPts val="0"/>
              </a:spcAft>
              <a:buClr>
                <a:schemeClr val="dk1"/>
              </a:buClr>
              <a:buSzPts val="713"/>
              <a:buFont typeface="Arial"/>
              <a:buNone/>
            </a:pPr>
            <a:endParaRPr lang="en-US" sz="1200" dirty="0"/>
          </a:p>
          <a:p>
            <a:pPr marL="0" lvl="0" indent="0" algn="l" rtl="0">
              <a:lnSpc>
                <a:spcPct val="60000"/>
              </a:lnSpc>
              <a:spcBef>
                <a:spcPts val="0"/>
              </a:spcBef>
              <a:spcAft>
                <a:spcPts val="0"/>
              </a:spcAft>
              <a:buClr>
                <a:schemeClr val="dk1"/>
              </a:buClr>
              <a:buSzPts val="713"/>
              <a:buFont typeface="Arial"/>
              <a:buNone/>
            </a:pPr>
            <a:r>
              <a:rPr lang="en-US" sz="800" dirty="0"/>
              <a:t>Enhanced cost visibility and control are achieved by providing deeper insights into the consumption of cloud infrastructure through chargeback and showback methods. This approach allows for more informed decision-making and proactive resource management. These controls effectively manage consumption, prevent over-provisioning, and help eliminate unnecessary costs.</a:t>
            </a:r>
            <a:endParaRPr dirty="0"/>
          </a:p>
          <a:p>
            <a:pPr marL="0" lvl="0" indent="0" algn="l" rtl="0">
              <a:lnSpc>
                <a:spcPct val="60000"/>
              </a:lnSpc>
              <a:spcBef>
                <a:spcPts val="0"/>
              </a:spcBef>
              <a:spcAft>
                <a:spcPts val="0"/>
              </a:spcAft>
              <a:buClr>
                <a:schemeClr val="dk1"/>
              </a:buClr>
              <a:buSzPts val="713"/>
              <a:buFont typeface="Arial"/>
              <a:buNone/>
            </a:pPr>
            <a:endParaRPr lang="en-US" sz="800" b="1" dirty="0"/>
          </a:p>
          <a:p>
            <a:pPr marL="0" lvl="0" indent="0" algn="l" rtl="0">
              <a:lnSpc>
                <a:spcPct val="60000"/>
              </a:lnSpc>
              <a:spcBef>
                <a:spcPts val="0"/>
              </a:spcBef>
              <a:spcAft>
                <a:spcPts val="0"/>
              </a:spcAft>
              <a:buClr>
                <a:schemeClr val="dk1"/>
              </a:buClr>
              <a:buSzPts val="713"/>
              <a:buFont typeface="Arial"/>
              <a:buNone/>
            </a:pPr>
            <a:r>
              <a:rPr lang="en-US" sz="800" b="0" dirty="0"/>
              <a:t>&lt;click 1&gt;</a:t>
            </a:r>
            <a:endParaRPr lang="en-US" sz="800" b="1" dirty="0"/>
          </a:p>
          <a:p>
            <a:pPr marL="0" lvl="0" indent="0" algn="l" rtl="0">
              <a:lnSpc>
                <a:spcPct val="60000"/>
              </a:lnSpc>
              <a:spcBef>
                <a:spcPts val="0"/>
              </a:spcBef>
              <a:spcAft>
                <a:spcPts val="0"/>
              </a:spcAft>
              <a:buClr>
                <a:schemeClr val="dk1"/>
              </a:buClr>
              <a:buSzPts val="713"/>
              <a:buFont typeface="Arial"/>
              <a:buNone/>
            </a:pPr>
            <a:endParaRPr lang="en-US" sz="800" b="0" dirty="0"/>
          </a:p>
          <a:p>
            <a:pPr marL="0" lvl="0" indent="0" algn="l" rtl="0">
              <a:lnSpc>
                <a:spcPct val="60000"/>
              </a:lnSpc>
              <a:spcBef>
                <a:spcPts val="0"/>
              </a:spcBef>
              <a:spcAft>
                <a:spcPts val="0"/>
              </a:spcAft>
              <a:buClr>
                <a:schemeClr val="dk1"/>
              </a:buClr>
              <a:buSzPts val="713"/>
              <a:buFont typeface="Arial"/>
              <a:buNone/>
            </a:pPr>
            <a:r>
              <a:rPr lang="en-US" sz="800" dirty="0"/>
              <a:t>&lt;click 2&gt;</a:t>
            </a:r>
          </a:p>
          <a:p>
            <a:pPr marL="0" lvl="0" indent="0" algn="l" rtl="0">
              <a:lnSpc>
                <a:spcPct val="60000"/>
              </a:lnSpc>
              <a:spcBef>
                <a:spcPts val="0"/>
              </a:spcBef>
              <a:spcAft>
                <a:spcPts val="0"/>
              </a:spcAft>
              <a:buClr>
                <a:schemeClr val="dk1"/>
              </a:buClr>
              <a:buSzPts val="713"/>
              <a:buFont typeface="Arial"/>
              <a:buNone/>
            </a:pPr>
            <a:endParaRPr lang="en-US" sz="800" dirty="0"/>
          </a:p>
          <a:p>
            <a:pPr marL="0" lvl="0" indent="0" algn="l" rtl="0">
              <a:lnSpc>
                <a:spcPct val="60000"/>
              </a:lnSpc>
              <a:spcBef>
                <a:spcPts val="0"/>
              </a:spcBef>
              <a:spcAft>
                <a:spcPts val="0"/>
              </a:spcAft>
              <a:buClr>
                <a:schemeClr val="dk1"/>
              </a:buClr>
              <a:buSzPts val="713"/>
              <a:buFont typeface="Arial"/>
              <a:buNone/>
            </a:pPr>
            <a:r>
              <a:rPr lang="en-US" sz="800" dirty="0"/>
              <a:t>A Supervisor can be deployed on three vSphere Zones to provide clusters with high availability and fault tolerance, which are essential for building highly reliable applications.</a:t>
            </a:r>
          </a:p>
          <a:p>
            <a:pPr marL="0" lvl="0" indent="0" algn="l" rtl="0">
              <a:lnSpc>
                <a:spcPct val="60000"/>
              </a:lnSpc>
              <a:spcBef>
                <a:spcPts val="0"/>
              </a:spcBef>
              <a:spcAft>
                <a:spcPts val="0"/>
              </a:spcAft>
              <a:buClr>
                <a:schemeClr val="dk1"/>
              </a:buClr>
              <a:buSzPts val="713"/>
              <a:buFont typeface="Arial"/>
              <a:buNone/>
            </a:pPr>
            <a:endParaRPr lang="en-US" sz="800" dirty="0"/>
          </a:p>
          <a:p>
            <a:pPr marL="0" lvl="0" indent="0" algn="l" rtl="0">
              <a:lnSpc>
                <a:spcPct val="60000"/>
              </a:lnSpc>
              <a:spcBef>
                <a:spcPts val="0"/>
              </a:spcBef>
              <a:spcAft>
                <a:spcPts val="0"/>
              </a:spcAft>
              <a:buClr>
                <a:schemeClr val="dk1"/>
              </a:buClr>
              <a:buSzPts val="713"/>
              <a:buFont typeface="Arial"/>
              <a:buNone/>
            </a:pPr>
            <a:r>
              <a:rPr lang="en-US" sz="800" dirty="0"/>
              <a:t>&lt;click 3&gt;</a:t>
            </a:r>
          </a:p>
          <a:p>
            <a:pPr marL="0" lvl="0" indent="0" algn="l" rtl="0">
              <a:lnSpc>
                <a:spcPct val="60000"/>
              </a:lnSpc>
              <a:spcBef>
                <a:spcPts val="0"/>
              </a:spcBef>
              <a:spcAft>
                <a:spcPts val="0"/>
              </a:spcAft>
              <a:buClr>
                <a:schemeClr val="dk1"/>
              </a:buClr>
              <a:buSzPts val="713"/>
              <a:buFont typeface="Arial"/>
              <a:buNone/>
            </a:pPr>
            <a:r>
              <a:rPr lang="en-US" sz="800" dirty="0"/>
              <a:t>First, ensure that each organization is isolated from one another in terms of networking and computing resources. Next, establish network isolation for different application teams within each organization by using Virtual Private Clouds (VPCs). Finally, implement a transit gateway to facilitate communication between VPCs and to enable connectivity with external networks outside the organization.</a:t>
            </a:r>
          </a:p>
          <a:p>
            <a:pPr marL="0" lvl="0" indent="0" algn="l" rtl="0">
              <a:lnSpc>
                <a:spcPct val="60000"/>
              </a:lnSpc>
              <a:spcBef>
                <a:spcPts val="0"/>
              </a:spcBef>
              <a:spcAft>
                <a:spcPts val="0"/>
              </a:spcAft>
              <a:buClr>
                <a:schemeClr val="dk1"/>
              </a:buClr>
              <a:buSzPts val="713"/>
              <a:buFont typeface="Arial"/>
              <a:buNone/>
            </a:pPr>
            <a:endParaRPr lang="en-US" sz="800" dirty="0"/>
          </a:p>
          <a:p>
            <a:pPr marL="0" lvl="0" indent="0" algn="l" rtl="0">
              <a:lnSpc>
                <a:spcPct val="60000"/>
              </a:lnSpc>
              <a:spcBef>
                <a:spcPts val="0"/>
              </a:spcBef>
              <a:spcAft>
                <a:spcPts val="0"/>
              </a:spcAft>
              <a:buClr>
                <a:schemeClr val="dk1"/>
              </a:buClr>
              <a:buSzPts val="713"/>
              <a:buFont typeface="Arial"/>
              <a:buNone/>
            </a:pPr>
            <a:r>
              <a:rPr lang="en-US" sz="800" dirty="0"/>
              <a:t>Enterprise IT admins manage resources and set quota policies for each org. They control identity, permissions, and operations, and they organize content management across different LOBs. Additionally, IT admins can provide various managed services such as encryption, backup, and data management using services created by VMware and third-party software vendors (e.g., Veeam for backup services).</a:t>
            </a:r>
          </a:p>
          <a:p>
            <a:pPr marL="0" lvl="0" indent="0" algn="l" rtl="0">
              <a:lnSpc>
                <a:spcPct val="60000"/>
              </a:lnSpc>
              <a:spcBef>
                <a:spcPts val="0"/>
              </a:spcBef>
              <a:spcAft>
                <a:spcPts val="0"/>
              </a:spcAft>
              <a:buClr>
                <a:schemeClr val="dk1"/>
              </a:buClr>
              <a:buSzPts val="713"/>
              <a:buFont typeface="Arial"/>
              <a:buNone/>
            </a:pPr>
            <a:endParaRPr lang="en-US" sz="800" dirty="0"/>
          </a:p>
          <a:p>
            <a:pPr marL="0" lvl="0" indent="0" algn="l" rtl="0">
              <a:lnSpc>
                <a:spcPct val="60000"/>
              </a:lnSpc>
              <a:spcBef>
                <a:spcPts val="0"/>
              </a:spcBef>
              <a:spcAft>
                <a:spcPts val="0"/>
              </a:spcAft>
              <a:buClr>
                <a:schemeClr val="dk1"/>
              </a:buClr>
              <a:buSzPts val="713"/>
              <a:buFont typeface="Arial"/>
              <a:buNone/>
            </a:pPr>
            <a:r>
              <a:rPr lang="en-US" sz="800" dirty="0"/>
              <a:t>Additionally, if desired, custom branding can be created for each org console within VCF Automation, allowing for a distinct branding experience for each org.</a:t>
            </a:r>
          </a:p>
          <a:p>
            <a:pPr marL="158750" lvl="0" indent="0" algn="l" rtl="0">
              <a:lnSpc>
                <a:spcPct val="95000"/>
              </a:lnSpc>
              <a:spcBef>
                <a:spcPts val="0"/>
              </a:spcBef>
              <a:spcAft>
                <a:spcPts val="0"/>
              </a:spcAft>
              <a:buClr>
                <a:schemeClr val="dk1"/>
              </a:buClr>
              <a:buSzPts val="1100"/>
              <a:buNone/>
            </a:pPr>
            <a:endParaRPr lang="en-US" sz="800" dirty="0">
              <a:latin typeface="Arial"/>
              <a:cs typeface="Arial"/>
              <a:sym typeface="Arial"/>
            </a:endParaRPr>
          </a:p>
          <a:p>
            <a:pPr marL="0" lvl="0" indent="0" algn="l" rtl="0">
              <a:lnSpc>
                <a:spcPct val="80000"/>
              </a:lnSpc>
              <a:spcBef>
                <a:spcPts val="0"/>
              </a:spcBef>
              <a:spcAft>
                <a:spcPts val="0"/>
              </a:spcAft>
              <a:buClr>
                <a:schemeClr val="dk1"/>
              </a:buClr>
              <a:buSzPts val="1100"/>
              <a:buFont typeface="Arial"/>
              <a:buNone/>
            </a:pPr>
            <a:r>
              <a:rPr lang="en-US" b="1" dirty="0"/>
              <a:t>Notes:</a:t>
            </a:r>
            <a:br>
              <a:rPr lang="en-US" b="1" dirty="0"/>
            </a:br>
            <a:r>
              <a:rPr lang="en-US" sz="1200" dirty="0">
                <a:latin typeface="Arial"/>
                <a:ea typeface="Arial"/>
                <a:cs typeface="Arial"/>
                <a:sym typeface="Arial"/>
              </a:rPr>
              <a:t>For a short and sweet summary of Tenant Management, explained in an alternative way (spans across different themes):</a:t>
            </a:r>
            <a:endParaRPr lang="en-US" dirty="0"/>
          </a:p>
          <a:p>
            <a:pPr marL="457200" lvl="0" indent="-298450" algn="l" rtl="0">
              <a:lnSpc>
                <a:spcPct val="95000"/>
              </a:lnSpc>
              <a:spcBef>
                <a:spcPts val="1200"/>
              </a:spcBef>
              <a:spcAft>
                <a:spcPts val="0"/>
              </a:spcAft>
              <a:buClr>
                <a:schemeClr val="dk1"/>
              </a:buClr>
              <a:buSzPts val="1100"/>
              <a:buChar char="●"/>
            </a:pPr>
            <a:r>
              <a:rPr lang="en-US" sz="1200" b="0" u="sng" dirty="0">
                <a:latin typeface="Arial"/>
                <a:ea typeface="Arial"/>
                <a:cs typeface="Arial"/>
                <a:sym typeface="Arial"/>
              </a:rPr>
              <a:t>Organization Management: </a:t>
            </a:r>
            <a:r>
              <a:rPr lang="en-US" sz="1200" dirty="0">
                <a:latin typeface="Arial"/>
                <a:ea typeface="Arial"/>
                <a:cs typeface="Arial"/>
                <a:sym typeface="Arial"/>
              </a:rPr>
              <a:t>Create, manage, and maintain organizational units to structure organizations effectively. </a:t>
            </a:r>
            <a:endParaRPr lang="en-US" dirty="0"/>
          </a:p>
          <a:p>
            <a:pPr marL="457200" lvl="0" indent="-298450" algn="l" rtl="0">
              <a:lnSpc>
                <a:spcPct val="95000"/>
              </a:lnSpc>
              <a:spcBef>
                <a:spcPts val="0"/>
              </a:spcBef>
              <a:spcAft>
                <a:spcPts val="0"/>
              </a:spcAft>
              <a:buClr>
                <a:schemeClr val="dk1"/>
              </a:buClr>
              <a:buSzPts val="1100"/>
              <a:buChar char="●"/>
            </a:pPr>
            <a:r>
              <a:rPr lang="en-US" sz="1200" b="0" u="sng" dirty="0">
                <a:latin typeface="Arial"/>
                <a:ea typeface="Arial"/>
                <a:cs typeface="Arial"/>
                <a:sym typeface="Arial"/>
              </a:rPr>
              <a:t>Resource Management and Allocation to Organizations: </a:t>
            </a:r>
            <a:r>
              <a:rPr lang="en-US" sz="1200" dirty="0">
                <a:latin typeface="Arial"/>
                <a:ea typeface="Arial"/>
                <a:cs typeface="Arial"/>
                <a:sym typeface="Arial"/>
              </a:rPr>
              <a:t>Allocate and manage cloud resources such as compute, storage, and network quotas across organizations. </a:t>
            </a:r>
            <a:endParaRPr lang="en-US" dirty="0"/>
          </a:p>
          <a:p>
            <a:pPr marL="457200" lvl="0" indent="-298450" algn="l" rtl="0">
              <a:lnSpc>
                <a:spcPct val="95000"/>
              </a:lnSpc>
              <a:spcBef>
                <a:spcPts val="0"/>
              </a:spcBef>
              <a:spcAft>
                <a:spcPts val="0"/>
              </a:spcAft>
              <a:buClr>
                <a:schemeClr val="dk1"/>
              </a:buClr>
              <a:buSzPts val="1100"/>
              <a:buChar char="●"/>
            </a:pPr>
            <a:r>
              <a:rPr lang="en-US" sz="1200" b="0" u="sng" dirty="0">
                <a:latin typeface="Arial"/>
                <a:ea typeface="Arial"/>
                <a:cs typeface="Arial"/>
                <a:sym typeface="Arial"/>
              </a:rPr>
              <a:t>Cost and Chargeback: </a:t>
            </a:r>
            <a:r>
              <a:rPr lang="en-US" sz="1200" dirty="0">
                <a:latin typeface="Arial"/>
                <a:ea typeface="Arial"/>
                <a:cs typeface="Arial"/>
                <a:sym typeface="Arial"/>
              </a:rPr>
              <a:t>Track resource consumption and generate cost insights, enabling chargeback or showback for individual orgs. </a:t>
            </a:r>
            <a:endParaRPr lang="en-US" dirty="0"/>
          </a:p>
          <a:p>
            <a:pPr marL="457200" lvl="0" indent="-298450" algn="l" rtl="0">
              <a:lnSpc>
                <a:spcPct val="95000"/>
              </a:lnSpc>
              <a:spcBef>
                <a:spcPts val="0"/>
              </a:spcBef>
              <a:spcAft>
                <a:spcPts val="0"/>
              </a:spcAft>
              <a:buClr>
                <a:schemeClr val="dk1"/>
              </a:buClr>
              <a:buSzPts val="1100"/>
              <a:buChar char="●"/>
            </a:pPr>
            <a:r>
              <a:rPr lang="en-US" sz="1200" b="0" u="sng" dirty="0">
                <a:latin typeface="Arial"/>
                <a:ea typeface="Arial"/>
                <a:cs typeface="Arial"/>
                <a:sym typeface="Arial"/>
              </a:rPr>
              <a:t>Access Control and Identity Management: </a:t>
            </a:r>
            <a:r>
              <a:rPr lang="en-US" sz="1200" dirty="0">
                <a:latin typeface="Arial"/>
                <a:ea typeface="Arial"/>
                <a:cs typeface="Arial"/>
                <a:sym typeface="Arial"/>
              </a:rPr>
              <a:t>Manage user roles, permissions, and authentication to ensure secure and tailored access for each org. </a:t>
            </a:r>
            <a:endParaRPr lang="en-US" dirty="0"/>
          </a:p>
          <a:p>
            <a:pPr marL="457200" lvl="0" indent="-298450" algn="l" rtl="0">
              <a:lnSpc>
                <a:spcPct val="95000"/>
              </a:lnSpc>
              <a:spcBef>
                <a:spcPts val="0"/>
              </a:spcBef>
              <a:spcAft>
                <a:spcPts val="0"/>
              </a:spcAft>
              <a:buClr>
                <a:schemeClr val="dk1"/>
              </a:buClr>
              <a:buSzPts val="1100"/>
              <a:buChar char="●"/>
            </a:pPr>
            <a:r>
              <a:rPr lang="en-US" sz="1200" b="0" u="sng" dirty="0">
                <a:latin typeface="Arial"/>
                <a:ea typeface="Arial"/>
                <a:cs typeface="Arial"/>
                <a:sym typeface="Arial"/>
              </a:rPr>
              <a:t>Content Management: </a:t>
            </a:r>
            <a:r>
              <a:rPr lang="en-US" sz="1200" dirty="0">
                <a:latin typeface="Arial"/>
                <a:ea typeface="Arial"/>
                <a:cs typeface="Arial"/>
                <a:sym typeface="Arial"/>
              </a:rPr>
              <a:t>Share content such as blueprints, images, and workflows from the provider to multiple organizations for seamless consumption.</a:t>
            </a:r>
          </a:p>
          <a:p>
            <a:br>
              <a:rPr lang="en-US" sz="1200" dirty="0"/>
            </a:br>
            <a:r>
              <a:rPr lang="en-US" sz="1200" b="1" dirty="0"/>
              <a:t>Resources:</a:t>
            </a:r>
            <a:br>
              <a:rPr lang="en-US" sz="1200" dirty="0"/>
            </a:br>
            <a:endParaRPr dirty="0"/>
          </a:p>
          <a:p>
            <a:pPr marL="0" lvl="0" indent="0" algn="l" rtl="0">
              <a:lnSpc>
                <a:spcPct val="80000"/>
              </a:lnSpc>
              <a:spcBef>
                <a:spcPts val="1200"/>
              </a:spcBef>
              <a:spcAft>
                <a:spcPts val="0"/>
              </a:spcAft>
              <a:buSzPts val="1400"/>
              <a:buNone/>
            </a:pPr>
            <a:endParaRPr sz="800" dirty="0">
              <a:solidFill>
                <a:srgbClr val="444746"/>
              </a:solidFill>
              <a:latin typeface="Roboto"/>
              <a:ea typeface="Roboto"/>
              <a:cs typeface="Roboto"/>
              <a:sym typeface="Roboto"/>
            </a:endParaRPr>
          </a:p>
          <a:p>
            <a:pPr marL="457200" marR="0" lvl="0" indent="-228600" algn="l" rtl="0">
              <a:lnSpc>
                <a:spcPct val="100000"/>
              </a:lnSpc>
              <a:spcBef>
                <a:spcPts val="0"/>
              </a:spcBef>
              <a:spcAft>
                <a:spcPts val="0"/>
              </a:spcAft>
              <a:buSzPts val="1400"/>
              <a:buNone/>
            </a:pPr>
            <a:endParaRPr dirty="0"/>
          </a:p>
        </p:txBody>
      </p:sp>
      <p:sp>
        <p:nvSpPr>
          <p:cNvPr id="3358" name="Google Shape;3358;p1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120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13</a:t>
            </a:fld>
            <a:endParaRPr kumimoji="0" sz="12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4"/>
        <p:cNvGrpSpPr/>
        <p:nvPr/>
      </p:nvGrpSpPr>
      <p:grpSpPr>
        <a:xfrm>
          <a:off x="0" y="0"/>
          <a:ext cx="0" cy="0"/>
          <a:chOff x="0" y="0"/>
          <a:chExt cx="0" cy="0"/>
        </a:xfrm>
      </p:grpSpPr>
      <p:sp>
        <p:nvSpPr>
          <p:cNvPr id="3365" name="Google Shape;3365;p1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66" name="Google Shape;3366;p1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60000"/>
              </a:lnSpc>
              <a:spcBef>
                <a:spcPts val="0"/>
              </a:spcBef>
              <a:spcAft>
                <a:spcPts val="0"/>
              </a:spcAft>
              <a:buClr>
                <a:schemeClr val="dk1"/>
              </a:buClr>
              <a:buSzPts val="713"/>
              <a:buFont typeface="Arial"/>
              <a:buNone/>
            </a:pPr>
            <a:r>
              <a:rPr lang="en-US" sz="1200" b="1" dirty="0">
                <a:latin typeface="Arial"/>
                <a:ea typeface="Arial"/>
                <a:cs typeface="Arial"/>
                <a:sym typeface="Arial"/>
              </a:rPr>
              <a:t>Key Message:</a:t>
            </a:r>
            <a:endParaRPr lang="en-US" sz="2000" b="1" dirty="0">
              <a:latin typeface="Arial"/>
              <a:ea typeface="Arial"/>
              <a:cs typeface="Arial"/>
              <a:sym typeface="Arial"/>
            </a:endParaRPr>
          </a:p>
          <a:p>
            <a:pPr marL="0" lvl="0" indent="0" algn="l" rtl="0">
              <a:lnSpc>
                <a:spcPct val="60000"/>
              </a:lnSpc>
              <a:spcBef>
                <a:spcPts val="0"/>
              </a:spcBef>
              <a:spcAft>
                <a:spcPts val="0"/>
              </a:spcAft>
              <a:buClr>
                <a:schemeClr val="dk1"/>
              </a:buClr>
              <a:buSzPts val="713"/>
              <a:buFont typeface="Arial"/>
              <a:buNone/>
            </a:pPr>
            <a:r>
              <a:rPr lang="en-US" sz="1200" dirty="0">
                <a:latin typeface="Arial"/>
                <a:ea typeface="Arial"/>
                <a:cs typeface="Arial"/>
                <a:sym typeface="Arial"/>
              </a:rPr>
              <a:t>With guided workflows in the quick setup, a customer can easily adopt VCFA 9 for the first time.</a:t>
            </a:r>
            <a:endParaRPr lang="en-US" dirty="0"/>
          </a:p>
          <a:p>
            <a:pPr marL="0" lvl="0" indent="0" algn="l" rtl="0">
              <a:lnSpc>
                <a:spcPct val="60000"/>
              </a:lnSpc>
              <a:spcBef>
                <a:spcPts val="0"/>
              </a:spcBef>
              <a:spcAft>
                <a:spcPts val="0"/>
              </a:spcAft>
              <a:buClr>
                <a:schemeClr val="dk1"/>
              </a:buClr>
              <a:buSzPts val="713"/>
              <a:buFont typeface="Arial"/>
              <a:buNone/>
            </a:pPr>
            <a:br>
              <a:rPr lang="en-US" sz="1200" dirty="0">
                <a:latin typeface="Arial"/>
                <a:ea typeface="Arial"/>
                <a:cs typeface="Arial"/>
                <a:sym typeface="Arial"/>
              </a:rPr>
            </a:br>
            <a:r>
              <a:rPr lang="en-US" sz="1200" b="1" dirty="0">
                <a:latin typeface="Arial"/>
                <a:ea typeface="Arial"/>
                <a:cs typeface="Arial"/>
                <a:sym typeface="Arial"/>
              </a:rPr>
              <a:t>Talk Track:</a:t>
            </a:r>
          </a:p>
          <a:p>
            <a:pPr marL="0" marR="0" lvl="0" indent="0" algn="l" defTabSz="914400" rtl="0" eaLnBrk="1" fontAlgn="auto" latinLnBrk="0" hangingPunct="1">
              <a:lnSpc>
                <a:spcPct val="60000"/>
              </a:lnSpc>
              <a:spcBef>
                <a:spcPts val="0"/>
              </a:spcBef>
              <a:spcAft>
                <a:spcPts val="0"/>
              </a:spcAft>
              <a:buClr>
                <a:schemeClr val="dk1"/>
              </a:buClr>
              <a:buSzPts val="713"/>
              <a:buFont typeface="Arial"/>
              <a:buNone/>
              <a:tabLst/>
              <a:defRPr/>
            </a:pPr>
            <a:r>
              <a:rPr lang="en-US" sz="1200" b="0" dirty="0">
                <a:latin typeface="Arial"/>
                <a:cs typeface="Arial"/>
                <a:sym typeface="Arial"/>
              </a:rPr>
              <a:t>With t</a:t>
            </a:r>
            <a:r>
              <a:rPr lang="en-US" dirty="0"/>
              <a:t>he Quick Setup feature, we have streamlined the process for IT Admins, enabling them to establish organizations more efficiently.</a:t>
            </a:r>
          </a:p>
          <a:p>
            <a:pPr marL="0" marR="0" lvl="0" indent="0" algn="l" defTabSz="914400" rtl="0" eaLnBrk="1" fontAlgn="auto" latinLnBrk="0" hangingPunct="1">
              <a:lnSpc>
                <a:spcPct val="60000"/>
              </a:lnSpc>
              <a:spcBef>
                <a:spcPts val="0"/>
              </a:spcBef>
              <a:spcAft>
                <a:spcPts val="0"/>
              </a:spcAft>
              <a:buClr>
                <a:schemeClr val="dk1"/>
              </a:buClr>
              <a:buSzPts val="713"/>
              <a:buFont typeface="Arial"/>
              <a:buNone/>
              <a:tabLst/>
              <a:defRPr/>
            </a:pPr>
            <a:r>
              <a:rPr lang="en-US" dirty="0"/>
              <a:t>Instead of thinking about every detail from the beginning, they can start with a basic setup, with VCF Automation guiding IT Admins through the initial setup tasks.</a:t>
            </a:r>
          </a:p>
          <a:p>
            <a:pPr marL="0" marR="0" lvl="0" indent="0" algn="l" defTabSz="914400" rtl="0" eaLnBrk="1" fontAlgn="auto" latinLnBrk="0" hangingPunct="1">
              <a:lnSpc>
                <a:spcPct val="60000"/>
              </a:lnSpc>
              <a:spcBef>
                <a:spcPts val="0"/>
              </a:spcBef>
              <a:spcAft>
                <a:spcPts val="0"/>
              </a:spcAft>
              <a:buClr>
                <a:schemeClr val="dk1"/>
              </a:buClr>
              <a:buSzPts val="713"/>
              <a:buFont typeface="Arial"/>
              <a:buNone/>
              <a:tabLst/>
              <a:defRPr/>
            </a:pPr>
            <a:endParaRPr lang="en-US" dirty="0"/>
          </a:p>
          <a:p>
            <a:pPr marL="0" marR="0" lvl="0" indent="0" algn="l" defTabSz="914400" rtl="0" eaLnBrk="1" fontAlgn="auto" latinLnBrk="0" hangingPunct="1">
              <a:lnSpc>
                <a:spcPct val="60000"/>
              </a:lnSpc>
              <a:spcBef>
                <a:spcPts val="0"/>
              </a:spcBef>
              <a:spcAft>
                <a:spcPts val="0"/>
              </a:spcAft>
              <a:buClr>
                <a:schemeClr val="dk1"/>
              </a:buClr>
              <a:buSzPts val="713"/>
              <a:buFont typeface="Arial"/>
              <a:buNone/>
              <a:tabLst/>
              <a:defRPr/>
            </a:pPr>
            <a:r>
              <a:rPr lang="en-US" dirty="0"/>
              <a:t>The automatic creation of projects and vSphere namespaces by default accelerates the process of provisioning workloads almost immediately. </a:t>
            </a:r>
          </a:p>
          <a:p>
            <a:pPr marL="0" marR="0" lvl="0" indent="0" algn="l" defTabSz="914400" rtl="0" eaLnBrk="1" fontAlgn="auto" latinLnBrk="0" hangingPunct="1">
              <a:lnSpc>
                <a:spcPct val="60000"/>
              </a:lnSpc>
              <a:spcBef>
                <a:spcPts val="0"/>
              </a:spcBef>
              <a:spcAft>
                <a:spcPts val="0"/>
              </a:spcAft>
              <a:buClr>
                <a:schemeClr val="dk1"/>
              </a:buClr>
              <a:buSzPts val="713"/>
              <a:buFont typeface="Arial"/>
              <a:buNone/>
              <a:tabLst/>
              <a:defRPr/>
            </a:pPr>
            <a:r>
              <a:rPr lang="en-US" dirty="0"/>
              <a:t>Additionally, having a default Virtual Private Cloud (VPC) setup establishes a network isolation domain within the organization, laying the groundwork for future scalability when multiple network isolation domains are needed.</a:t>
            </a:r>
          </a:p>
          <a:p>
            <a:pPr marL="0" marR="0" lvl="0" indent="0" algn="l" defTabSz="914400" rtl="0" eaLnBrk="1" fontAlgn="auto" latinLnBrk="0" hangingPunct="1">
              <a:lnSpc>
                <a:spcPct val="60000"/>
              </a:lnSpc>
              <a:spcBef>
                <a:spcPts val="0"/>
              </a:spcBef>
              <a:spcAft>
                <a:spcPts val="0"/>
              </a:spcAft>
              <a:buClr>
                <a:schemeClr val="dk1"/>
              </a:buClr>
              <a:buSzPts val="713"/>
              <a:buFont typeface="Arial"/>
              <a:buNone/>
              <a:tabLst/>
              <a:defRPr/>
            </a:pPr>
            <a:endParaRPr lang="en-US" dirty="0"/>
          </a:p>
          <a:p>
            <a:pPr marL="0" marR="0" lvl="0" indent="0" algn="l" defTabSz="914400" rtl="0" eaLnBrk="1" fontAlgn="auto" latinLnBrk="0" hangingPunct="1">
              <a:lnSpc>
                <a:spcPct val="60000"/>
              </a:lnSpc>
              <a:spcBef>
                <a:spcPts val="0"/>
              </a:spcBef>
              <a:spcAft>
                <a:spcPts val="0"/>
              </a:spcAft>
              <a:buClr>
                <a:schemeClr val="dk1"/>
              </a:buClr>
              <a:buSzPts val="713"/>
              <a:buFont typeface="Arial"/>
              <a:buNone/>
              <a:tabLst/>
              <a:defRPr/>
            </a:pPr>
            <a:r>
              <a:rPr lang="en-US" dirty="0"/>
              <a:t>&lt;click&gt;</a:t>
            </a:r>
          </a:p>
          <a:p>
            <a:pPr marL="0" marR="0" lvl="0" indent="0" algn="l" defTabSz="914400" rtl="0" eaLnBrk="1" fontAlgn="auto" latinLnBrk="0" hangingPunct="1">
              <a:lnSpc>
                <a:spcPct val="60000"/>
              </a:lnSpc>
              <a:spcBef>
                <a:spcPts val="0"/>
              </a:spcBef>
              <a:spcAft>
                <a:spcPts val="0"/>
              </a:spcAft>
              <a:buClr>
                <a:schemeClr val="dk1"/>
              </a:buClr>
              <a:buSzPts val="713"/>
              <a:buFont typeface="Arial"/>
              <a:buNone/>
              <a:tabLst/>
              <a:defRPr/>
            </a:pPr>
            <a:r>
              <a:rPr lang="en-US" dirty="0"/>
              <a:t>When opting out of the Quick Setup, no configurations are set up. However, the product provides get-started guided workflows to assist in completing the necessary steps, which enhances organization onboarding and support.</a:t>
            </a:r>
          </a:p>
          <a:p>
            <a:pPr marL="0" marR="0" lvl="0" indent="0" algn="l" defTabSz="914400" rtl="0" eaLnBrk="1" fontAlgn="auto" latinLnBrk="0" hangingPunct="1">
              <a:lnSpc>
                <a:spcPct val="60000"/>
              </a:lnSpc>
              <a:spcBef>
                <a:spcPts val="0"/>
              </a:spcBef>
              <a:spcAft>
                <a:spcPts val="0"/>
              </a:spcAft>
              <a:buClr>
                <a:schemeClr val="dk1"/>
              </a:buClr>
              <a:buSzPts val="713"/>
              <a:buFont typeface="Arial"/>
              <a:buNone/>
              <a:tabLst/>
              <a:defRPr/>
            </a:pPr>
            <a:endParaRPr lang="en-US" dirty="0"/>
          </a:p>
          <a:p>
            <a:pPr marL="0" marR="0" lvl="0" indent="0" algn="l" defTabSz="914400" rtl="0" eaLnBrk="1" fontAlgn="auto" latinLnBrk="0" hangingPunct="1">
              <a:lnSpc>
                <a:spcPct val="60000"/>
              </a:lnSpc>
              <a:spcBef>
                <a:spcPts val="0"/>
              </a:spcBef>
              <a:spcAft>
                <a:spcPts val="0"/>
              </a:spcAft>
              <a:buClr>
                <a:schemeClr val="dk1"/>
              </a:buClr>
              <a:buSzPts val="713"/>
              <a:buFont typeface="Arial"/>
              <a:buNone/>
              <a:tabLst/>
              <a:defRPr/>
            </a:pPr>
            <a:r>
              <a:rPr lang="en-US" dirty="0"/>
              <a:t>These guided workflows can help to streamline the learning process, making it easier for administrators to understand and effectively utilize the system, ultimately leading to better user satisfaction and engagement.</a:t>
            </a:r>
          </a:p>
          <a:p>
            <a:pPr marL="0" marR="0" lvl="0" indent="0" algn="l" defTabSz="914400" rtl="0" eaLnBrk="1" fontAlgn="auto" latinLnBrk="0" hangingPunct="1">
              <a:lnSpc>
                <a:spcPct val="60000"/>
              </a:lnSpc>
              <a:spcBef>
                <a:spcPts val="0"/>
              </a:spcBef>
              <a:spcAft>
                <a:spcPts val="0"/>
              </a:spcAft>
              <a:buClr>
                <a:schemeClr val="dk1"/>
              </a:buClr>
              <a:buSzPts val="713"/>
              <a:buFont typeface="Arial"/>
              <a:buNone/>
              <a:tabLst/>
              <a:defRPr/>
            </a:pPr>
            <a:endParaRPr lang="en-US" sz="1200" b="1" dirty="0">
              <a:latin typeface="Arial"/>
              <a:ea typeface="Arial"/>
              <a:cs typeface="Arial"/>
              <a:sym typeface="Arial"/>
            </a:endParaRPr>
          </a:p>
          <a:p>
            <a:pPr marL="0" marR="0" lvl="0" indent="0" algn="l" defTabSz="914400" rtl="0" eaLnBrk="1" fontAlgn="auto" latinLnBrk="0" hangingPunct="1">
              <a:lnSpc>
                <a:spcPct val="60000"/>
              </a:lnSpc>
              <a:spcBef>
                <a:spcPts val="0"/>
              </a:spcBef>
              <a:spcAft>
                <a:spcPts val="0"/>
              </a:spcAft>
              <a:buClr>
                <a:schemeClr val="dk1"/>
              </a:buClr>
              <a:buSzPts val="713"/>
              <a:buFont typeface="Arial"/>
              <a:buNone/>
              <a:tabLst/>
              <a:defRPr/>
            </a:pPr>
            <a:r>
              <a:rPr lang="en-US" sz="1200" b="1" dirty="0">
                <a:latin typeface="Arial"/>
                <a:ea typeface="Arial"/>
                <a:cs typeface="Arial"/>
                <a:sym typeface="Arial"/>
              </a:rPr>
              <a:t>Notes:</a:t>
            </a:r>
          </a:p>
          <a:p>
            <a:pPr marL="0" lvl="0" indent="0" algn="l" rtl="0">
              <a:lnSpc>
                <a:spcPct val="90000"/>
              </a:lnSpc>
              <a:spcBef>
                <a:spcPts val="0"/>
              </a:spcBef>
              <a:spcAft>
                <a:spcPts val="0"/>
              </a:spcAft>
              <a:buClr>
                <a:schemeClr val="dk2"/>
              </a:buClr>
              <a:buSzPts val="1100"/>
              <a:buFont typeface="Arial"/>
              <a:buNone/>
            </a:pPr>
            <a:r>
              <a:rPr lang="en-US" b="0" u="sng" dirty="0"/>
              <a:t>Customer Benefits:</a:t>
            </a:r>
          </a:p>
          <a:p>
            <a:pPr marL="457200" lvl="0" indent="-317500" algn="l" rtl="0">
              <a:lnSpc>
                <a:spcPct val="90000"/>
              </a:lnSpc>
              <a:spcBef>
                <a:spcPts val="0"/>
              </a:spcBef>
              <a:spcAft>
                <a:spcPts val="0"/>
              </a:spcAft>
              <a:buClr>
                <a:schemeClr val="dk1"/>
              </a:buClr>
              <a:buSzPts val="1400"/>
              <a:buFont typeface="Arial"/>
              <a:buChar char="•"/>
            </a:pPr>
            <a:r>
              <a:rPr lang="en-US" dirty="0"/>
              <a:t>The Quick Setup feature streamlines the process for IT Admins, enabling them to establish organizations more efficiently. Instead of thinking about every detail from the beginning, they can start with a basic setup, with VCF Automation guiding IT Admins through the initial setup tasks. This allows them to gradually gain proficiency and take on manual configurations as they become more familiar with the system. </a:t>
            </a:r>
          </a:p>
          <a:p>
            <a:pPr marL="914400" lvl="1" indent="-317500" algn="l" rtl="0">
              <a:lnSpc>
                <a:spcPct val="90000"/>
              </a:lnSpc>
              <a:spcBef>
                <a:spcPts val="0"/>
              </a:spcBef>
              <a:spcAft>
                <a:spcPts val="0"/>
              </a:spcAft>
              <a:buClr>
                <a:schemeClr val="dk1"/>
              </a:buClr>
              <a:buSzPts val="1400"/>
              <a:buFont typeface="Arial"/>
              <a:buChar char="•"/>
            </a:pPr>
            <a:r>
              <a:rPr lang="en-US" b="1" i="1" dirty="0"/>
              <a:t>Note</a:t>
            </a:r>
            <a:r>
              <a:rPr lang="en-US" i="1" dirty="0"/>
              <a:t>: There is a Quick Setup at the Org level and that is the Quick Setup Wizard for Private AI but this is use-case specific (not everyone will have access). </a:t>
            </a:r>
            <a:endParaRPr lang="en-US" dirty="0"/>
          </a:p>
          <a:p>
            <a:pPr marL="457200" lvl="0" indent="-317500" algn="l" rtl="0">
              <a:lnSpc>
                <a:spcPct val="90000"/>
              </a:lnSpc>
              <a:spcBef>
                <a:spcPts val="0"/>
              </a:spcBef>
              <a:spcAft>
                <a:spcPts val="0"/>
              </a:spcAft>
              <a:buClr>
                <a:schemeClr val="dk1"/>
              </a:buClr>
              <a:buSzPts val="1400"/>
              <a:buFont typeface="Arial"/>
              <a:buChar char="•"/>
            </a:pPr>
            <a:r>
              <a:rPr lang="en-US" dirty="0"/>
              <a:t>So, one main benefits of providing guided workflows for users who opt out of the Quick Start and have no configurations is that it enhances user onboarding and support. These guided workflows can help to streamline the learning process, making it easier for users to understand and effectively utilize the system, ultimately leading to better user satisfaction and engagement.</a:t>
            </a:r>
            <a:endParaRPr lang="en-US" i="1" dirty="0"/>
          </a:p>
          <a:p>
            <a:pPr marL="457200" lvl="0" indent="-317500" algn="l" rtl="0">
              <a:lnSpc>
                <a:spcPct val="90000"/>
              </a:lnSpc>
              <a:spcBef>
                <a:spcPts val="0"/>
              </a:spcBef>
              <a:spcAft>
                <a:spcPts val="0"/>
              </a:spcAft>
              <a:buClr>
                <a:schemeClr val="dk1"/>
              </a:buClr>
              <a:buSzPts val="1400"/>
              <a:buFont typeface="Arial"/>
              <a:buChar char="•"/>
            </a:pPr>
            <a:r>
              <a:rPr lang="en-US" dirty="0"/>
              <a:t>When opting out of the Quick Start, no configurations are set up. However, the product provides guided workflows to assist in configuring the necessary resources.</a:t>
            </a:r>
          </a:p>
          <a:p>
            <a:pPr marL="0" lvl="0" indent="0" algn="l" rtl="0">
              <a:lnSpc>
                <a:spcPct val="60000"/>
              </a:lnSpc>
              <a:spcBef>
                <a:spcPts val="0"/>
              </a:spcBef>
              <a:spcAft>
                <a:spcPts val="0"/>
              </a:spcAft>
              <a:buClr>
                <a:schemeClr val="dk1"/>
              </a:buClr>
              <a:buSzPts val="713"/>
              <a:buFont typeface="Arial"/>
              <a:buNone/>
            </a:pPr>
            <a:endParaRPr lang="en-US" sz="1200" b="1" dirty="0"/>
          </a:p>
          <a:p>
            <a:pPr marL="0" lvl="0" indent="0" algn="l" rtl="0">
              <a:lnSpc>
                <a:spcPct val="90000"/>
              </a:lnSpc>
              <a:spcBef>
                <a:spcPts val="0"/>
              </a:spcBef>
              <a:spcAft>
                <a:spcPts val="0"/>
              </a:spcAft>
              <a:buClr>
                <a:schemeClr val="dk2"/>
              </a:buClr>
              <a:buSzPts val="1100"/>
              <a:buFont typeface="Arial"/>
              <a:buNone/>
            </a:pPr>
            <a:r>
              <a:rPr lang="en-US" b="0" u="sng" dirty="0"/>
              <a:t>Key Attributes:</a:t>
            </a:r>
          </a:p>
          <a:p>
            <a:pPr marL="457200" lvl="0" indent="-317500" algn="l" rtl="0">
              <a:lnSpc>
                <a:spcPct val="90000"/>
              </a:lnSpc>
              <a:spcBef>
                <a:spcPts val="0"/>
              </a:spcBef>
              <a:spcAft>
                <a:spcPts val="0"/>
              </a:spcAft>
              <a:buClr>
                <a:schemeClr val="dk1"/>
              </a:buClr>
              <a:buSzPts val="1400"/>
              <a:buFont typeface="Arial"/>
              <a:buChar char="•"/>
            </a:pPr>
            <a:r>
              <a:rPr lang="en-US" dirty="0"/>
              <a:t>Enterprise IT administrators can quickly move from zero to a fully functional organization capable of creating network-isolated workloads with external connectivity. The automatic creation of projects and vSphere namespaces by default accelerates the process of provisioning workloads almost immediately. Additionally, having a default Virtual Private Cloud (VPC) setup establishes a network isolation domain within the organization, laying the groundwork for future scalability when multiple network isolation domains are needed.</a:t>
            </a:r>
          </a:p>
          <a:p>
            <a:pPr marL="457200" lvl="0" indent="-317500" algn="l" rtl="0">
              <a:lnSpc>
                <a:spcPct val="90000"/>
              </a:lnSpc>
              <a:spcBef>
                <a:spcPts val="0"/>
              </a:spcBef>
              <a:spcAft>
                <a:spcPts val="0"/>
              </a:spcAft>
              <a:buClr>
                <a:schemeClr val="dk1"/>
              </a:buClr>
              <a:buSzPts val="1400"/>
              <a:buFont typeface="Arial"/>
              <a:buChar char="•"/>
            </a:pPr>
            <a:r>
              <a:rPr lang="en-US" dirty="0"/>
              <a:t>When opting out of the Quick Setup, no configurations are set up. However, the product provides guided workflows to assist in configuring the necessary resources.</a:t>
            </a:r>
          </a:p>
          <a:p>
            <a:br>
              <a:rPr lang="en-US" sz="1200" dirty="0"/>
            </a:br>
            <a:r>
              <a:rPr lang="en-US" sz="1200" b="1" dirty="0"/>
              <a:t>Resources:</a:t>
            </a:r>
            <a:br>
              <a:rPr lang="en-US" sz="1200" dirty="0"/>
            </a:br>
            <a:endParaRPr lang="en-US" dirty="0"/>
          </a:p>
        </p:txBody>
      </p:sp>
      <p:sp>
        <p:nvSpPr>
          <p:cNvPr id="3367" name="Google Shape;3367;p1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120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14</a:t>
            </a:fld>
            <a:endParaRPr kumimoji="0" sz="12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Key Message:</a:t>
            </a:r>
            <a:endParaRPr lang="en-US" dirty="0"/>
          </a:p>
          <a:p>
            <a:r>
              <a:rPr lang="en-US" dirty="0"/>
              <a:t>Modern infrastructure and multi-tenancy facilitate a wider range of use cases. For example, IaaS allows for self-service infrastructure provisioning within a secure, multi-tenant environment, merging speed and consistency with centralized governance and policy control.</a:t>
            </a:r>
          </a:p>
          <a:p>
            <a:endParaRPr lang="en-US" dirty="0"/>
          </a:p>
          <a:p>
            <a:r>
              <a:rPr lang="en-US" b="1" dirty="0"/>
              <a:t>Talk Track:</a:t>
            </a:r>
            <a:endParaRPr lang="en-US" dirty="0"/>
          </a:p>
          <a:p>
            <a:r>
              <a:rPr lang="en-US" dirty="0"/>
              <a:t>With modern infrastructure and a multi-tenant environment established, more use cases are enabled, such as Infrastructure as a Service (IaaS) and catalog items in VCF Automation, which offers self-service virtual infrastructure provisioning.</a:t>
            </a:r>
          </a:p>
          <a:p>
            <a:endParaRPr lang="en-US" dirty="0"/>
          </a:p>
          <a:p>
            <a:r>
              <a:rPr lang="en-US" dirty="0"/>
              <a:t>It provides a library of standardized IaaS resource policy-driven templates that outline compute, storage, and networking resources, ensuring that each organization can deploy infrastructure within its designated boundaries.</a:t>
            </a:r>
          </a:p>
          <a:p>
            <a:endParaRPr lang="en-US" dirty="0"/>
          </a:p>
          <a:p>
            <a:r>
              <a:rPr lang="en-US" dirty="0"/>
              <a:t>With integrated role-based access control, users can provision resources on demand while IT retains centralized governance, compliance, and oversight.</a:t>
            </a:r>
          </a:p>
          <a:p>
            <a:endParaRPr lang="en-US" dirty="0"/>
          </a:p>
          <a:p>
            <a:r>
              <a:rPr lang="en-US" dirty="0"/>
              <a:t>This streamlines operations, accelerates delivery, and empowers teams to work independently without compromising security or standardization.</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t>Notes: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i="0" dirty="0"/>
          </a:p>
          <a:p>
            <a:r>
              <a:rPr lang="en-US" sz="1200" b="1" dirty="0"/>
              <a:t>Resources:</a:t>
            </a:r>
            <a:br>
              <a:rPr lang="en-US" sz="1200" dirty="0"/>
            </a:b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34303866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8"/>
        <p:cNvGrpSpPr/>
        <p:nvPr/>
      </p:nvGrpSpPr>
      <p:grpSpPr>
        <a:xfrm>
          <a:off x="0" y="0"/>
          <a:ext cx="0" cy="0"/>
          <a:chOff x="0" y="0"/>
          <a:chExt cx="0" cy="0"/>
        </a:xfrm>
      </p:grpSpPr>
      <p:sp>
        <p:nvSpPr>
          <p:cNvPr id="3329" name="Google Shape;3329;p1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30" name="Google Shape;3330;p1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60000"/>
              </a:lnSpc>
              <a:spcBef>
                <a:spcPts val="0"/>
              </a:spcBef>
              <a:spcAft>
                <a:spcPts val="0"/>
              </a:spcAft>
              <a:buClr>
                <a:schemeClr val="dk1"/>
              </a:buClr>
              <a:buSzPts val="713"/>
              <a:buFont typeface="Arial"/>
              <a:buNone/>
            </a:pPr>
            <a:r>
              <a:rPr lang="en-US" sz="1200" b="1" dirty="0">
                <a:latin typeface="Arial"/>
                <a:ea typeface="Arial"/>
                <a:cs typeface="Arial"/>
                <a:sym typeface="Arial"/>
              </a:rPr>
              <a:t>Key Message:</a:t>
            </a:r>
            <a:endParaRPr lang="en-US" sz="2000" b="1" dirty="0">
              <a:latin typeface="Arial"/>
              <a:ea typeface="Arial"/>
              <a:cs typeface="Arial"/>
              <a:sym typeface="Arial"/>
            </a:endParaRPr>
          </a:p>
          <a:p>
            <a:pPr marL="0" lvl="0" indent="0" algn="l" rtl="0">
              <a:lnSpc>
                <a:spcPct val="60000"/>
              </a:lnSpc>
              <a:spcBef>
                <a:spcPts val="0"/>
              </a:spcBef>
              <a:spcAft>
                <a:spcPts val="0"/>
              </a:spcAft>
              <a:buClr>
                <a:schemeClr val="dk1"/>
              </a:buClr>
              <a:buSzPts val="713"/>
              <a:buFont typeface="Arial"/>
              <a:buNone/>
            </a:pPr>
            <a:r>
              <a:rPr lang="en-US" sz="1200" dirty="0">
                <a:latin typeface="Arial"/>
                <a:ea typeface="Arial"/>
                <a:cs typeface="Arial"/>
                <a:sym typeface="Arial"/>
              </a:rPr>
              <a:t>With VCFA 9, we provide out-of-the-box Supervisor Services to simplify the deployment of IT resources while increasing user productivity by reducing the dependence on IT Admins with a time-saving user-friendly interface to simplify operations.</a:t>
            </a:r>
            <a:endParaRPr lang="en-US" dirty="0"/>
          </a:p>
          <a:p>
            <a:pPr marL="0" lvl="0" indent="0" algn="l" rtl="0">
              <a:lnSpc>
                <a:spcPct val="60000"/>
              </a:lnSpc>
              <a:spcBef>
                <a:spcPts val="0"/>
              </a:spcBef>
              <a:spcAft>
                <a:spcPts val="0"/>
              </a:spcAft>
              <a:buClr>
                <a:schemeClr val="dk1"/>
              </a:buClr>
              <a:buSzPts val="713"/>
              <a:buFont typeface="Arial"/>
              <a:buNone/>
            </a:pPr>
            <a:br>
              <a:rPr lang="en-US" sz="1200" dirty="0">
                <a:latin typeface="Arial"/>
                <a:ea typeface="Arial"/>
                <a:cs typeface="Arial"/>
                <a:sym typeface="Arial"/>
              </a:rPr>
            </a:br>
            <a:r>
              <a:rPr lang="en-US" sz="1200" b="1" dirty="0">
                <a:latin typeface="Arial"/>
                <a:ea typeface="Arial"/>
                <a:cs typeface="Arial"/>
                <a:sym typeface="Arial"/>
              </a:rPr>
              <a:t>Talk Track:</a:t>
            </a:r>
            <a:endParaRPr lang="en-US" sz="1200" b="0" dirty="0">
              <a:latin typeface="Arial"/>
              <a:ea typeface="Arial"/>
              <a:cs typeface="Arial"/>
              <a:sym typeface="Arial"/>
            </a:endParaRPr>
          </a:p>
          <a:p>
            <a:pPr marL="0" lvl="0" indent="0" algn="l" rtl="0">
              <a:lnSpc>
                <a:spcPct val="60000"/>
              </a:lnSpc>
              <a:spcBef>
                <a:spcPts val="0"/>
              </a:spcBef>
              <a:spcAft>
                <a:spcPts val="0"/>
              </a:spcAft>
              <a:buClr>
                <a:schemeClr val="dk1"/>
              </a:buClr>
              <a:buSzPts val="713"/>
              <a:buFont typeface="Arial"/>
              <a:buNone/>
            </a:pPr>
            <a:r>
              <a:rPr lang="en-US" sz="1200" b="0" dirty="0"/>
              <a:t>With our c</a:t>
            </a:r>
            <a:r>
              <a:rPr lang="en-US" sz="1200" dirty="0"/>
              <a:t>omprehensive suite of out-of-the-box services (Core “VM, Kubernetes, Network, Volume” Extended “Data Services, Object Store Services” etc.), we simplify the deployment and management of IT resources.</a:t>
            </a:r>
          </a:p>
          <a:p>
            <a:pPr marL="0" lvl="0" indent="0" algn="l" rtl="0">
              <a:lnSpc>
                <a:spcPct val="60000"/>
              </a:lnSpc>
              <a:spcBef>
                <a:spcPts val="0"/>
              </a:spcBef>
              <a:spcAft>
                <a:spcPts val="0"/>
              </a:spcAft>
              <a:buClr>
                <a:schemeClr val="dk1"/>
              </a:buClr>
              <a:buSzPts val="713"/>
              <a:buFont typeface="Arial"/>
              <a:buNone/>
            </a:pPr>
            <a:r>
              <a:rPr lang="en-US" sz="1200" dirty="0"/>
              <a:t>This allows organizations to quickly scale their infrastructure needs, reduce operational complexities, and focus more on innovation and development rather than on maintaining disparate systems.</a:t>
            </a:r>
          </a:p>
          <a:p>
            <a:pPr marL="0" lvl="0" indent="0" algn="l" rtl="0">
              <a:lnSpc>
                <a:spcPct val="60000"/>
              </a:lnSpc>
              <a:spcBef>
                <a:spcPts val="0"/>
              </a:spcBef>
              <a:spcAft>
                <a:spcPts val="0"/>
              </a:spcAft>
              <a:buClr>
                <a:schemeClr val="dk1"/>
              </a:buClr>
              <a:buSzPts val="713"/>
              <a:buFont typeface="Arial"/>
              <a:buNone/>
            </a:pPr>
            <a:endParaRPr lang="en-US" sz="1200" dirty="0"/>
          </a:p>
          <a:p>
            <a:pPr marL="0" lvl="0" indent="0" algn="l" rtl="0">
              <a:lnSpc>
                <a:spcPct val="60000"/>
              </a:lnSpc>
              <a:spcBef>
                <a:spcPts val="0"/>
              </a:spcBef>
              <a:spcAft>
                <a:spcPts val="0"/>
              </a:spcAft>
              <a:buClr>
                <a:schemeClr val="dk1"/>
              </a:buClr>
              <a:buSzPts val="713"/>
              <a:buFont typeface="Arial"/>
              <a:buNone/>
            </a:pPr>
            <a:r>
              <a:rPr lang="en-US" sz="1200" dirty="0"/>
              <a:t>OOTB Supervisor services (Supervisor and associated services) are exposed across VCF environments and aggregated into a common endpoint that can be accessed through a choice of interfaces: UI, CLI, or the declarative Kubernetes IaaS API for self-service consumption.</a:t>
            </a:r>
          </a:p>
          <a:p>
            <a:pPr marL="0" lvl="0" indent="0" algn="l" rtl="0">
              <a:lnSpc>
                <a:spcPct val="60000"/>
              </a:lnSpc>
              <a:spcBef>
                <a:spcPts val="0"/>
              </a:spcBef>
              <a:spcAft>
                <a:spcPts val="0"/>
              </a:spcAft>
              <a:buClr>
                <a:schemeClr val="dk1"/>
              </a:buClr>
              <a:buSzPts val="713"/>
              <a:buFont typeface="Arial"/>
              <a:buNone/>
            </a:pPr>
            <a:r>
              <a:rPr lang="en-US" sz="1200" dirty="0"/>
              <a:t>Users can leverage a variety of </a:t>
            </a:r>
            <a:r>
              <a:rPr lang="en-US" sz="1200" dirty="0">
                <a:latin typeface="Arial"/>
                <a:ea typeface="Arial"/>
                <a:cs typeface="Arial"/>
                <a:sym typeface="Arial"/>
              </a:rPr>
              <a:t>Supervisor</a:t>
            </a:r>
            <a:r>
              <a:rPr lang="en-US" sz="1200" dirty="0"/>
              <a:t> Services such as VM Service that allows you to declaratively define and provision VMs, VKS Service for deploying Kubernetes Clusters, Network Service to deploy Load balancers, Volume Service to deploy Persistent Volumes, Supervisor Services that help you extend the capabilities of the IaaS Platform like, Harbor for OCI Image registry, or Cert Manager for certificate management and the list can go on.</a:t>
            </a:r>
          </a:p>
          <a:p>
            <a:pPr marL="0" lvl="0" indent="0" algn="l" rtl="0">
              <a:lnSpc>
                <a:spcPct val="60000"/>
              </a:lnSpc>
              <a:spcBef>
                <a:spcPts val="0"/>
              </a:spcBef>
              <a:spcAft>
                <a:spcPts val="0"/>
              </a:spcAft>
              <a:buClr>
                <a:schemeClr val="dk1"/>
              </a:buClr>
              <a:buSzPts val="713"/>
              <a:buFont typeface="Arial"/>
              <a:buNone/>
            </a:pPr>
            <a:endParaRPr lang="en-US" sz="1200" dirty="0"/>
          </a:p>
          <a:p>
            <a:pPr marL="0" lvl="0" indent="0" algn="l" rtl="0">
              <a:lnSpc>
                <a:spcPct val="60000"/>
              </a:lnSpc>
              <a:spcBef>
                <a:spcPts val="0"/>
              </a:spcBef>
              <a:spcAft>
                <a:spcPts val="0"/>
              </a:spcAft>
              <a:buClr>
                <a:schemeClr val="dk1"/>
              </a:buClr>
              <a:buSzPts val="713"/>
              <a:buFont typeface="Arial"/>
              <a:buNone/>
            </a:pPr>
            <a:r>
              <a:rPr lang="en-US" sz="1200" dirty="0"/>
              <a:t>The Self-Service IaaS is an end-user-oriented approach. End users and app teams can freely consume the OOTB </a:t>
            </a:r>
            <a:r>
              <a:rPr lang="en-US" sz="1200" dirty="0">
                <a:latin typeface="Arial"/>
                <a:ea typeface="Arial"/>
                <a:cs typeface="Arial"/>
                <a:sym typeface="Arial"/>
              </a:rPr>
              <a:t>Supervisor</a:t>
            </a:r>
            <a:r>
              <a:rPr lang="en-US" sz="1200" dirty="0"/>
              <a:t> services just like a public cloud for maximum productivity and efficiency.</a:t>
            </a:r>
          </a:p>
          <a:p>
            <a:pPr marL="0" lvl="0" indent="0" algn="l" rtl="0">
              <a:lnSpc>
                <a:spcPct val="60000"/>
              </a:lnSpc>
              <a:spcBef>
                <a:spcPts val="0"/>
              </a:spcBef>
              <a:spcAft>
                <a:spcPts val="0"/>
              </a:spcAft>
              <a:buClr>
                <a:schemeClr val="dk1"/>
              </a:buClr>
              <a:buSzPts val="713"/>
              <a:buFont typeface="Arial"/>
              <a:buNone/>
            </a:pPr>
            <a:endParaRPr lang="en-US" sz="1200" dirty="0"/>
          </a:p>
          <a:p>
            <a:pPr marL="0" lvl="0" indent="0" algn="l" rtl="0">
              <a:lnSpc>
                <a:spcPct val="60000"/>
              </a:lnSpc>
              <a:spcBef>
                <a:spcPts val="0"/>
              </a:spcBef>
              <a:spcAft>
                <a:spcPts val="0"/>
              </a:spcAft>
              <a:buClr>
                <a:schemeClr val="dk1"/>
              </a:buClr>
              <a:buSzPts val="713"/>
              <a:buFont typeface="Arial"/>
              <a:buNone/>
            </a:pPr>
            <a:r>
              <a:rPr lang="en-US" sz="1200" dirty="0"/>
              <a:t>End users and app teams can deploy and manage VMs alongside Kubernetes clusters and other vSphere-based resources using a unified management experience.</a:t>
            </a:r>
            <a:endParaRPr lang="en-US" sz="1200" b="1" dirty="0">
              <a:latin typeface="Arial"/>
              <a:ea typeface="Arial"/>
              <a:cs typeface="Arial"/>
              <a:sym typeface="Arial"/>
            </a:endParaRPr>
          </a:p>
          <a:p>
            <a:pPr marL="0" lvl="0" indent="0" algn="l" rtl="0">
              <a:lnSpc>
                <a:spcPct val="60000"/>
              </a:lnSpc>
              <a:spcBef>
                <a:spcPts val="0"/>
              </a:spcBef>
              <a:spcAft>
                <a:spcPts val="0"/>
              </a:spcAft>
              <a:buClr>
                <a:schemeClr val="dk1"/>
              </a:buClr>
              <a:buSzPts val="713"/>
              <a:buFont typeface="Arial"/>
              <a:buNone/>
            </a:pPr>
            <a:endParaRPr lang="en-US" sz="1200" b="1" dirty="0"/>
          </a:p>
          <a:p>
            <a:pPr marL="0" lvl="0" indent="0" algn="l" rtl="0">
              <a:lnSpc>
                <a:spcPct val="60000"/>
              </a:lnSpc>
              <a:spcBef>
                <a:spcPts val="0"/>
              </a:spcBef>
              <a:spcAft>
                <a:spcPts val="0"/>
              </a:spcAft>
              <a:buClr>
                <a:schemeClr val="dk1"/>
              </a:buClr>
              <a:buSzPts val="713"/>
              <a:buFont typeface="Arial"/>
              <a:buNone/>
            </a:pPr>
            <a:r>
              <a:rPr lang="en-US" sz="1200" b="1" dirty="0"/>
              <a:t>Notes:</a:t>
            </a:r>
          </a:p>
          <a:p>
            <a:pPr marL="0" lvl="0" indent="0" algn="l" rtl="0">
              <a:lnSpc>
                <a:spcPct val="90000"/>
              </a:lnSpc>
              <a:spcBef>
                <a:spcPts val="0"/>
              </a:spcBef>
              <a:spcAft>
                <a:spcPts val="0"/>
              </a:spcAft>
              <a:buClr>
                <a:schemeClr val="dk2"/>
              </a:buClr>
              <a:buSzPts val="1100"/>
              <a:buFont typeface="Arial"/>
              <a:buNone/>
            </a:pPr>
            <a:r>
              <a:rPr lang="en-US" sz="1200" b="0" u="sng" dirty="0"/>
              <a:t>Customer Benefits:</a:t>
            </a:r>
            <a:endParaRPr lang="en-US" b="0" u="sng" dirty="0"/>
          </a:p>
          <a:p>
            <a:pPr marL="457200" lvl="0" indent="-317500" algn="l" rtl="0">
              <a:lnSpc>
                <a:spcPct val="90000"/>
              </a:lnSpc>
              <a:spcBef>
                <a:spcPts val="0"/>
              </a:spcBef>
              <a:spcAft>
                <a:spcPts val="0"/>
              </a:spcAft>
              <a:buClr>
                <a:schemeClr val="dk1"/>
              </a:buClr>
              <a:buSzPts val="1400"/>
              <a:buFont typeface="Arial"/>
              <a:buChar char="•"/>
            </a:pPr>
            <a:r>
              <a:rPr lang="en-US" sz="1200" dirty="0"/>
              <a:t>Offer a comprehensive suite of out-of-the-box services (VM, Kubernetes, Network, Volume, Data Services, Object Store Services etc.), which simplifies the deployment and management of IT resources. This allows organizations to quickly scale their infrastructure needs, reduce operational complexities, and focus more on innovation and development rather than on maintaining disparate systems.</a:t>
            </a:r>
            <a:endParaRPr lang="en-US" dirty="0"/>
          </a:p>
          <a:p>
            <a:pPr marL="457200" lvl="0" indent="-317500" algn="l" rtl="0">
              <a:lnSpc>
                <a:spcPct val="90000"/>
              </a:lnSpc>
              <a:spcBef>
                <a:spcPts val="0"/>
              </a:spcBef>
              <a:spcAft>
                <a:spcPts val="0"/>
              </a:spcAft>
              <a:buClr>
                <a:schemeClr val="dk1"/>
              </a:buClr>
              <a:buSzPts val="1400"/>
              <a:buFont typeface="Arial"/>
              <a:buChar char="•"/>
            </a:pPr>
            <a:r>
              <a:rPr lang="en-US" sz="1200" dirty="0"/>
              <a:t>Increase end-user satisfaction &amp; productivity – they can get the infrastructure they need when they need it, the way they want it, and w/out having to rely on or wait for other teams. </a:t>
            </a:r>
            <a:endParaRPr lang="en-US" dirty="0"/>
          </a:p>
          <a:p>
            <a:pPr marL="457200" lvl="0" indent="-317500" algn="l" rtl="0">
              <a:lnSpc>
                <a:spcPct val="90000"/>
              </a:lnSpc>
              <a:spcBef>
                <a:spcPts val="0"/>
              </a:spcBef>
              <a:spcAft>
                <a:spcPts val="0"/>
              </a:spcAft>
              <a:buClr>
                <a:schemeClr val="dk1"/>
              </a:buClr>
              <a:buSzPts val="1400"/>
              <a:buFont typeface="Arial"/>
              <a:buChar char="•"/>
            </a:pPr>
            <a:r>
              <a:rPr lang="en-US" sz="1200" dirty="0"/>
              <a:t>Leveraging a unified management interface means having a streamlined and user-friendly platform to oversee all Infrastructure as a Service (IaaS) offerings. This can enhance efficiency by reducing the complexity of managing multiple services separately. Customers can expect to easily deploy, monitor, and scale their infrastructure resources from one central location, which saves time and simplifies operations. Additionally, this unified approach can lead to better resource allocation and cost management, ultimately contributing to a more effective use of their IT investments.</a:t>
            </a:r>
            <a:endParaRPr lang="en-US" sz="1050" dirty="0"/>
          </a:p>
          <a:p>
            <a:pPr marL="0" lvl="0" indent="0" algn="l" rtl="0">
              <a:lnSpc>
                <a:spcPct val="60000"/>
              </a:lnSpc>
              <a:spcBef>
                <a:spcPts val="0"/>
              </a:spcBef>
              <a:spcAft>
                <a:spcPts val="0"/>
              </a:spcAft>
              <a:buClr>
                <a:schemeClr val="dk1"/>
              </a:buClr>
              <a:buSzPts val="713"/>
              <a:buFont typeface="Arial"/>
              <a:buNone/>
            </a:pPr>
            <a:endParaRPr lang="en-US" sz="1200" b="1" dirty="0"/>
          </a:p>
          <a:p>
            <a:pPr marL="0" lvl="0" indent="0" algn="l" rtl="0">
              <a:lnSpc>
                <a:spcPct val="90000"/>
              </a:lnSpc>
              <a:spcBef>
                <a:spcPts val="0"/>
              </a:spcBef>
              <a:spcAft>
                <a:spcPts val="0"/>
              </a:spcAft>
              <a:buClr>
                <a:schemeClr val="dk2"/>
              </a:buClr>
              <a:buSzPts val="1100"/>
              <a:buFont typeface="Arial"/>
              <a:buNone/>
            </a:pPr>
            <a:r>
              <a:rPr lang="en-US" sz="1200" b="0" u="sng" dirty="0"/>
              <a:t>Key Attributes:</a:t>
            </a:r>
            <a:endParaRPr lang="en-US" b="0" u="sng" dirty="0"/>
          </a:p>
          <a:p>
            <a:pPr marL="457200" lvl="0" indent="-317500" algn="l" rtl="0">
              <a:lnSpc>
                <a:spcPct val="90000"/>
              </a:lnSpc>
              <a:spcBef>
                <a:spcPts val="0"/>
              </a:spcBef>
              <a:spcAft>
                <a:spcPts val="0"/>
              </a:spcAft>
              <a:buClr>
                <a:schemeClr val="dk1"/>
              </a:buClr>
              <a:buSzPts val="1400"/>
              <a:buFont typeface="Arial"/>
              <a:buChar char="•"/>
            </a:pPr>
            <a:r>
              <a:rPr lang="en-US" sz="1200" dirty="0"/>
              <a:t>OOTB Supervisor services (Supervisor and associated services) are exposed across VCF environments and aggregated into a common endpoint that can be accessed through a choice of interfaces: UI, CLI, or the declarative Kubernetes IaaS API for self-service consumption. Users can leverage a variety of </a:t>
            </a:r>
            <a:r>
              <a:rPr lang="en-US" sz="1200" dirty="0">
                <a:latin typeface="Arial"/>
                <a:ea typeface="Arial"/>
                <a:cs typeface="Arial"/>
                <a:sym typeface="Arial"/>
              </a:rPr>
              <a:t>Supervisor</a:t>
            </a:r>
            <a:r>
              <a:rPr lang="en-US" sz="1200" dirty="0"/>
              <a:t> Services such as VM Service that allows you to declaratively define and provision VMs, VKS Service for deploying Kubernetes Clusters, Network Service to deploy LBs, Volume Service to deploy Persistent Volumes, Supervisor Services that help you extend the capabilities of the IaaS Platform (e.g., Harbor for OCI Image registry, or Cert Manager for certificate management) and the list can go on. </a:t>
            </a:r>
            <a:endParaRPr lang="en-US" dirty="0"/>
          </a:p>
          <a:p>
            <a:pPr marL="457200" lvl="0" indent="-317500" algn="l" rtl="0">
              <a:lnSpc>
                <a:spcPct val="90000"/>
              </a:lnSpc>
              <a:spcBef>
                <a:spcPts val="0"/>
              </a:spcBef>
              <a:spcAft>
                <a:spcPts val="0"/>
              </a:spcAft>
              <a:buClr>
                <a:schemeClr val="dk1"/>
              </a:buClr>
              <a:buSzPts val="1400"/>
              <a:buFont typeface="Arial"/>
              <a:buChar char="•"/>
            </a:pPr>
            <a:r>
              <a:rPr lang="en-US" sz="1200" dirty="0"/>
              <a:t>Self-Service IaaS is an end user-oriented approach, which is ideal for dev/test environments, where end users and app teams can freely consume the OOTB </a:t>
            </a:r>
            <a:r>
              <a:rPr lang="en-US" sz="1200" dirty="0">
                <a:latin typeface="Arial"/>
                <a:ea typeface="Arial"/>
                <a:cs typeface="Arial"/>
                <a:sym typeface="Arial"/>
              </a:rPr>
              <a:t>Supervisor</a:t>
            </a:r>
            <a:r>
              <a:rPr lang="en-US" sz="1200" dirty="0"/>
              <a:t> services just like a public cloud for maximum productivity and efficiency. </a:t>
            </a:r>
            <a:endParaRPr lang="en-US" dirty="0"/>
          </a:p>
          <a:p>
            <a:pPr marL="457200" lvl="0" indent="-317500" algn="l" rtl="0">
              <a:lnSpc>
                <a:spcPct val="90000"/>
              </a:lnSpc>
              <a:spcBef>
                <a:spcPts val="0"/>
              </a:spcBef>
              <a:spcAft>
                <a:spcPts val="0"/>
              </a:spcAft>
              <a:buClr>
                <a:schemeClr val="dk1"/>
              </a:buClr>
              <a:buSzPts val="1400"/>
              <a:buFont typeface="Arial"/>
              <a:buChar char="•"/>
            </a:pPr>
            <a:r>
              <a:rPr lang="en-US" sz="1200" dirty="0"/>
              <a:t>End users and app teams deploy and manage VMs alongside Kubernetes clusters and other vSphere-based resources using a unified management experience.</a:t>
            </a:r>
            <a:endParaRPr lang="en-US" sz="1200" b="1" dirty="0">
              <a:latin typeface="Arial"/>
              <a:ea typeface="Arial"/>
              <a:cs typeface="Arial"/>
              <a:sym typeface="Arial"/>
            </a:endParaRPr>
          </a:p>
          <a:p>
            <a:br>
              <a:rPr lang="en-US" sz="1200" dirty="0"/>
            </a:br>
            <a:r>
              <a:rPr lang="en-US" sz="1200" b="1" dirty="0"/>
              <a:t>Resources:</a:t>
            </a:r>
            <a:br>
              <a:rPr lang="en-US" sz="1200" dirty="0"/>
            </a:br>
            <a:endParaRPr lang="en-US" dirty="0"/>
          </a:p>
        </p:txBody>
      </p:sp>
      <p:sp>
        <p:nvSpPr>
          <p:cNvPr id="3331" name="Google Shape;3331;p1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120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16</a:t>
            </a:fld>
            <a:endParaRPr kumimoji="0" sz="1200" b="0" i="0" u="none" strike="noStrike" kern="1200" cap="none" spc="0" normalizeH="0" baseline="0" noProof="0" dirty="0">
              <a:ln>
                <a:noFill/>
              </a:ln>
              <a:solidFill>
                <a:srgbClr val="000000"/>
              </a:solidFill>
              <a:effectLst/>
              <a:uLnTx/>
              <a:uFillTx/>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7"/>
        <p:cNvGrpSpPr/>
        <p:nvPr/>
      </p:nvGrpSpPr>
      <p:grpSpPr>
        <a:xfrm>
          <a:off x="0" y="0"/>
          <a:ext cx="0" cy="0"/>
          <a:chOff x="0" y="0"/>
          <a:chExt cx="0" cy="0"/>
        </a:xfrm>
      </p:grpSpPr>
      <p:sp>
        <p:nvSpPr>
          <p:cNvPr id="3338" name="Google Shape;3338;p1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39" name="Google Shape;3339;p1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60000"/>
              </a:lnSpc>
              <a:spcBef>
                <a:spcPts val="0"/>
              </a:spcBef>
              <a:spcAft>
                <a:spcPts val="0"/>
              </a:spcAft>
              <a:buClr>
                <a:schemeClr val="dk1"/>
              </a:buClr>
              <a:buSzPts val="713"/>
              <a:buFont typeface="Arial"/>
              <a:buNone/>
            </a:pPr>
            <a:r>
              <a:rPr lang="en-US" sz="1200" b="1" dirty="0">
                <a:latin typeface="Arial"/>
                <a:ea typeface="Arial"/>
                <a:cs typeface="Arial"/>
                <a:sym typeface="Arial"/>
              </a:rPr>
              <a:t>Key Message:</a:t>
            </a:r>
            <a:endParaRPr sz="2000" b="1" dirty="0">
              <a:latin typeface="Arial"/>
              <a:ea typeface="Arial"/>
              <a:cs typeface="Arial"/>
              <a:sym typeface="Arial"/>
            </a:endParaRPr>
          </a:p>
          <a:p>
            <a:pPr marL="0" lvl="0" indent="0" algn="l" rtl="0">
              <a:lnSpc>
                <a:spcPct val="60000"/>
              </a:lnSpc>
              <a:spcBef>
                <a:spcPts val="0"/>
              </a:spcBef>
              <a:spcAft>
                <a:spcPts val="0"/>
              </a:spcAft>
              <a:buClr>
                <a:schemeClr val="dk1"/>
              </a:buClr>
              <a:buSzPts val="713"/>
              <a:buFont typeface="Arial"/>
              <a:buNone/>
            </a:pPr>
            <a:r>
              <a:rPr lang="en-US" sz="1200" dirty="0">
                <a:latin typeface="Arial"/>
                <a:ea typeface="Arial"/>
                <a:cs typeface="Arial"/>
                <a:sym typeface="Arial"/>
              </a:rPr>
              <a:t>With VCFA 9 customers can create custom blueprints tailored to IaaS Services, while enforcing infrastructure governance and enabling self-service consumption.</a:t>
            </a:r>
            <a:endParaRPr dirty="0"/>
          </a:p>
          <a:p>
            <a:pPr marL="0" lvl="0" indent="0" algn="l" rtl="0">
              <a:lnSpc>
                <a:spcPct val="60000"/>
              </a:lnSpc>
              <a:spcBef>
                <a:spcPts val="0"/>
              </a:spcBef>
              <a:spcAft>
                <a:spcPts val="0"/>
              </a:spcAft>
              <a:buClr>
                <a:schemeClr val="dk1"/>
              </a:buClr>
              <a:buSzPts val="713"/>
              <a:buFont typeface="Arial"/>
              <a:buNone/>
            </a:pPr>
            <a:br>
              <a:rPr lang="en-US" sz="1200" dirty="0">
                <a:latin typeface="Arial"/>
                <a:ea typeface="Arial"/>
                <a:cs typeface="Arial"/>
                <a:sym typeface="Arial"/>
              </a:rPr>
            </a:br>
            <a:r>
              <a:rPr lang="en-US" sz="1200" b="1" dirty="0">
                <a:latin typeface="Arial"/>
                <a:ea typeface="Arial"/>
                <a:cs typeface="Arial"/>
                <a:sym typeface="Arial"/>
              </a:rPr>
              <a:t>Talk Track:</a:t>
            </a:r>
            <a:endParaRPr dirty="0"/>
          </a:p>
          <a:p>
            <a:pPr marL="0" lvl="0" indent="0" algn="l" rtl="0">
              <a:lnSpc>
                <a:spcPct val="100000"/>
              </a:lnSpc>
              <a:spcBef>
                <a:spcPts val="0"/>
              </a:spcBef>
              <a:spcAft>
                <a:spcPts val="0"/>
              </a:spcAft>
              <a:buClr>
                <a:schemeClr val="dk2"/>
              </a:buClr>
              <a:buSzPts val="1100"/>
              <a:buFont typeface="Arial"/>
              <a:buNone/>
            </a:pPr>
            <a:r>
              <a:rPr lang="en-US" dirty="0"/>
              <a:t>One benefit of allowing Enterprise IT Admins to have more control in their environments is enhanced security. With increased control, admins can implement stricter access controls, monitor system activities more closely, and enforce compliance with organizational policies, reducing the risk of unauthorized access or data breaches. </a:t>
            </a:r>
          </a:p>
          <a:p>
            <a:pPr marL="0" lvl="0" indent="0" algn="l" rtl="0">
              <a:lnSpc>
                <a:spcPct val="100000"/>
              </a:lnSpc>
              <a:spcBef>
                <a:spcPts val="0"/>
              </a:spcBef>
              <a:spcAft>
                <a:spcPts val="0"/>
              </a:spcAft>
              <a:buClr>
                <a:schemeClr val="dk2"/>
              </a:buClr>
              <a:buSzPts val="1100"/>
              <a:buFont typeface="Arial"/>
              <a:buNone/>
            </a:pPr>
            <a:endParaRPr lang="en-US" dirty="0"/>
          </a:p>
          <a:p>
            <a:pPr marL="0" lvl="0" indent="0" algn="l" rtl="0">
              <a:lnSpc>
                <a:spcPct val="100000"/>
              </a:lnSpc>
              <a:spcBef>
                <a:spcPts val="0"/>
              </a:spcBef>
              <a:spcAft>
                <a:spcPts val="0"/>
              </a:spcAft>
              <a:buClr>
                <a:schemeClr val="dk2"/>
              </a:buClr>
              <a:buSzPts val="1100"/>
              <a:buFont typeface="Arial"/>
              <a:buNone/>
            </a:pPr>
            <a:r>
              <a:rPr lang="en-US" dirty="0"/>
              <a:t>One benefit of providing application teams with more flexibility to consume self-service IaaS resources is the acceleration of development and testing cycles. By allowing teams to quickly provision and configure the necessary infrastructure on-demand, they can focus more on writing and testing code rather than waiting for resources, leading to faster time-to-market for new features and enhancements.</a:t>
            </a:r>
          </a:p>
          <a:p>
            <a:pPr marL="0" lvl="0" indent="0" algn="l" rtl="0">
              <a:lnSpc>
                <a:spcPct val="100000"/>
              </a:lnSpc>
              <a:spcBef>
                <a:spcPts val="0"/>
              </a:spcBef>
              <a:spcAft>
                <a:spcPts val="0"/>
              </a:spcAft>
              <a:buClr>
                <a:schemeClr val="dk2"/>
              </a:buClr>
              <a:buSzPts val="1100"/>
              <a:buFont typeface="Arial"/>
              <a:buNone/>
            </a:pPr>
            <a:endParaRPr lang="en-US" dirty="0"/>
          </a:p>
          <a:p>
            <a:pPr marL="0" lvl="0" indent="0" algn="l" rtl="0">
              <a:lnSpc>
                <a:spcPct val="100000"/>
              </a:lnSpc>
              <a:spcBef>
                <a:spcPts val="0"/>
              </a:spcBef>
              <a:spcAft>
                <a:spcPts val="0"/>
              </a:spcAft>
              <a:buClr>
                <a:schemeClr val="dk2"/>
              </a:buClr>
              <a:buSzPts val="1100"/>
              <a:buFont typeface="Arial"/>
              <a:buNone/>
            </a:pPr>
            <a:r>
              <a:rPr lang="en-US" dirty="0"/>
              <a:t>The catalog experience allows users to provision traditional, modern, and generative AI applications. Each catalog item is supported by templates that have been developed and published for the project teams. It is designed for users to utilize the templates provided in the catalog easily.</a:t>
            </a:r>
          </a:p>
          <a:p>
            <a:pPr marL="0" lvl="0" indent="0" algn="l" rtl="0">
              <a:lnSpc>
                <a:spcPct val="100000"/>
              </a:lnSpc>
              <a:spcBef>
                <a:spcPts val="0"/>
              </a:spcBef>
              <a:spcAft>
                <a:spcPts val="0"/>
              </a:spcAft>
              <a:buClr>
                <a:schemeClr val="dk2"/>
              </a:buClr>
              <a:buSzPts val="1100"/>
              <a:buFont typeface="Arial"/>
              <a:buNone/>
            </a:pPr>
            <a:endParaRPr lang="en-US" dirty="0"/>
          </a:p>
          <a:p>
            <a:pPr marL="0" lvl="0" indent="0" algn="l" rtl="0">
              <a:lnSpc>
                <a:spcPct val="100000"/>
              </a:lnSpc>
              <a:spcBef>
                <a:spcPts val="0"/>
              </a:spcBef>
              <a:spcAft>
                <a:spcPts val="0"/>
              </a:spcAft>
              <a:buClr>
                <a:schemeClr val="dk2"/>
              </a:buClr>
              <a:buSzPts val="1100"/>
              <a:buFont typeface="Arial"/>
              <a:buNone/>
            </a:pPr>
            <a:r>
              <a:rPr lang="en-US" dirty="0"/>
              <a:t>Create on-demand resources like VMs, Kubernetes, volumes, networks, and storage. This is ideal for users who wish to utilize the design canvas to create resources from scratch and publish them in the catalog. </a:t>
            </a:r>
            <a:endParaRPr lang="en-US" b="0" dirty="0"/>
          </a:p>
          <a:p>
            <a:pPr marL="457200" lvl="0" indent="-317500" algn="l" rtl="0">
              <a:lnSpc>
                <a:spcPct val="100000"/>
              </a:lnSpc>
              <a:spcBef>
                <a:spcPts val="0"/>
              </a:spcBef>
              <a:spcAft>
                <a:spcPts val="0"/>
              </a:spcAft>
              <a:buSzPts val="1400"/>
              <a:buChar char="•"/>
            </a:pPr>
            <a:endParaRPr lang="en-US" b="0" dirty="0"/>
          </a:p>
          <a:p>
            <a:pPr marL="139700" lvl="0" indent="0" algn="l" rtl="0">
              <a:lnSpc>
                <a:spcPct val="100000"/>
              </a:lnSpc>
              <a:spcBef>
                <a:spcPts val="0"/>
              </a:spcBef>
              <a:spcAft>
                <a:spcPts val="0"/>
              </a:spcAft>
              <a:buSzPts val="1400"/>
              <a:buFontTx/>
              <a:buNone/>
            </a:pPr>
            <a:r>
              <a:rPr lang="en-US" b="1" dirty="0"/>
              <a:t>Notes:</a:t>
            </a:r>
          </a:p>
          <a:p>
            <a:pPr marL="0" lvl="0" indent="0" algn="l" rtl="0">
              <a:lnSpc>
                <a:spcPct val="100000"/>
              </a:lnSpc>
              <a:spcBef>
                <a:spcPts val="0"/>
              </a:spcBef>
              <a:spcAft>
                <a:spcPts val="0"/>
              </a:spcAft>
              <a:buClr>
                <a:schemeClr val="dk2"/>
              </a:buClr>
              <a:buSzPts val="1100"/>
              <a:buFont typeface="Arial"/>
              <a:buNone/>
            </a:pPr>
            <a:r>
              <a:rPr lang="en-US" b="0" u="sng" dirty="0"/>
              <a:t>Customer Benefits:</a:t>
            </a:r>
          </a:p>
          <a:p>
            <a:pPr marL="457200" lvl="0" indent="-317500" algn="l" rtl="0">
              <a:lnSpc>
                <a:spcPct val="100000"/>
              </a:lnSpc>
              <a:spcBef>
                <a:spcPts val="0"/>
              </a:spcBef>
              <a:spcAft>
                <a:spcPts val="0"/>
              </a:spcAft>
              <a:buSzPts val="1400"/>
              <a:buChar char="•"/>
            </a:pPr>
            <a:r>
              <a:rPr lang="en-US" dirty="0"/>
              <a:t>One benefit of allowing Enterprise IT Admins to have more control in production environments is enhanced security. With increased control, admins can implement stricter access controls, monitor system activities more closely, and enforce compliance with organizational policies, thereby reducing the risk of unauthorized access or data breaches; ideal for in-production environments. </a:t>
            </a:r>
          </a:p>
          <a:p>
            <a:pPr marL="457200" lvl="0" indent="-317500" algn="l" rtl="0">
              <a:lnSpc>
                <a:spcPct val="100000"/>
              </a:lnSpc>
              <a:spcBef>
                <a:spcPts val="0"/>
              </a:spcBef>
              <a:spcAft>
                <a:spcPts val="0"/>
              </a:spcAft>
              <a:buSzPts val="1400"/>
              <a:buChar char="•"/>
            </a:pPr>
            <a:r>
              <a:rPr lang="en-US" dirty="0"/>
              <a:t>One benefit of providing application teams with more flexibility to consume self-service IaaS resources is the acceleration of development and testing cycles. By allowing teams to quickly provision and configure the necessary infrastructure on-demand, they can focus more on writing and testing code rather than waiting for resources, leading to faster time-to-market for new features and enhancements.</a:t>
            </a:r>
          </a:p>
          <a:p>
            <a:pPr marL="0" lvl="0" indent="0" algn="l" rtl="0">
              <a:lnSpc>
                <a:spcPct val="60000"/>
              </a:lnSpc>
              <a:spcBef>
                <a:spcPts val="0"/>
              </a:spcBef>
              <a:spcAft>
                <a:spcPts val="0"/>
              </a:spcAft>
              <a:buClr>
                <a:schemeClr val="dk1"/>
              </a:buClr>
              <a:buSzPts val="713"/>
              <a:buFont typeface="Arial"/>
              <a:buNone/>
            </a:pPr>
            <a:endParaRPr lang="en-US" b="1" dirty="0"/>
          </a:p>
          <a:p>
            <a:pPr marL="0" lvl="0" indent="0" algn="l" rtl="0">
              <a:lnSpc>
                <a:spcPct val="100000"/>
              </a:lnSpc>
              <a:spcBef>
                <a:spcPts val="0"/>
              </a:spcBef>
              <a:spcAft>
                <a:spcPts val="0"/>
              </a:spcAft>
              <a:buClr>
                <a:schemeClr val="dk2"/>
              </a:buClr>
              <a:buSzPts val="1100"/>
              <a:buFont typeface="Arial"/>
              <a:buNone/>
            </a:pPr>
            <a:r>
              <a:rPr lang="en-US" b="0" u="sng" dirty="0"/>
              <a:t>Key Attributes:</a:t>
            </a:r>
          </a:p>
          <a:p>
            <a:pPr marL="457200" lvl="0" indent="-317500" algn="l" rtl="0">
              <a:lnSpc>
                <a:spcPct val="100000"/>
              </a:lnSpc>
              <a:spcBef>
                <a:spcPts val="0"/>
              </a:spcBef>
              <a:spcAft>
                <a:spcPts val="0"/>
              </a:spcAft>
              <a:buSzPts val="1400"/>
              <a:buChar char="•"/>
            </a:pPr>
            <a:r>
              <a:rPr lang="en-US" dirty="0"/>
              <a:t>The catalog experience allows users to provision traditional, modern, and generative AI applications. Each catalog item is supported by templates that have been developed and published for the project teams. It is designed for low-tech users to easily utilize the templates provided in the catalog.</a:t>
            </a:r>
          </a:p>
          <a:p>
            <a:pPr marL="457200" lvl="0" indent="-317500" algn="l" rtl="0">
              <a:lnSpc>
                <a:spcPct val="100000"/>
              </a:lnSpc>
              <a:spcBef>
                <a:spcPts val="0"/>
              </a:spcBef>
              <a:spcAft>
                <a:spcPts val="0"/>
              </a:spcAft>
              <a:buSzPts val="1400"/>
              <a:buChar char="•"/>
            </a:pPr>
            <a:r>
              <a:rPr lang="en-US" dirty="0"/>
              <a:t>Create on-demand resources like VMs, Kubernetes, volumes, networks, and storage. This is ideal for high-tech users who wish to utilize the design canvas to create resources from scratch and publish them in the catalog. </a:t>
            </a:r>
            <a:endParaRPr lang="en-US" b="0" dirty="0"/>
          </a:p>
          <a:p>
            <a:br>
              <a:rPr lang="en-US" sz="1200" dirty="0"/>
            </a:br>
            <a:r>
              <a:rPr lang="en-US" sz="1200" b="1" dirty="0"/>
              <a:t>Resources:</a:t>
            </a:r>
            <a:endParaRPr b="1" dirty="0"/>
          </a:p>
        </p:txBody>
      </p:sp>
      <p:sp>
        <p:nvSpPr>
          <p:cNvPr id="3340" name="Google Shape;3340;p1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120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17</a:t>
            </a:fld>
            <a:endParaRPr kumimoji="0" sz="1200" b="0" i="0" u="none" strike="noStrike" kern="1200" cap="none" spc="0" normalizeH="0" baseline="0" noProof="0" dirty="0">
              <a:ln>
                <a:noFill/>
              </a:ln>
              <a:solidFill>
                <a:srgbClr val="000000"/>
              </a:solidFill>
              <a:effectLst/>
              <a:uLnTx/>
              <a:uFillTx/>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2"/>
        <p:cNvGrpSpPr/>
        <p:nvPr/>
      </p:nvGrpSpPr>
      <p:grpSpPr>
        <a:xfrm>
          <a:off x="0" y="0"/>
          <a:ext cx="0" cy="0"/>
          <a:chOff x="0" y="0"/>
          <a:chExt cx="0" cy="0"/>
        </a:xfrm>
      </p:grpSpPr>
      <p:sp>
        <p:nvSpPr>
          <p:cNvPr id="3383" name="Google Shape;3383;p1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4" name="Google Shape;3384;p1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60000"/>
              </a:lnSpc>
              <a:spcBef>
                <a:spcPts val="0"/>
              </a:spcBef>
              <a:spcAft>
                <a:spcPts val="0"/>
              </a:spcAft>
              <a:buClr>
                <a:schemeClr val="dk1"/>
              </a:buClr>
              <a:buSzPts val="713"/>
              <a:buFont typeface="Arial"/>
              <a:buNone/>
            </a:pPr>
            <a:r>
              <a:rPr lang="en-US" sz="1200" b="1" dirty="0">
                <a:latin typeface="Arial"/>
                <a:ea typeface="Arial"/>
                <a:cs typeface="Arial"/>
                <a:sym typeface="Arial"/>
              </a:rPr>
              <a:t>Presenter Note:  This slide contains animation.</a:t>
            </a:r>
            <a:endParaRPr lang="en-US" dirty="0"/>
          </a:p>
          <a:p>
            <a:pPr marL="0" lvl="0" indent="0" algn="l" rtl="0">
              <a:lnSpc>
                <a:spcPct val="60000"/>
              </a:lnSpc>
              <a:spcBef>
                <a:spcPts val="0"/>
              </a:spcBef>
              <a:spcAft>
                <a:spcPts val="0"/>
              </a:spcAft>
              <a:buClr>
                <a:schemeClr val="dk1"/>
              </a:buClr>
              <a:buSzPts val="713"/>
              <a:buFont typeface="Arial"/>
              <a:buNone/>
            </a:pPr>
            <a:endParaRPr lang="en-US" sz="1200" b="1" dirty="0">
              <a:latin typeface="Arial"/>
              <a:ea typeface="Arial"/>
              <a:cs typeface="Arial"/>
              <a:sym typeface="Arial"/>
            </a:endParaRPr>
          </a:p>
          <a:p>
            <a:pPr marL="0" lvl="0" indent="0" algn="l" rtl="0">
              <a:lnSpc>
                <a:spcPct val="60000"/>
              </a:lnSpc>
              <a:spcBef>
                <a:spcPts val="0"/>
              </a:spcBef>
              <a:spcAft>
                <a:spcPts val="0"/>
              </a:spcAft>
              <a:buClr>
                <a:schemeClr val="dk1"/>
              </a:buClr>
              <a:buSzPts val="713"/>
              <a:buFont typeface="Arial"/>
              <a:buNone/>
            </a:pPr>
            <a:r>
              <a:rPr lang="en-US" sz="1200" b="1" dirty="0">
                <a:latin typeface="Arial"/>
                <a:ea typeface="Arial"/>
                <a:cs typeface="Arial"/>
                <a:sym typeface="Arial"/>
              </a:rPr>
              <a:t>Key Message:</a:t>
            </a:r>
            <a:endParaRPr lang="en-US" sz="2000" b="1" dirty="0">
              <a:latin typeface="Arial"/>
              <a:ea typeface="Arial"/>
              <a:cs typeface="Arial"/>
              <a:sym typeface="Arial"/>
            </a:endParaRPr>
          </a:p>
          <a:p>
            <a:pPr marL="0" lvl="0" indent="0" algn="l" rtl="0">
              <a:lnSpc>
                <a:spcPct val="60000"/>
              </a:lnSpc>
              <a:spcBef>
                <a:spcPts val="0"/>
              </a:spcBef>
              <a:spcAft>
                <a:spcPts val="0"/>
              </a:spcAft>
              <a:buClr>
                <a:schemeClr val="dk1"/>
              </a:buClr>
              <a:buSzPts val="713"/>
              <a:buFont typeface="Arial"/>
              <a:buNone/>
            </a:pPr>
            <a:r>
              <a:rPr lang="en-US" sz="1200" dirty="0">
                <a:latin typeface="Arial"/>
                <a:ea typeface="Arial"/>
                <a:cs typeface="Arial"/>
                <a:sym typeface="Arial"/>
              </a:rPr>
              <a:t>With VCFA 9 you can implement resource policies with policies-as-code to enforce bast practices for your resources and apply security configurations.</a:t>
            </a:r>
            <a:endParaRPr lang="en-US" dirty="0"/>
          </a:p>
          <a:p>
            <a:pPr marL="0" lvl="0" indent="0" algn="l" rtl="0">
              <a:lnSpc>
                <a:spcPct val="60000"/>
              </a:lnSpc>
              <a:spcBef>
                <a:spcPts val="0"/>
              </a:spcBef>
              <a:spcAft>
                <a:spcPts val="0"/>
              </a:spcAft>
              <a:buClr>
                <a:schemeClr val="dk1"/>
              </a:buClr>
              <a:buSzPts val="713"/>
              <a:buFont typeface="Arial"/>
              <a:buNone/>
            </a:pPr>
            <a:br>
              <a:rPr lang="en-US" sz="1200" dirty="0">
                <a:latin typeface="Arial"/>
                <a:ea typeface="Arial"/>
                <a:cs typeface="Arial"/>
                <a:sym typeface="Arial"/>
              </a:rPr>
            </a:br>
            <a:r>
              <a:rPr lang="en-US" sz="1200" b="1" dirty="0">
                <a:latin typeface="Arial"/>
                <a:ea typeface="Arial"/>
                <a:cs typeface="Arial"/>
                <a:sym typeface="Arial"/>
              </a:rPr>
              <a:t>Talk Track:</a:t>
            </a:r>
            <a:endParaRPr lang="en-US" sz="1200" b="1" dirty="0"/>
          </a:p>
          <a:p>
            <a:pPr marL="0" marR="0" lvl="0" indent="0" algn="l" defTabSz="914400" rtl="0" eaLnBrk="1" fontAlgn="auto" latinLnBrk="0" hangingPunct="1">
              <a:lnSpc>
                <a:spcPct val="90000"/>
              </a:lnSpc>
              <a:spcBef>
                <a:spcPts val="0"/>
              </a:spcBef>
              <a:spcAft>
                <a:spcPts val="0"/>
              </a:spcAft>
              <a:buClr>
                <a:schemeClr val="dk2"/>
              </a:buClr>
              <a:buSzPts val="1100"/>
              <a:buFont typeface="Arial"/>
              <a:buNone/>
              <a:tabLst/>
              <a:defRPr/>
            </a:pPr>
            <a:r>
              <a:rPr lang="en-US" sz="1200" dirty="0">
                <a:latin typeface="Arial"/>
                <a:ea typeface="Arial"/>
                <a:cs typeface="Arial"/>
                <a:sym typeface="Arial"/>
              </a:rPr>
              <a:t>With VCF Automation 9 you can implement a</a:t>
            </a:r>
            <a:r>
              <a:rPr lang="en-US" sz="1200" dirty="0"/>
              <a:t> YAML-based approach to policy as code</a:t>
            </a:r>
            <a:r>
              <a:rPr lang="en-US" sz="1200" dirty="0">
                <a:latin typeface="Arial"/>
                <a:ea typeface="Arial"/>
                <a:cs typeface="Arial"/>
                <a:sym typeface="Arial"/>
              </a:rPr>
              <a:t> to enforce best practices for your resources and apply security configurations.</a:t>
            </a:r>
            <a:endParaRPr lang="en-US" sz="1200" dirty="0"/>
          </a:p>
          <a:p>
            <a:pPr marL="0" marR="0" lvl="0" indent="0" algn="l" defTabSz="914400" rtl="0" eaLnBrk="1" fontAlgn="auto" latinLnBrk="0" hangingPunct="1">
              <a:lnSpc>
                <a:spcPct val="90000"/>
              </a:lnSpc>
              <a:spcBef>
                <a:spcPts val="0"/>
              </a:spcBef>
              <a:spcAft>
                <a:spcPts val="0"/>
              </a:spcAft>
              <a:buClr>
                <a:schemeClr val="dk2"/>
              </a:buClr>
              <a:buSzPts val="1100"/>
              <a:buFont typeface="Arial"/>
              <a:buNone/>
              <a:tabLst/>
              <a:defRPr/>
            </a:pPr>
            <a:endParaRPr lang="en-US" sz="1200" dirty="0"/>
          </a:p>
          <a:p>
            <a:pPr marL="0" marR="0" lvl="0" indent="0" algn="l" defTabSz="914400" rtl="0" eaLnBrk="1" fontAlgn="auto" latinLnBrk="0" hangingPunct="1">
              <a:lnSpc>
                <a:spcPct val="90000"/>
              </a:lnSpc>
              <a:spcBef>
                <a:spcPts val="0"/>
              </a:spcBef>
              <a:spcAft>
                <a:spcPts val="0"/>
              </a:spcAft>
              <a:buClr>
                <a:schemeClr val="dk2"/>
              </a:buClr>
              <a:buSzPts val="1100"/>
              <a:buFont typeface="Arial"/>
              <a:buNone/>
              <a:tabLst/>
              <a:defRPr/>
            </a:pPr>
            <a:r>
              <a:rPr lang="en-US" dirty="0"/>
              <a:t>Let’s scroll down to view the policy as code.</a:t>
            </a:r>
          </a:p>
          <a:p>
            <a:pPr marL="0" marR="0" lvl="0" indent="0" algn="l" defTabSz="914400" rtl="0" eaLnBrk="1" fontAlgn="auto" latinLnBrk="0" hangingPunct="1">
              <a:lnSpc>
                <a:spcPct val="90000"/>
              </a:lnSpc>
              <a:spcBef>
                <a:spcPts val="0"/>
              </a:spcBef>
              <a:spcAft>
                <a:spcPts val="0"/>
              </a:spcAft>
              <a:buClr>
                <a:schemeClr val="dk2"/>
              </a:buClr>
              <a:buSzPts val="1100"/>
              <a:buFont typeface="Arial"/>
              <a:buNone/>
              <a:tabLst/>
              <a:defRPr/>
            </a:pPr>
            <a:endParaRPr lang="en-US" dirty="0"/>
          </a:p>
          <a:p>
            <a:pPr marL="0" marR="0" lvl="0" indent="0" algn="l" defTabSz="914400" rtl="0" eaLnBrk="1" fontAlgn="auto" latinLnBrk="0" hangingPunct="1">
              <a:lnSpc>
                <a:spcPct val="90000"/>
              </a:lnSpc>
              <a:spcBef>
                <a:spcPts val="0"/>
              </a:spcBef>
              <a:spcAft>
                <a:spcPts val="0"/>
              </a:spcAft>
              <a:buClr>
                <a:schemeClr val="dk2"/>
              </a:buClr>
              <a:buSzPts val="1100"/>
              <a:buFont typeface="Arial"/>
              <a:buNone/>
              <a:tabLst/>
              <a:defRPr/>
            </a:pPr>
            <a:r>
              <a:rPr lang="en-US" dirty="0"/>
              <a:t>&lt;click 1&gt;</a:t>
            </a:r>
          </a:p>
          <a:p>
            <a:pPr marL="0" marR="0" lvl="0" indent="0" algn="l" defTabSz="914400" rtl="0" eaLnBrk="1" fontAlgn="auto" latinLnBrk="0" hangingPunct="1">
              <a:lnSpc>
                <a:spcPct val="90000"/>
              </a:lnSpc>
              <a:spcBef>
                <a:spcPts val="0"/>
              </a:spcBef>
              <a:spcAft>
                <a:spcPts val="0"/>
              </a:spcAft>
              <a:buClr>
                <a:schemeClr val="dk2"/>
              </a:buClr>
              <a:buSzPts val="1100"/>
              <a:buFont typeface="Arial"/>
              <a:buNone/>
              <a:tabLst/>
              <a:defRPr/>
            </a:pPr>
            <a:r>
              <a:rPr lang="en-US" dirty="0"/>
              <a:t>and click Load Policy Template.</a:t>
            </a:r>
          </a:p>
          <a:p>
            <a:pPr marL="0" marR="0" lvl="0" indent="0" algn="l" defTabSz="914400" rtl="0" eaLnBrk="1" fontAlgn="auto" latinLnBrk="0" hangingPunct="1">
              <a:lnSpc>
                <a:spcPct val="90000"/>
              </a:lnSpc>
              <a:spcBef>
                <a:spcPts val="0"/>
              </a:spcBef>
              <a:spcAft>
                <a:spcPts val="0"/>
              </a:spcAft>
              <a:buClr>
                <a:schemeClr val="dk2"/>
              </a:buClr>
              <a:buSzPts val="1100"/>
              <a:buFont typeface="Arial"/>
              <a:buNone/>
              <a:tabLst/>
              <a:defRPr/>
            </a:pPr>
            <a:endParaRPr lang="en-US" dirty="0"/>
          </a:p>
          <a:p>
            <a:pPr marL="0" marR="0" lvl="0" indent="0" algn="l" defTabSz="914400" rtl="0" eaLnBrk="1" fontAlgn="auto" latinLnBrk="0" hangingPunct="1">
              <a:lnSpc>
                <a:spcPct val="90000"/>
              </a:lnSpc>
              <a:spcBef>
                <a:spcPts val="0"/>
              </a:spcBef>
              <a:spcAft>
                <a:spcPts val="0"/>
              </a:spcAft>
              <a:buClr>
                <a:schemeClr val="dk2"/>
              </a:buClr>
              <a:buSzPts val="1100"/>
              <a:buFont typeface="Arial"/>
              <a:buNone/>
              <a:tabLst/>
              <a:defRPr/>
            </a:pPr>
            <a:r>
              <a:rPr lang="en-US" dirty="0"/>
              <a:t>&lt;click 2&gt;</a:t>
            </a:r>
          </a:p>
          <a:p>
            <a:pPr marL="0" marR="0" lvl="0" indent="0" algn="l" defTabSz="914400" rtl="0" eaLnBrk="1" fontAlgn="auto" latinLnBrk="0" hangingPunct="1">
              <a:lnSpc>
                <a:spcPct val="90000"/>
              </a:lnSpc>
              <a:spcBef>
                <a:spcPts val="0"/>
              </a:spcBef>
              <a:spcAft>
                <a:spcPts val="0"/>
              </a:spcAft>
              <a:buClr>
                <a:schemeClr val="dk2"/>
              </a:buClr>
              <a:buSzPts val="1100"/>
              <a:buFont typeface="Arial"/>
              <a:buNone/>
              <a:tabLst/>
              <a:defRPr/>
            </a:pPr>
            <a:endParaRPr lang="en-US" sz="1200" dirty="0"/>
          </a:p>
          <a:p>
            <a:pPr marL="0" marR="0" lvl="0" indent="0" algn="l" defTabSz="914400" rtl="0" eaLnBrk="1" fontAlgn="auto" latinLnBrk="0" hangingPunct="1">
              <a:lnSpc>
                <a:spcPct val="90000"/>
              </a:lnSpc>
              <a:spcBef>
                <a:spcPts val="0"/>
              </a:spcBef>
              <a:spcAft>
                <a:spcPts val="0"/>
              </a:spcAft>
              <a:buClr>
                <a:schemeClr val="dk2"/>
              </a:buClr>
              <a:buSzPts val="1100"/>
              <a:buFont typeface="Arial"/>
              <a:buNone/>
              <a:tabLst/>
              <a:defRPr/>
            </a:pPr>
            <a:r>
              <a:rPr lang="en-US" sz="1200" dirty="0"/>
              <a:t>The pre-defined OOTB templates are designed to streamline the implementation of policies as code for both initial setup (day 0) and ongoing management (day 2) of Kubernetes and VM environments. These templates serve as a solid foundation, allowing users to easily customize and fine-tune their policies through a user-friendly interface or directly via the Kubernetes command-line interface (CLI), ensuring a tailored approach to meet specific operational needs. </a:t>
            </a:r>
            <a:endParaRPr lang="en-US" dirty="0"/>
          </a:p>
          <a:p>
            <a:pPr marL="0" marR="0" lvl="0" indent="0" algn="l" rtl="0">
              <a:lnSpc>
                <a:spcPct val="80000"/>
              </a:lnSpc>
              <a:spcBef>
                <a:spcPts val="0"/>
              </a:spcBef>
              <a:spcAft>
                <a:spcPts val="0"/>
              </a:spcAft>
              <a:buClr>
                <a:schemeClr val="dk2"/>
              </a:buClr>
              <a:buSzPts val="1100"/>
              <a:buFont typeface="Arial"/>
              <a:buNone/>
            </a:pPr>
            <a:endParaRPr lang="en-US" sz="1050" dirty="0"/>
          </a:p>
          <a:p>
            <a:pPr marL="0" marR="0" lvl="0" indent="0" algn="l" rtl="0">
              <a:lnSpc>
                <a:spcPct val="80000"/>
              </a:lnSpc>
              <a:spcBef>
                <a:spcPts val="0"/>
              </a:spcBef>
              <a:spcAft>
                <a:spcPts val="0"/>
              </a:spcAft>
              <a:buClr>
                <a:schemeClr val="dk2"/>
              </a:buClr>
              <a:buSzPts val="1100"/>
              <a:buFont typeface="Arial"/>
              <a:buNone/>
            </a:pPr>
            <a:r>
              <a:rPr lang="en-US" sz="1050" dirty="0"/>
              <a:t>With Label enforcement selected click load.</a:t>
            </a:r>
            <a:endParaRPr lang="en-US" dirty="0"/>
          </a:p>
          <a:p>
            <a:pPr marL="0" marR="0" lvl="0" indent="0" algn="l" rtl="0">
              <a:lnSpc>
                <a:spcPct val="80000"/>
              </a:lnSpc>
              <a:spcBef>
                <a:spcPts val="0"/>
              </a:spcBef>
              <a:spcAft>
                <a:spcPts val="0"/>
              </a:spcAft>
              <a:buClr>
                <a:schemeClr val="dk2"/>
              </a:buClr>
              <a:buSzPts val="1100"/>
              <a:buFont typeface="Arial"/>
              <a:buNone/>
            </a:pPr>
            <a:endParaRPr lang="en-US" sz="1050" dirty="0"/>
          </a:p>
          <a:p>
            <a:pPr marL="0" marR="0" lvl="0" indent="0" algn="l" rtl="0">
              <a:lnSpc>
                <a:spcPct val="80000"/>
              </a:lnSpc>
              <a:spcBef>
                <a:spcPts val="0"/>
              </a:spcBef>
              <a:spcAft>
                <a:spcPts val="0"/>
              </a:spcAft>
              <a:buClr>
                <a:schemeClr val="dk2"/>
              </a:buClr>
              <a:buSzPts val="1100"/>
              <a:buFont typeface="Arial"/>
              <a:buNone/>
            </a:pPr>
            <a:r>
              <a:rPr lang="en-US" sz="1050" dirty="0"/>
              <a:t>&lt;click 3&gt;</a:t>
            </a:r>
            <a:endParaRPr lang="en-US" sz="1050" b="0" u="sng" dirty="0"/>
          </a:p>
          <a:p>
            <a:pPr marL="0" lvl="0" indent="0" algn="l" rtl="0">
              <a:lnSpc>
                <a:spcPct val="80000"/>
              </a:lnSpc>
              <a:spcBef>
                <a:spcPts val="0"/>
              </a:spcBef>
              <a:spcAft>
                <a:spcPts val="0"/>
              </a:spcAft>
              <a:buClr>
                <a:schemeClr val="dk2"/>
              </a:buClr>
              <a:buSzPts val="1100"/>
              <a:buFont typeface="Arial"/>
              <a:buNone/>
            </a:pPr>
            <a:r>
              <a:rPr lang="en-US" sz="1050" b="0" u="none" dirty="0"/>
              <a:t>In this example we are enforcing the label prod is applied to all virtual machine resources.</a:t>
            </a:r>
            <a:endParaRPr lang="en-US" u="none" dirty="0"/>
          </a:p>
          <a:p>
            <a:pPr marL="0" lvl="0" indent="0" algn="l" rtl="0">
              <a:lnSpc>
                <a:spcPct val="90000"/>
              </a:lnSpc>
              <a:spcBef>
                <a:spcPts val="0"/>
              </a:spcBef>
              <a:spcAft>
                <a:spcPts val="0"/>
              </a:spcAft>
              <a:buClr>
                <a:schemeClr val="dk2"/>
              </a:buClr>
              <a:buSzPts val="1100"/>
              <a:buFont typeface="Arial"/>
              <a:buNone/>
            </a:pPr>
            <a:endParaRPr lang="en-US" sz="1200" b="0" u="sng" dirty="0">
              <a:latin typeface="Arial"/>
              <a:ea typeface="Arial"/>
              <a:cs typeface="Arial"/>
              <a:sym typeface="Arial"/>
            </a:endParaRPr>
          </a:p>
          <a:p>
            <a:pPr marL="0" lvl="0" indent="0" algn="l" rtl="0">
              <a:lnSpc>
                <a:spcPct val="90000"/>
              </a:lnSpc>
              <a:spcBef>
                <a:spcPts val="0"/>
              </a:spcBef>
              <a:spcAft>
                <a:spcPts val="0"/>
              </a:spcAft>
              <a:buClr>
                <a:schemeClr val="dk2"/>
              </a:buClr>
              <a:buSzPts val="1100"/>
              <a:buFont typeface="Arial"/>
              <a:buNone/>
            </a:pPr>
            <a:r>
              <a:rPr lang="en-US" sz="1200" b="1" dirty="0">
                <a:latin typeface="Arial"/>
                <a:ea typeface="Arial"/>
                <a:cs typeface="Arial"/>
                <a:sym typeface="Arial"/>
              </a:rPr>
              <a:t>Notes:</a:t>
            </a:r>
            <a:endParaRPr lang="en-US" sz="1200" b="0" u="sng" dirty="0"/>
          </a:p>
          <a:p>
            <a:pPr marL="0" lvl="0" indent="0" algn="l" rtl="0">
              <a:lnSpc>
                <a:spcPct val="90000"/>
              </a:lnSpc>
              <a:spcBef>
                <a:spcPts val="0"/>
              </a:spcBef>
              <a:spcAft>
                <a:spcPts val="0"/>
              </a:spcAft>
              <a:buClr>
                <a:schemeClr val="dk2"/>
              </a:buClr>
              <a:buSzPts val="1100"/>
              <a:buFont typeface="Arial"/>
              <a:buNone/>
            </a:pPr>
            <a:r>
              <a:rPr lang="en-US" sz="1200" b="0" u="sng" dirty="0"/>
              <a:t>Customer Benefits:</a:t>
            </a:r>
            <a:endParaRPr lang="en-US" b="0" u="sng" dirty="0"/>
          </a:p>
          <a:p>
            <a:pPr marL="457200" lvl="0" indent="-317500" algn="l" rtl="0">
              <a:lnSpc>
                <a:spcPct val="90000"/>
              </a:lnSpc>
              <a:spcBef>
                <a:spcPts val="0"/>
              </a:spcBef>
              <a:spcAft>
                <a:spcPts val="0"/>
              </a:spcAft>
              <a:buClr>
                <a:schemeClr val="dk1"/>
              </a:buClr>
              <a:buSzPts val="1400"/>
              <a:buFont typeface="Arial"/>
              <a:buChar char="•"/>
            </a:pPr>
            <a:r>
              <a:rPr lang="en-US" sz="1200" dirty="0"/>
              <a:t>Using a YAML-based Policy-as-Code framework with Kyverno for IaaS and Kubernetes offers multiple benefits, including flexibility in adapting policies, automation for consistent enforcement, and improved compliance with security and regulatory standards. It fosters collaboration within the open-source community, enables easy tracking of policy changes through version control, and provides clarity for auditing. Additionally, leveraging an open-source solution helps reduce licensing costs, ultimately enhancing security, compliance, and efficiency in cloud infrastructure.</a:t>
            </a:r>
            <a:endParaRPr lang="en-US" dirty="0"/>
          </a:p>
          <a:p>
            <a:pPr marL="457200" lvl="0" indent="-317500" algn="l" rtl="0">
              <a:lnSpc>
                <a:spcPct val="90000"/>
              </a:lnSpc>
              <a:spcBef>
                <a:spcPts val="0"/>
              </a:spcBef>
              <a:spcAft>
                <a:spcPts val="0"/>
              </a:spcAft>
              <a:buClr>
                <a:schemeClr val="dk1"/>
              </a:buClr>
              <a:buSzPts val="1400"/>
              <a:buFont typeface="Arial"/>
              <a:buChar char="•"/>
            </a:pPr>
            <a:r>
              <a:rPr lang="en-US" sz="1200" dirty="0"/>
              <a:t>Customers benefit from pre-defined Out-of-the-Box (OOTB) templates through quick deployment, easy customization, and best practice integration. These templates ensure consistency, reduce complexity, enhance agility, and improve governance, enabling organizations to focus on innovation.</a:t>
            </a:r>
            <a:endParaRPr lang="en-US" sz="1050" dirty="0"/>
          </a:p>
          <a:p>
            <a:pPr marL="0" lvl="0" indent="0" algn="l" rtl="0">
              <a:lnSpc>
                <a:spcPct val="90000"/>
              </a:lnSpc>
              <a:spcBef>
                <a:spcPts val="0"/>
              </a:spcBef>
              <a:spcAft>
                <a:spcPts val="0"/>
              </a:spcAft>
              <a:buClr>
                <a:schemeClr val="dk2"/>
              </a:buClr>
              <a:buSzPts val="1100"/>
              <a:buFont typeface="Arial"/>
              <a:buNone/>
            </a:pPr>
            <a:endParaRPr lang="en-US" sz="1200" b="1" dirty="0"/>
          </a:p>
          <a:p>
            <a:pPr marL="0" lvl="0" indent="0" algn="l" rtl="0">
              <a:lnSpc>
                <a:spcPct val="90000"/>
              </a:lnSpc>
              <a:spcBef>
                <a:spcPts val="0"/>
              </a:spcBef>
              <a:spcAft>
                <a:spcPts val="0"/>
              </a:spcAft>
              <a:buClr>
                <a:schemeClr val="dk2"/>
              </a:buClr>
              <a:buSzPts val="1100"/>
              <a:buFont typeface="Arial"/>
              <a:buNone/>
            </a:pPr>
            <a:r>
              <a:rPr lang="en-US" sz="1200" b="0" u="sng" dirty="0"/>
              <a:t>Key Attributes:</a:t>
            </a:r>
            <a:endParaRPr lang="en-US" b="0" u="sng" dirty="0"/>
          </a:p>
          <a:p>
            <a:pPr marL="457200" lvl="0" indent="-317500" algn="l" rtl="0">
              <a:lnSpc>
                <a:spcPct val="90000"/>
              </a:lnSpc>
              <a:spcBef>
                <a:spcPts val="0"/>
              </a:spcBef>
              <a:spcAft>
                <a:spcPts val="0"/>
              </a:spcAft>
              <a:buClr>
                <a:schemeClr val="dk1"/>
              </a:buClr>
              <a:buSzPts val="1400"/>
              <a:buFont typeface="Arial"/>
              <a:buChar char="•"/>
            </a:pPr>
            <a:r>
              <a:rPr lang="en-US" sz="1200" dirty="0"/>
              <a:t>Introducing new governance policies that leverage a YAML-based approach to policy as code. To support this initiative, we are using Kyverno, an open-source technology that operates on the backend, enabling us to seamlessly integrate and enforce these policies in a robust and efficient manner. </a:t>
            </a:r>
            <a:endParaRPr lang="en-US" dirty="0"/>
          </a:p>
          <a:p>
            <a:br>
              <a:rPr lang="en-US" sz="1200" dirty="0"/>
            </a:br>
            <a:r>
              <a:rPr lang="en-US" sz="1200" b="1" dirty="0"/>
              <a:t>Resources:</a:t>
            </a:r>
            <a:br>
              <a:rPr lang="en-US" sz="1200" dirty="0"/>
            </a:br>
            <a:endParaRPr lang="en-US" dirty="0"/>
          </a:p>
        </p:txBody>
      </p:sp>
      <p:sp>
        <p:nvSpPr>
          <p:cNvPr id="3385" name="Google Shape;3385;p1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120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18</a:t>
            </a:fld>
            <a:endParaRPr kumimoji="0" sz="12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3"/>
        <p:cNvGrpSpPr/>
        <p:nvPr/>
      </p:nvGrpSpPr>
      <p:grpSpPr>
        <a:xfrm>
          <a:off x="0" y="0"/>
          <a:ext cx="0" cy="0"/>
          <a:chOff x="0" y="0"/>
          <a:chExt cx="0" cy="0"/>
        </a:xfrm>
      </p:grpSpPr>
      <p:sp>
        <p:nvSpPr>
          <p:cNvPr id="3374" name="Google Shape;3374;p1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75" name="Google Shape;3375;p1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60000"/>
              </a:lnSpc>
              <a:spcBef>
                <a:spcPts val="0"/>
              </a:spcBef>
              <a:spcAft>
                <a:spcPts val="0"/>
              </a:spcAft>
              <a:buClr>
                <a:schemeClr val="dk1"/>
              </a:buClr>
              <a:buSzPts val="713"/>
              <a:buFont typeface="Arial"/>
              <a:buNone/>
            </a:pPr>
            <a:r>
              <a:rPr lang="en-US" sz="1200" b="1" dirty="0">
                <a:latin typeface="Arial"/>
                <a:ea typeface="Arial"/>
                <a:cs typeface="Arial"/>
                <a:sym typeface="Arial"/>
              </a:rPr>
              <a:t>Key Message:</a:t>
            </a:r>
            <a:endParaRPr lang="en-US" sz="2000" b="1" dirty="0">
              <a:latin typeface="Arial"/>
              <a:ea typeface="Arial"/>
              <a:cs typeface="Arial"/>
              <a:sym typeface="Arial"/>
            </a:endParaRPr>
          </a:p>
          <a:p>
            <a:pPr marL="0" lvl="0" indent="0" algn="l" rtl="0">
              <a:lnSpc>
                <a:spcPct val="60000"/>
              </a:lnSpc>
              <a:spcBef>
                <a:spcPts val="0"/>
              </a:spcBef>
              <a:spcAft>
                <a:spcPts val="0"/>
              </a:spcAft>
              <a:buClr>
                <a:schemeClr val="dk1"/>
              </a:buClr>
              <a:buSzPts val="713"/>
              <a:buFont typeface="Arial"/>
              <a:buNone/>
            </a:pPr>
            <a:r>
              <a:rPr lang="en-US" sz="1200" dirty="0"/>
              <a:t>Each org can have specific infrastructure quotas for their region. Orgs enjoy complete network and computing isolation, which means they are entirely separate from one another. This setup makes Org Admins feel like they have their own private cloud, even though the Enterprise IT Admin manages shared VCF vCenter resources in the background. The Org Admin can log into their own portal to create PROJECTS and assign it to different LOBs. In each project, Org Admins can create IaaS NAMESPACES, which define application boundaries, limits on infrastructure use, and reservations so end-users and application teams can easily access modern IaaS services. Each vSphere Namespace can be under an isolated networking domain (VPC).</a:t>
            </a:r>
            <a:endParaRPr lang="en-US" sz="1200" dirty="0">
              <a:latin typeface="Arial"/>
              <a:ea typeface="Arial"/>
              <a:cs typeface="Arial"/>
              <a:sym typeface="Arial"/>
            </a:endParaRPr>
          </a:p>
          <a:p>
            <a:pPr marL="0" lvl="0" indent="0" algn="l" rtl="0">
              <a:lnSpc>
                <a:spcPct val="80000"/>
              </a:lnSpc>
              <a:spcBef>
                <a:spcPts val="0"/>
              </a:spcBef>
              <a:spcAft>
                <a:spcPts val="0"/>
              </a:spcAft>
              <a:buClr>
                <a:schemeClr val="dk2"/>
              </a:buClr>
              <a:buSzPts val="1100"/>
              <a:buFont typeface="Arial"/>
              <a:buNone/>
            </a:pPr>
            <a:br>
              <a:rPr lang="en-US" sz="1200" dirty="0">
                <a:latin typeface="Arial"/>
                <a:ea typeface="Arial"/>
                <a:cs typeface="Arial"/>
                <a:sym typeface="Arial"/>
              </a:rPr>
            </a:br>
            <a:r>
              <a:rPr lang="en-US" sz="1200" b="1" dirty="0">
                <a:latin typeface="Arial"/>
                <a:ea typeface="Arial"/>
                <a:cs typeface="Arial"/>
                <a:sym typeface="Arial"/>
              </a:rPr>
              <a:t>Talk Track:</a:t>
            </a:r>
          </a:p>
          <a:p>
            <a:pPr marL="0" marR="0" lvl="0" indent="0" algn="l" defTabSz="914400" rtl="0" eaLnBrk="1" fontAlgn="auto" latinLnBrk="0" hangingPunct="1">
              <a:lnSpc>
                <a:spcPct val="80000"/>
              </a:lnSpc>
              <a:spcBef>
                <a:spcPts val="0"/>
              </a:spcBef>
              <a:spcAft>
                <a:spcPts val="0"/>
              </a:spcAft>
              <a:buClr>
                <a:schemeClr val="dk2"/>
              </a:buClr>
              <a:buSzPts val="1100"/>
              <a:buFont typeface="Arial"/>
              <a:buNone/>
              <a:tabLst/>
              <a:defRPr/>
            </a:pPr>
            <a:r>
              <a:rPr lang="en-US" sz="1200" b="0" dirty="0">
                <a:latin typeface="Arial"/>
                <a:cs typeface="Arial"/>
                <a:sym typeface="Arial"/>
              </a:rPr>
              <a:t>With governance for users and resources, IT Admins can e</a:t>
            </a:r>
            <a:r>
              <a:rPr lang="en-US" sz="1200" dirty="0"/>
              <a:t>nable effective resource management through capabilities like reservations and limits, ensuring that critical applications receive the necessary resources while avoiding over-provisioning, which leads to cost savings. </a:t>
            </a:r>
          </a:p>
          <a:p>
            <a:pPr marL="0" marR="0" lvl="0" indent="0" algn="l" defTabSz="914400" rtl="0" eaLnBrk="1" fontAlgn="auto" latinLnBrk="0" hangingPunct="1">
              <a:lnSpc>
                <a:spcPct val="80000"/>
              </a:lnSpc>
              <a:spcBef>
                <a:spcPts val="0"/>
              </a:spcBef>
              <a:spcAft>
                <a:spcPts val="0"/>
              </a:spcAft>
              <a:buClr>
                <a:schemeClr val="dk2"/>
              </a:buClr>
              <a:buSzPts val="1100"/>
              <a:buFont typeface="Arial"/>
              <a:buNone/>
              <a:tabLst/>
              <a:defRPr/>
            </a:pPr>
            <a:endParaRPr lang="en-US" sz="1200" dirty="0"/>
          </a:p>
          <a:p>
            <a:pPr marL="0" marR="0" lvl="0" indent="0" algn="l" defTabSz="914400" rtl="0" eaLnBrk="1" fontAlgn="auto" latinLnBrk="0" hangingPunct="1">
              <a:lnSpc>
                <a:spcPct val="80000"/>
              </a:lnSpc>
              <a:spcBef>
                <a:spcPts val="0"/>
              </a:spcBef>
              <a:spcAft>
                <a:spcPts val="0"/>
              </a:spcAft>
              <a:buClr>
                <a:schemeClr val="dk2"/>
              </a:buClr>
              <a:buSzPts val="1100"/>
              <a:buFont typeface="Arial"/>
              <a:buNone/>
              <a:tabLst/>
              <a:defRPr/>
            </a:pPr>
            <a:r>
              <a:rPr lang="en-US" sz="1200" dirty="0"/>
              <a:t>Organization Admins can create and manage multiple projects while assigning specific users to each project (LOBs). </a:t>
            </a:r>
          </a:p>
          <a:p>
            <a:pPr marL="0" marR="0" lvl="0" indent="0" algn="l" defTabSz="914400" rtl="0" eaLnBrk="1" fontAlgn="auto" latinLnBrk="0" hangingPunct="1">
              <a:lnSpc>
                <a:spcPct val="80000"/>
              </a:lnSpc>
              <a:spcBef>
                <a:spcPts val="0"/>
              </a:spcBef>
              <a:spcAft>
                <a:spcPts val="0"/>
              </a:spcAft>
              <a:buClr>
                <a:schemeClr val="dk2"/>
              </a:buClr>
              <a:buSzPts val="1100"/>
              <a:buFont typeface="Arial"/>
              <a:buNone/>
              <a:tabLst/>
              <a:defRPr/>
            </a:pPr>
            <a:r>
              <a:rPr lang="en-US" sz="1200" dirty="0"/>
              <a:t>After the creation of a project, vSphere Namespaces can be created.</a:t>
            </a:r>
          </a:p>
          <a:p>
            <a:pPr marL="0" marR="0" lvl="0" indent="0" algn="l" defTabSz="914400" rtl="0" eaLnBrk="1" fontAlgn="auto" latinLnBrk="0" hangingPunct="1">
              <a:lnSpc>
                <a:spcPct val="80000"/>
              </a:lnSpc>
              <a:spcBef>
                <a:spcPts val="0"/>
              </a:spcBef>
              <a:spcAft>
                <a:spcPts val="0"/>
              </a:spcAft>
              <a:buClr>
                <a:schemeClr val="dk2"/>
              </a:buClr>
              <a:buSzPts val="1100"/>
              <a:buFont typeface="Arial"/>
              <a:buNone/>
              <a:tabLst/>
              <a:defRPr/>
            </a:pPr>
            <a:endParaRPr lang="en-US" sz="1200" dirty="0"/>
          </a:p>
          <a:p>
            <a:pPr marL="0" marR="0" lvl="0" indent="0" algn="l" defTabSz="914400" rtl="0" eaLnBrk="1" fontAlgn="auto" latinLnBrk="0" hangingPunct="1">
              <a:lnSpc>
                <a:spcPct val="80000"/>
              </a:lnSpc>
              <a:spcBef>
                <a:spcPts val="0"/>
              </a:spcBef>
              <a:spcAft>
                <a:spcPts val="0"/>
              </a:spcAft>
              <a:buClr>
                <a:schemeClr val="dk2"/>
              </a:buClr>
              <a:buSzPts val="1100"/>
              <a:buFont typeface="Arial"/>
              <a:buNone/>
              <a:tabLst/>
              <a:defRPr/>
            </a:pPr>
            <a:r>
              <a:rPr lang="en-US" sz="1200" dirty="0"/>
              <a:t>Org Admins can create and configure namespaces, with namespace classes, to set quotas, reservations, content libraries, and Virtual Private Clouds (VPC). </a:t>
            </a:r>
          </a:p>
          <a:p>
            <a:pPr marL="0" marR="0" lvl="0" indent="0" algn="l" defTabSz="914400" rtl="0" eaLnBrk="1" fontAlgn="auto" latinLnBrk="0" hangingPunct="1">
              <a:lnSpc>
                <a:spcPct val="80000"/>
              </a:lnSpc>
              <a:spcBef>
                <a:spcPts val="0"/>
              </a:spcBef>
              <a:spcAft>
                <a:spcPts val="0"/>
              </a:spcAft>
              <a:buClr>
                <a:schemeClr val="dk2"/>
              </a:buClr>
              <a:buSzPts val="1100"/>
              <a:buFont typeface="Arial"/>
              <a:buNone/>
              <a:tabLst/>
              <a:defRPr/>
            </a:pPr>
            <a:endParaRPr lang="en-US" sz="1200" dirty="0"/>
          </a:p>
          <a:p>
            <a:pPr marL="0" marR="0" lvl="0" indent="0" algn="l" defTabSz="914400" rtl="0" eaLnBrk="1" fontAlgn="auto" latinLnBrk="0" hangingPunct="1">
              <a:lnSpc>
                <a:spcPct val="80000"/>
              </a:lnSpc>
              <a:spcBef>
                <a:spcPts val="0"/>
              </a:spcBef>
              <a:spcAft>
                <a:spcPts val="0"/>
              </a:spcAft>
              <a:buClr>
                <a:schemeClr val="dk2"/>
              </a:buClr>
              <a:buSzPts val="1100"/>
              <a:buFont typeface="Arial"/>
              <a:buNone/>
              <a:tabLst/>
              <a:defRPr/>
            </a:pPr>
            <a:r>
              <a:rPr lang="en-US" sz="1200" dirty="0"/>
              <a:t>The vSphere Namespace is an advanced resource pool that provides features such as utilization, reservations, limits, and the ability to provision various IaaS Services.</a:t>
            </a:r>
          </a:p>
          <a:p>
            <a:pPr marL="0" marR="0" lvl="0" indent="0" algn="l" defTabSz="914400" rtl="0" eaLnBrk="1" fontAlgn="auto" latinLnBrk="0" hangingPunct="1">
              <a:lnSpc>
                <a:spcPct val="80000"/>
              </a:lnSpc>
              <a:spcBef>
                <a:spcPts val="0"/>
              </a:spcBef>
              <a:spcAft>
                <a:spcPts val="0"/>
              </a:spcAft>
              <a:buClr>
                <a:schemeClr val="dk2"/>
              </a:buClr>
              <a:buSzPts val="1100"/>
              <a:buFont typeface="Arial"/>
              <a:buNone/>
              <a:tabLst/>
              <a:defRPr/>
            </a:pPr>
            <a:r>
              <a:rPr lang="en-US" sz="1200" dirty="0"/>
              <a:t>The Namespace class is a template that can be tailored based on the specific needs of the namespace, whether they are small, medium, or large. It enforces limits on resource consumption to prevent individual users from monopolizing resources, especially in multi-tenant environments.</a:t>
            </a:r>
          </a:p>
          <a:p>
            <a:pPr marL="0" marR="0" lvl="0" indent="0" algn="l" defTabSz="914400" rtl="0" eaLnBrk="1" fontAlgn="auto" latinLnBrk="0" hangingPunct="1">
              <a:lnSpc>
                <a:spcPct val="80000"/>
              </a:lnSpc>
              <a:spcBef>
                <a:spcPts val="0"/>
              </a:spcBef>
              <a:spcAft>
                <a:spcPts val="0"/>
              </a:spcAft>
              <a:buClr>
                <a:schemeClr val="dk2"/>
              </a:buClr>
              <a:buSzPts val="1100"/>
              <a:buFont typeface="Arial"/>
              <a:buNone/>
              <a:tabLst/>
              <a:defRPr/>
            </a:pPr>
            <a:endParaRPr lang="en-US" sz="1200" dirty="0"/>
          </a:p>
          <a:p>
            <a:pPr marL="0" marR="0" lvl="0" indent="0" algn="l" defTabSz="914400" rtl="0" eaLnBrk="1" fontAlgn="auto" latinLnBrk="0" hangingPunct="1">
              <a:lnSpc>
                <a:spcPct val="80000"/>
              </a:lnSpc>
              <a:spcBef>
                <a:spcPts val="0"/>
              </a:spcBef>
              <a:spcAft>
                <a:spcPts val="0"/>
              </a:spcAft>
              <a:buClr>
                <a:schemeClr val="dk2"/>
              </a:buClr>
              <a:buSzPts val="1100"/>
              <a:buFont typeface="Arial"/>
              <a:buNone/>
              <a:tabLst/>
              <a:defRPr/>
            </a:pPr>
            <a:r>
              <a:rPr lang="en-US" sz="1200" dirty="0"/>
              <a:t>Org Admins can also gain insights into utilization at the organizational, project, vSphere Namespace, and infrastructure level (VM and VKS clusters).</a:t>
            </a:r>
          </a:p>
          <a:p>
            <a:pPr marL="0" marR="0" lvl="0" indent="0" algn="l" defTabSz="914400" rtl="0" eaLnBrk="1" fontAlgn="auto" latinLnBrk="0" hangingPunct="1">
              <a:lnSpc>
                <a:spcPct val="80000"/>
              </a:lnSpc>
              <a:spcBef>
                <a:spcPts val="0"/>
              </a:spcBef>
              <a:spcAft>
                <a:spcPts val="0"/>
              </a:spcAft>
              <a:buClr>
                <a:schemeClr val="dk2"/>
              </a:buClr>
              <a:buSzPts val="1100"/>
              <a:buFont typeface="Arial"/>
              <a:buNone/>
              <a:tabLst/>
              <a:defRPr/>
            </a:pPr>
            <a:r>
              <a:rPr lang="en-US" sz="1200" dirty="0"/>
              <a:t>Also, Org admins can view costs at the organizational level, region quota, and namespace levels.</a:t>
            </a:r>
          </a:p>
          <a:p>
            <a:pPr marL="0" lvl="0" indent="0" algn="l" rtl="0">
              <a:lnSpc>
                <a:spcPct val="80000"/>
              </a:lnSpc>
              <a:spcBef>
                <a:spcPts val="0"/>
              </a:spcBef>
              <a:spcAft>
                <a:spcPts val="0"/>
              </a:spcAft>
              <a:buClr>
                <a:schemeClr val="dk2"/>
              </a:buClr>
              <a:buSzPts val="1100"/>
              <a:buFont typeface="Arial"/>
              <a:buNone/>
            </a:pPr>
            <a:endParaRPr lang="en-US" sz="1200" b="0" dirty="0">
              <a:latin typeface="Arial"/>
              <a:ea typeface="Arial"/>
              <a:cs typeface="Arial"/>
              <a:sym typeface="Arial"/>
            </a:endParaRPr>
          </a:p>
          <a:p>
            <a:pPr marL="0" lvl="0" indent="0" algn="l" rtl="0">
              <a:lnSpc>
                <a:spcPct val="80000"/>
              </a:lnSpc>
              <a:spcBef>
                <a:spcPts val="0"/>
              </a:spcBef>
              <a:spcAft>
                <a:spcPts val="0"/>
              </a:spcAft>
              <a:buClr>
                <a:schemeClr val="dk2"/>
              </a:buClr>
              <a:buSzPts val="1100"/>
              <a:buFont typeface="Arial"/>
              <a:buNone/>
            </a:pPr>
            <a:r>
              <a:rPr lang="en-US" sz="1200" b="1" dirty="0">
                <a:latin typeface="Arial"/>
                <a:ea typeface="Arial"/>
                <a:cs typeface="Arial"/>
                <a:sym typeface="Arial"/>
              </a:rPr>
              <a:t>Notes:</a:t>
            </a:r>
            <a:endParaRPr lang="en-US" dirty="0"/>
          </a:p>
          <a:p>
            <a:pPr marL="0" lvl="0" indent="0" algn="l" rtl="0">
              <a:lnSpc>
                <a:spcPct val="80000"/>
              </a:lnSpc>
              <a:spcBef>
                <a:spcPts val="0"/>
              </a:spcBef>
              <a:spcAft>
                <a:spcPts val="0"/>
              </a:spcAft>
              <a:buClr>
                <a:schemeClr val="dk2"/>
              </a:buClr>
              <a:buSzPts val="1100"/>
              <a:buFont typeface="Arial"/>
              <a:buNone/>
            </a:pPr>
            <a:r>
              <a:rPr lang="en-US" sz="1200" b="0" u="sng" dirty="0"/>
              <a:t>Customer Benefits:</a:t>
            </a:r>
          </a:p>
          <a:p>
            <a:pPr marL="457200" lvl="0" indent="-317500" algn="l" rtl="0">
              <a:lnSpc>
                <a:spcPct val="80000"/>
              </a:lnSpc>
              <a:spcBef>
                <a:spcPts val="0"/>
              </a:spcBef>
              <a:spcAft>
                <a:spcPts val="0"/>
              </a:spcAft>
              <a:buClr>
                <a:schemeClr val="dk1"/>
              </a:buClr>
              <a:buSzPts val="1400"/>
              <a:buFont typeface="Arial"/>
              <a:buChar char="•"/>
            </a:pPr>
            <a:r>
              <a:rPr lang="en-US" sz="1200" dirty="0"/>
              <a:t>Establishing a well-defined distribution of infrastructure resources, including quotas and policies, for each application team is essential. This approach not only fosters accountability and clarity among teams but also ensures that resources are utilized effectively, promoting collaboration and reducing potential conflicts over resource allocation. By doing so, Org Admins can enhance overall productivity and allow each app team to focus on their specific goals with the necessary support.</a:t>
            </a:r>
            <a:endParaRPr lang="en-US" dirty="0"/>
          </a:p>
          <a:p>
            <a:pPr marL="457200" lvl="0" indent="-317500" algn="l" rtl="0">
              <a:lnSpc>
                <a:spcPct val="80000"/>
              </a:lnSpc>
              <a:spcBef>
                <a:spcPts val="0"/>
              </a:spcBef>
              <a:spcAft>
                <a:spcPts val="0"/>
              </a:spcAft>
              <a:buClr>
                <a:schemeClr val="dk1"/>
              </a:buClr>
              <a:buSzPts val="1400"/>
              <a:buFont typeface="Arial"/>
              <a:buChar char="•"/>
            </a:pPr>
            <a:r>
              <a:rPr lang="en-US" sz="1200" dirty="0"/>
              <a:t>Enable effective resource management through capabilities like reservations and limits, ensuring that critical applications receive the necessary resources while avoiding over-provisioning, which leads to cost savings. The flexibility to customize namespace classes allows for efficient scaling to meet changing business demands.</a:t>
            </a:r>
            <a:endParaRPr lang="en-US" dirty="0"/>
          </a:p>
          <a:p>
            <a:pPr marL="0" lvl="0" indent="0" algn="l" rtl="0">
              <a:lnSpc>
                <a:spcPct val="60000"/>
              </a:lnSpc>
              <a:spcBef>
                <a:spcPts val="0"/>
              </a:spcBef>
              <a:spcAft>
                <a:spcPts val="0"/>
              </a:spcAft>
              <a:buClr>
                <a:schemeClr val="dk1"/>
              </a:buClr>
              <a:buSzPts val="713"/>
              <a:buFont typeface="Arial"/>
              <a:buNone/>
            </a:pPr>
            <a:endParaRPr lang="en-US" sz="1200" b="1" dirty="0"/>
          </a:p>
          <a:p>
            <a:pPr marL="0" lvl="0" indent="0" algn="l" rtl="0">
              <a:lnSpc>
                <a:spcPct val="80000"/>
              </a:lnSpc>
              <a:spcBef>
                <a:spcPts val="0"/>
              </a:spcBef>
              <a:spcAft>
                <a:spcPts val="0"/>
              </a:spcAft>
              <a:buClr>
                <a:schemeClr val="dk2"/>
              </a:buClr>
              <a:buSzPts val="1100"/>
              <a:buFont typeface="Arial"/>
              <a:buNone/>
            </a:pPr>
            <a:r>
              <a:rPr lang="en-US" sz="1200" b="0" u="sng" dirty="0"/>
              <a:t>Key Attributes:</a:t>
            </a:r>
            <a:endParaRPr lang="en-US" b="0" u="sng" dirty="0"/>
          </a:p>
          <a:p>
            <a:pPr marL="457200" lvl="0" indent="-317500" algn="l" rtl="0">
              <a:lnSpc>
                <a:spcPct val="80000"/>
              </a:lnSpc>
              <a:spcBef>
                <a:spcPts val="0"/>
              </a:spcBef>
              <a:spcAft>
                <a:spcPts val="0"/>
              </a:spcAft>
              <a:buClr>
                <a:schemeClr val="dk1"/>
              </a:buClr>
              <a:buSzPts val="1400"/>
              <a:buFont typeface="Arial"/>
              <a:buChar char="•"/>
            </a:pPr>
            <a:r>
              <a:rPr lang="en-US" sz="1200" dirty="0"/>
              <a:t>Org Admins can create and manage multiple projects while assigning specific users to each project (LOBs). Org Admins can also gain insights into utilization and costs at the organizational, project, and vSphere Namespace levels. During the creation of a project, vSphere Namespaces can be dynamically created and attached. Org Admins can customize namespaces by setting quotas, reservations, content policies, and Virtual Private Clouds (VPC). </a:t>
            </a:r>
            <a:endParaRPr lang="en-US" dirty="0"/>
          </a:p>
          <a:p>
            <a:pPr marL="457200" lvl="0" indent="-317500" algn="l" rtl="0">
              <a:lnSpc>
                <a:spcPct val="80000"/>
              </a:lnSpc>
              <a:spcBef>
                <a:spcPts val="0"/>
              </a:spcBef>
              <a:spcAft>
                <a:spcPts val="0"/>
              </a:spcAft>
              <a:buClr>
                <a:schemeClr val="dk1"/>
              </a:buClr>
              <a:buSzPts val="1400"/>
              <a:buFont typeface="Arial"/>
              <a:buChar char="•"/>
            </a:pPr>
            <a:r>
              <a:rPr lang="en-US" sz="1200" dirty="0"/>
              <a:t>The vSphere Namespace is an advanced resource pool that provides features such as utilization, reservations, limits, and the ability to provision various IaaS Services. The Namespace class is a template that can be tailored based on the specific needs of the namespace, whether they are small, medium, or large. It enforces limits on resource consumption to prevent individual users from monopolizing resources, especially in multi-tenant environments. The built-in reservations ensure guaranteed resource availability for critical applications, while quotas help control resource usage and spending, aligning with organizational policies. </a:t>
            </a:r>
            <a:endParaRPr lang="en-US" dirty="0"/>
          </a:p>
          <a:p>
            <a:br>
              <a:rPr lang="en-US" sz="1200" dirty="0"/>
            </a:br>
            <a:r>
              <a:rPr lang="en-US" sz="1200" b="1" dirty="0"/>
              <a:t>Resources:</a:t>
            </a:r>
            <a:br>
              <a:rPr lang="en-US" sz="1200" dirty="0"/>
            </a:br>
            <a:endParaRPr lang="en-US" dirty="0"/>
          </a:p>
        </p:txBody>
      </p:sp>
      <p:sp>
        <p:nvSpPr>
          <p:cNvPr id="3376" name="Google Shape;3376;p1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120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19</a:t>
            </a:fld>
            <a:endParaRPr kumimoji="0" sz="12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6"/>
        <p:cNvGrpSpPr/>
        <p:nvPr/>
      </p:nvGrpSpPr>
      <p:grpSpPr>
        <a:xfrm>
          <a:off x="0" y="0"/>
          <a:ext cx="0" cy="0"/>
          <a:chOff x="0" y="0"/>
          <a:chExt cx="0" cy="0"/>
        </a:xfrm>
      </p:grpSpPr>
      <p:sp>
        <p:nvSpPr>
          <p:cNvPr id="3347" name="Google Shape;3347;p1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48" name="Google Shape;3348;p1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60000"/>
              </a:lnSpc>
              <a:spcBef>
                <a:spcPts val="0"/>
              </a:spcBef>
              <a:spcAft>
                <a:spcPts val="0"/>
              </a:spcAft>
              <a:buClr>
                <a:schemeClr val="dk1"/>
              </a:buClr>
              <a:buSzPts val="713"/>
              <a:buFont typeface="Arial"/>
              <a:buNone/>
            </a:pPr>
            <a:r>
              <a:rPr lang="en-US" sz="1200" b="1" dirty="0">
                <a:latin typeface="Arial"/>
                <a:ea typeface="Arial"/>
                <a:cs typeface="Arial"/>
                <a:sym typeface="Arial"/>
              </a:rPr>
              <a:t>Key Message:</a:t>
            </a:r>
            <a:endParaRPr dirty="0"/>
          </a:p>
          <a:p>
            <a:pPr marL="0" lvl="0" indent="0" algn="l" rtl="0">
              <a:lnSpc>
                <a:spcPct val="60000"/>
              </a:lnSpc>
              <a:spcBef>
                <a:spcPts val="0"/>
              </a:spcBef>
              <a:spcAft>
                <a:spcPts val="0"/>
              </a:spcAft>
              <a:buClr>
                <a:schemeClr val="dk1"/>
              </a:buClr>
              <a:buSzPts val="713"/>
              <a:buFont typeface="Arial"/>
              <a:buNone/>
            </a:pPr>
            <a:r>
              <a:rPr lang="en-US" sz="1200" b="0" dirty="0">
                <a:latin typeface="Arial"/>
                <a:ea typeface="Arial"/>
                <a:cs typeface="Arial"/>
                <a:sym typeface="Arial"/>
              </a:rPr>
              <a:t>With centralized content management via the content hub, customers can streamline the overall content management process while improving productivity and collaboration with a unified content management portal.</a:t>
            </a:r>
            <a:endParaRPr sz="1200" dirty="0">
              <a:latin typeface="Arial"/>
              <a:ea typeface="Arial"/>
              <a:cs typeface="Arial"/>
              <a:sym typeface="Arial"/>
            </a:endParaRPr>
          </a:p>
          <a:p>
            <a:pPr marL="0" lvl="0" indent="0" algn="l" rtl="0">
              <a:lnSpc>
                <a:spcPct val="60000"/>
              </a:lnSpc>
              <a:spcBef>
                <a:spcPts val="0"/>
              </a:spcBef>
              <a:spcAft>
                <a:spcPts val="0"/>
              </a:spcAft>
              <a:buClr>
                <a:schemeClr val="dk1"/>
              </a:buClr>
              <a:buSzPts val="713"/>
              <a:buFont typeface="Arial"/>
              <a:buNone/>
            </a:pPr>
            <a:br>
              <a:rPr lang="en-US" sz="1200" dirty="0">
                <a:latin typeface="Arial"/>
                <a:ea typeface="Arial"/>
                <a:cs typeface="Arial"/>
                <a:sym typeface="Arial"/>
              </a:rPr>
            </a:br>
            <a:r>
              <a:rPr lang="en-US" sz="1200" b="1" dirty="0">
                <a:latin typeface="Arial"/>
                <a:ea typeface="Arial"/>
                <a:cs typeface="Arial"/>
                <a:sym typeface="Arial"/>
              </a:rPr>
              <a:t>Talk Track:</a:t>
            </a:r>
          </a:p>
          <a:p>
            <a:pPr marL="0" lvl="0" indent="0" algn="l" rtl="0">
              <a:lnSpc>
                <a:spcPct val="80000"/>
              </a:lnSpc>
              <a:spcBef>
                <a:spcPts val="0"/>
              </a:spcBef>
              <a:spcAft>
                <a:spcPts val="0"/>
              </a:spcAft>
              <a:buClr>
                <a:schemeClr val="dk2"/>
              </a:buClr>
              <a:buSzPts val="1100"/>
              <a:buFont typeface="Arial"/>
              <a:buNone/>
            </a:pPr>
            <a:r>
              <a:rPr lang="en-US" sz="1200" dirty="0"/>
              <a:t>Centralized content management enables IT Admins to easily discover, create, and allocate content libraries directly within VCF Automation, reducing complexity, minimizing errors, and streamlining the overall management process. This leads to increased efficiency and better resource allocation for customers.</a:t>
            </a:r>
          </a:p>
          <a:p>
            <a:pPr marL="0" lvl="0" indent="0" algn="l" rtl="0">
              <a:lnSpc>
                <a:spcPct val="80000"/>
              </a:lnSpc>
              <a:spcBef>
                <a:spcPts val="0"/>
              </a:spcBef>
              <a:spcAft>
                <a:spcPts val="0"/>
              </a:spcAft>
              <a:buClr>
                <a:schemeClr val="dk2"/>
              </a:buClr>
              <a:buSzPts val="1100"/>
              <a:buFont typeface="Arial"/>
              <a:buNone/>
            </a:pPr>
            <a:endParaRPr lang="en-US" sz="1200" dirty="0"/>
          </a:p>
          <a:p>
            <a:pPr marL="0" lvl="0" indent="0" algn="l" rtl="0">
              <a:lnSpc>
                <a:spcPct val="80000"/>
              </a:lnSpc>
              <a:spcBef>
                <a:spcPts val="0"/>
              </a:spcBef>
              <a:spcAft>
                <a:spcPts val="0"/>
              </a:spcAft>
              <a:buClr>
                <a:schemeClr val="dk2"/>
              </a:buClr>
              <a:buSzPts val="1100"/>
              <a:buFont typeface="Arial"/>
              <a:buNone/>
            </a:pPr>
            <a:r>
              <a:rPr lang="en-US" sz="1200" dirty="0"/>
              <a:t>By consolidating the IT Admin published content and the Organization Admin created/imported content in one place, VCF Automation simplifies sharing resources across various projects. This enhances collaboration among team members and ensures that everyone has quick access to the necessary tools and assets, which ultimately improves project execution and boosts overall productivity. </a:t>
            </a:r>
          </a:p>
          <a:p>
            <a:pPr marL="0" lvl="0" indent="0" algn="l" rtl="0">
              <a:lnSpc>
                <a:spcPct val="80000"/>
              </a:lnSpc>
              <a:spcBef>
                <a:spcPts val="0"/>
              </a:spcBef>
              <a:spcAft>
                <a:spcPts val="0"/>
              </a:spcAft>
              <a:buClr>
                <a:schemeClr val="dk2"/>
              </a:buClr>
              <a:buSzPts val="1100"/>
              <a:buFont typeface="Arial"/>
              <a:buNone/>
            </a:pPr>
            <a:endParaRPr lang="en-US" sz="1200" dirty="0"/>
          </a:p>
          <a:p>
            <a:pPr marL="0" lvl="0" indent="0" algn="l" rtl="0">
              <a:lnSpc>
                <a:spcPct val="80000"/>
              </a:lnSpc>
              <a:spcBef>
                <a:spcPts val="0"/>
              </a:spcBef>
              <a:spcAft>
                <a:spcPts val="0"/>
              </a:spcAft>
              <a:buClr>
                <a:schemeClr val="dk2"/>
              </a:buClr>
              <a:buSzPts val="1100"/>
              <a:buFont typeface="Arial"/>
              <a:buNone/>
            </a:pPr>
            <a:r>
              <a:rPr lang="en-US" sz="1200" dirty="0"/>
              <a:t>The ability for Org Admins to publish content to the self-service catalog streamlines access to resources by allowing quick publication with a single click. This enables end-users and app teams to independently consume resources without waiting for approvals. This empowerment fosters innovation and boosts productivity while allowing Org Admins to efficiently manage and update content, ensuring end users/app teams can access the latest information.</a:t>
            </a:r>
          </a:p>
          <a:p>
            <a:pPr marL="0" lvl="0" indent="0" algn="l" rtl="0">
              <a:lnSpc>
                <a:spcPct val="80000"/>
              </a:lnSpc>
              <a:spcBef>
                <a:spcPts val="0"/>
              </a:spcBef>
              <a:spcAft>
                <a:spcPts val="0"/>
              </a:spcAft>
              <a:buClr>
                <a:schemeClr val="dk2"/>
              </a:buClr>
              <a:buSzPts val="1100"/>
              <a:buFont typeface="Arial"/>
              <a:buNone/>
            </a:pPr>
            <a:endParaRPr lang="en-US" sz="1200" dirty="0"/>
          </a:p>
          <a:p>
            <a:pPr marL="0" lvl="0" indent="0" algn="l" rtl="0">
              <a:lnSpc>
                <a:spcPct val="80000"/>
              </a:lnSpc>
              <a:spcBef>
                <a:spcPts val="0"/>
              </a:spcBef>
              <a:spcAft>
                <a:spcPts val="0"/>
              </a:spcAft>
              <a:buClr>
                <a:schemeClr val="dk2"/>
              </a:buClr>
              <a:buSzPts val="1100"/>
              <a:buFont typeface="Arial"/>
              <a:buNone/>
            </a:pPr>
            <a:r>
              <a:rPr lang="en-US" sz="1200" dirty="0"/>
              <a:t>Improved user experience by integrating the Orchestrator UI into the VCF Automation UI under the Orchestrate tab, making it easier to navigate and reducing the need for a separate interface. This streamlines workflow creation and management in a consistent environment.</a:t>
            </a:r>
          </a:p>
          <a:p>
            <a:pPr marL="0" lvl="0" indent="0" algn="l" rtl="0">
              <a:lnSpc>
                <a:spcPct val="80000"/>
              </a:lnSpc>
              <a:spcBef>
                <a:spcPts val="0"/>
              </a:spcBef>
              <a:spcAft>
                <a:spcPts val="0"/>
              </a:spcAft>
              <a:buClr>
                <a:schemeClr val="dk2"/>
              </a:buClr>
              <a:buSzPts val="1100"/>
              <a:buFont typeface="Arial"/>
              <a:buNone/>
            </a:pPr>
            <a:endParaRPr lang="en-US" sz="1200" dirty="0"/>
          </a:p>
          <a:p>
            <a:pPr marL="0" lvl="0" indent="0" algn="l" rtl="0">
              <a:lnSpc>
                <a:spcPct val="80000"/>
              </a:lnSpc>
              <a:spcBef>
                <a:spcPts val="0"/>
              </a:spcBef>
              <a:spcAft>
                <a:spcPts val="0"/>
              </a:spcAft>
              <a:buClr>
                <a:schemeClr val="dk2"/>
              </a:buClr>
              <a:buSzPts val="1100"/>
              <a:buFont typeface="Arial"/>
              <a:buNone/>
            </a:pPr>
            <a:r>
              <a:rPr lang="en-US" sz="1200" dirty="0"/>
              <a:t>The Content Hub Management was designed specifically for Org Admins and Line of Business (LOB) teams to efficiently manage a wide array of resources. This includes content libraries, virtual machine (VM) images, blueprints, and orchestrator workflows. Users can seamlessly organize and maintain these resources in one location, simplifying the process of sharing them across multiple projects.</a:t>
            </a:r>
          </a:p>
          <a:p>
            <a:pPr marL="0" lvl="0" indent="0" algn="l" rtl="0">
              <a:lnSpc>
                <a:spcPct val="80000"/>
              </a:lnSpc>
              <a:spcBef>
                <a:spcPts val="0"/>
              </a:spcBef>
              <a:spcAft>
                <a:spcPts val="0"/>
              </a:spcAft>
              <a:buClr>
                <a:schemeClr val="dk2"/>
              </a:buClr>
              <a:buSzPts val="1100"/>
              <a:buFont typeface="Arial"/>
              <a:buNone/>
            </a:pPr>
            <a:endParaRPr lang="en-US" sz="1200" dirty="0"/>
          </a:p>
          <a:p>
            <a:pPr marL="0" lvl="0" indent="0" algn="l" rtl="0">
              <a:lnSpc>
                <a:spcPct val="80000"/>
              </a:lnSpc>
              <a:spcBef>
                <a:spcPts val="0"/>
              </a:spcBef>
              <a:spcAft>
                <a:spcPts val="0"/>
              </a:spcAft>
              <a:buClr>
                <a:schemeClr val="dk2"/>
              </a:buClr>
              <a:buSzPts val="1100"/>
              <a:buFont typeface="Arial"/>
              <a:buNone/>
            </a:pPr>
            <a:r>
              <a:rPr lang="en-US" sz="1200" dirty="0"/>
              <a:t>&lt;click 1&gt;</a:t>
            </a:r>
          </a:p>
          <a:p>
            <a:pPr marL="0" lvl="0" indent="0" algn="l" rtl="0">
              <a:lnSpc>
                <a:spcPct val="80000"/>
              </a:lnSpc>
              <a:spcBef>
                <a:spcPts val="0"/>
              </a:spcBef>
              <a:spcAft>
                <a:spcPts val="0"/>
              </a:spcAft>
              <a:buClr>
                <a:schemeClr val="dk2"/>
              </a:buClr>
              <a:buSzPts val="1100"/>
              <a:buFont typeface="Arial"/>
              <a:buNone/>
            </a:pPr>
            <a:r>
              <a:rPr lang="en-US" sz="1200" dirty="0"/>
              <a:t>Org Admins can publish content to the self-service catalog with a single, easy click. This streamlined process allows them to make resources readily available to end-users and app teams, empowering them to access and utilize the content efficiently.</a:t>
            </a:r>
          </a:p>
          <a:p>
            <a:pPr marL="0" lvl="0" indent="0" algn="l" rtl="0">
              <a:lnSpc>
                <a:spcPct val="80000"/>
              </a:lnSpc>
              <a:spcBef>
                <a:spcPts val="0"/>
              </a:spcBef>
              <a:spcAft>
                <a:spcPts val="0"/>
              </a:spcAft>
              <a:buClr>
                <a:schemeClr val="dk2"/>
              </a:buClr>
              <a:buSzPts val="1100"/>
              <a:buFont typeface="Arial"/>
              <a:buNone/>
            </a:pPr>
            <a:endParaRPr lang="en-US" sz="1200" dirty="0"/>
          </a:p>
          <a:p>
            <a:pPr marL="0" lvl="0" indent="0" algn="l" rtl="0">
              <a:lnSpc>
                <a:spcPct val="80000"/>
              </a:lnSpc>
              <a:spcBef>
                <a:spcPts val="0"/>
              </a:spcBef>
              <a:spcAft>
                <a:spcPts val="0"/>
              </a:spcAft>
              <a:buClr>
                <a:schemeClr val="dk2"/>
              </a:buClr>
              <a:buSzPts val="1100"/>
              <a:buFont typeface="Arial"/>
              <a:buNone/>
            </a:pPr>
            <a:r>
              <a:rPr lang="en-US" sz="1200" dirty="0"/>
              <a:t>&lt;click 2&gt;</a:t>
            </a:r>
          </a:p>
          <a:p>
            <a:pPr marL="0" lvl="0" indent="0" algn="l" rtl="0">
              <a:lnSpc>
                <a:spcPct val="80000"/>
              </a:lnSpc>
              <a:spcBef>
                <a:spcPts val="0"/>
              </a:spcBef>
              <a:spcAft>
                <a:spcPts val="0"/>
              </a:spcAft>
              <a:buClr>
                <a:schemeClr val="dk2"/>
              </a:buClr>
              <a:buSzPts val="1100"/>
              <a:buFont typeface="Arial"/>
              <a:buNone/>
            </a:pPr>
            <a:r>
              <a:rPr lang="en-US" sz="1200" dirty="0"/>
              <a:t>Users can build orchestrator workflows directly from VCF Automation. These workflows can be published into a catalog.</a:t>
            </a:r>
            <a:endParaRPr lang="en-US" sz="1200" b="0" dirty="0">
              <a:latin typeface="Arial"/>
              <a:ea typeface="Arial"/>
              <a:cs typeface="Arial"/>
              <a:sym typeface="Arial"/>
            </a:endParaRPr>
          </a:p>
          <a:p>
            <a:pPr marL="0" lvl="0" indent="0" algn="l" rtl="0">
              <a:lnSpc>
                <a:spcPct val="60000"/>
              </a:lnSpc>
              <a:spcBef>
                <a:spcPts val="0"/>
              </a:spcBef>
              <a:spcAft>
                <a:spcPts val="0"/>
              </a:spcAft>
              <a:buClr>
                <a:schemeClr val="dk1"/>
              </a:buClr>
              <a:buSzPts val="713"/>
              <a:buFont typeface="Arial"/>
              <a:buNone/>
            </a:pPr>
            <a:endParaRPr lang="en-US" sz="1200" b="0" dirty="0">
              <a:latin typeface="Arial"/>
              <a:cs typeface="Arial"/>
              <a:sym typeface="Arial"/>
            </a:endParaRPr>
          </a:p>
          <a:p>
            <a:pPr marL="0" lvl="0" indent="0" algn="l" rtl="0">
              <a:lnSpc>
                <a:spcPct val="80000"/>
              </a:lnSpc>
              <a:spcBef>
                <a:spcPts val="0"/>
              </a:spcBef>
              <a:spcAft>
                <a:spcPts val="0"/>
              </a:spcAft>
              <a:buClr>
                <a:schemeClr val="dk2"/>
              </a:buClr>
              <a:buSzPts val="1100"/>
              <a:buFont typeface="Arial"/>
              <a:buNone/>
            </a:pPr>
            <a:r>
              <a:rPr lang="en-US" b="1" dirty="0"/>
              <a:t>Notes:</a:t>
            </a:r>
            <a:br>
              <a:rPr lang="en-US" b="1" dirty="0"/>
            </a:br>
            <a:r>
              <a:rPr lang="en-US" sz="1200" b="0" i="0" u="sng" dirty="0"/>
              <a:t>Customer Benefits:</a:t>
            </a:r>
            <a:endParaRPr lang="en-US" b="0" i="0" u="sng" dirty="0"/>
          </a:p>
          <a:p>
            <a:pPr marL="457200" lvl="0" indent="-317500" algn="l" rtl="0">
              <a:lnSpc>
                <a:spcPct val="80000"/>
              </a:lnSpc>
              <a:spcBef>
                <a:spcPts val="0"/>
              </a:spcBef>
              <a:spcAft>
                <a:spcPts val="0"/>
              </a:spcAft>
              <a:buSzPts val="1400"/>
              <a:buChar char="•"/>
            </a:pPr>
            <a:r>
              <a:rPr lang="en-US" sz="1200" dirty="0"/>
              <a:t>Centralized content management enables IT Admins to easily discover, create, and allocate content libraries directly within VCFA, reducing complexity, minimizing errors, and streamlining the overall management process. This leads to increased efficiency and better resource allocation for customers.</a:t>
            </a:r>
            <a:endParaRPr lang="en-US" dirty="0"/>
          </a:p>
          <a:p>
            <a:pPr marL="457200" lvl="0" indent="-317500" algn="l" rtl="0">
              <a:lnSpc>
                <a:spcPct val="80000"/>
              </a:lnSpc>
              <a:spcBef>
                <a:spcPts val="0"/>
              </a:spcBef>
              <a:spcAft>
                <a:spcPts val="0"/>
              </a:spcAft>
              <a:buSzPts val="1400"/>
              <a:buChar char="•"/>
            </a:pPr>
            <a:r>
              <a:rPr lang="en-US" sz="1200" dirty="0"/>
              <a:t>By consolidating the IT Admin published content and the Org Admin created/imported content in one place, VCFA simplifies the process of sharing the resources across various projects. This enhances collaboration among team members and ensures that everyone has quick access to the necessary tools and assets, which ultimately improves project execution and boosts overall productivity. </a:t>
            </a:r>
            <a:endParaRPr lang="en-US" dirty="0"/>
          </a:p>
          <a:p>
            <a:pPr marL="457200" lvl="0" indent="-317500" algn="l" rtl="0">
              <a:lnSpc>
                <a:spcPct val="80000"/>
              </a:lnSpc>
              <a:spcBef>
                <a:spcPts val="0"/>
              </a:spcBef>
              <a:spcAft>
                <a:spcPts val="0"/>
              </a:spcAft>
              <a:buSzPts val="1400"/>
              <a:buChar char="•"/>
            </a:pPr>
            <a:r>
              <a:rPr lang="en-US" sz="1200" dirty="0"/>
              <a:t>The ability for Org Admins to publish content to the self-service catalog streamlines access to resources by allowing quick publication with a single click. This enables end-users and app teams to independently consume resources without waiting for approvals. This empowerment fosters innovation and boosts productivity while allowing Org Admins to efficiently manage and update content, ensuring end users/app teams have access to the latest information.</a:t>
            </a:r>
            <a:endParaRPr lang="en-US" dirty="0"/>
          </a:p>
          <a:p>
            <a:pPr marL="457200" lvl="0" indent="-317500" algn="l" rtl="0">
              <a:lnSpc>
                <a:spcPct val="80000"/>
              </a:lnSpc>
              <a:spcBef>
                <a:spcPts val="0"/>
              </a:spcBef>
              <a:spcAft>
                <a:spcPts val="0"/>
              </a:spcAft>
              <a:buSzPts val="1400"/>
              <a:buChar char="•"/>
            </a:pPr>
            <a:r>
              <a:rPr lang="en-US" sz="1200" dirty="0"/>
              <a:t>Improved user experience by integrating the Orchestrator UI into the VCFA UI under the Orchestrate tab, making it easier to navigate and reducing the need for a separate interface. This streamlines workflow creation and management in a consistent environment.</a:t>
            </a:r>
            <a:endParaRPr lang="en-US" dirty="0"/>
          </a:p>
          <a:p>
            <a:pPr marL="0" lvl="0" indent="0" algn="l" rtl="0">
              <a:lnSpc>
                <a:spcPct val="60000"/>
              </a:lnSpc>
              <a:spcBef>
                <a:spcPts val="0"/>
              </a:spcBef>
              <a:spcAft>
                <a:spcPts val="0"/>
              </a:spcAft>
              <a:buClr>
                <a:schemeClr val="dk1"/>
              </a:buClr>
              <a:buSzPts val="713"/>
              <a:buFont typeface="Arial"/>
              <a:buNone/>
            </a:pPr>
            <a:endParaRPr lang="en-US" sz="1200" b="1" dirty="0"/>
          </a:p>
          <a:p>
            <a:pPr marL="0" lvl="0" indent="0" algn="l" rtl="0">
              <a:lnSpc>
                <a:spcPct val="80000"/>
              </a:lnSpc>
              <a:spcBef>
                <a:spcPts val="0"/>
              </a:spcBef>
              <a:spcAft>
                <a:spcPts val="0"/>
              </a:spcAft>
              <a:buClr>
                <a:schemeClr val="dk2"/>
              </a:buClr>
              <a:buSzPts val="1100"/>
              <a:buFont typeface="Arial"/>
              <a:buNone/>
            </a:pPr>
            <a:r>
              <a:rPr lang="en-US" sz="1200" b="0" u="sng" dirty="0"/>
              <a:t>Key Attributes:</a:t>
            </a:r>
            <a:endParaRPr lang="en-US" b="0" u="sng" dirty="0"/>
          </a:p>
          <a:p>
            <a:pPr marL="457200" lvl="0" indent="-317500" algn="l" rtl="0">
              <a:lnSpc>
                <a:spcPct val="80000"/>
              </a:lnSpc>
              <a:spcBef>
                <a:spcPts val="0"/>
              </a:spcBef>
              <a:spcAft>
                <a:spcPts val="0"/>
              </a:spcAft>
              <a:buSzPts val="1400"/>
              <a:buChar char="•"/>
            </a:pPr>
            <a:r>
              <a:rPr lang="en-US" sz="1200" dirty="0"/>
              <a:t>All existing customers utilize the vCenter content library for VM image management. Before the introduction of VCF 9.0, managing the content library across multiple vCenters and data centers involved a “publish and subscribe” model. In this model, one vCenter acted as the publisher, hosting the content library, while the other vCenters served as subscribers. This setup, known as "pub and sub," could become quite complicated, especially with many vCenters across multiple data centers, leading to significant challenges in synchronizing content libraries. With VCF 9.0, we are consolidating content library management within VCFA. In VCFA, we connect to all vCenters to discover all content libraries. This process allows the IT Admin to allocate a content library to one or all organizations. VCFA automatically synchronizes these libraries with the vCenters in the background, streamlining the process. In VCF 9.0, you can also create a new content library directly within VCFA, add one or more VM images to this library, and allocate it to one or more organizations, as needed. All of these tasks can be accomplished within VCFA without relying on the previous "pub and sub" model, simplifying management and eliminating associated complexities. Another important feature to note is that users can leverage the same content library across multiple vCenters via Regions; it’s a cool feature that a lot of customers identified as missing from the vCenter content library that VCFA currently provides. </a:t>
            </a:r>
            <a:endParaRPr lang="en-US" dirty="0"/>
          </a:p>
          <a:p>
            <a:pPr marL="457200" lvl="0" indent="-317500" algn="l" rtl="0">
              <a:lnSpc>
                <a:spcPct val="80000"/>
              </a:lnSpc>
              <a:spcBef>
                <a:spcPts val="0"/>
              </a:spcBef>
              <a:spcAft>
                <a:spcPts val="0"/>
              </a:spcAft>
              <a:buSzPts val="1400"/>
              <a:buChar char="•"/>
            </a:pPr>
            <a:r>
              <a:rPr lang="en-US" sz="1200" dirty="0"/>
              <a:t>The Content Hub Management was designed specifically for Org Admins and Line of Business (LOB) teams to efficiently manage a wide array of resources. This includes content libraries, virtual machine (VM) images, blueprints, and orchestrator workflows. Users can seamlessly organize and maintain these resources in one location, simplifying the process of sharing them across multiple projects.</a:t>
            </a:r>
          </a:p>
          <a:p>
            <a:pPr marL="139700" lvl="0" indent="0" algn="l" rtl="0">
              <a:lnSpc>
                <a:spcPct val="80000"/>
              </a:lnSpc>
              <a:spcBef>
                <a:spcPts val="0"/>
              </a:spcBef>
              <a:spcAft>
                <a:spcPts val="0"/>
              </a:spcAft>
              <a:buSzPts val="1400"/>
              <a:buNone/>
            </a:pPr>
            <a:endParaRPr lang="en-US" sz="1200" dirty="0"/>
          </a:p>
          <a:p>
            <a:pPr marL="139700" lvl="0" indent="0" algn="l" rtl="0">
              <a:lnSpc>
                <a:spcPct val="80000"/>
              </a:lnSpc>
              <a:spcBef>
                <a:spcPts val="0"/>
              </a:spcBef>
              <a:spcAft>
                <a:spcPts val="0"/>
              </a:spcAft>
              <a:buSzPts val="1400"/>
              <a:buNone/>
            </a:pPr>
            <a:r>
              <a:rPr lang="en-US" sz="1200" dirty="0"/>
              <a:t>&lt;click 1&gt;</a:t>
            </a:r>
            <a:endParaRPr lang="en-US" dirty="0"/>
          </a:p>
          <a:p>
            <a:pPr marL="457200" lvl="0" indent="-317500" algn="l" rtl="0">
              <a:lnSpc>
                <a:spcPct val="80000"/>
              </a:lnSpc>
              <a:spcBef>
                <a:spcPts val="0"/>
              </a:spcBef>
              <a:spcAft>
                <a:spcPts val="0"/>
              </a:spcAft>
              <a:buSzPts val="1400"/>
              <a:buChar char="•"/>
            </a:pPr>
            <a:r>
              <a:rPr lang="en-US" sz="1200" dirty="0"/>
              <a:t>Org Admins can publish content to the self-service catalog with a single, easy click. This streamlined process allows them to make resources readily available to end-users and app teams, empowering them to access and utilize the content efficiently.</a:t>
            </a:r>
          </a:p>
          <a:p>
            <a:pPr marL="139700" lvl="0" indent="0" algn="l" rtl="0">
              <a:lnSpc>
                <a:spcPct val="80000"/>
              </a:lnSpc>
              <a:spcBef>
                <a:spcPts val="0"/>
              </a:spcBef>
              <a:spcAft>
                <a:spcPts val="0"/>
              </a:spcAft>
              <a:buSzPts val="1400"/>
              <a:buNone/>
            </a:pPr>
            <a:endParaRPr lang="en-US" sz="1200" dirty="0"/>
          </a:p>
          <a:p>
            <a:pPr marL="139700" lvl="0" indent="0" algn="l" rtl="0">
              <a:lnSpc>
                <a:spcPct val="80000"/>
              </a:lnSpc>
              <a:spcBef>
                <a:spcPts val="0"/>
              </a:spcBef>
              <a:spcAft>
                <a:spcPts val="0"/>
              </a:spcAft>
              <a:buSzPts val="1400"/>
              <a:buNone/>
            </a:pPr>
            <a:r>
              <a:rPr lang="en-US" sz="1200" dirty="0"/>
              <a:t>&lt;click 2&gt;</a:t>
            </a:r>
            <a:endParaRPr lang="en-US" dirty="0"/>
          </a:p>
          <a:p>
            <a:pPr marL="457200" lvl="0" indent="-317500" algn="l" rtl="0">
              <a:lnSpc>
                <a:spcPct val="80000"/>
              </a:lnSpc>
              <a:spcBef>
                <a:spcPts val="0"/>
              </a:spcBef>
              <a:spcAft>
                <a:spcPts val="0"/>
              </a:spcAft>
              <a:buSzPts val="1400"/>
              <a:buChar char="•"/>
            </a:pPr>
            <a:r>
              <a:rPr lang="en-US" sz="1200" dirty="0"/>
              <a:t>Org Admins and Lines of Business (LOBs) no longer need a separate product to access workflow orchestration. This capability is now available as a feature within VCFA called "orchestrate." Users can build orchestrator workflows directly from VCFA. These workflows can be published into a catalog or triggered based on various events generated within VCFA, utilizing what we refer to as the "event broker system." With the extensibility feature, users can view a list of all system events generated and subscribe to them. For different events, they can trigger distinct workflows. For instance, if an event is generated after a VM is successfully created, they can subscribe to it and initiate an orchestrator workflow that registers the VM in a CMDB within their environment.</a:t>
            </a:r>
            <a:endParaRPr lang="en-US" sz="1200" b="1" dirty="0"/>
          </a:p>
          <a:p>
            <a:br>
              <a:rPr lang="en-US" sz="1200" dirty="0"/>
            </a:br>
            <a:r>
              <a:rPr lang="en-US" sz="1200" b="1" dirty="0"/>
              <a:t>Resources:</a:t>
            </a:r>
            <a:br>
              <a:rPr lang="en-US" sz="1200" dirty="0"/>
            </a:br>
            <a:endParaRPr dirty="0"/>
          </a:p>
        </p:txBody>
      </p:sp>
      <p:sp>
        <p:nvSpPr>
          <p:cNvPr id="3349" name="Google Shape;3349;p1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120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20</a:t>
            </a:fld>
            <a:endParaRPr kumimoji="0" sz="1200" b="0" i="0" u="none" strike="noStrike" kern="1200" cap="none" spc="0" normalizeH="0" baseline="0" noProof="0" dirty="0">
              <a:ln>
                <a:noFill/>
              </a:ln>
              <a:solidFill>
                <a:srgbClr val="000000"/>
              </a:solidFill>
              <a:effectLst/>
              <a:uLnTx/>
              <a:uFillTx/>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1"/>
        <p:cNvGrpSpPr/>
        <p:nvPr/>
      </p:nvGrpSpPr>
      <p:grpSpPr>
        <a:xfrm>
          <a:off x="0" y="0"/>
          <a:ext cx="0" cy="0"/>
          <a:chOff x="0" y="0"/>
          <a:chExt cx="0" cy="0"/>
        </a:xfrm>
      </p:grpSpPr>
      <p:sp>
        <p:nvSpPr>
          <p:cNvPr id="3392" name="Google Shape;3392;p1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3" name="Google Shape;3393;p1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60000"/>
              </a:lnSpc>
              <a:spcBef>
                <a:spcPts val="0"/>
              </a:spcBef>
              <a:spcAft>
                <a:spcPts val="0"/>
              </a:spcAft>
              <a:buClr>
                <a:schemeClr val="dk1"/>
              </a:buClr>
              <a:buSzPts val="713"/>
              <a:buFont typeface="Arial"/>
              <a:buNone/>
            </a:pPr>
            <a:r>
              <a:rPr lang="en-US" sz="1200" b="1" dirty="0">
                <a:latin typeface="Arial"/>
                <a:ea typeface="Arial"/>
                <a:cs typeface="Arial"/>
                <a:sym typeface="Arial"/>
              </a:rPr>
              <a:t>Key Message:</a:t>
            </a:r>
            <a:endParaRPr sz="2000" b="1" dirty="0">
              <a:latin typeface="Arial"/>
              <a:ea typeface="Arial"/>
              <a:cs typeface="Arial"/>
              <a:sym typeface="Arial"/>
            </a:endParaRPr>
          </a:p>
          <a:p>
            <a:pPr marL="0" marR="0" lvl="0" indent="0" algn="l" rtl="0">
              <a:lnSpc>
                <a:spcPct val="60000"/>
              </a:lnSpc>
              <a:spcBef>
                <a:spcPts val="0"/>
              </a:spcBef>
              <a:spcAft>
                <a:spcPts val="0"/>
              </a:spcAft>
              <a:buClr>
                <a:schemeClr val="dk1"/>
              </a:buClr>
              <a:buSzPts val="713"/>
              <a:buFont typeface="Arial"/>
              <a:buNone/>
            </a:pPr>
            <a:r>
              <a:rPr lang="en-US" sz="1200" dirty="0"/>
              <a:t>Complete network governance for Org Admin with the power to enable self-service networking for consumers.</a:t>
            </a:r>
            <a:endParaRPr sz="1200" dirty="0">
              <a:latin typeface="Arial"/>
              <a:ea typeface="Arial"/>
              <a:cs typeface="Arial"/>
              <a:sym typeface="Arial"/>
            </a:endParaRPr>
          </a:p>
          <a:p>
            <a:pPr marL="0" lvl="0" indent="0" algn="l" rtl="0">
              <a:lnSpc>
                <a:spcPct val="60000"/>
              </a:lnSpc>
              <a:spcBef>
                <a:spcPts val="0"/>
              </a:spcBef>
              <a:spcAft>
                <a:spcPts val="0"/>
              </a:spcAft>
              <a:buClr>
                <a:schemeClr val="dk1"/>
              </a:buClr>
              <a:buSzPts val="713"/>
              <a:buFont typeface="Arial"/>
              <a:buNone/>
            </a:pPr>
            <a:br>
              <a:rPr lang="en-US" sz="1200" dirty="0">
                <a:latin typeface="Arial"/>
                <a:ea typeface="Arial"/>
                <a:cs typeface="Arial"/>
                <a:sym typeface="Arial"/>
              </a:rPr>
            </a:br>
            <a:r>
              <a:rPr lang="en-US" sz="1200" b="1" dirty="0">
                <a:latin typeface="Arial"/>
                <a:ea typeface="Arial"/>
                <a:cs typeface="Arial"/>
                <a:sym typeface="Arial"/>
              </a:rPr>
              <a:t>Talk Track:</a:t>
            </a:r>
          </a:p>
          <a:p>
            <a:pPr marL="0" lvl="0" indent="0" algn="l" rtl="0">
              <a:lnSpc>
                <a:spcPct val="60000"/>
              </a:lnSpc>
              <a:spcBef>
                <a:spcPts val="0"/>
              </a:spcBef>
              <a:spcAft>
                <a:spcPts val="0"/>
              </a:spcAft>
              <a:buClr>
                <a:schemeClr val="dk1"/>
              </a:buClr>
              <a:buSzPts val="713"/>
              <a:buFont typeface="Arial"/>
              <a:buNone/>
            </a:pPr>
            <a:r>
              <a:rPr lang="en-US" sz="1200" dirty="0"/>
              <a:t>By creating network isolation domains (VPC) for different application teams, organizations can significantly improve their security posture. Each team’s resources are separated, which minimizes the risk of data breaches and unauthorized access. </a:t>
            </a:r>
          </a:p>
          <a:p>
            <a:pPr marL="0" lvl="0" indent="0" algn="l" rtl="0">
              <a:lnSpc>
                <a:spcPct val="60000"/>
              </a:lnSpc>
              <a:spcBef>
                <a:spcPts val="0"/>
              </a:spcBef>
              <a:spcAft>
                <a:spcPts val="0"/>
              </a:spcAft>
              <a:buClr>
                <a:schemeClr val="dk1"/>
              </a:buClr>
              <a:buSzPts val="713"/>
              <a:buFont typeface="Arial"/>
              <a:buNone/>
            </a:pPr>
            <a:endParaRPr lang="en-US" sz="1200" dirty="0"/>
          </a:p>
          <a:p>
            <a:pPr marL="0" lvl="0" indent="0" algn="l" rtl="0">
              <a:lnSpc>
                <a:spcPct val="60000"/>
              </a:lnSpc>
              <a:spcBef>
                <a:spcPts val="0"/>
              </a:spcBef>
              <a:spcAft>
                <a:spcPts val="0"/>
              </a:spcAft>
              <a:buClr>
                <a:schemeClr val="dk1"/>
              </a:buClr>
              <a:buSzPts val="713"/>
              <a:buFont typeface="Arial"/>
              <a:buNone/>
            </a:pPr>
            <a:r>
              <a:rPr lang="en-US" sz="1200" dirty="0"/>
              <a:t>Managing IP addresses locally and coordinating them effectively with IT Admins or Providers allows for better resource allocation and reduces conflicts. This ensures that applications run smoothly without network disruptions. </a:t>
            </a:r>
          </a:p>
          <a:p>
            <a:pPr marL="0" lvl="0" indent="0" algn="l" rtl="0">
              <a:lnSpc>
                <a:spcPct val="60000"/>
              </a:lnSpc>
              <a:spcBef>
                <a:spcPts val="0"/>
              </a:spcBef>
              <a:spcAft>
                <a:spcPts val="0"/>
              </a:spcAft>
              <a:buClr>
                <a:schemeClr val="dk1"/>
              </a:buClr>
              <a:buSzPts val="713"/>
              <a:buFont typeface="Arial"/>
              <a:buNone/>
            </a:pPr>
            <a:endParaRPr lang="en-US" sz="1200" dirty="0"/>
          </a:p>
          <a:p>
            <a:pPr marL="0" lvl="0" indent="0" algn="l" rtl="0">
              <a:lnSpc>
                <a:spcPct val="60000"/>
              </a:lnSpc>
              <a:spcBef>
                <a:spcPts val="0"/>
              </a:spcBef>
              <a:spcAft>
                <a:spcPts val="0"/>
              </a:spcAft>
              <a:buClr>
                <a:schemeClr val="dk1"/>
              </a:buClr>
              <a:buSzPts val="713"/>
              <a:buFont typeface="Arial"/>
              <a:buNone/>
            </a:pPr>
            <a:r>
              <a:rPr lang="en-US" sz="1200" dirty="0"/>
              <a:t>Set up dedicated network isolation domains (VPCs) tailored for different application teams within the organization. This ensures that each team operates within its secure environment, minimizing the risk of cross-team interference and enhancing network security. </a:t>
            </a:r>
          </a:p>
          <a:p>
            <a:pPr marL="0" lvl="0" indent="0" algn="l" rtl="0">
              <a:lnSpc>
                <a:spcPct val="60000"/>
              </a:lnSpc>
              <a:spcBef>
                <a:spcPts val="0"/>
              </a:spcBef>
              <a:spcAft>
                <a:spcPts val="0"/>
              </a:spcAft>
              <a:buClr>
                <a:schemeClr val="dk1"/>
              </a:buClr>
              <a:buSzPts val="713"/>
              <a:buFont typeface="Arial"/>
              <a:buNone/>
            </a:pPr>
            <a:endParaRPr lang="en-US" sz="1200" dirty="0"/>
          </a:p>
          <a:p>
            <a:pPr marL="0" lvl="0" indent="0" algn="l" rtl="0">
              <a:lnSpc>
                <a:spcPct val="60000"/>
              </a:lnSpc>
              <a:spcBef>
                <a:spcPts val="0"/>
              </a:spcBef>
              <a:spcAft>
                <a:spcPts val="0"/>
              </a:spcAft>
              <a:buClr>
                <a:schemeClr val="dk1"/>
              </a:buClr>
              <a:buSzPts val="713"/>
              <a:buFont typeface="Arial"/>
              <a:buNone/>
            </a:pPr>
            <a:r>
              <a:rPr lang="en-US" sz="1200" dirty="0"/>
              <a:t>Allocate the created virtual private clouds (VPCs) to one or more vSphere Namespaces. This integration allows for better resource management, ensuring that each namespace can leverage the benefits of its assigned VPC for enhanced isolation and control over network resources.</a:t>
            </a:r>
          </a:p>
          <a:p>
            <a:pPr marL="0" lvl="0" indent="0" algn="l" rtl="0">
              <a:lnSpc>
                <a:spcPct val="60000"/>
              </a:lnSpc>
              <a:spcBef>
                <a:spcPts val="0"/>
              </a:spcBef>
              <a:spcAft>
                <a:spcPts val="0"/>
              </a:spcAft>
              <a:buClr>
                <a:schemeClr val="dk1"/>
              </a:buClr>
              <a:buSzPts val="713"/>
              <a:buFont typeface="Arial"/>
              <a:buNone/>
            </a:pPr>
            <a:endParaRPr lang="en-US" sz="1200" dirty="0"/>
          </a:p>
          <a:p>
            <a:pPr marL="0" lvl="0" indent="0" algn="l" rtl="0">
              <a:lnSpc>
                <a:spcPct val="60000"/>
              </a:lnSpc>
              <a:spcBef>
                <a:spcPts val="0"/>
              </a:spcBef>
              <a:spcAft>
                <a:spcPts val="0"/>
              </a:spcAft>
              <a:buClr>
                <a:schemeClr val="dk1"/>
              </a:buClr>
              <a:buSzPts val="713"/>
              <a:buFont typeface="Arial"/>
              <a:buNone/>
            </a:pPr>
            <a:r>
              <a:rPr lang="en-US" sz="1200" dirty="0"/>
              <a:t>Oversee the distribution and management of IP addresses provided by IT Administrators. This includes tracking allocated addresses, ensuring proper subnetting, and maintaining an organized IP address inventory to prevent conflicts and streamline network operations.</a:t>
            </a:r>
          </a:p>
          <a:p>
            <a:pPr marL="0" lvl="0" indent="0" algn="l" rtl="0">
              <a:lnSpc>
                <a:spcPct val="60000"/>
              </a:lnSpc>
              <a:spcBef>
                <a:spcPts val="0"/>
              </a:spcBef>
              <a:spcAft>
                <a:spcPts val="0"/>
              </a:spcAft>
              <a:buClr>
                <a:schemeClr val="dk1"/>
              </a:buClr>
              <a:buSzPts val="713"/>
              <a:buFont typeface="Arial"/>
              <a:buNone/>
            </a:pPr>
            <a:endParaRPr lang="en-US" sz="1200" dirty="0"/>
          </a:p>
          <a:p>
            <a:pPr marL="0" lvl="0" indent="0" algn="l" rtl="0">
              <a:lnSpc>
                <a:spcPct val="60000"/>
              </a:lnSpc>
              <a:spcBef>
                <a:spcPts val="0"/>
              </a:spcBef>
              <a:spcAft>
                <a:spcPts val="0"/>
              </a:spcAft>
              <a:buClr>
                <a:schemeClr val="dk1"/>
              </a:buClr>
              <a:buSzPts val="713"/>
              <a:buFont typeface="Arial"/>
              <a:buNone/>
            </a:pPr>
            <a:r>
              <a:rPr lang="en-US" sz="1200" dirty="0"/>
              <a:t>Develop and oversee a range of IP addresses that are specifically designated for use within the organization. This involves planning IP address allocations, managing the lifecycle of these addresses, and ensuring compliance with organizational policies and standards for internal network management.</a:t>
            </a:r>
          </a:p>
          <a:p>
            <a:pPr marL="457200" lvl="0" indent="-317500" algn="l" rtl="0">
              <a:lnSpc>
                <a:spcPct val="90000"/>
              </a:lnSpc>
              <a:spcBef>
                <a:spcPts val="0"/>
              </a:spcBef>
              <a:spcAft>
                <a:spcPts val="0"/>
              </a:spcAft>
              <a:buSzPts val="1400"/>
              <a:buChar char="•"/>
            </a:pPr>
            <a:endParaRPr lang="en-US" sz="1200" dirty="0"/>
          </a:p>
          <a:p>
            <a:pPr marL="0" lvl="0" indent="0" algn="l" rtl="0">
              <a:lnSpc>
                <a:spcPct val="90000"/>
              </a:lnSpc>
              <a:spcBef>
                <a:spcPts val="0"/>
              </a:spcBef>
              <a:spcAft>
                <a:spcPts val="0"/>
              </a:spcAft>
              <a:buClr>
                <a:schemeClr val="dk2"/>
              </a:buClr>
              <a:buSzPts val="1100"/>
              <a:buFont typeface="Arial"/>
              <a:buNone/>
            </a:pPr>
            <a:r>
              <a:rPr lang="en-US" b="1" dirty="0"/>
              <a:t>Notes:</a:t>
            </a:r>
            <a:br>
              <a:rPr lang="en-US" b="1" dirty="0"/>
            </a:br>
            <a:r>
              <a:rPr lang="en-US" sz="1200" b="0" u="sng" dirty="0"/>
              <a:t>Customer Benefits:</a:t>
            </a:r>
            <a:endParaRPr lang="en-US" b="0" u="sng" dirty="0"/>
          </a:p>
          <a:p>
            <a:pPr marL="457200" lvl="0" indent="-317500" algn="l" rtl="0">
              <a:lnSpc>
                <a:spcPct val="90000"/>
              </a:lnSpc>
              <a:spcBef>
                <a:spcPts val="0"/>
              </a:spcBef>
              <a:spcAft>
                <a:spcPts val="0"/>
              </a:spcAft>
              <a:buSzPts val="1400"/>
              <a:buChar char="•"/>
            </a:pPr>
            <a:r>
              <a:rPr lang="en-US" sz="1200" dirty="0"/>
              <a:t>By creating network isolation domains (VPC) for different application teams, organizations can significantly improve their security posture. Each team’s resources are separated, which minimizes the risk of data breaches and unauthorized access. Customers care about this because protecting sensitive information and maintaining compliance with regulations are critical for their business integrity and trustworthiness.</a:t>
            </a:r>
            <a:endParaRPr lang="en-US" dirty="0"/>
          </a:p>
          <a:p>
            <a:pPr marL="457200" lvl="0" indent="-317500" algn="l" rtl="0">
              <a:lnSpc>
                <a:spcPct val="90000"/>
              </a:lnSpc>
              <a:spcBef>
                <a:spcPts val="0"/>
              </a:spcBef>
              <a:spcAft>
                <a:spcPts val="0"/>
              </a:spcAft>
              <a:buSzPts val="1400"/>
              <a:buChar char="•"/>
            </a:pPr>
            <a:r>
              <a:rPr lang="en-US" sz="1200" dirty="0"/>
              <a:t>Managing IP addresses locally and coordinating them effectively with IT Admins or Providers allows for better resource allocation and reduces conflicts. This ensures that applications run smoothly without network disruptions. Customers value this benefit as it leads to improved operational efficiency and reduced downtime, ultimately enhancing their productivity and cost-effectiveness in managing their IT infrastructure.</a:t>
            </a:r>
            <a:endParaRPr lang="en-US" dirty="0"/>
          </a:p>
          <a:p>
            <a:pPr marL="0" lvl="0" indent="0" algn="l" rtl="0">
              <a:lnSpc>
                <a:spcPct val="60000"/>
              </a:lnSpc>
              <a:spcBef>
                <a:spcPts val="0"/>
              </a:spcBef>
              <a:spcAft>
                <a:spcPts val="0"/>
              </a:spcAft>
              <a:buClr>
                <a:schemeClr val="dk1"/>
              </a:buClr>
              <a:buSzPts val="713"/>
              <a:buFont typeface="Arial"/>
              <a:buNone/>
            </a:pPr>
            <a:endParaRPr lang="en-US" sz="1200" dirty="0"/>
          </a:p>
          <a:p>
            <a:pPr marL="0" lvl="0" indent="0" algn="l" rtl="0">
              <a:lnSpc>
                <a:spcPct val="90000"/>
              </a:lnSpc>
              <a:spcBef>
                <a:spcPts val="0"/>
              </a:spcBef>
              <a:spcAft>
                <a:spcPts val="0"/>
              </a:spcAft>
              <a:buClr>
                <a:schemeClr val="dk2"/>
              </a:buClr>
              <a:buSzPts val="1100"/>
              <a:buFont typeface="Arial"/>
              <a:buNone/>
            </a:pPr>
            <a:r>
              <a:rPr lang="en-US" sz="1200" b="0" u="sng" dirty="0"/>
              <a:t>Key Attributes:</a:t>
            </a:r>
            <a:endParaRPr lang="en-US" b="0" u="sng" dirty="0"/>
          </a:p>
          <a:p>
            <a:pPr marL="457200" lvl="0" indent="-317500" algn="l" rtl="0">
              <a:lnSpc>
                <a:spcPct val="90000"/>
              </a:lnSpc>
              <a:spcBef>
                <a:spcPts val="0"/>
              </a:spcBef>
              <a:spcAft>
                <a:spcPts val="0"/>
              </a:spcAft>
              <a:buSzPts val="1400"/>
              <a:buChar char="•"/>
            </a:pPr>
            <a:r>
              <a:rPr lang="en-US" sz="1200" dirty="0"/>
              <a:t>Set up dedicated network isolation domains (VPCs) tailored for different application teams within the organization. This ensures that each team operates within its secure environment, minimizing the risk of cross-team interference and enhancing network security. </a:t>
            </a:r>
            <a:endParaRPr lang="en-US" dirty="0"/>
          </a:p>
          <a:p>
            <a:pPr marL="457200" lvl="0" indent="-317500" algn="l" rtl="0">
              <a:lnSpc>
                <a:spcPct val="90000"/>
              </a:lnSpc>
              <a:spcBef>
                <a:spcPts val="0"/>
              </a:spcBef>
              <a:spcAft>
                <a:spcPts val="0"/>
              </a:spcAft>
              <a:buSzPts val="1400"/>
              <a:buChar char="•"/>
            </a:pPr>
            <a:r>
              <a:rPr lang="en-US" sz="1200" dirty="0"/>
              <a:t>Allocate the created virtual private clouds (VPCs) to one or more vSphere Namespaces. This integration allows for better resource management, ensuring that each namespace can leverage the benefits of its assigned VPC for enhanced isolation and control over network resources. </a:t>
            </a:r>
            <a:endParaRPr lang="en-US" dirty="0"/>
          </a:p>
          <a:p>
            <a:pPr marL="457200" lvl="0" indent="-317500" algn="l" rtl="0">
              <a:lnSpc>
                <a:spcPct val="90000"/>
              </a:lnSpc>
              <a:spcBef>
                <a:spcPts val="0"/>
              </a:spcBef>
              <a:spcAft>
                <a:spcPts val="0"/>
              </a:spcAft>
              <a:buSzPts val="1400"/>
              <a:buChar char="•"/>
            </a:pPr>
            <a:r>
              <a:rPr lang="en-US" sz="1200" dirty="0"/>
              <a:t>Oversee the distribution and management of IP addresses provided by IT Administrators or external Providers. This includes tracking allocated addresses, ensuring proper subnetting, and maintaining an organized IP address inventory to prevent conflicts and streamline network operations.</a:t>
            </a:r>
            <a:endParaRPr lang="en-US" dirty="0"/>
          </a:p>
          <a:p>
            <a:pPr marL="457200" lvl="0" indent="-317500" algn="l" rtl="0">
              <a:lnSpc>
                <a:spcPct val="90000"/>
              </a:lnSpc>
              <a:spcBef>
                <a:spcPts val="0"/>
              </a:spcBef>
              <a:spcAft>
                <a:spcPts val="0"/>
              </a:spcAft>
              <a:buSzPts val="1400"/>
              <a:buChar char="•"/>
            </a:pPr>
            <a:r>
              <a:rPr lang="en-US" sz="1200" dirty="0"/>
              <a:t>Develop and oversee a range of IP addresses that are specifically designated for use within the organization. This involves planning IP address allocations, managing the lifecycle of these addresses, and ensuring compliance with organizational policies and standards for internal network management.</a:t>
            </a:r>
          </a:p>
          <a:p>
            <a:br>
              <a:rPr lang="en-US" sz="1200" dirty="0"/>
            </a:br>
            <a:r>
              <a:rPr lang="en-US" sz="1200" b="1" dirty="0"/>
              <a:t>Resources:</a:t>
            </a:r>
            <a:br>
              <a:rPr lang="en-US" sz="1200" dirty="0"/>
            </a:br>
            <a:endParaRPr lang="en-US" dirty="0"/>
          </a:p>
        </p:txBody>
      </p:sp>
      <p:sp>
        <p:nvSpPr>
          <p:cNvPr id="3394" name="Google Shape;3394;p1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120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21</a:t>
            </a:fld>
            <a:endParaRPr kumimoji="0" sz="12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8D887-34A2-8184-B042-5272DC4BC4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AE2EFA-94A9-E84B-802E-B721FDD0FF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ABABBB-25EA-289B-9C69-5D4A9F5FD6A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BEF156-2A7E-683C-2B87-5241B17FC99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40592495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8"/>
        <p:cNvGrpSpPr/>
        <p:nvPr/>
      </p:nvGrpSpPr>
      <p:grpSpPr>
        <a:xfrm>
          <a:off x="0" y="0"/>
          <a:ext cx="0" cy="0"/>
          <a:chOff x="0" y="0"/>
          <a:chExt cx="0" cy="0"/>
        </a:xfrm>
      </p:grpSpPr>
      <p:sp>
        <p:nvSpPr>
          <p:cNvPr id="5949" name="Google Shape;5949;g350fa70cf48_0_3124:notes"/>
          <p:cNvSpPr>
            <a:spLocks noGrp="1" noRot="1" noChangeAspect="1"/>
          </p:cNvSpPr>
          <p:nvPr>
            <p:ph type="sldImg" idx="2"/>
          </p:nvPr>
        </p:nvSpPr>
        <p:spPr>
          <a:xfrm>
            <a:off x="735013" y="1169988"/>
            <a:ext cx="5614987" cy="31591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50" name="Google Shape;5950;g350fa70cf48_0_3124:notes"/>
          <p:cNvSpPr txBox="1">
            <a:spLocks noGrp="1"/>
          </p:cNvSpPr>
          <p:nvPr>
            <p:ph type="body" idx="1"/>
          </p:nvPr>
        </p:nvSpPr>
        <p:spPr>
          <a:xfrm>
            <a:off x="708660" y="4504452"/>
            <a:ext cx="5669400" cy="3685500"/>
          </a:xfrm>
          <a:prstGeom prst="rect">
            <a:avLst/>
          </a:prstGeom>
          <a:noFill/>
          <a:ln>
            <a:noFill/>
          </a:ln>
        </p:spPr>
        <p:txBody>
          <a:bodyPr spcFirstLastPara="1" wrap="square" lIns="94175" tIns="47075" rIns="94175" bIns="47075" anchor="t" anchorCtr="0">
            <a:noAutofit/>
          </a:bodyPr>
          <a:lstStyle/>
          <a:p>
            <a:pPr marL="0" marR="0" lvl="0" indent="0" algn="l" defTabSz="914400" rtl="0" eaLnBrk="1" fontAlgn="auto" latinLnBrk="0" hangingPunct="1">
              <a:lnSpc>
                <a:spcPct val="115000"/>
              </a:lnSpc>
              <a:spcBef>
                <a:spcPts val="1200"/>
              </a:spcBef>
              <a:spcAft>
                <a:spcPts val="0"/>
              </a:spcAft>
              <a:buClr>
                <a:schemeClr val="dk2"/>
              </a:buClr>
              <a:buSzPts val="1100"/>
              <a:buFont typeface="Arial"/>
              <a:buNone/>
              <a:tabLst/>
              <a:defRPr/>
            </a:pPr>
            <a:r>
              <a:rPr lang="en" b="1" dirty="0"/>
              <a:t>Key Message:</a:t>
            </a:r>
            <a:br>
              <a:rPr lang="en" dirty="0"/>
            </a:br>
            <a:r>
              <a:rPr lang="en" dirty="0"/>
              <a:t>Introduce VMware Advanced Services (Add-on Licenses)</a:t>
            </a:r>
            <a:br>
              <a:rPr lang="en" dirty="0"/>
            </a:br>
            <a:br>
              <a:rPr lang="en" dirty="0"/>
            </a:br>
            <a:r>
              <a:rPr lang="en" b="1" dirty="0"/>
              <a:t>Talk Track:</a:t>
            </a:r>
            <a:endParaRPr lang="en-AU" dirty="0"/>
          </a:p>
          <a:p>
            <a:pPr marL="0" lvl="0" indent="0" algn="l" rtl="0">
              <a:spcBef>
                <a:spcPts val="0"/>
              </a:spcBef>
              <a:spcAft>
                <a:spcPts val="0"/>
              </a:spcAft>
              <a:buClr>
                <a:srgbClr val="717074"/>
              </a:buClr>
              <a:buSzPts val="1400"/>
              <a:buFont typeface="Arial"/>
              <a:buNone/>
            </a:pPr>
            <a:r>
              <a:rPr lang="en-US" sz="1200" dirty="0">
                <a:solidFill>
                  <a:srgbClr val="717074"/>
                </a:solidFill>
              </a:rPr>
              <a:t>VCF as a private cloud platform can also be deployed with a portfolio of advanced capabilities that help customers support an extended set of use use cases to further drive innovation and improve operational resilience.</a:t>
            </a:r>
            <a:endParaRPr lang="en-US" dirty="0"/>
          </a:p>
          <a:p>
            <a:pPr marL="0" lvl="0" indent="0" algn="l" rtl="0">
              <a:spcBef>
                <a:spcPts val="0"/>
              </a:spcBef>
              <a:spcAft>
                <a:spcPts val="0"/>
              </a:spcAft>
              <a:buClr>
                <a:srgbClr val="717074"/>
              </a:buClr>
              <a:buSzPts val="1400"/>
              <a:buFont typeface="Arial"/>
              <a:buNone/>
            </a:pPr>
            <a:endParaRPr lang="en-US" sz="1200" dirty="0">
              <a:solidFill>
                <a:srgbClr val="717074"/>
              </a:solidFill>
            </a:endParaRPr>
          </a:p>
          <a:p>
            <a:pPr marL="0" lvl="0" indent="0" algn="l" rtl="0">
              <a:spcBef>
                <a:spcPts val="0"/>
              </a:spcBef>
              <a:spcAft>
                <a:spcPts val="0"/>
              </a:spcAft>
              <a:buClr>
                <a:srgbClr val="717074"/>
              </a:buClr>
              <a:buSzPts val="1400"/>
              <a:buFont typeface="Arial"/>
              <a:buNone/>
            </a:pPr>
            <a:r>
              <a:rPr lang="en-US" sz="1200" dirty="0">
                <a:solidFill>
                  <a:srgbClr val="717074"/>
                </a:solidFill>
              </a:rPr>
              <a:t>These advanced services are available as add-on licenses and include capabilities such as Private AI which I touched on earlier where customers can securely deploy and scale AI workloads within their private cloud.  Other advanced services are also available, in fact there are several.</a:t>
            </a:r>
          </a:p>
          <a:p>
            <a:pPr marL="0" lvl="0" indent="0" algn="l" rtl="0">
              <a:spcBef>
                <a:spcPts val="0"/>
              </a:spcBef>
              <a:spcAft>
                <a:spcPts val="0"/>
              </a:spcAft>
              <a:buClr>
                <a:srgbClr val="717074"/>
              </a:buClr>
              <a:buSzPts val="1400"/>
              <a:buFont typeface="Arial"/>
              <a:buNone/>
            </a:pPr>
            <a:endParaRPr lang="en-US" sz="1200" dirty="0">
              <a:solidFill>
                <a:srgbClr val="717074"/>
              </a:solidFill>
            </a:endParaRPr>
          </a:p>
          <a:p>
            <a:pPr marL="0" lvl="0" indent="0" algn="l" rtl="0">
              <a:spcBef>
                <a:spcPts val="0"/>
              </a:spcBef>
              <a:spcAft>
                <a:spcPts val="0"/>
              </a:spcAft>
              <a:buClr>
                <a:srgbClr val="717074"/>
              </a:buClr>
              <a:buSzPts val="1400"/>
              <a:buFont typeface="Arial"/>
              <a:buNone/>
            </a:pPr>
            <a:r>
              <a:rPr lang="en-US" sz="1200" dirty="0">
                <a:solidFill>
                  <a:srgbClr val="717074"/>
                </a:solidFill>
              </a:rPr>
              <a:t>We have DR and Ransomware Recovery, delivering built-in protection and rapid recovery from cyber threats.</a:t>
            </a:r>
            <a:endParaRPr lang="en-US" dirty="0"/>
          </a:p>
          <a:p>
            <a:pPr marL="0" lvl="0" indent="0" algn="l" rtl="0">
              <a:spcBef>
                <a:spcPts val="0"/>
              </a:spcBef>
              <a:spcAft>
                <a:spcPts val="0"/>
              </a:spcAft>
              <a:buClr>
                <a:srgbClr val="717074"/>
              </a:buClr>
              <a:buSzPts val="1400"/>
              <a:buFont typeface="Arial"/>
              <a:buNone/>
            </a:pPr>
            <a:endParaRPr lang="en-US" sz="1200" dirty="0">
              <a:solidFill>
                <a:srgbClr val="717074"/>
              </a:solidFill>
            </a:endParaRPr>
          </a:p>
          <a:p>
            <a:pPr marL="0" lvl="0" indent="0" algn="l" rtl="0">
              <a:spcBef>
                <a:spcPts val="0"/>
              </a:spcBef>
              <a:spcAft>
                <a:spcPts val="0"/>
              </a:spcAft>
              <a:buClr>
                <a:srgbClr val="717074"/>
              </a:buClr>
              <a:buSzPts val="1400"/>
              <a:buFont typeface="Arial"/>
              <a:buNone/>
            </a:pPr>
            <a:r>
              <a:rPr lang="en-US" sz="1200" dirty="0">
                <a:solidFill>
                  <a:srgbClr val="717074"/>
                </a:solidFill>
              </a:rPr>
              <a:t>There are is also Advanced Security which strengthens lateral security and zero-trust architectures,</a:t>
            </a:r>
          </a:p>
          <a:p>
            <a:pPr marL="0" lvl="0" indent="0" algn="l" rtl="0">
              <a:spcBef>
                <a:spcPts val="0"/>
              </a:spcBef>
              <a:spcAft>
                <a:spcPts val="0"/>
              </a:spcAft>
              <a:buClr>
                <a:srgbClr val="717074"/>
              </a:buClr>
              <a:buSzPts val="1400"/>
              <a:buFont typeface="Arial"/>
              <a:buNone/>
            </a:pPr>
            <a:r>
              <a:rPr lang="en-US" sz="1200" dirty="0">
                <a:solidFill>
                  <a:srgbClr val="717074"/>
                </a:solidFill>
              </a:rPr>
              <a:t>And then there is Load Balancing and Application Services which ensure better performance and availability for modern applications.</a:t>
            </a:r>
            <a:endParaRPr lang="en-US" dirty="0"/>
          </a:p>
          <a:p>
            <a:pPr marL="0" lvl="0" indent="0" algn="l" rtl="0">
              <a:spcBef>
                <a:spcPts val="0"/>
              </a:spcBef>
              <a:spcAft>
                <a:spcPts val="0"/>
              </a:spcAft>
              <a:buClr>
                <a:srgbClr val="717074"/>
              </a:buClr>
              <a:buSzPts val="1400"/>
              <a:buFont typeface="Arial"/>
              <a:buNone/>
            </a:pPr>
            <a:endParaRPr lang="en-US" sz="1200" dirty="0">
              <a:solidFill>
                <a:srgbClr val="717074"/>
              </a:solidFill>
            </a:endParaRPr>
          </a:p>
          <a:p>
            <a:pPr marL="0" lvl="0" indent="0" algn="l" rtl="0">
              <a:spcBef>
                <a:spcPts val="0"/>
              </a:spcBef>
              <a:spcAft>
                <a:spcPts val="0"/>
              </a:spcAft>
              <a:buClr>
                <a:srgbClr val="717074"/>
              </a:buClr>
              <a:buSzPts val="1400"/>
              <a:buFont typeface="Arial"/>
              <a:buNone/>
            </a:pPr>
            <a:r>
              <a:rPr lang="en-US" sz="1200" dirty="0">
                <a:solidFill>
                  <a:srgbClr val="717074"/>
                </a:solidFill>
              </a:rPr>
              <a:t>We also see customers leveraging Data Services to optimize storage for AI, databases, and container workloads</a:t>
            </a:r>
          </a:p>
          <a:p>
            <a:pPr marL="0" lvl="0" indent="0" algn="l" rtl="0">
              <a:spcBef>
                <a:spcPts val="0"/>
              </a:spcBef>
              <a:spcAft>
                <a:spcPts val="0"/>
              </a:spcAft>
              <a:buClr>
                <a:srgbClr val="717074"/>
              </a:buClr>
              <a:buSzPts val="1400"/>
              <a:buFont typeface="Arial"/>
              <a:buNone/>
            </a:pPr>
            <a:r>
              <a:rPr lang="en-US" sz="1200" dirty="0">
                <a:solidFill>
                  <a:srgbClr val="717074"/>
                </a:solidFill>
              </a:rPr>
              <a:t>And we have Network Observability to gain deeper visibility into traffic patterns and performance across the environment.</a:t>
            </a:r>
            <a:endParaRPr lang="en-US" dirty="0"/>
          </a:p>
          <a:p>
            <a:pPr marL="0" lvl="0" indent="0" algn="l" rtl="0">
              <a:spcBef>
                <a:spcPts val="0"/>
              </a:spcBef>
              <a:spcAft>
                <a:spcPts val="0"/>
              </a:spcAft>
              <a:buClr>
                <a:srgbClr val="717074"/>
              </a:buClr>
              <a:buSzPts val="1400"/>
              <a:buFont typeface="Arial"/>
              <a:buNone/>
            </a:pPr>
            <a:endParaRPr lang="en-US" sz="1200" dirty="0">
              <a:solidFill>
                <a:srgbClr val="717074"/>
              </a:solidFill>
            </a:endParaRPr>
          </a:p>
          <a:p>
            <a:pPr marL="0" lvl="0" indent="0" algn="l" rtl="0">
              <a:spcBef>
                <a:spcPts val="0"/>
              </a:spcBef>
              <a:spcAft>
                <a:spcPts val="0"/>
              </a:spcAft>
              <a:buClr>
                <a:srgbClr val="717074"/>
              </a:buClr>
              <a:buSzPts val="1400"/>
              <a:buFont typeface="Arial"/>
              <a:buNone/>
            </a:pPr>
            <a:r>
              <a:rPr lang="en-US" sz="1200" dirty="0">
                <a:solidFill>
                  <a:srgbClr val="717074"/>
                </a:solidFill>
              </a:rPr>
              <a:t>Finally, capabilities like Business Operations automation and Secure Access help customers drive efficiency, enforce governance, and improve user access control across the private cloud.</a:t>
            </a:r>
            <a:endParaRPr lang="en-US" dirty="0"/>
          </a:p>
          <a:p>
            <a:pPr marL="0" lvl="0" indent="0" algn="l" rtl="0">
              <a:lnSpc>
                <a:spcPct val="115000"/>
              </a:lnSpc>
              <a:spcBef>
                <a:spcPts val="1200"/>
              </a:spcBef>
              <a:spcAft>
                <a:spcPts val="0"/>
              </a:spcAft>
              <a:buClr>
                <a:schemeClr val="dk2"/>
              </a:buClr>
              <a:buSzPts val="1100"/>
              <a:buFont typeface="Arial"/>
              <a:buNone/>
            </a:pPr>
            <a:endParaRPr lang="en-US" dirty="0"/>
          </a:p>
          <a:p>
            <a:pPr marL="0" lvl="0" indent="0" algn="l" rtl="0">
              <a:lnSpc>
                <a:spcPct val="115000"/>
              </a:lnSpc>
              <a:spcBef>
                <a:spcPts val="1200"/>
              </a:spcBef>
              <a:spcAft>
                <a:spcPts val="0"/>
              </a:spcAft>
              <a:buClr>
                <a:schemeClr val="dk2"/>
              </a:buClr>
              <a:buSzPts val="1100"/>
              <a:buFont typeface="Arial"/>
              <a:buNone/>
            </a:pPr>
            <a:r>
              <a:rPr lang="en-US" dirty="0"/>
              <a:t>Consumers can access these services through their preferred language, whether it's APIs, CLIs, or infrastructure-as-code, providing a flexible and scalable platform that meets a variety of needs.</a:t>
            </a:r>
          </a:p>
          <a:p>
            <a:pPr marL="0" lvl="0" indent="0" algn="l" rtl="0">
              <a:lnSpc>
                <a:spcPct val="115000"/>
              </a:lnSpc>
              <a:spcBef>
                <a:spcPts val="1200"/>
              </a:spcBef>
              <a:spcAft>
                <a:spcPts val="0"/>
              </a:spcAft>
              <a:buClr>
                <a:schemeClr val="dk2"/>
              </a:buClr>
              <a:buSzPts val="1100"/>
              <a:buFont typeface="Arial"/>
              <a:buNone/>
            </a:pPr>
            <a:endParaRPr lang="en-US" dirty="0"/>
          </a:p>
          <a:p>
            <a:pPr marL="0" lvl="0" indent="0" algn="l" rtl="0">
              <a:lnSpc>
                <a:spcPct val="115000"/>
              </a:lnSpc>
              <a:spcBef>
                <a:spcPts val="1200"/>
              </a:spcBef>
              <a:spcAft>
                <a:spcPts val="0"/>
              </a:spcAft>
              <a:buClr>
                <a:schemeClr val="dk2"/>
              </a:buClr>
              <a:buSzPts val="1000"/>
              <a:buFont typeface="Arial"/>
              <a:buNone/>
            </a:pPr>
            <a:r>
              <a:rPr lang="en-AU" b="1" dirty="0"/>
              <a:t>Notes:</a:t>
            </a:r>
          </a:p>
          <a:p>
            <a:pPr marL="0" lvl="0" indent="0" algn="l" rtl="0">
              <a:lnSpc>
                <a:spcPct val="115000"/>
              </a:lnSpc>
              <a:spcBef>
                <a:spcPts val="1200"/>
              </a:spcBef>
              <a:spcAft>
                <a:spcPts val="0"/>
              </a:spcAft>
              <a:buClr>
                <a:schemeClr val="dk2"/>
              </a:buClr>
              <a:buSzPts val="1000"/>
              <a:buFont typeface="Arial"/>
              <a:buNone/>
            </a:pPr>
            <a:r>
              <a:rPr lang="en" sz="1200" dirty="0">
                <a:solidFill>
                  <a:srgbClr val="717074"/>
                </a:solidFill>
              </a:rPr>
              <a:t>VCF Advanced Services require an add-on license.</a:t>
            </a:r>
            <a:br>
              <a:rPr lang="en-AU" b="1" dirty="0"/>
            </a:br>
            <a:br>
              <a:rPr lang="en-AU" b="1" dirty="0"/>
            </a:br>
            <a:r>
              <a:rPr lang="en-AU" b="1" dirty="0"/>
              <a:t>Resources:</a:t>
            </a:r>
            <a:br>
              <a:rPr lang="en-AU" b="1" dirty="0"/>
            </a:br>
            <a:endParaRPr b="1" dirty="0"/>
          </a:p>
        </p:txBody>
      </p:sp>
      <p:sp>
        <p:nvSpPr>
          <p:cNvPr id="5951" name="Google Shape;5951;g350fa70cf48_0_3124:notes"/>
          <p:cNvSpPr txBox="1">
            <a:spLocks noGrp="1"/>
          </p:cNvSpPr>
          <p:nvPr>
            <p:ph type="sldNum" idx="12"/>
          </p:nvPr>
        </p:nvSpPr>
        <p:spPr>
          <a:xfrm>
            <a:off x="4014100" y="8890281"/>
            <a:ext cx="3070800" cy="469500"/>
          </a:xfrm>
          <a:prstGeom prst="rect">
            <a:avLst/>
          </a:prstGeom>
          <a:noFill/>
          <a:ln>
            <a:noFill/>
          </a:ln>
        </p:spPr>
        <p:txBody>
          <a:bodyPr spcFirstLastPara="1" wrap="square" lIns="94175" tIns="47075" rIns="94175" bIns="470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300"/>
              <a:buFont typeface="Arial"/>
              <a:buNone/>
              <a:tabLst/>
              <a:defRPr/>
            </a:pPr>
            <a:fld id="{00000000-1234-1234-1234-123412341234}" type="slidenum">
              <a:rPr kumimoji="0" lang="en" sz="1300" b="0" i="0" u="none" strike="noStrike" kern="120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300"/>
                <a:buFont typeface="Arial"/>
                <a:buNone/>
                <a:tabLst/>
                <a:defRPr/>
              </a:pPr>
              <a:t>23</a:t>
            </a:fld>
            <a:endParaRPr kumimoji="0" sz="13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2"/>
        <p:cNvGrpSpPr/>
        <p:nvPr/>
      </p:nvGrpSpPr>
      <p:grpSpPr>
        <a:xfrm>
          <a:off x="0" y="0"/>
          <a:ext cx="0" cy="0"/>
          <a:chOff x="0" y="0"/>
          <a:chExt cx="0" cy="0"/>
        </a:xfrm>
      </p:grpSpPr>
      <p:sp>
        <p:nvSpPr>
          <p:cNvPr id="6413" name="Google Shape;6413;g3485a941995_0_2820:notes"/>
          <p:cNvSpPr>
            <a:spLocks noGrp="1" noRot="1" noChangeAspect="1"/>
          </p:cNvSpPr>
          <p:nvPr>
            <p:ph type="sldImg" idx="2"/>
          </p:nvPr>
        </p:nvSpPr>
        <p:spPr>
          <a:xfrm>
            <a:off x="736600" y="1169988"/>
            <a:ext cx="5613400" cy="31591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14" name="Google Shape;6414;g3485a941995_0_2820:notes"/>
          <p:cNvSpPr txBox="1">
            <a:spLocks noGrp="1"/>
          </p:cNvSpPr>
          <p:nvPr>
            <p:ph type="body" idx="1"/>
          </p:nvPr>
        </p:nvSpPr>
        <p:spPr>
          <a:xfrm>
            <a:off x="708660" y="4504452"/>
            <a:ext cx="5669400" cy="3685500"/>
          </a:xfrm>
          <a:prstGeom prst="rect">
            <a:avLst/>
          </a:prstGeom>
          <a:noFill/>
          <a:ln>
            <a:noFill/>
          </a:ln>
        </p:spPr>
        <p:txBody>
          <a:bodyPr spcFirstLastPara="1" wrap="square" lIns="94175" tIns="47075" rIns="94175" bIns="47075" anchor="t" anchorCtr="0">
            <a:noAutofit/>
          </a:bodyPr>
          <a:lstStyle/>
          <a:p>
            <a:pPr>
              <a:buNone/>
            </a:pPr>
            <a:r>
              <a:rPr lang="en-AU" b="1" dirty="0">
                <a:effectLst/>
                <a:latin typeface="Helvetica Neue" panose="02000503000000020004" pitchFamily="2" charset="0"/>
              </a:rPr>
              <a:t>Key Message:</a:t>
            </a:r>
            <a:endParaRPr lang="en-AU" dirty="0">
              <a:effectLst/>
              <a:latin typeface="Helvetica Neue" panose="02000503000000020004" pitchFamily="2" charset="0"/>
            </a:endParaRPr>
          </a:p>
          <a:p>
            <a:pPr>
              <a:buNone/>
            </a:pPr>
            <a:r>
              <a:rPr lang="en-AU" b="0" dirty="0">
                <a:effectLst/>
                <a:latin typeface="Helvetica Neue" panose="02000503000000020004" pitchFamily="2" charset="0"/>
              </a:rPr>
              <a:t>VMware Cloud Foundation offers a comprehensive suite of Advanced Services designed to extend the core capabilities of the platform and address diverse business needs. </a:t>
            </a:r>
          </a:p>
          <a:p>
            <a:pPr>
              <a:buNone/>
            </a:pPr>
            <a:r>
              <a:rPr lang="en-AU" b="0" dirty="0">
                <a:effectLst/>
                <a:latin typeface="Helvetica Neue" panose="02000503000000020004" pitchFamily="2" charset="0"/>
              </a:rPr>
              <a:t>Each service is engineered to integrate seamlessly with VCF, providing organizations with the flexibility to tailor their private cloud environments to specific requirements. </a:t>
            </a:r>
          </a:p>
          <a:p>
            <a:pPr>
              <a:buNone/>
            </a:pPr>
            <a:r>
              <a:rPr lang="en-AU" b="0" dirty="0">
                <a:effectLst/>
                <a:latin typeface="Helvetica Neue" panose="02000503000000020004" pitchFamily="2" charset="0"/>
              </a:rPr>
              <a:t>By leveraging these Advanced Services, customers can enhance security, accelerate innovation, and achieve greater operational efficiency within their private cloud infrastructure.</a:t>
            </a:r>
          </a:p>
          <a:p>
            <a:pPr>
              <a:buNone/>
            </a:pPr>
            <a:endParaRPr lang="en-AU" dirty="0">
              <a:effectLst/>
              <a:latin typeface="Helvetica Neue" panose="02000503000000020004" pitchFamily="2" charset="0"/>
            </a:endParaRPr>
          </a:p>
          <a:p>
            <a:pPr>
              <a:buNone/>
            </a:pPr>
            <a:r>
              <a:rPr lang="en-AU" b="1" dirty="0">
                <a:effectLst/>
                <a:latin typeface="Helvetica Neue" panose="02000503000000020004" pitchFamily="2" charset="0"/>
              </a:rPr>
              <a:t>Talk Track:</a:t>
            </a:r>
            <a:endParaRPr lang="en-AU" dirty="0">
              <a:effectLst/>
              <a:latin typeface="Helvetica Neue" panose="02000503000000020004" pitchFamily="2" charset="0"/>
            </a:endParaRPr>
          </a:p>
          <a:p>
            <a:pPr>
              <a:buNone/>
            </a:pPr>
            <a:r>
              <a:rPr lang="en-AU" dirty="0">
                <a:effectLst/>
                <a:latin typeface="Helvetica Neue" panose="02000503000000020004" pitchFamily="2" charset="0"/>
              </a:rPr>
              <a:t>VMware Cloud Foundation is much more than just infrastructure — it’s also a platform for advanced capabilities that help customers support new use cases, drive innovation, and improve operational resilience.</a:t>
            </a:r>
          </a:p>
          <a:p>
            <a:pPr>
              <a:buNone/>
            </a:pPr>
            <a:endParaRPr lang="en-AU" dirty="0">
              <a:effectLst/>
              <a:latin typeface="Helvetica Neue" panose="02000503000000020004" pitchFamily="2" charset="0"/>
            </a:endParaRPr>
          </a:p>
          <a:p>
            <a:pPr>
              <a:buNone/>
            </a:pPr>
            <a:r>
              <a:rPr lang="en-AU" dirty="0">
                <a:effectLst/>
                <a:latin typeface="Helvetica Neue" panose="02000503000000020004" pitchFamily="2" charset="0"/>
              </a:rPr>
              <a:t>These advanced services include areas like Private AI, where customers can securely deploy and scale AI workloads within their private cloud, and DR and Ransomware Recovery, delivering built-in protection and rapid recovery from cyber threats.</a:t>
            </a:r>
          </a:p>
          <a:p>
            <a:pPr>
              <a:buNone/>
            </a:pPr>
            <a:endParaRPr lang="en-AU" dirty="0">
              <a:effectLst/>
              <a:latin typeface="Helvetica Neue" panose="02000503000000020004" pitchFamily="2" charset="0"/>
            </a:endParaRPr>
          </a:p>
          <a:p>
            <a:pPr>
              <a:buNone/>
            </a:pPr>
            <a:r>
              <a:rPr lang="en-AU" dirty="0">
                <a:effectLst/>
                <a:latin typeface="Helvetica Neue" panose="02000503000000020004" pitchFamily="2" charset="0"/>
              </a:rPr>
              <a:t>Advanced Security strengthens lateral security and zero-trust architectures, while Load Balancing and Application Services ensure better performance and availability for modern applications.</a:t>
            </a:r>
          </a:p>
          <a:p>
            <a:pPr>
              <a:buNone/>
            </a:pPr>
            <a:endParaRPr lang="en-AU" dirty="0">
              <a:effectLst/>
              <a:latin typeface="Helvetica Neue" panose="02000503000000020004" pitchFamily="2" charset="0"/>
            </a:endParaRPr>
          </a:p>
          <a:p>
            <a:pPr>
              <a:buNone/>
            </a:pPr>
            <a:r>
              <a:rPr lang="en-AU" dirty="0">
                <a:effectLst/>
                <a:latin typeface="Helvetica Neue" panose="02000503000000020004" pitchFamily="2" charset="0"/>
              </a:rPr>
              <a:t>We also see customers leveraging Data Services to optimize storage for AI, databases, and container workloads, and Network Observability to gain deeper visibility into traffic patterns and performance across the environment.</a:t>
            </a:r>
          </a:p>
          <a:p>
            <a:pPr>
              <a:buNone/>
            </a:pPr>
            <a:endParaRPr lang="en-AU" dirty="0">
              <a:effectLst/>
              <a:latin typeface="Helvetica Neue" panose="02000503000000020004" pitchFamily="2" charset="0"/>
            </a:endParaRPr>
          </a:p>
          <a:p>
            <a:pPr>
              <a:buNone/>
            </a:pPr>
            <a:r>
              <a:rPr lang="en-AU" dirty="0">
                <a:effectLst/>
                <a:latin typeface="Helvetica Neue" panose="02000503000000020004" pitchFamily="2" charset="0"/>
              </a:rPr>
              <a:t>Finally, capabilities like Business Operations automation and Secure Access help customers drive efficiency, enforce governance, and improve user access control across the private cloud.</a:t>
            </a:r>
          </a:p>
          <a:p>
            <a:pPr>
              <a:buNone/>
            </a:pPr>
            <a:endParaRPr lang="en-AU" dirty="0">
              <a:effectLst/>
              <a:latin typeface="Helvetica Neue" panose="02000503000000020004" pitchFamily="2" charset="0"/>
            </a:endParaRPr>
          </a:p>
          <a:p>
            <a:r>
              <a:rPr lang="en-AU" dirty="0">
                <a:effectLst/>
                <a:latin typeface="Helvetica Neue" panose="02000503000000020004" pitchFamily="2" charset="0"/>
              </a:rPr>
              <a:t>In the next few slides, we’ll walk through each of these categories at a high level so you can see how VCF Advanced Services open up even more value for customers beyond just the core deployment.</a:t>
            </a:r>
            <a:br>
              <a:rPr lang="en-AU" dirty="0">
                <a:effectLst/>
                <a:latin typeface="Helvetica Neue" panose="02000503000000020004" pitchFamily="2" charset="0"/>
              </a:rPr>
            </a:br>
            <a:br>
              <a:rPr lang="en-AU" dirty="0">
                <a:effectLst/>
                <a:latin typeface="Helvetica Neue" panose="02000503000000020004" pitchFamily="2" charset="0"/>
              </a:rPr>
            </a:br>
            <a:r>
              <a:rPr lang="en-AU" b="1" dirty="0">
                <a:effectLst/>
                <a:latin typeface="Helvetica Neue" panose="02000503000000020004" pitchFamily="2" charset="0"/>
              </a:rPr>
              <a:t>Notes:</a:t>
            </a:r>
            <a:br>
              <a:rPr lang="en-AU" b="1" dirty="0">
                <a:effectLst/>
                <a:latin typeface="Helvetica Neue" panose="02000503000000020004" pitchFamily="2" charset="0"/>
              </a:rPr>
            </a:br>
            <a:r>
              <a:rPr lang="en-AU" dirty="0">
                <a:effectLst/>
                <a:latin typeface="Helvetica Neue" panose="02000503000000020004" pitchFamily="2" charset="0"/>
              </a:rPr>
              <a:t>VCF Advanced Services require an add-on license.</a:t>
            </a:r>
            <a:br>
              <a:rPr lang="en-AU" dirty="0">
                <a:effectLst/>
                <a:latin typeface="Helvetica Neue" panose="02000503000000020004" pitchFamily="2" charset="0"/>
              </a:rPr>
            </a:br>
            <a:br>
              <a:rPr lang="en-AU" dirty="0">
                <a:effectLst/>
                <a:latin typeface="Helvetica Neue" panose="02000503000000020004" pitchFamily="2" charset="0"/>
              </a:rPr>
            </a:br>
            <a:r>
              <a:rPr lang="en-AU" b="1" dirty="0">
                <a:effectLst/>
                <a:latin typeface="Helvetica Neue" panose="02000503000000020004" pitchFamily="2" charset="0"/>
              </a:rPr>
              <a:t>Resources:</a:t>
            </a:r>
            <a:endParaRPr lang="en-AU" dirty="0">
              <a:effectLst/>
              <a:latin typeface="Helvetica Neue" panose="02000503000000020004" pitchFamily="2" charset="0"/>
            </a:endParaRPr>
          </a:p>
          <a:p>
            <a:pPr marL="457200" lvl="0" indent="-381000" algn="l" rtl="0">
              <a:lnSpc>
                <a:spcPct val="100000"/>
              </a:lnSpc>
              <a:spcBef>
                <a:spcPts val="0"/>
              </a:spcBef>
              <a:spcAft>
                <a:spcPts val="0"/>
              </a:spcAft>
              <a:buClr>
                <a:schemeClr val="dk1"/>
              </a:buClr>
              <a:buSzPts val="1200"/>
              <a:buFont typeface="Arial"/>
              <a:buNone/>
            </a:pPr>
            <a:endParaRPr sz="1200" dirty="0">
              <a:solidFill>
                <a:schemeClr val="dk2"/>
              </a:solidFill>
            </a:endParaRPr>
          </a:p>
        </p:txBody>
      </p:sp>
      <p:sp>
        <p:nvSpPr>
          <p:cNvPr id="6415" name="Google Shape;6415;g3485a941995_0_2820:notes"/>
          <p:cNvSpPr txBox="1">
            <a:spLocks noGrp="1"/>
          </p:cNvSpPr>
          <p:nvPr>
            <p:ph type="sldNum" idx="12"/>
          </p:nvPr>
        </p:nvSpPr>
        <p:spPr>
          <a:xfrm>
            <a:off x="4014100" y="8890281"/>
            <a:ext cx="3070800" cy="469500"/>
          </a:xfrm>
          <a:prstGeom prst="rect">
            <a:avLst/>
          </a:prstGeom>
          <a:noFill/>
          <a:ln>
            <a:noFill/>
          </a:ln>
        </p:spPr>
        <p:txBody>
          <a:bodyPr spcFirstLastPara="1" wrap="square" lIns="94175" tIns="47075" rIns="94175" bIns="47075" anchor="b"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000000"/>
                </a:solidFill>
                <a:latin typeface="Arial"/>
                <a:ea typeface="Arial"/>
                <a:cs typeface="Arial"/>
                <a:sym typeface="Arial"/>
              </a:rPr>
              <a:t>24</a:t>
            </a:fld>
            <a:endParaRPr sz="1300" b="0" i="0" u="none" strike="noStrike" cap="none" dirty="0">
              <a:solidFill>
                <a:srgbClr val="000000"/>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00"/>
        <p:cNvGrpSpPr/>
        <p:nvPr/>
      </p:nvGrpSpPr>
      <p:grpSpPr>
        <a:xfrm>
          <a:off x="0" y="0"/>
          <a:ext cx="0" cy="0"/>
          <a:chOff x="0" y="0"/>
          <a:chExt cx="0" cy="0"/>
        </a:xfrm>
      </p:grpSpPr>
      <p:sp>
        <p:nvSpPr>
          <p:cNvPr id="8801" name="Google Shape;8801;p116: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02" name="Google Shape;8802;p116: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spcBef>
                <a:spcPts val="0"/>
              </a:spcBef>
              <a:spcAft>
                <a:spcPts val="0"/>
              </a:spcAft>
              <a:buNone/>
            </a:pPr>
            <a:r>
              <a:rPr lang="en-US" sz="1200" u="none" strike="noStrike" dirty="0">
                <a:solidFill>
                  <a:schemeClr val="dk1"/>
                </a:solidFill>
                <a:latin typeface="Arial" panose="020B0604020202020204" pitchFamily="34" charset="0"/>
                <a:sym typeface="Arial"/>
              </a:rPr>
              <a:t>Key Message:</a:t>
            </a:r>
            <a:endParaRPr dirty="0">
              <a:latin typeface="Arial" panose="020B0604020202020204" pitchFamily="34" charset="0"/>
            </a:endParaRPr>
          </a:p>
          <a:p>
            <a:pPr marL="0" lvl="0" indent="0" algn="l" rtl="0">
              <a:spcBef>
                <a:spcPts val="0"/>
              </a:spcBef>
              <a:spcAft>
                <a:spcPts val="0"/>
              </a:spcAft>
              <a:buNone/>
            </a:pPr>
            <a:r>
              <a:rPr lang="en-US" sz="1200" u="none" strike="noStrike" dirty="0">
                <a:solidFill>
                  <a:schemeClr val="dk1"/>
                </a:solidFill>
                <a:latin typeface="Arial" panose="020B0604020202020204" pitchFamily="34" charset="0"/>
                <a:sym typeface="Arial"/>
              </a:rPr>
              <a:t>This section details some additional resources that you may find helpful.</a:t>
            </a:r>
            <a:endParaRPr dirty="0">
              <a:latin typeface="Arial" panose="020B0604020202020204" pitchFamily="34" charset="0"/>
            </a:endParaRPr>
          </a:p>
          <a:p>
            <a:pPr marL="0" lvl="0" indent="0" algn="l" rtl="0">
              <a:spcBef>
                <a:spcPts val="0"/>
              </a:spcBef>
              <a:spcAft>
                <a:spcPts val="0"/>
              </a:spcAft>
              <a:buNone/>
            </a:pPr>
            <a:endParaRPr sz="1200" u="none" strike="noStrike" dirty="0">
              <a:solidFill>
                <a:schemeClr val="dk1"/>
              </a:solidFill>
              <a:latin typeface="Arial" panose="020B0604020202020204" pitchFamily="34" charset="0"/>
              <a:sym typeface="Arial"/>
            </a:endParaRPr>
          </a:p>
          <a:p>
            <a:pPr marL="0" lvl="0" indent="0" algn="l" rtl="0">
              <a:spcBef>
                <a:spcPts val="0"/>
              </a:spcBef>
              <a:spcAft>
                <a:spcPts val="0"/>
              </a:spcAft>
              <a:buNone/>
            </a:pPr>
            <a:r>
              <a:rPr lang="en-US" sz="1200" u="none" strike="noStrike" dirty="0">
                <a:solidFill>
                  <a:schemeClr val="dk1"/>
                </a:solidFill>
                <a:latin typeface="Arial" panose="020B0604020202020204" pitchFamily="34" charset="0"/>
                <a:sym typeface="Arial"/>
              </a:rPr>
              <a:t>Talk Track:</a:t>
            </a:r>
            <a:endParaRPr sz="1200" u="none" strike="noStrike" dirty="0">
              <a:solidFill>
                <a:schemeClr val="dk1"/>
              </a:solidFill>
              <a:latin typeface="Arial" panose="020B0604020202020204" pitchFamily="34" charset="0"/>
              <a:sym typeface="Arial"/>
            </a:endParaRPr>
          </a:p>
          <a:p>
            <a:pPr marL="0" lvl="0" indent="0" algn="l" rtl="0">
              <a:spcBef>
                <a:spcPts val="0"/>
              </a:spcBef>
              <a:spcAft>
                <a:spcPts val="0"/>
              </a:spcAft>
              <a:buNone/>
            </a:pPr>
            <a:r>
              <a:rPr lang="en-US" sz="1200" u="none" strike="noStrike" dirty="0">
                <a:solidFill>
                  <a:schemeClr val="dk1"/>
                </a:solidFill>
                <a:latin typeface="Arial" panose="020B0604020202020204" pitchFamily="34" charset="0"/>
                <a:sym typeface="Arial"/>
              </a:rPr>
              <a:t>This section details some additional resources that you may find helpful.</a:t>
            </a:r>
            <a:endParaRPr dirty="0">
              <a:latin typeface="Arial" panose="020B0604020202020204" pitchFamily="34" charset="0"/>
            </a:endParaRPr>
          </a:p>
          <a:p>
            <a:pPr marL="0" lvl="0" indent="0" algn="l" rtl="0">
              <a:spcBef>
                <a:spcPts val="0"/>
              </a:spcBef>
              <a:spcAft>
                <a:spcPts val="0"/>
              </a:spcAft>
              <a:buNone/>
            </a:pPr>
            <a:endParaRPr sz="1200" u="none" strike="noStrike" dirty="0">
              <a:solidFill>
                <a:schemeClr val="dk1"/>
              </a:solidFill>
              <a:latin typeface="Arial" panose="020B0604020202020204" pitchFamily="34" charset="0"/>
              <a:sym typeface="Arial"/>
            </a:endParaRPr>
          </a:p>
          <a:p>
            <a:pPr marL="0" lvl="0" indent="0" algn="l" rtl="0">
              <a:spcBef>
                <a:spcPts val="0"/>
              </a:spcBef>
              <a:spcAft>
                <a:spcPts val="0"/>
              </a:spcAft>
              <a:buNone/>
            </a:pPr>
            <a:r>
              <a:rPr lang="en-US" sz="1200" u="none" strike="noStrike" dirty="0">
                <a:solidFill>
                  <a:schemeClr val="dk1"/>
                </a:solidFill>
                <a:latin typeface="Arial" panose="020B0604020202020204" pitchFamily="34" charset="0"/>
                <a:sym typeface="Arial"/>
              </a:rPr>
              <a:t>Notes:</a:t>
            </a:r>
            <a:endParaRPr sz="1200" u="none" strike="noStrike" dirty="0">
              <a:solidFill>
                <a:schemeClr val="dk1"/>
              </a:solidFill>
              <a:latin typeface="Arial" panose="020B0604020202020204" pitchFamily="34" charset="0"/>
              <a:sym typeface="Arial"/>
            </a:endParaRPr>
          </a:p>
          <a:p>
            <a:pPr marL="0" lvl="0" indent="0" algn="l" rtl="0">
              <a:spcBef>
                <a:spcPts val="0"/>
              </a:spcBef>
              <a:spcAft>
                <a:spcPts val="0"/>
              </a:spcAft>
              <a:buNone/>
            </a:pPr>
            <a:endParaRPr sz="1200" u="none" strike="noStrike" dirty="0">
              <a:solidFill>
                <a:schemeClr val="dk1"/>
              </a:solidFill>
              <a:latin typeface="Arial" panose="020B0604020202020204" pitchFamily="34" charset="0"/>
              <a:sym typeface="Arial"/>
            </a:endParaRPr>
          </a:p>
          <a:p>
            <a:pPr marL="0" lvl="0" indent="0" algn="l" rtl="0">
              <a:spcBef>
                <a:spcPts val="0"/>
              </a:spcBef>
              <a:spcAft>
                <a:spcPts val="0"/>
              </a:spcAft>
              <a:buNone/>
            </a:pPr>
            <a:r>
              <a:rPr lang="en-AU" sz="1200" u="none" strike="noStrike" dirty="0">
                <a:solidFill>
                  <a:schemeClr val="dk1"/>
                </a:solidFill>
                <a:latin typeface="Arial" panose="020B0604020202020204" pitchFamily="34" charset="0"/>
                <a:sym typeface="Arial"/>
              </a:rPr>
              <a:t>Resources:</a:t>
            </a:r>
            <a:endParaRPr sz="1200" u="none" strike="noStrike" dirty="0">
              <a:solidFill>
                <a:schemeClr val="dk1"/>
              </a:solidFill>
              <a:latin typeface="Arial" panose="020B0604020202020204" pitchFamily="34" charset="0"/>
              <a:sym typeface="Arial"/>
            </a:endParaRPr>
          </a:p>
          <a:p>
            <a:pPr marL="0" lvl="0" indent="0" algn="l" rtl="0">
              <a:spcBef>
                <a:spcPts val="0"/>
              </a:spcBef>
              <a:spcAft>
                <a:spcPts val="0"/>
              </a:spcAft>
              <a:buNone/>
            </a:pPr>
            <a:endParaRPr dirty="0">
              <a:latin typeface="Arial" panose="020B0604020202020204" pitchFamily="34" charset="0"/>
            </a:endParaRPr>
          </a:p>
          <a:p>
            <a:pPr marL="0" lvl="0" indent="0" algn="l" rtl="0">
              <a:spcBef>
                <a:spcPts val="0"/>
              </a:spcBef>
              <a:spcAft>
                <a:spcPts val="0"/>
              </a:spcAft>
              <a:buNone/>
            </a:pPr>
            <a:endParaRPr dirty="0">
              <a:latin typeface="Arial" panose="020B0604020202020204" pitchFamily="34" charset="0"/>
            </a:endParaRPr>
          </a:p>
          <a:p>
            <a:pPr marL="0" lvl="0" indent="0" algn="l" rtl="0">
              <a:spcBef>
                <a:spcPts val="0"/>
              </a:spcBef>
              <a:spcAft>
                <a:spcPts val="0"/>
              </a:spcAft>
              <a:buNone/>
            </a:pPr>
            <a:endParaRPr dirty="0">
              <a:latin typeface="Arial" panose="020B0604020202020204" pitchFamily="34" charset="0"/>
            </a:endParaRPr>
          </a:p>
          <a:p>
            <a:pPr marL="0" marR="0" lvl="0" indent="0" algn="l" rtl="0">
              <a:lnSpc>
                <a:spcPct val="100000"/>
              </a:lnSpc>
              <a:spcBef>
                <a:spcPts val="0"/>
              </a:spcBef>
              <a:spcAft>
                <a:spcPts val="0"/>
              </a:spcAft>
              <a:buClr>
                <a:schemeClr val="dk1"/>
              </a:buClr>
              <a:buSzPts val="1200"/>
              <a:buFont typeface="Arial"/>
              <a:buNone/>
            </a:pPr>
            <a:endParaRPr dirty="0">
              <a:latin typeface="Arial" panose="020B0604020202020204" pitchFamily="34" charset="0"/>
            </a:endParaRPr>
          </a:p>
          <a:p>
            <a:pPr marL="0" marR="0" lvl="0" indent="0" algn="l" rtl="0">
              <a:lnSpc>
                <a:spcPct val="100000"/>
              </a:lnSpc>
              <a:spcBef>
                <a:spcPts val="0"/>
              </a:spcBef>
              <a:spcAft>
                <a:spcPts val="0"/>
              </a:spcAft>
              <a:buClr>
                <a:schemeClr val="dk1"/>
              </a:buClr>
              <a:buSzPts val="1200"/>
              <a:buFont typeface="Arial"/>
              <a:buNone/>
            </a:pPr>
            <a:endParaRPr dirty="0">
              <a:latin typeface="Arial" panose="020B0604020202020204" pitchFamily="34" charset="0"/>
            </a:endParaRPr>
          </a:p>
          <a:p>
            <a:pPr marL="0" marR="0" lvl="0" indent="0" algn="l" rtl="0">
              <a:lnSpc>
                <a:spcPct val="100000"/>
              </a:lnSpc>
              <a:spcBef>
                <a:spcPts val="0"/>
              </a:spcBef>
              <a:spcAft>
                <a:spcPts val="0"/>
              </a:spcAft>
              <a:buClr>
                <a:schemeClr val="dk1"/>
              </a:buClr>
              <a:buSzPts val="1200"/>
              <a:buFont typeface="Arial"/>
              <a:buNone/>
            </a:pPr>
            <a:endParaRPr dirty="0">
              <a:latin typeface="Arial" panose="020B0604020202020204" pitchFamily="34" charset="0"/>
            </a:endParaRPr>
          </a:p>
          <a:p>
            <a:pPr marL="0" lvl="0" indent="0" algn="l" rtl="0">
              <a:spcBef>
                <a:spcPts val="0"/>
              </a:spcBef>
              <a:spcAft>
                <a:spcPts val="0"/>
              </a:spcAft>
              <a:buNone/>
            </a:pPr>
            <a:endParaRPr dirty="0">
              <a:latin typeface="Arial" panose="020B0604020202020204" pitchFamily="34" charset="0"/>
            </a:endParaRPr>
          </a:p>
          <a:p>
            <a:pPr marL="0" lvl="0" indent="0" algn="l" rtl="0">
              <a:spcBef>
                <a:spcPts val="0"/>
              </a:spcBef>
              <a:spcAft>
                <a:spcPts val="0"/>
              </a:spcAft>
              <a:buNone/>
            </a:pPr>
            <a:endParaRPr dirty="0">
              <a:latin typeface="Arial" panose="020B0604020202020204" pitchFamily="34" charset="0"/>
            </a:endParaRPr>
          </a:p>
          <a:p>
            <a:pPr marL="0" lvl="0" indent="0" algn="l" rtl="0">
              <a:spcBef>
                <a:spcPts val="0"/>
              </a:spcBef>
              <a:spcAft>
                <a:spcPts val="0"/>
              </a:spcAft>
              <a:buNone/>
            </a:pPr>
            <a:endParaRPr dirty="0">
              <a:latin typeface="Arial" panose="020B0604020202020204" pitchFamily="34" charset="0"/>
            </a:endParaRPr>
          </a:p>
          <a:p>
            <a:pPr marL="0" lvl="0" indent="0" algn="l" rtl="0">
              <a:spcBef>
                <a:spcPts val="0"/>
              </a:spcBef>
              <a:spcAft>
                <a:spcPts val="0"/>
              </a:spcAft>
              <a:buNone/>
            </a:pPr>
            <a:endParaRPr dirty="0">
              <a:latin typeface="Arial" panose="020B0604020202020204" pitchFamily="34" charset="0"/>
            </a:endParaRPr>
          </a:p>
          <a:p>
            <a:pPr marL="0" lvl="0" indent="0" algn="l" rtl="0">
              <a:spcBef>
                <a:spcPts val="0"/>
              </a:spcBef>
              <a:spcAft>
                <a:spcPts val="0"/>
              </a:spcAft>
              <a:buNone/>
            </a:pPr>
            <a:endParaRPr dirty="0">
              <a:latin typeface="Arial" panose="020B0604020202020204" pitchFamily="34" charset="0"/>
            </a:endParaRPr>
          </a:p>
          <a:p>
            <a:pPr marL="0" lvl="0" indent="0" algn="l" rtl="0">
              <a:spcBef>
                <a:spcPts val="0"/>
              </a:spcBef>
              <a:spcAft>
                <a:spcPts val="0"/>
              </a:spcAft>
              <a:buNone/>
            </a:pPr>
            <a:endParaRPr dirty="0">
              <a:latin typeface="Arial" panose="020B0604020202020204" pitchFamily="34" charset="0"/>
            </a:endParaRPr>
          </a:p>
        </p:txBody>
      </p:sp>
      <p:sp>
        <p:nvSpPr>
          <p:cNvPr id="8803" name="Google Shape;8803;p1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717074"/>
              </a:buClr>
              <a:buSzPts val="1200"/>
              <a:buFont typeface="Arial"/>
              <a:buNone/>
            </a:pPr>
            <a:fld id="{00000000-1234-1234-1234-123412341234}" type="slidenum">
              <a:rPr lang="en-US" sz="1200" u="none" strike="noStrike" cap="none">
                <a:solidFill>
                  <a:srgbClr val="717074"/>
                </a:solidFill>
                <a:sym typeface="Arial"/>
              </a:rPr>
              <a:t>25</a:t>
            </a:fld>
            <a:endParaRPr sz="1200" u="none" strike="noStrike" cap="none" dirty="0">
              <a:solidFill>
                <a:srgbClr val="717074"/>
              </a:solidFil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87400" y="609600"/>
            <a:ext cx="5283200" cy="2971800"/>
          </a:xfrm>
        </p:spPr>
      </p:sp>
      <p:sp>
        <p:nvSpPr>
          <p:cNvPr id="3" name="Notes Placeholder 2"/>
          <p:cNvSpPr>
            <a:spLocks noGrp="1"/>
          </p:cNvSpPr>
          <p:nvPr>
            <p:ph type="body" idx="1"/>
          </p:nvPr>
        </p:nvSpPr>
        <p:spPr/>
        <p:txBody>
          <a:bodyPr>
            <a:normAutofit fontScale="85000" lnSpcReduction="10000"/>
          </a:bodyPr>
          <a:lstStyle/>
          <a:p>
            <a:pPr marL="0" marR="0" lvl="0" indent="0" algn="l" defTabSz="913852" rtl="0" eaLnBrk="1" fontAlgn="auto" latinLnBrk="0" hangingPunct="1">
              <a:lnSpc>
                <a:spcPct val="93000"/>
              </a:lnSpc>
              <a:spcBef>
                <a:spcPts val="0"/>
              </a:spcBef>
              <a:spcAft>
                <a:spcPts val="900"/>
              </a:spcAft>
              <a:buClr>
                <a:srgbClr val="000000"/>
              </a:buClr>
              <a:buSzPts val="1500"/>
              <a:buFontTx/>
              <a:buNone/>
              <a:tabLst/>
              <a:defRPr/>
            </a:pPr>
            <a:r>
              <a:rPr lang="en-US" sz="1200" b="1" dirty="0">
                <a:solidFill>
                  <a:srgbClr val="3F3F3F"/>
                </a:solidFill>
                <a:latin typeface="Metropolis"/>
                <a:cs typeface="Microsoft Sans Serif" panose="020B0604020202020204" pitchFamily="34" charset="0"/>
                <a:sym typeface="Arial"/>
              </a:rPr>
              <a:t>Key Message:</a:t>
            </a:r>
          </a:p>
          <a:p>
            <a:pPr marL="0" marR="0" lvl="0" indent="0" algn="l" defTabSz="913852" rtl="0" eaLnBrk="1" fontAlgn="auto" latinLnBrk="0" hangingPunct="1">
              <a:lnSpc>
                <a:spcPct val="93000"/>
              </a:lnSpc>
              <a:spcBef>
                <a:spcPts val="0"/>
              </a:spcBef>
              <a:spcAft>
                <a:spcPts val="900"/>
              </a:spcAft>
              <a:buClr>
                <a:srgbClr val="000000"/>
              </a:buClr>
              <a:buSzPts val="1500"/>
              <a:buFontTx/>
              <a:buNone/>
              <a:tabLst/>
              <a:defRPr/>
            </a:pPr>
            <a:r>
              <a:rPr lang="en-US" sz="1200" dirty="0">
                <a:solidFill>
                  <a:srgbClr val="3F3F3F"/>
                </a:solidFill>
                <a:latin typeface="Metropolis"/>
                <a:cs typeface="Microsoft Sans Serif" panose="020B0604020202020204" pitchFamily="34" charset="0"/>
                <a:sym typeface="Arial"/>
              </a:rPr>
              <a:t>We offer a range of resources designed to meet you where you are in your learning journey, from quick explorations to in-depth, dedicated experiences.</a:t>
            </a:r>
          </a:p>
          <a:p>
            <a:pPr marL="0" marR="0" lvl="0" indent="0" algn="l" defTabSz="913852" rtl="0" eaLnBrk="1" fontAlgn="auto" latinLnBrk="0" hangingPunct="1">
              <a:lnSpc>
                <a:spcPct val="93000"/>
              </a:lnSpc>
              <a:spcBef>
                <a:spcPts val="0"/>
              </a:spcBef>
              <a:spcAft>
                <a:spcPts val="900"/>
              </a:spcAft>
              <a:buClr>
                <a:srgbClr val="000000"/>
              </a:buClr>
              <a:buSzPts val="1500"/>
              <a:buFontTx/>
              <a:buNone/>
              <a:tabLst/>
              <a:defRPr/>
            </a:pPr>
            <a:endParaRPr lang="en-US" sz="1200" b="1" dirty="0">
              <a:solidFill>
                <a:srgbClr val="3F3F3F"/>
              </a:solidFill>
              <a:latin typeface="Metropolis"/>
              <a:cs typeface="Microsoft Sans Serif" panose="020B0604020202020204" pitchFamily="34" charset="0"/>
              <a:sym typeface="Arial"/>
            </a:endParaRPr>
          </a:p>
          <a:p>
            <a:pPr marL="0" marR="0" lvl="0" indent="0" algn="l" defTabSz="913852" rtl="0" eaLnBrk="1" fontAlgn="auto" latinLnBrk="0" hangingPunct="1">
              <a:lnSpc>
                <a:spcPct val="93000"/>
              </a:lnSpc>
              <a:spcBef>
                <a:spcPts val="0"/>
              </a:spcBef>
              <a:spcAft>
                <a:spcPts val="900"/>
              </a:spcAft>
              <a:buClr>
                <a:srgbClr val="000000"/>
              </a:buClr>
              <a:buSzPts val="1500"/>
              <a:buFontTx/>
              <a:buNone/>
              <a:tabLst/>
              <a:defRPr/>
            </a:pPr>
            <a:r>
              <a:rPr lang="en-US" sz="1200" b="1" dirty="0">
                <a:solidFill>
                  <a:srgbClr val="3F3F3F"/>
                </a:solidFill>
                <a:latin typeface="Metropolis"/>
                <a:cs typeface="Microsoft Sans Serif" panose="020B0604020202020204" pitchFamily="34" charset="0"/>
                <a:sym typeface="Arial"/>
              </a:rPr>
              <a:t>Talk Track:</a:t>
            </a:r>
          </a:p>
          <a:p>
            <a:pPr marL="0" marR="0" lvl="0" indent="0" algn="l" defTabSz="913852" rtl="0" eaLnBrk="1" fontAlgn="auto" latinLnBrk="0" hangingPunct="1">
              <a:lnSpc>
                <a:spcPct val="93000"/>
              </a:lnSpc>
              <a:spcBef>
                <a:spcPts val="0"/>
              </a:spcBef>
              <a:spcAft>
                <a:spcPts val="900"/>
              </a:spcAft>
              <a:buClr>
                <a:srgbClr val="000000"/>
              </a:buClr>
              <a:buSzPts val="1500"/>
              <a:buFontTx/>
              <a:buNone/>
              <a:tabLst/>
              <a:defRPr/>
            </a:pPr>
            <a:r>
              <a:rPr lang="en-US" sz="1200" u="sng" dirty="0">
                <a:solidFill>
                  <a:srgbClr val="3F3F3F"/>
                </a:solidFill>
                <a:latin typeface="Metropolis"/>
                <a:cs typeface="Microsoft Sans Serif" panose="020B0604020202020204" pitchFamily="34" charset="0"/>
                <a:sym typeface="Arial"/>
              </a:rPr>
              <a:t>Hands-on Labs:</a:t>
            </a:r>
          </a:p>
          <a:p>
            <a:pPr marL="0" marR="0" lvl="0" indent="0" algn="l" defTabSz="913852" rtl="0" eaLnBrk="1" fontAlgn="auto" latinLnBrk="0" hangingPunct="1">
              <a:lnSpc>
                <a:spcPct val="93000"/>
              </a:lnSpc>
              <a:spcBef>
                <a:spcPts val="0"/>
              </a:spcBef>
              <a:spcAft>
                <a:spcPts val="900"/>
              </a:spcAft>
              <a:buClr>
                <a:srgbClr val="000000"/>
              </a:buClr>
              <a:buSzPts val="1500"/>
              <a:buFontTx/>
              <a:buNone/>
              <a:tabLst/>
              <a:defRPr/>
            </a:pPr>
            <a:r>
              <a:rPr lang="en-US" sz="1200" dirty="0">
                <a:solidFill>
                  <a:srgbClr val="3F3F3F"/>
                </a:solidFill>
                <a:latin typeface="Metropolis"/>
                <a:cs typeface="Microsoft Sans Serif" panose="020B0604020202020204" pitchFamily="34" charset="0"/>
                <a:sym typeface="Arial"/>
              </a:rPr>
              <a:t>First, VMware Hands-on Labs serve as your gateway to experiencing our products without any infrastructure setup. Think of it as instant access to a fully functional VMware environment from your browser. Whether you prefer a structured approach with step-by-step manuals or want to explore features at your own pace, Hands-on Labs accommodates both. It's perfect for evaluating solutions, building your skills, and even running proof-of-concepts.</a:t>
            </a:r>
          </a:p>
          <a:p>
            <a:pPr marL="0" marR="0" lvl="0" indent="0" algn="l" defTabSz="913852" rtl="0" eaLnBrk="1" fontAlgn="auto" latinLnBrk="0" hangingPunct="1">
              <a:lnSpc>
                <a:spcPct val="93000"/>
              </a:lnSpc>
              <a:spcBef>
                <a:spcPts val="0"/>
              </a:spcBef>
              <a:spcAft>
                <a:spcPts val="900"/>
              </a:spcAft>
              <a:buClr>
                <a:srgbClr val="000000"/>
              </a:buClr>
              <a:buSzPts val="1500"/>
              <a:buFontTx/>
              <a:buNone/>
              <a:tabLst/>
              <a:defRPr/>
            </a:pPr>
            <a:endParaRPr lang="en-US" sz="1200" u="sng" dirty="0">
              <a:solidFill>
                <a:srgbClr val="3F3F3F"/>
              </a:solidFill>
              <a:latin typeface="Metropolis"/>
              <a:cs typeface="Microsoft Sans Serif" panose="020B0604020202020204" pitchFamily="34" charset="0"/>
              <a:sym typeface="Arial"/>
            </a:endParaRPr>
          </a:p>
          <a:p>
            <a:pPr marL="0" marR="0" lvl="0" indent="0" algn="l" defTabSz="913852" rtl="0" eaLnBrk="1" fontAlgn="auto" latinLnBrk="0" hangingPunct="1">
              <a:lnSpc>
                <a:spcPct val="93000"/>
              </a:lnSpc>
              <a:spcBef>
                <a:spcPts val="0"/>
              </a:spcBef>
              <a:spcAft>
                <a:spcPts val="900"/>
              </a:spcAft>
              <a:buClr>
                <a:srgbClr val="000000"/>
              </a:buClr>
              <a:buSzPts val="1500"/>
              <a:buFontTx/>
              <a:buNone/>
              <a:tabLst/>
              <a:defRPr/>
            </a:pPr>
            <a:r>
              <a:rPr lang="en-US" sz="1200" u="sng" dirty="0">
                <a:solidFill>
                  <a:srgbClr val="3F3F3F"/>
                </a:solidFill>
                <a:latin typeface="Metropolis"/>
                <a:cs typeface="Microsoft Sans Serif" panose="020B0604020202020204" pitchFamily="34" charset="0"/>
                <a:sym typeface="Arial"/>
              </a:rPr>
              <a:t>VCF Experience Day:</a:t>
            </a:r>
          </a:p>
          <a:p>
            <a:pPr marL="0" marR="0" lvl="0" indent="0" algn="l" defTabSz="913852" rtl="0" eaLnBrk="1" fontAlgn="auto" latinLnBrk="0" hangingPunct="1">
              <a:lnSpc>
                <a:spcPct val="93000"/>
              </a:lnSpc>
              <a:spcBef>
                <a:spcPts val="0"/>
              </a:spcBef>
              <a:spcAft>
                <a:spcPts val="900"/>
              </a:spcAft>
              <a:buClr>
                <a:srgbClr val="000000"/>
              </a:buClr>
              <a:buSzPts val="1500"/>
              <a:buFontTx/>
              <a:buNone/>
              <a:tabLst/>
              <a:defRPr/>
            </a:pPr>
            <a:r>
              <a:rPr lang="en-US" sz="1200" dirty="0">
                <a:solidFill>
                  <a:srgbClr val="3F3F3F"/>
                </a:solidFill>
                <a:latin typeface="Metropolis"/>
                <a:cs typeface="Microsoft Sans Serif" panose="020B0604020202020204" pitchFamily="34" charset="0"/>
                <a:sym typeface="Arial"/>
              </a:rPr>
              <a:t>We offer VCF Experience Days for a more immersive experience focused on VMware Cloud Foundation. These events are more intensive, typically involving 8 to 10 hours of combined lecture and hands-on exercises. A key benefit is the guidance of a local VCF Subject Matter Expert, who can provide valuable insights and answer your specific questions. These events are scheduled, and lab capacity is booked to ensure a high-quality experience.</a:t>
            </a:r>
          </a:p>
          <a:p>
            <a:pPr marL="0" marR="0" lvl="0" indent="0" algn="l" defTabSz="913852" rtl="0" eaLnBrk="1" fontAlgn="auto" latinLnBrk="0" hangingPunct="1">
              <a:lnSpc>
                <a:spcPct val="93000"/>
              </a:lnSpc>
              <a:spcBef>
                <a:spcPts val="0"/>
              </a:spcBef>
              <a:spcAft>
                <a:spcPts val="900"/>
              </a:spcAft>
              <a:buClr>
                <a:srgbClr val="000000"/>
              </a:buClr>
              <a:buSzPts val="1500"/>
              <a:buFontTx/>
              <a:buNone/>
              <a:tabLst/>
              <a:defRPr/>
            </a:pPr>
            <a:endParaRPr lang="en-US" sz="1200" dirty="0">
              <a:solidFill>
                <a:srgbClr val="3F3F3F"/>
              </a:solidFill>
              <a:latin typeface="Metropolis"/>
              <a:cs typeface="Microsoft Sans Serif" panose="020B0604020202020204" pitchFamily="34" charset="0"/>
              <a:sym typeface="Arial"/>
            </a:endParaRPr>
          </a:p>
          <a:p>
            <a:pPr marL="0" marR="0" lvl="0" indent="0" algn="l" defTabSz="913852" rtl="0" eaLnBrk="1" fontAlgn="auto" latinLnBrk="0" hangingPunct="1">
              <a:lnSpc>
                <a:spcPct val="93000"/>
              </a:lnSpc>
              <a:spcBef>
                <a:spcPts val="0"/>
              </a:spcBef>
              <a:spcAft>
                <a:spcPts val="900"/>
              </a:spcAft>
              <a:buClr>
                <a:srgbClr val="000000"/>
              </a:buClr>
              <a:buSzPts val="1500"/>
              <a:buFontTx/>
              <a:buNone/>
              <a:tabLst/>
              <a:defRPr/>
            </a:pPr>
            <a:r>
              <a:rPr lang="en-US" sz="1200" u="sng" dirty="0">
                <a:solidFill>
                  <a:srgbClr val="3F3F3F"/>
                </a:solidFill>
                <a:latin typeface="Metropolis"/>
                <a:cs typeface="Microsoft Sans Serif" panose="020B0604020202020204" pitchFamily="34" charset="0"/>
                <a:sym typeface="Arial"/>
              </a:rPr>
              <a:t>Holodeck Toolkit:</a:t>
            </a:r>
          </a:p>
          <a:p>
            <a:pPr marL="0" marR="0" lvl="0" indent="0" algn="l" defTabSz="913852" rtl="0" eaLnBrk="1" fontAlgn="auto" latinLnBrk="0" hangingPunct="1">
              <a:lnSpc>
                <a:spcPct val="93000"/>
              </a:lnSpc>
              <a:spcBef>
                <a:spcPts val="0"/>
              </a:spcBef>
              <a:spcAft>
                <a:spcPts val="900"/>
              </a:spcAft>
              <a:buClr>
                <a:srgbClr val="000000"/>
              </a:buClr>
              <a:buSzPts val="1500"/>
              <a:buFontTx/>
              <a:buNone/>
              <a:tabLst/>
              <a:defRPr/>
            </a:pPr>
            <a:r>
              <a:rPr lang="en-US" sz="1200" dirty="0">
                <a:solidFill>
                  <a:srgbClr val="3F3F3F"/>
                </a:solidFill>
                <a:latin typeface="Metropolis"/>
                <a:cs typeface="Microsoft Sans Serif" panose="020B0604020202020204" pitchFamily="34" charset="0"/>
                <a:sym typeface="Arial"/>
              </a:rPr>
              <a:t>We offer the VMware Holodeck Toolkit for those needing a persistent, long-term environment. This toolkit allows you to deploy a nested sandbox on a physical vSphere host, even within your data center. The Holodeck is designed to augment or even replace the need for traditional POCs, providing a more cost-effective and flexible solution. It's available in standalone and scalable partner designs, and importantly, it supports hands-on access for multiple teams within a data center, facilitating collaborative learning and evaluation.</a:t>
            </a:r>
            <a:br>
              <a:rPr lang="en-US" sz="1200" dirty="0">
                <a:solidFill>
                  <a:srgbClr val="3F3F3F"/>
                </a:solidFill>
                <a:latin typeface="Metropolis"/>
                <a:cs typeface="Microsoft Sans Serif" panose="020B0604020202020204" pitchFamily="34" charset="0"/>
                <a:sym typeface="Arial"/>
              </a:rPr>
            </a:br>
            <a:br>
              <a:rPr lang="en-US" sz="1200" dirty="0">
                <a:solidFill>
                  <a:srgbClr val="3F3F3F"/>
                </a:solidFill>
                <a:latin typeface="Metropolis"/>
                <a:cs typeface="Microsoft Sans Serif" panose="020B0604020202020204" pitchFamily="34" charset="0"/>
                <a:sym typeface="Arial"/>
              </a:rPr>
            </a:br>
            <a:r>
              <a:rPr lang="en-US" sz="1200" b="1" dirty="0">
                <a:solidFill>
                  <a:srgbClr val="3F3F3F"/>
                </a:solidFill>
                <a:latin typeface="Metropolis"/>
                <a:cs typeface="Microsoft Sans Serif" panose="020B0604020202020204" pitchFamily="34" charset="0"/>
                <a:sym typeface="Arial"/>
              </a:rPr>
              <a:t>Notes:</a:t>
            </a:r>
            <a:br>
              <a:rPr lang="en-US" sz="1200" b="1" dirty="0">
                <a:solidFill>
                  <a:srgbClr val="3F3F3F"/>
                </a:solidFill>
                <a:latin typeface="Metropolis"/>
                <a:cs typeface="Microsoft Sans Serif" panose="020B0604020202020204" pitchFamily="34" charset="0"/>
                <a:sym typeface="Arial"/>
              </a:rPr>
            </a:br>
            <a:br>
              <a:rPr lang="en-US" sz="1200" b="1" dirty="0">
                <a:solidFill>
                  <a:srgbClr val="3F3F3F"/>
                </a:solidFill>
                <a:latin typeface="Metropolis"/>
                <a:cs typeface="Microsoft Sans Serif" panose="020B0604020202020204" pitchFamily="34" charset="0"/>
                <a:sym typeface="Arial"/>
              </a:rPr>
            </a:br>
            <a:r>
              <a:rPr lang="en-US" sz="1200" b="1" dirty="0">
                <a:solidFill>
                  <a:srgbClr val="3F3F3F"/>
                </a:solidFill>
                <a:latin typeface="Metropolis"/>
                <a:cs typeface="Microsoft Sans Serif" panose="020B0604020202020204" pitchFamily="34" charset="0"/>
                <a:sym typeface="Arial"/>
              </a:rPr>
              <a:t>Resources: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Arial"/>
              <a:sym typeface="Arial"/>
            </a:endParaRPr>
          </a:p>
        </p:txBody>
      </p:sp>
    </p:spTree>
    <p:extLst>
      <p:ext uri="{BB962C8B-B14F-4D97-AF65-F5344CB8AC3E}">
        <p14:creationId xmlns:p14="http://schemas.microsoft.com/office/powerpoint/2010/main" val="4471262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08">
          <a:extLst>
            <a:ext uri="{FF2B5EF4-FFF2-40B4-BE49-F238E27FC236}">
              <a16:creationId xmlns:a16="http://schemas.microsoft.com/office/drawing/2014/main" id="{CD742C70-60E7-89FA-6ECD-961E03D4631B}"/>
            </a:ext>
          </a:extLst>
        </p:cNvPr>
        <p:cNvGrpSpPr/>
        <p:nvPr/>
      </p:nvGrpSpPr>
      <p:grpSpPr>
        <a:xfrm>
          <a:off x="0" y="0"/>
          <a:ext cx="0" cy="0"/>
          <a:chOff x="0" y="0"/>
          <a:chExt cx="0" cy="0"/>
        </a:xfrm>
      </p:grpSpPr>
      <p:sp>
        <p:nvSpPr>
          <p:cNvPr id="16709" name="Google Shape;16709;p158:notes">
            <a:extLst>
              <a:ext uri="{FF2B5EF4-FFF2-40B4-BE49-F238E27FC236}">
                <a16:creationId xmlns:a16="http://schemas.microsoft.com/office/drawing/2014/main" id="{35058A49-4580-7626-7D2E-48C646042806}"/>
              </a:ext>
            </a:extLst>
          </p:cNvPr>
          <p:cNvSpPr>
            <a:spLocks noGrp="1" noRot="1" noChangeAspect="1"/>
          </p:cNvSpPr>
          <p:nvPr>
            <p:ph type="sldImg" idx="2"/>
          </p:nvPr>
        </p:nvSpPr>
        <p:spPr>
          <a:xfrm>
            <a:off x="787400" y="609600"/>
            <a:ext cx="5283200"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710" name="Google Shape;16710;p158:notes">
            <a:extLst>
              <a:ext uri="{FF2B5EF4-FFF2-40B4-BE49-F238E27FC236}">
                <a16:creationId xmlns:a16="http://schemas.microsoft.com/office/drawing/2014/main" id="{3F29EFEA-F619-77A2-2041-3AA820C40E52}"/>
              </a:ext>
            </a:extLst>
          </p:cNvPr>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spcBef>
                <a:spcPts val="0"/>
              </a:spcBef>
              <a:spcAft>
                <a:spcPts val="0"/>
              </a:spcAft>
              <a:buNone/>
            </a:pPr>
            <a:r>
              <a:rPr lang="en-US" sz="1200" b="1" i="0" u="none" strike="noStrike" dirty="0">
                <a:solidFill>
                  <a:schemeClr val="dk1"/>
                </a:solidFill>
                <a:latin typeface="Arial"/>
                <a:ea typeface="Arial"/>
                <a:cs typeface="Arial"/>
                <a:sym typeface="Arial"/>
              </a:rPr>
              <a:t>Key Message:</a:t>
            </a:r>
            <a:endParaRPr dirty="0"/>
          </a:p>
          <a:p>
            <a:pPr marL="0" marR="0" lvl="0" indent="0" algn="l" rtl="0">
              <a:lnSpc>
                <a:spcPct val="100000"/>
              </a:lnSpc>
              <a:spcBef>
                <a:spcPts val="0"/>
              </a:spcBef>
              <a:spcAft>
                <a:spcPts val="0"/>
              </a:spcAft>
              <a:buClr>
                <a:schemeClr val="dk1"/>
              </a:buClr>
              <a:buSzPts val="1200"/>
              <a:buFont typeface="Arial"/>
              <a:buNone/>
            </a:pPr>
            <a:r>
              <a:rPr lang="en-US" sz="1200" b="0" i="0" u="none" strike="noStrike" dirty="0">
                <a:solidFill>
                  <a:schemeClr val="dk1"/>
                </a:solidFill>
                <a:latin typeface="Arial"/>
                <a:ea typeface="Arial"/>
                <a:cs typeface="Arial"/>
                <a:sym typeface="Arial"/>
              </a:rPr>
              <a:t>Valuable VMware Cloud Foundation Resources.</a:t>
            </a:r>
            <a:endParaRPr dirty="0"/>
          </a:p>
          <a:p>
            <a:pPr marL="0" lvl="0" indent="0" algn="l" rtl="0">
              <a:spcBef>
                <a:spcPts val="0"/>
              </a:spcBef>
              <a:spcAft>
                <a:spcPts val="0"/>
              </a:spcAft>
              <a:buNone/>
            </a:pPr>
            <a:endParaRPr sz="1200" b="0" i="0" u="none" strike="noStrike" dirty="0">
              <a:solidFill>
                <a:schemeClr val="dk1"/>
              </a:solidFill>
              <a:latin typeface="Arial"/>
              <a:ea typeface="Arial"/>
              <a:cs typeface="Arial"/>
              <a:sym typeface="Arial"/>
            </a:endParaRPr>
          </a:p>
          <a:p>
            <a:pPr marL="0" lvl="0" indent="0" algn="l" rtl="0">
              <a:spcBef>
                <a:spcPts val="0"/>
              </a:spcBef>
              <a:spcAft>
                <a:spcPts val="0"/>
              </a:spcAft>
              <a:buNone/>
            </a:pPr>
            <a:r>
              <a:rPr lang="en-US" sz="1200" b="1" i="0" u="none" strike="noStrike" dirty="0">
                <a:solidFill>
                  <a:schemeClr val="dk1"/>
                </a:solidFill>
                <a:latin typeface="Arial"/>
                <a:ea typeface="Arial"/>
                <a:cs typeface="Arial"/>
                <a:sym typeface="Arial"/>
              </a:rPr>
              <a:t>Talk Track:</a:t>
            </a:r>
            <a:endParaRPr sz="1200" b="0" i="0" u="none" strike="noStrik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200"/>
              <a:buFont typeface="Arial"/>
              <a:buNone/>
            </a:pPr>
            <a:r>
              <a:rPr lang="en-US" sz="1200" b="0" i="0" u="none" strike="noStrike" dirty="0">
                <a:solidFill>
                  <a:schemeClr val="dk1"/>
                </a:solidFill>
                <a:latin typeface="Arial"/>
                <a:ea typeface="Arial"/>
                <a:cs typeface="Arial"/>
                <a:sym typeface="Arial"/>
              </a:rPr>
              <a:t>Here is a list of useful additional VMware Cloud Foundation resources.</a:t>
            </a:r>
            <a:br>
              <a:rPr lang="en-US" sz="1200" b="0" i="0" u="none" strike="noStrike" dirty="0">
                <a:solidFill>
                  <a:schemeClr val="dk1"/>
                </a:solidFill>
                <a:latin typeface="Arial"/>
                <a:ea typeface="Arial"/>
                <a:cs typeface="Arial"/>
                <a:sym typeface="Arial"/>
              </a:rPr>
            </a:br>
            <a:br>
              <a:rPr lang="en-US" sz="1200" b="0" i="0" u="none" strike="noStrike" dirty="0">
                <a:solidFill>
                  <a:schemeClr val="dk1"/>
                </a:solidFill>
                <a:latin typeface="Arial"/>
                <a:ea typeface="Arial"/>
                <a:cs typeface="Arial"/>
                <a:sym typeface="Arial"/>
              </a:rPr>
            </a:br>
            <a:r>
              <a:rPr lang="en-US" sz="1200" b="1" dirty="0">
                <a:solidFill>
                  <a:srgbClr val="3F3F3F"/>
                </a:solidFill>
                <a:latin typeface="Arial"/>
                <a:ea typeface="Arial"/>
                <a:cs typeface="Arial"/>
                <a:sym typeface="Arial"/>
              </a:rPr>
              <a:t>Notes:</a:t>
            </a:r>
            <a:br>
              <a:rPr lang="en-US" sz="1200" b="1" dirty="0">
                <a:solidFill>
                  <a:srgbClr val="3F3F3F"/>
                </a:solidFill>
                <a:latin typeface="Arial"/>
                <a:ea typeface="Arial"/>
                <a:cs typeface="Arial"/>
                <a:sym typeface="Arial"/>
              </a:rPr>
            </a:br>
            <a:br>
              <a:rPr lang="en-US" sz="1200" b="1" dirty="0">
                <a:solidFill>
                  <a:srgbClr val="3F3F3F"/>
                </a:solidFill>
                <a:latin typeface="Arial"/>
                <a:ea typeface="Arial"/>
                <a:cs typeface="Arial"/>
                <a:sym typeface="Arial"/>
              </a:rPr>
            </a:br>
            <a:r>
              <a:rPr lang="en-US" sz="1200" b="1" dirty="0">
                <a:solidFill>
                  <a:srgbClr val="3F3F3F"/>
                </a:solidFill>
                <a:latin typeface="Arial"/>
                <a:ea typeface="Arial"/>
                <a:cs typeface="Arial"/>
                <a:sym typeface="Arial"/>
              </a:rPr>
              <a:t>Resources:</a:t>
            </a:r>
            <a:endParaRPr sz="1200" b="1" i="0" u="none" strike="noStrike" dirty="0">
              <a:solidFill>
                <a:schemeClr val="dk1"/>
              </a:solidFill>
              <a:latin typeface="Arial"/>
              <a:ea typeface="Arial"/>
              <a:cs typeface="Arial"/>
              <a:sym typeface="Arial"/>
            </a:endParaRPr>
          </a:p>
        </p:txBody>
      </p:sp>
      <p:sp>
        <p:nvSpPr>
          <p:cNvPr id="16711" name="Google Shape;16711;p158:notes">
            <a:extLst>
              <a:ext uri="{FF2B5EF4-FFF2-40B4-BE49-F238E27FC236}">
                <a16:creationId xmlns:a16="http://schemas.microsoft.com/office/drawing/2014/main" id="{A0FC866E-DD7C-93DA-E9F7-58EC5E4AE7E9}"/>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717074"/>
              </a:buClr>
              <a:buSzPts val="1200"/>
              <a:buFont typeface="Arial"/>
              <a:buNone/>
              <a:tabLst/>
              <a:defRPr/>
            </a:pPr>
            <a:fld id="{00000000-1234-1234-1234-123412341234}" type="slidenum">
              <a:rPr kumimoji="0" lang="en-US" sz="1200" b="0" i="0" u="none" strike="noStrike" kern="1200" cap="none" spc="0" normalizeH="0" baseline="0" noProof="0">
                <a:ln>
                  <a:noFill/>
                </a:ln>
                <a:solidFill>
                  <a:srgbClr val="717074"/>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717074"/>
                </a:buClr>
                <a:buSzPts val="1200"/>
                <a:buFont typeface="Arial"/>
                <a:buNone/>
                <a:tabLst/>
                <a:defRPr/>
              </a:pPr>
              <a:t>27</a:t>
            </a:fld>
            <a:endParaRPr kumimoji="0" sz="1200" b="0" i="0" u="none" strike="noStrike" kern="1200" cap="none" spc="0" normalizeH="0" baseline="0" noProof="0" dirty="0">
              <a:ln>
                <a:noFill/>
              </a:ln>
              <a:solidFill>
                <a:srgbClr val="717074"/>
              </a:solidFill>
              <a:effectLst/>
              <a:uLnTx/>
              <a:uFillTx/>
              <a:latin typeface="Arial"/>
              <a:ea typeface="Arial"/>
              <a:cs typeface="Arial"/>
              <a:sym typeface="Arial"/>
            </a:endParaRPr>
          </a:p>
        </p:txBody>
      </p:sp>
    </p:spTree>
    <p:extLst>
      <p:ext uri="{BB962C8B-B14F-4D97-AF65-F5344CB8AC3E}">
        <p14:creationId xmlns:p14="http://schemas.microsoft.com/office/powerpoint/2010/main" val="38213236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17"/>
        <p:cNvGrpSpPr/>
        <p:nvPr/>
      </p:nvGrpSpPr>
      <p:grpSpPr>
        <a:xfrm>
          <a:off x="0" y="0"/>
          <a:ext cx="0" cy="0"/>
          <a:chOff x="0" y="0"/>
          <a:chExt cx="0" cy="0"/>
        </a:xfrm>
      </p:grpSpPr>
      <p:sp>
        <p:nvSpPr>
          <p:cNvPr id="16718" name="Google Shape;16718;p159:notes"/>
          <p:cNvSpPr>
            <a:spLocks noGrp="1" noRot="1" noChangeAspect="1"/>
          </p:cNvSpPr>
          <p:nvPr>
            <p:ph type="sldImg" idx="2"/>
          </p:nvPr>
        </p:nvSpPr>
        <p:spPr>
          <a:xfrm>
            <a:off x="787400" y="609600"/>
            <a:ext cx="5283200"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719" name="Google Shape;16719;p159: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lnSpcReduction="10000"/>
          </a:bodyPr>
          <a:lstStyle/>
          <a:p>
            <a:pPr marL="0" marR="0" lvl="0" indent="0" algn="l" rtl="0">
              <a:lnSpc>
                <a:spcPct val="90000"/>
              </a:lnSpc>
              <a:spcBef>
                <a:spcPts val="0"/>
              </a:spcBef>
              <a:spcAft>
                <a:spcPts val="0"/>
              </a:spcAft>
              <a:buClr>
                <a:schemeClr val="dk1"/>
              </a:buClr>
              <a:buSzPts val="1020"/>
              <a:buFont typeface="Arial"/>
              <a:buNone/>
            </a:pPr>
            <a:r>
              <a:rPr lang="en-US" sz="1020" b="1" dirty="0"/>
              <a:t>Key Message:</a:t>
            </a:r>
            <a:endParaRPr dirty="0"/>
          </a:p>
          <a:p>
            <a:pPr marL="0" marR="0" lvl="0" indent="0" algn="l" rtl="0">
              <a:lnSpc>
                <a:spcPct val="90000"/>
              </a:lnSpc>
              <a:spcBef>
                <a:spcPts val="0"/>
              </a:spcBef>
              <a:spcAft>
                <a:spcPts val="0"/>
              </a:spcAft>
              <a:buClr>
                <a:schemeClr val="dk1"/>
              </a:buClr>
              <a:buSzPts val="1020"/>
              <a:buFont typeface="Arial"/>
              <a:buNone/>
            </a:pPr>
            <a:endParaRPr sz="1020" b="1" dirty="0"/>
          </a:p>
          <a:p>
            <a:pPr marL="0" marR="0" lvl="0" indent="0" algn="l" rtl="0">
              <a:lnSpc>
                <a:spcPct val="90000"/>
              </a:lnSpc>
              <a:spcBef>
                <a:spcPts val="0"/>
              </a:spcBef>
              <a:spcAft>
                <a:spcPts val="0"/>
              </a:spcAft>
              <a:buClr>
                <a:schemeClr val="dk1"/>
              </a:buClr>
              <a:buSzPts val="1020"/>
              <a:buFont typeface="Arial"/>
              <a:buNone/>
            </a:pPr>
            <a:r>
              <a:rPr lang="en-US" sz="1020" dirty="0"/>
              <a:t>A learning path to help you gain expertise in VMware Cloud Foundation, progressing from foundational knowledge to advanced hands-on experience.</a:t>
            </a:r>
            <a:endParaRPr dirty="0"/>
          </a:p>
          <a:p>
            <a:pPr marL="0" marR="0" lvl="0" indent="0" algn="l" rtl="0">
              <a:lnSpc>
                <a:spcPct val="90000"/>
              </a:lnSpc>
              <a:spcBef>
                <a:spcPts val="0"/>
              </a:spcBef>
              <a:spcAft>
                <a:spcPts val="0"/>
              </a:spcAft>
              <a:buClr>
                <a:schemeClr val="dk1"/>
              </a:buClr>
              <a:buSzPts val="1020"/>
              <a:buFont typeface="Arial"/>
              <a:buNone/>
            </a:pPr>
            <a:endParaRPr sz="1020" b="1" dirty="0"/>
          </a:p>
          <a:p>
            <a:pPr marL="0" marR="0" lvl="0" indent="0" algn="l" rtl="0">
              <a:lnSpc>
                <a:spcPct val="90000"/>
              </a:lnSpc>
              <a:spcBef>
                <a:spcPts val="0"/>
              </a:spcBef>
              <a:spcAft>
                <a:spcPts val="0"/>
              </a:spcAft>
              <a:buClr>
                <a:schemeClr val="dk1"/>
              </a:buClr>
              <a:buSzPts val="1020"/>
              <a:buFont typeface="Arial"/>
              <a:buNone/>
            </a:pPr>
            <a:r>
              <a:rPr lang="en-US" sz="1020" b="1" dirty="0"/>
              <a:t>Talk Track:</a:t>
            </a:r>
            <a:endParaRPr dirty="0"/>
          </a:p>
          <a:p>
            <a:pPr marL="0" marR="0" lvl="0" indent="0" algn="l" rtl="0">
              <a:lnSpc>
                <a:spcPct val="90000"/>
              </a:lnSpc>
              <a:spcBef>
                <a:spcPts val="0"/>
              </a:spcBef>
              <a:spcAft>
                <a:spcPts val="0"/>
              </a:spcAft>
              <a:buClr>
                <a:schemeClr val="dk1"/>
              </a:buClr>
              <a:buSzPts val="1020"/>
              <a:buFont typeface="Arial"/>
              <a:buNone/>
            </a:pPr>
            <a:br>
              <a:rPr lang="en-US" sz="1020" dirty="0"/>
            </a:br>
            <a:r>
              <a:rPr lang="en-US" sz="1020" dirty="0"/>
              <a:t>Level 100 Basic Information:</a:t>
            </a:r>
            <a:endParaRPr dirty="0"/>
          </a:p>
          <a:p>
            <a:pPr marL="0" marR="0" lvl="0" indent="0" algn="l" rtl="0">
              <a:lnSpc>
                <a:spcPct val="90000"/>
              </a:lnSpc>
              <a:spcBef>
                <a:spcPts val="0"/>
              </a:spcBef>
              <a:spcAft>
                <a:spcPts val="0"/>
              </a:spcAft>
              <a:buClr>
                <a:schemeClr val="dk1"/>
              </a:buClr>
              <a:buSzPts val="1020"/>
              <a:buFont typeface="Arial"/>
              <a:buNone/>
            </a:pPr>
            <a:r>
              <a:rPr lang="en-US" sz="1020" dirty="0"/>
              <a:t>We focus on building a solid understanding of VCF. Start with our documentation and introductory videos to familiarize yourself with the core concepts. The VCF Datasheet provides a concise overview of VCF and its key use cases, offering a clear picture of its capabilities. To understand the economic benefits, the TCO White Paper outlines how VCF can lead to significant cost savings compared to traditional infrastructure. Finally, Forrester's Total Economic Impact Study presents a real-world perspective, demonstrating the tangible business value and ROI that VCF delivers to organizations.</a:t>
            </a:r>
            <a:endParaRPr dirty="0"/>
          </a:p>
          <a:p>
            <a:pPr marL="0" marR="0" lvl="0" indent="0" algn="l" rtl="0">
              <a:lnSpc>
                <a:spcPct val="90000"/>
              </a:lnSpc>
              <a:spcBef>
                <a:spcPts val="0"/>
              </a:spcBef>
              <a:spcAft>
                <a:spcPts val="0"/>
              </a:spcAft>
              <a:buClr>
                <a:schemeClr val="dk1"/>
              </a:buClr>
              <a:buSzPts val="1020"/>
              <a:buFont typeface="Arial"/>
              <a:buNone/>
            </a:pPr>
            <a:endParaRPr sz="1020" dirty="0"/>
          </a:p>
          <a:p>
            <a:pPr marL="0" marR="0" lvl="0" indent="0" algn="l" rtl="0">
              <a:lnSpc>
                <a:spcPct val="90000"/>
              </a:lnSpc>
              <a:spcBef>
                <a:spcPts val="0"/>
              </a:spcBef>
              <a:spcAft>
                <a:spcPts val="0"/>
              </a:spcAft>
              <a:buClr>
                <a:schemeClr val="dk1"/>
              </a:buClr>
              <a:buSzPts val="1020"/>
              <a:buFont typeface="Arial"/>
              <a:buNone/>
            </a:pPr>
            <a:r>
              <a:rPr lang="en-US" sz="1020" dirty="0"/>
              <a:t>Level 200 Intermediate Skills:</a:t>
            </a:r>
            <a:endParaRPr dirty="0"/>
          </a:p>
          <a:p>
            <a:pPr marL="0" marR="0" lvl="0" indent="0" algn="l" rtl="0">
              <a:lnSpc>
                <a:spcPct val="90000"/>
              </a:lnSpc>
              <a:spcBef>
                <a:spcPts val="0"/>
              </a:spcBef>
              <a:spcAft>
                <a:spcPts val="0"/>
              </a:spcAft>
              <a:buClr>
                <a:schemeClr val="dk1"/>
              </a:buClr>
              <a:buSzPts val="1020"/>
              <a:buFont typeface="Arial"/>
              <a:buNone/>
            </a:pPr>
            <a:r>
              <a:rPr lang="en-US" sz="1020" dirty="0"/>
              <a:t>We are transitioning to more interactive and practical learning. VMware Hands-on Labs (HOLs) are crucial in this regard. These self-paced, online environments provide guided exercises that enable you to directly experience VCF features and functionalities. The VMware Resource Center is your go-to source for in-depth technical content, including papers, demos, and best practices. The Cloud Foundation YouTube Channel offers demos, how-to guides, and other video resources for visual learners. Stay updated with the latest developments and insights by joining our Cloud Foundation Webinars and accessing valuable information through our Frequently Asked Questions.</a:t>
            </a:r>
            <a:endParaRPr dirty="0"/>
          </a:p>
          <a:p>
            <a:pPr marL="0" marR="0" lvl="0" indent="0" algn="l" rtl="0">
              <a:lnSpc>
                <a:spcPct val="90000"/>
              </a:lnSpc>
              <a:spcBef>
                <a:spcPts val="0"/>
              </a:spcBef>
              <a:spcAft>
                <a:spcPts val="0"/>
              </a:spcAft>
              <a:buClr>
                <a:schemeClr val="dk1"/>
              </a:buClr>
              <a:buSzPts val="1020"/>
              <a:buFont typeface="Arial"/>
              <a:buNone/>
            </a:pPr>
            <a:endParaRPr sz="1020" dirty="0"/>
          </a:p>
          <a:p>
            <a:pPr marL="0" marR="0" lvl="0" indent="0" algn="l" rtl="0">
              <a:lnSpc>
                <a:spcPct val="90000"/>
              </a:lnSpc>
              <a:spcBef>
                <a:spcPts val="0"/>
              </a:spcBef>
              <a:spcAft>
                <a:spcPts val="0"/>
              </a:spcAft>
              <a:buClr>
                <a:schemeClr val="dk1"/>
              </a:buClr>
              <a:buSzPts val="1020"/>
              <a:buFont typeface="Arial"/>
              <a:buNone/>
            </a:pPr>
            <a:r>
              <a:rPr lang="en-US" sz="1020" dirty="0"/>
              <a:t>Level 300 Advanced Expertise:</a:t>
            </a:r>
            <a:endParaRPr dirty="0"/>
          </a:p>
          <a:p>
            <a:pPr marL="0" marR="0" lvl="0" indent="0" algn="l" rtl="0">
              <a:lnSpc>
                <a:spcPct val="90000"/>
              </a:lnSpc>
              <a:spcBef>
                <a:spcPts val="0"/>
              </a:spcBef>
              <a:spcAft>
                <a:spcPts val="0"/>
              </a:spcAft>
              <a:buClr>
                <a:schemeClr val="dk1"/>
              </a:buClr>
              <a:buSzPts val="1020"/>
              <a:buFont typeface="Arial"/>
              <a:buNone/>
            </a:pPr>
            <a:r>
              <a:rPr lang="en-US" sz="1020" dirty="0"/>
              <a:t>You'll engage in our most immersive and hands-on programs. VCF Experience Day provides exclusive, expert-led workshops that offer a deep dive into VCF. These invite-only events give you a comprehensive understanding of VCF through intensive hands-on exercises and direct interaction with experts. For a dedicated, in-environment experience, the VCF Holodeck allows you to deploy a nested VCF environment on a single vSphere host. This automated deployment and self-paced lab modules provide extensive hands-on practice.</a:t>
            </a:r>
            <a:br>
              <a:rPr lang="en-US" sz="1020" dirty="0"/>
            </a:br>
            <a:br>
              <a:rPr lang="en-US" sz="1020" dirty="0"/>
            </a:br>
            <a:r>
              <a:rPr lang="en-US" sz="1020" b="1" dirty="0">
                <a:solidFill>
                  <a:srgbClr val="3F3F3F"/>
                </a:solidFill>
                <a:latin typeface="Arial"/>
                <a:ea typeface="Arial"/>
                <a:cs typeface="Arial"/>
                <a:sym typeface="Arial"/>
              </a:rPr>
              <a:t>Notes:</a:t>
            </a:r>
            <a:br>
              <a:rPr lang="en-US" sz="1020" b="1" dirty="0">
                <a:solidFill>
                  <a:srgbClr val="3F3F3F"/>
                </a:solidFill>
                <a:latin typeface="Arial"/>
                <a:ea typeface="Arial"/>
                <a:cs typeface="Arial"/>
                <a:sym typeface="Arial"/>
              </a:rPr>
            </a:br>
            <a:br>
              <a:rPr lang="en-US" sz="1020" b="1" dirty="0">
                <a:solidFill>
                  <a:srgbClr val="3F3F3F"/>
                </a:solidFill>
                <a:latin typeface="Arial"/>
                <a:ea typeface="Arial"/>
                <a:cs typeface="Arial"/>
                <a:sym typeface="Arial"/>
              </a:rPr>
            </a:br>
            <a:r>
              <a:rPr lang="en-US" sz="1020" b="1" dirty="0">
                <a:solidFill>
                  <a:srgbClr val="3F3F3F"/>
                </a:solidFill>
                <a:latin typeface="Arial"/>
                <a:ea typeface="Arial"/>
                <a:cs typeface="Arial"/>
                <a:sym typeface="Arial"/>
              </a:rPr>
              <a:t>Resources:</a:t>
            </a:r>
            <a:endParaRPr sz="1020" dirty="0"/>
          </a:p>
        </p:txBody>
      </p:sp>
      <p:sp>
        <p:nvSpPr>
          <p:cNvPr id="16720" name="Google Shape;16720;p15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120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28</a:t>
            </a:fld>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dirty="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36320128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10798-5B01-8CF7-F6EE-0E04B68167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93746E-5113-A6D9-C870-BBF2F8DFBA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62958B-076A-325A-A043-EC81B7F5885F}"/>
              </a:ext>
            </a:extLst>
          </p:cNvPr>
          <p:cNvSpPr>
            <a:spLocks noGrp="1"/>
          </p:cNvSpPr>
          <p:nvPr>
            <p:ph type="body" idx="1"/>
          </p:nvPr>
        </p:nvSpPr>
        <p:spPr/>
        <p:txBody>
          <a:bodyPr>
            <a:normAutofit fontScale="400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dirty="0">
                <a:solidFill>
                  <a:schemeClr val="tx1"/>
                </a:solidFill>
                <a:effectLst/>
                <a:latin typeface="Metropolis" panose="00000500000000000000" pitchFamily="50" charset="0"/>
                <a:ea typeface="+mn-ea"/>
                <a:cs typeface="+mn-cs"/>
              </a:rPr>
              <a:t>Presenter note – this slide contains animation.</a:t>
            </a:r>
          </a:p>
          <a:p>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sz="2400" b="1" u="none" kern="1200" baseline="0" dirty="0">
                <a:solidFill>
                  <a:schemeClr val="tx1"/>
                </a:solidFill>
                <a:latin typeface="Metropolis" panose="00000500000000000000" pitchFamily="50" charset="0"/>
                <a:ea typeface="+mn-ea"/>
                <a:cs typeface="+mn-cs"/>
              </a:rPr>
              <a:t>Key Message</a:t>
            </a:r>
          </a:p>
          <a:p>
            <a:pPr>
              <a:defRPr/>
            </a:pPr>
            <a:r>
              <a:rPr lang="en-US" sz="2400" b="0" dirty="0">
                <a:solidFill>
                  <a:schemeClr val="tx1"/>
                </a:solidFill>
                <a:latin typeface="Metropolis"/>
              </a:rPr>
              <a:t>VCF 9 introduces a converged software bill of materials.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b="0" dirty="0">
                <a:solidFill>
                  <a:schemeClr val="tx1"/>
                </a:solidFill>
                <a:latin typeface="Metropolis"/>
              </a:rPr>
              <a:t>VCF integrates compute, storage, networking, automation and operations into a single platform and provides all the components for a fully functional private cloud.</a:t>
            </a:r>
          </a:p>
          <a:p>
            <a:pPr lvl="2">
              <a:spcBef>
                <a:spcPts val="600"/>
              </a:spcBef>
              <a:buFont typeface="Arial" panose="020B0604020202020204" pitchFamily="34" charset="0"/>
              <a:buChar char="•"/>
            </a:pPr>
            <a:endParaRPr lang="en-US" sz="24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u="none" strike="noStrike" dirty="0">
                <a:solidFill>
                  <a:schemeClr val="tx1"/>
                </a:solidFill>
              </a:rPr>
              <a:t>Talk Track:</a:t>
            </a:r>
            <a:endParaRPr lang="en-US" sz="2400" b="0" u="none" strike="noStrike" dirty="0">
              <a:solidFill>
                <a:schemeClr val="tx1"/>
              </a:solidFill>
            </a:endParaRPr>
          </a:p>
          <a:p>
            <a:r>
              <a:rPr lang="en-US" sz="2400" dirty="0"/>
              <a:t>VMware</a:t>
            </a:r>
            <a:r>
              <a:rPr lang="en-US" sz="2400" baseline="0" dirty="0"/>
              <a:t> Cloud Foundation is built on trusted VMware technologies for the modern private cloud which include compute, storage, networking, operations and automation.  These technologies are the building blocks of a full software-defined data center which are integrated into a single platform that is easy to consume.</a:t>
            </a:r>
          </a:p>
          <a:p>
            <a:endParaRPr lang="en-US" sz="240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b="0" dirty="0">
                <a:solidFill>
                  <a:schemeClr val="tx1"/>
                </a:solidFill>
                <a:latin typeface="Metropolis"/>
              </a:rPr>
              <a:t>VCF 9 introduces a converged software bill of materials.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b="0" dirty="0">
              <a:solidFill>
                <a:schemeClr val="tx1"/>
              </a:solidFill>
              <a:latin typeface="Metropoli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b="0" dirty="0">
                <a:solidFill>
                  <a:schemeClr val="tx1"/>
                </a:solidFill>
                <a:latin typeface="Metropolis"/>
              </a:rPr>
              <a:t>&lt;click&gt;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baseline="0" dirty="0"/>
              <a:t>From VCF 9, VMware Cloud Foundation uses a common release version number.  All VCF components will follow the same release version number as the VCF product.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baseline="0" dirty="0"/>
          </a:p>
          <a:p>
            <a:endParaRPr lang="en-AU" dirty="0">
              <a:latin typeface="Metropoli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u="sng" dirty="0">
                <a:latin typeface="Metropolis"/>
              </a:rPr>
              <a:t>Extended Talk Track (optional):</a:t>
            </a:r>
            <a:r>
              <a:rPr lang="en-US" sz="1200" u="sng" baseline="0" dirty="0">
                <a:latin typeface="Metropolis"/>
              </a:rPr>
              <a:t> (</a:t>
            </a:r>
            <a:r>
              <a:rPr lang="en-US" sz="1200" u="none" baseline="0" dirty="0">
                <a:latin typeface="Metropolis"/>
              </a:rPr>
              <a:t>This </a:t>
            </a:r>
            <a:r>
              <a:rPr lang="en-US" sz="1200" b="0" u="none" baseline="0" dirty="0">
                <a:solidFill>
                  <a:schemeClr val="tx1"/>
                </a:solidFill>
                <a:latin typeface="Metropolis"/>
              </a:rPr>
              <a:t>d</a:t>
            </a:r>
            <a:r>
              <a:rPr lang="en-US" sz="1200" b="0" u="none" dirty="0">
                <a:solidFill>
                  <a:schemeClr val="tx1"/>
                </a:solidFill>
                <a:latin typeface="Metropolis"/>
              </a:rPr>
              <a:t>escribes the VCF components and the value that each delivers). </a:t>
            </a:r>
          </a:p>
          <a:p>
            <a:endParaRPr lang="en-US" sz="1200" baseline="0" dirty="0"/>
          </a:p>
          <a:p>
            <a:pPr marL="342900" indent="-342900">
              <a:buFontTx/>
              <a:buChar char="-"/>
            </a:pPr>
            <a:r>
              <a:rPr lang="en-US" sz="1200" baseline="0" dirty="0"/>
              <a:t>VMware </a:t>
            </a:r>
            <a:r>
              <a:rPr lang="en-US" sz="1200" b="0" u="sng" baseline="0" dirty="0"/>
              <a:t>vSphere</a:t>
            </a:r>
            <a:r>
              <a:rPr lang="en-US" sz="1200" b="0" baseline="0" dirty="0"/>
              <a:t> is the most</a:t>
            </a:r>
            <a:r>
              <a:rPr lang="en-US" sz="1200" b="0" dirty="0"/>
              <a:t> trusted</a:t>
            </a:r>
            <a:r>
              <a:rPr lang="en-US" sz="1200" b="0" baseline="0" dirty="0"/>
              <a:t> h</a:t>
            </a:r>
            <a:r>
              <a:rPr lang="en-US" sz="1200" b="0" dirty="0"/>
              <a:t>ypervisor in the industry</a:t>
            </a:r>
            <a:r>
              <a:rPr lang="en-US" sz="1200" dirty="0"/>
              <a:t>. </a:t>
            </a:r>
            <a:r>
              <a:rPr lang="en-AU" sz="1200" dirty="0"/>
              <a:t>The vSphere Kubernetes Service </a:t>
            </a:r>
            <a:r>
              <a:rPr lang="en-AU" sz="1200" b="0" u="sng" dirty="0"/>
              <a:t>(VKS)</a:t>
            </a:r>
            <a:r>
              <a:rPr lang="en-AU" sz="1200" dirty="0"/>
              <a:t> transforms vSphere to a platform for running Kubernetes workloads natively on the hypervisor layer together with virtual machines within dedicated resource pools.</a:t>
            </a:r>
            <a:br>
              <a:rPr lang="en-AU" sz="1200" dirty="0"/>
            </a:br>
            <a:br>
              <a:rPr lang="en-AU" sz="1200" dirty="0"/>
            </a:br>
            <a:r>
              <a:rPr lang="en-AU" sz="1200" dirty="0"/>
              <a:t>- </a:t>
            </a:r>
            <a:r>
              <a:rPr lang="en-US" sz="1200" b="0" baseline="0" dirty="0"/>
              <a:t>For storage, Cloud Foundation uses VMware </a:t>
            </a:r>
            <a:r>
              <a:rPr lang="en-US" sz="1200" b="0" u="sng" baseline="0" dirty="0"/>
              <a:t>vSAN</a:t>
            </a:r>
            <a:r>
              <a:rPr lang="en-US" sz="1200" b="0" baseline="0" dirty="0"/>
              <a:t>.  Next generation vSAN Express Storage Architecture (ESA) delivers high-performance, highly scalable storage embedded in the hypervisor that allows you to deliver hyperconverged infrastructure (HCI) or disaggregated storage clusters </a:t>
            </a:r>
            <a:r>
              <a:rPr lang="en-US" sz="1200" baseline="0" dirty="0"/>
              <a:t>and provides data services such as deduplication and compression, data protection and replication and in-built storage policy-based management.  </a:t>
            </a:r>
            <a:r>
              <a:rPr lang="en-AU" sz="1200" baseline="0" dirty="0"/>
              <a:t>VSAN</a:t>
            </a:r>
            <a:r>
              <a:rPr lang="en-AU" sz="1200" dirty="0"/>
              <a:t> eliminates the need for external shared storage and simplifies storage configuration and provisioning of virtual machines and containerized workloads.</a:t>
            </a:r>
          </a:p>
          <a:p>
            <a:endParaRPr lang="en-AU" sz="1200" kern="1200" dirty="0">
              <a:solidFill>
                <a:schemeClr val="tx1"/>
              </a:solidFill>
              <a:effectLst/>
              <a:latin typeface="Metropolis" panose="00000500000000000000"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b="0" kern="1200" dirty="0">
                <a:solidFill>
                  <a:schemeClr val="tx1"/>
                </a:solidFill>
                <a:effectLst/>
                <a:latin typeface="Metropolis" panose="00000500000000000000" pitchFamily="50" charset="0"/>
                <a:ea typeface="+mn-ea"/>
                <a:cs typeface="+mn-cs"/>
              </a:rPr>
              <a:t>- </a:t>
            </a:r>
            <a:r>
              <a:rPr lang="en-AU" sz="1200" kern="1200" dirty="0">
                <a:solidFill>
                  <a:schemeClr val="tx1"/>
                </a:solidFill>
                <a:effectLst/>
                <a:latin typeface="Metropolis" panose="00000500000000000000" pitchFamily="50" charset="0"/>
                <a:ea typeface="+mn-ea"/>
                <a:cs typeface="+mn-cs"/>
              </a:rPr>
              <a:t>VMware</a:t>
            </a:r>
            <a:r>
              <a:rPr lang="en-AU" sz="1200" b="1" kern="1200" dirty="0">
                <a:solidFill>
                  <a:schemeClr val="tx1"/>
                </a:solidFill>
                <a:effectLst/>
                <a:latin typeface="Metropolis" panose="00000500000000000000" pitchFamily="50" charset="0"/>
                <a:ea typeface="+mn-ea"/>
                <a:cs typeface="+mn-cs"/>
              </a:rPr>
              <a:t> </a:t>
            </a:r>
            <a:r>
              <a:rPr lang="en-AU" sz="1200" b="0" u="sng" kern="1200" dirty="0">
                <a:solidFill>
                  <a:schemeClr val="tx1"/>
                </a:solidFill>
                <a:effectLst/>
                <a:latin typeface="Metropolis" panose="00000500000000000000" pitchFamily="50" charset="0"/>
                <a:ea typeface="+mn-ea"/>
                <a:cs typeface="+mn-cs"/>
              </a:rPr>
              <a:t>NSX</a:t>
            </a:r>
            <a:r>
              <a:rPr lang="en-AU" sz="1200" b="1" kern="1200" dirty="0">
                <a:solidFill>
                  <a:schemeClr val="tx1"/>
                </a:solidFill>
                <a:effectLst/>
                <a:latin typeface="Metropolis" panose="00000500000000000000" pitchFamily="50" charset="0"/>
                <a:ea typeface="+mn-ea"/>
                <a:cs typeface="+mn-cs"/>
              </a:rPr>
              <a:t> </a:t>
            </a:r>
            <a:r>
              <a:rPr lang="en-AU" sz="1200" kern="1200" dirty="0">
                <a:solidFill>
                  <a:schemeClr val="tx1"/>
                </a:solidFill>
                <a:effectLst/>
                <a:latin typeface="Metropolis" panose="00000500000000000000" pitchFamily="50" charset="0"/>
                <a:ea typeface="+mn-ea"/>
                <a:cs typeface="+mn-cs"/>
              </a:rPr>
              <a:t>is the network virtualization platform that enables the virtual cloud network, a software-defined approach to networking that extends across data centers, clouds, and application frameworks. </a:t>
            </a:r>
            <a:r>
              <a:rPr lang="en-AU" sz="1200" b="0" kern="1200" dirty="0">
                <a:solidFill>
                  <a:schemeClr val="tx1"/>
                </a:solidFill>
                <a:effectLst/>
                <a:highlight>
                  <a:srgbClr val="FFFF00"/>
                </a:highlight>
                <a:latin typeface="Metropolis" panose="00000500000000000000" pitchFamily="50" charset="0"/>
                <a:ea typeface="+mn-ea"/>
                <a:cs typeface="+mn-cs"/>
              </a:rPr>
              <a:t>Just as vSphere has changed the operational model for VMs, NSX allows networks to be provisioned and managed independent of underlying hardware. </a:t>
            </a:r>
          </a:p>
          <a:p>
            <a:r>
              <a:rPr lang="en-AU" sz="1200" kern="1200" dirty="0">
                <a:solidFill>
                  <a:schemeClr val="tx1"/>
                </a:solidFill>
                <a:effectLst/>
                <a:latin typeface="Metropolis" panose="00000500000000000000" pitchFamily="50" charset="0"/>
                <a:ea typeface="+mn-ea"/>
                <a:cs typeface="+mn-cs"/>
              </a:rPr>
              <a:t>NSX reproduces the entire network model in software, enabling any network topology—from simple to complex multi-tier networks—to be created and provisioned in seconds.  Data canter operators can now achieve levels of agility, security and economics that were previously unattainable when manually maintaining physical network and security components.  </a:t>
            </a:r>
            <a:endParaRPr lang="en-AU" sz="1200" b="0" kern="1200" dirty="0">
              <a:solidFill>
                <a:schemeClr val="tx1"/>
              </a:solidFill>
              <a:effectLst/>
              <a:latin typeface="Metropolis" panose="00000500000000000000" pitchFamily="50" charset="0"/>
              <a:ea typeface="+mn-ea"/>
              <a:cs typeface="+mn-cs"/>
            </a:endParaRPr>
          </a:p>
          <a:p>
            <a:endParaRPr lang="en-AU" sz="1200" b="0" kern="1200" dirty="0">
              <a:solidFill>
                <a:schemeClr val="tx1"/>
              </a:solidFill>
              <a:effectLst/>
              <a:latin typeface="Metropolis" panose="00000500000000000000" pitchFamily="50" charset="0"/>
              <a:ea typeface="+mn-ea"/>
              <a:cs typeface="+mn-cs"/>
            </a:endParaRPr>
          </a:p>
          <a:p>
            <a:r>
              <a:rPr lang="en-AU" sz="1200" b="0" kern="1200" dirty="0">
                <a:solidFill>
                  <a:schemeClr val="tx1"/>
                </a:solidFill>
                <a:effectLst/>
                <a:latin typeface="Metropolis" panose="00000500000000000000" pitchFamily="50" charset="0"/>
                <a:ea typeface="+mn-ea"/>
                <a:cs typeface="+mn-cs"/>
              </a:rPr>
              <a:t>- F</a:t>
            </a:r>
            <a:r>
              <a:rPr lang="en-US" sz="1050" b="0" dirty="0">
                <a:solidFill>
                  <a:schemeClr val="tx1"/>
                </a:solidFill>
              </a:rPr>
              <a:t>rom VCF 9, private cloud operations and management is performed using the </a:t>
            </a:r>
            <a:r>
              <a:rPr lang="en-US" sz="1050" b="0" u="sng" dirty="0">
                <a:solidFill>
                  <a:schemeClr val="tx1"/>
                </a:solidFill>
              </a:rPr>
              <a:t>VCF Operations </a:t>
            </a:r>
            <a:r>
              <a:rPr lang="en-US" sz="1050" b="0" dirty="0">
                <a:solidFill>
                  <a:schemeClr val="tx1"/>
                </a:solidFill>
              </a:rPr>
              <a:t>Console. </a:t>
            </a:r>
            <a:r>
              <a:rPr lang="en-AU" sz="1050" b="0" kern="1200" dirty="0">
                <a:solidFill>
                  <a:schemeClr val="tx1"/>
                </a:solidFill>
                <a:effectLst/>
                <a:latin typeface="Metropolis" panose="00000500000000000000" pitchFamily="50" charset="0"/>
                <a:ea typeface="+mn-ea"/>
                <a:cs typeface="+mn-cs"/>
              </a:rPr>
              <a:t>VCF Operations (formerly VMware Aria Operations) </a:t>
            </a:r>
            <a:r>
              <a:rPr lang="en-US" sz="900" b="0" dirty="0">
                <a:solidFill>
                  <a:srgbClr val="3F3F3F"/>
                </a:solidFill>
                <a:effectLst/>
                <a:latin typeface="Metropolis" pitchFamily="2" charset="77"/>
                <a:ea typeface="Metropolis" pitchFamily="2" charset="77"/>
                <a:cs typeface="Times New Roman" panose="02020603050405020304" pitchFamily="18" charset="0"/>
              </a:rPr>
              <a:t>enables IT to deliver a private cloud </a:t>
            </a:r>
            <a:r>
              <a:rPr lang="en-US" sz="1050" b="0" dirty="0">
                <a:solidFill>
                  <a:schemeClr val="tx1"/>
                </a:solidFill>
              </a:rPr>
              <a:t>with a unified and feature rich operations experience </a:t>
            </a:r>
            <a:r>
              <a:rPr lang="en-AU" sz="1050" b="0" dirty="0">
                <a:solidFill>
                  <a:schemeClr val="tx1"/>
                </a:solidFill>
              </a:rPr>
              <a:t>which spans compute, storage, networking, fleet management and lifecycle management. </a:t>
            </a:r>
            <a:r>
              <a:rPr lang="en-US" sz="1050" b="0" dirty="0">
                <a:solidFill>
                  <a:srgbClr val="3F3F3F"/>
                </a:solidFill>
                <a:effectLst/>
                <a:latin typeface="Metropolis" pitchFamily="2" charset="77"/>
                <a:ea typeface="Metropolis" pitchFamily="2" charset="77"/>
                <a:cs typeface="Times New Roman" panose="02020603050405020304" pitchFamily="18" charset="0"/>
              </a:rPr>
              <a:t>VCF Operations provides visibility, optimization, efficient capacity planning, app-aware remediation, integrated compliance and </a:t>
            </a:r>
            <a:r>
              <a:rPr lang="en-US" sz="1050" dirty="0">
                <a:solidFill>
                  <a:srgbClr val="3F3F3F"/>
                </a:solidFill>
                <a:effectLst/>
                <a:latin typeface="Metropolis" pitchFamily="2" charset="77"/>
                <a:ea typeface="Metropolis" pitchFamily="2" charset="77"/>
                <a:cs typeface="Times New Roman" panose="02020603050405020304" pitchFamily="18" charset="0"/>
              </a:rPr>
              <a:t>full stack lifecycle management. Customers benefit from consistency, improved application performance and infrastructure optimized for cost, capacity, and governance.</a:t>
            </a:r>
          </a:p>
          <a:p>
            <a:endParaRPr lang="en-AU" sz="1200" kern="1200" dirty="0">
              <a:solidFill>
                <a:schemeClr val="tx1"/>
              </a:solidFill>
              <a:effectLst/>
              <a:latin typeface="Metropolis" panose="00000500000000000000" pitchFamily="50" charset="0"/>
              <a:ea typeface="+mn-ea"/>
              <a:cs typeface="+mn-cs"/>
            </a:endParaRPr>
          </a:p>
          <a:p>
            <a:r>
              <a:rPr lang="en-AU" sz="1200" kern="1200" dirty="0">
                <a:solidFill>
                  <a:schemeClr val="tx1"/>
                </a:solidFill>
                <a:effectLst/>
                <a:latin typeface="Metropolis" panose="00000500000000000000" pitchFamily="50" charset="0"/>
                <a:ea typeface="+mn-ea"/>
                <a:cs typeface="+mn-cs"/>
              </a:rPr>
              <a:t>- </a:t>
            </a:r>
            <a:r>
              <a:rPr lang="en-AU" sz="1800" b="0" u="sng" dirty="0"/>
              <a:t>VCF Automation</a:t>
            </a:r>
            <a:r>
              <a:rPr lang="en-AU" sz="1800" b="0" dirty="0"/>
              <a:t> </a:t>
            </a:r>
            <a:r>
              <a:rPr lang="en-AU" sz="1800" dirty="0"/>
              <a:t>(formerly VMware Aria Automation) delivers a self-service private cloud with governance and resource lifecycle management across on-premises private cloud infrastructure. It leverages a service-driven cloud computing interface, a policy controlled self-service catalog, Infrastructure as Code (IaC), and infrastructure pipelining. VCF Automation enables Cloud Ops teams to maintain frictionless governance and control while empowering developers with a high level of agility and flexibility.</a:t>
            </a:r>
          </a:p>
          <a:p>
            <a:r>
              <a:rPr lang="en-AU" sz="1200" kern="1200" dirty="0">
                <a:solidFill>
                  <a:schemeClr val="tx1"/>
                </a:solidFill>
                <a:effectLst/>
                <a:latin typeface="Metropolis" panose="00000500000000000000" pitchFamily="50" charset="0"/>
                <a:ea typeface="+mn-ea"/>
                <a:cs typeface="+mn-cs"/>
              </a:rPr>
              <a:t> </a:t>
            </a:r>
            <a:endParaRPr lang="en-AU" dirty="0">
              <a:latin typeface="Metropolis"/>
            </a:endParaRPr>
          </a:p>
          <a:p>
            <a:r>
              <a:rPr lang="en-AU" b="1" dirty="0">
                <a:latin typeface="Metropolis"/>
              </a:rPr>
              <a:t>Notes: </a:t>
            </a:r>
          </a:p>
          <a:p>
            <a:pPr marL="171450" indent="-171450">
              <a:buFontTx/>
              <a:buChar char="-"/>
            </a:pPr>
            <a:r>
              <a:rPr lang="en-AU" b="0" dirty="0">
                <a:latin typeface="Metropolis"/>
              </a:rPr>
              <a:t>SDDC Manager 9 is installed or upgraded as a component of any VCF 9 instance. From VCF 9 VCF Operations is used for management.  The SDDC Manager UI will be deprecated in a future release.</a:t>
            </a:r>
          </a:p>
          <a:p>
            <a:pPr marL="171450" indent="-171450">
              <a:buFontTx/>
              <a:buChar char="-"/>
            </a:pPr>
            <a:r>
              <a:rPr lang="en-AU" b="0" dirty="0">
                <a:latin typeface="Metropolis"/>
              </a:rPr>
              <a:t>VCF 9 supports both vSAN original storage architecture (OSA) and vSAN express storage infrastructure (ESA).</a:t>
            </a:r>
          </a:p>
          <a:p>
            <a:pPr marL="171450" indent="-171450">
              <a:buFontTx/>
              <a:buChar char="-"/>
            </a:pPr>
            <a:r>
              <a:rPr lang="en-AU" b="0" i="0" dirty="0">
                <a:solidFill>
                  <a:srgbClr val="1F1F1F"/>
                </a:solidFill>
                <a:effectLst/>
                <a:latin typeface="Google Sans"/>
              </a:rPr>
              <a:t>The VKS service </a:t>
            </a:r>
            <a:r>
              <a:rPr lang="en-AU" b="0" i="0" dirty="0">
                <a:solidFill>
                  <a:srgbClr val="040C28"/>
                </a:solidFill>
                <a:effectLst/>
                <a:latin typeface="Google Sans"/>
              </a:rPr>
              <a:t>allows IT operators and developers to provision fully configured Kubernetes clusters quickly and efficiently</a:t>
            </a:r>
            <a:r>
              <a:rPr lang="en-AU" b="0" i="0" dirty="0">
                <a:solidFill>
                  <a:srgbClr val="1F1F1F"/>
                </a:solidFill>
                <a:effectLst/>
                <a:latin typeface="Google Sans"/>
              </a:rPr>
              <a:t>, ensuring that these clusters are automatically integrated with the underlying VCF infrastructure for networking, storage, and security.</a:t>
            </a:r>
          </a:p>
          <a:p>
            <a:r>
              <a:rPr lang="en-AU" b="0" i="0" dirty="0">
                <a:solidFill>
                  <a:srgbClr val="1F1F1F"/>
                </a:solidFill>
                <a:effectLst/>
                <a:latin typeface="Google Sans"/>
              </a:rPr>
              <a:t>- VCF Automation becomes the single interface for cloud consumption and combines the capabilities of VMware Aria Automation and VMware Cloud Director.</a:t>
            </a:r>
            <a:endParaRPr lang="en-AU" b="0" dirty="0">
              <a:latin typeface="Metropolis"/>
            </a:endParaRPr>
          </a:p>
          <a:p>
            <a:endParaRPr lang="en-AU" b="1" dirty="0"/>
          </a:p>
          <a:p>
            <a:r>
              <a:rPr lang="en-AU" b="1" dirty="0">
                <a:latin typeface="Metropolis"/>
              </a:rPr>
              <a:t>References:</a:t>
            </a:r>
          </a:p>
          <a:p>
            <a:pPr marL="0" lvl="0" indent="0" algn="l" rtl="0">
              <a:lnSpc>
                <a:spcPct val="80000"/>
              </a:lnSpc>
              <a:spcBef>
                <a:spcPts val="0"/>
              </a:spcBef>
              <a:spcAft>
                <a:spcPts val="0"/>
              </a:spcAft>
              <a:buSzPts val="1400"/>
              <a:buNone/>
            </a:pPr>
            <a:r>
              <a:rPr lang="en-US" sz="1200" dirty="0"/>
              <a:t>For further information on the Cloud Foundation Bill of materials and new features please refer to the Cloud Foundation Release Notes.</a:t>
            </a:r>
            <a:endParaRPr lang="en-US" dirty="0"/>
          </a:p>
          <a:p>
            <a:r>
              <a:rPr lang="en-AU" u="sng" dirty="0">
                <a:solidFill>
                  <a:srgbClr val="DCA10D"/>
                </a:solidFill>
                <a:effectLst/>
                <a:latin typeface="Helvetica Neue" panose="02000503000000020004" pitchFamily="2" charset="0"/>
                <a:hlinkClick r:id="rId3"/>
              </a:rPr>
              <a:t>https://docs.vmware.com/en/VMware-Cloud-Foundation/index.html</a:t>
            </a:r>
            <a:r>
              <a:rPr lang="en-AU" dirty="0">
                <a:solidFill>
                  <a:srgbClr val="000000"/>
                </a:solidFill>
                <a:effectLst/>
                <a:latin typeface="Helvetica Neue" panose="02000503000000020004" pitchFamily="2" charset="0"/>
              </a:rPr>
              <a:t> </a:t>
            </a:r>
            <a:endParaRPr lang="en-AU" dirty="0">
              <a:solidFill>
                <a:srgbClr val="DCA10D"/>
              </a:solidFill>
              <a:effectLst/>
              <a:latin typeface="Helvetica Neue" panose="02000503000000020004" pitchFamily="2" charset="0"/>
            </a:endParaRPr>
          </a:p>
          <a:p>
            <a:pPr rtl="0" fontAlgn="base"/>
            <a:endParaRPr lang="en-US" dirty="0"/>
          </a:p>
          <a:p>
            <a:endParaRPr lang="en-US" dirty="0"/>
          </a:p>
        </p:txBody>
      </p:sp>
      <p:sp>
        <p:nvSpPr>
          <p:cNvPr id="4" name="Slide Number Placeholder 3">
            <a:extLst>
              <a:ext uri="{FF2B5EF4-FFF2-40B4-BE49-F238E27FC236}">
                <a16:creationId xmlns:a16="http://schemas.microsoft.com/office/drawing/2014/main" id="{5ABBE9EE-93FC-F046-7519-C0CC27ABD372}"/>
              </a:ext>
            </a:extLst>
          </p:cNvPr>
          <p:cNvSpPr>
            <a:spLocks noGrp="1"/>
          </p:cNvSpPr>
          <p:nvPr>
            <p:ph type="sldNum" sz="quarter" idx="5"/>
          </p:nvPr>
        </p:nvSpPr>
        <p:spPr/>
        <p:txBody>
          <a:bodyPr/>
          <a:lstStyle/>
          <a:p>
            <a:fld id="{9F4FBC3A-A12C-40F9-BB8D-BC30C7901396}" type="slidenum">
              <a:rPr lang="en-US" smtClean="0"/>
              <a:pPr/>
              <a:t>30</a:t>
            </a:fld>
            <a:endParaRPr lang="en-US" dirty="0"/>
          </a:p>
        </p:txBody>
      </p:sp>
    </p:spTree>
    <p:extLst>
      <p:ext uri="{BB962C8B-B14F-4D97-AF65-F5344CB8AC3E}">
        <p14:creationId xmlns:p14="http://schemas.microsoft.com/office/powerpoint/2010/main" val="20323198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08">
          <a:extLst>
            <a:ext uri="{FF2B5EF4-FFF2-40B4-BE49-F238E27FC236}">
              <a16:creationId xmlns:a16="http://schemas.microsoft.com/office/drawing/2014/main" id="{25995D30-EA86-6A5A-05DF-9A70F607A0ED}"/>
            </a:ext>
          </a:extLst>
        </p:cNvPr>
        <p:cNvGrpSpPr/>
        <p:nvPr/>
      </p:nvGrpSpPr>
      <p:grpSpPr>
        <a:xfrm>
          <a:off x="0" y="0"/>
          <a:ext cx="0" cy="0"/>
          <a:chOff x="0" y="0"/>
          <a:chExt cx="0" cy="0"/>
        </a:xfrm>
      </p:grpSpPr>
      <p:sp>
        <p:nvSpPr>
          <p:cNvPr id="7709" name="Google Shape;7709;p109:notes">
            <a:extLst>
              <a:ext uri="{FF2B5EF4-FFF2-40B4-BE49-F238E27FC236}">
                <a16:creationId xmlns:a16="http://schemas.microsoft.com/office/drawing/2014/main" id="{EDD73C8D-8AB9-81C3-1E57-1F2F74A7A38B}"/>
              </a:ext>
            </a:extLst>
          </p:cNvPr>
          <p:cNvSpPr>
            <a:spLocks noGrp="1" noRot="1" noChangeAspect="1"/>
          </p:cNvSpPr>
          <p:nvPr>
            <p:ph type="sldImg" idx="2"/>
          </p:nvPr>
        </p:nvSpPr>
        <p:spPr>
          <a:xfrm>
            <a:off x="787400" y="609600"/>
            <a:ext cx="5283200"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10" name="Google Shape;7710;p109:notes">
            <a:extLst>
              <a:ext uri="{FF2B5EF4-FFF2-40B4-BE49-F238E27FC236}">
                <a16:creationId xmlns:a16="http://schemas.microsoft.com/office/drawing/2014/main" id="{6BED4F6D-3C2C-BF7A-BCA5-EDF517D00D19}"/>
              </a:ext>
            </a:extLst>
          </p:cNvPr>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fontScale="85000" lnSpcReduction="20000"/>
          </a:bodyPr>
          <a:lstStyle/>
          <a:p>
            <a:pPr marL="0" marR="0" lvl="0" indent="0" algn="l" rtl="0">
              <a:lnSpc>
                <a:spcPct val="70000"/>
              </a:lnSpc>
              <a:spcBef>
                <a:spcPts val="0"/>
              </a:spcBef>
              <a:spcAft>
                <a:spcPts val="0"/>
              </a:spcAft>
              <a:buClr>
                <a:schemeClr val="dk1"/>
              </a:buClr>
              <a:buSzPts val="1020"/>
              <a:buFont typeface="Arial"/>
              <a:buNone/>
            </a:pPr>
            <a:r>
              <a:rPr lang="en-US" sz="1020" b="1" dirty="0">
                <a:solidFill>
                  <a:schemeClr val="dk1"/>
                </a:solidFill>
                <a:latin typeface="Arial" panose="020B0604020202020204" pitchFamily="34" charset="0"/>
                <a:sym typeface="Arial"/>
              </a:rPr>
              <a:t>Presenter Note: This slide contains animation</a:t>
            </a:r>
            <a:endParaRPr b="1" dirty="0">
              <a:latin typeface="Arial" panose="020B0604020202020204" pitchFamily="34" charset="0"/>
            </a:endParaRPr>
          </a:p>
          <a:p>
            <a:pPr marL="0" lvl="0" indent="0" algn="l" rtl="0">
              <a:lnSpc>
                <a:spcPct val="70000"/>
              </a:lnSpc>
              <a:spcBef>
                <a:spcPts val="0"/>
              </a:spcBef>
              <a:spcAft>
                <a:spcPts val="0"/>
              </a:spcAft>
              <a:buClr>
                <a:schemeClr val="dk1"/>
              </a:buClr>
              <a:buSzPts val="1020"/>
              <a:buFont typeface="Arial"/>
              <a:buNone/>
            </a:pPr>
            <a:endParaRPr sz="1020" b="1" u="none" strike="noStrike" dirty="0">
              <a:solidFill>
                <a:schemeClr val="dk1"/>
              </a:solidFill>
              <a:latin typeface="Arial" panose="020B0604020202020204" pitchFamily="34" charset="0"/>
              <a:sym typeface="Arial"/>
            </a:endParaRPr>
          </a:p>
          <a:p>
            <a:pPr marL="0" lvl="0" indent="0" algn="l" rtl="0">
              <a:lnSpc>
                <a:spcPct val="70000"/>
              </a:lnSpc>
              <a:spcBef>
                <a:spcPts val="0"/>
              </a:spcBef>
              <a:spcAft>
                <a:spcPts val="0"/>
              </a:spcAft>
              <a:buClr>
                <a:schemeClr val="dk1"/>
              </a:buClr>
              <a:buSzPts val="1020"/>
              <a:buFont typeface="Arial"/>
              <a:buNone/>
            </a:pPr>
            <a:r>
              <a:rPr lang="en-US" sz="1020" b="1" u="none" strike="noStrike" dirty="0">
                <a:solidFill>
                  <a:schemeClr val="dk1"/>
                </a:solidFill>
                <a:latin typeface="Arial" panose="020B0604020202020204" pitchFamily="34" charset="0"/>
                <a:sym typeface="Arial"/>
              </a:rPr>
              <a:t>Key Message:</a:t>
            </a:r>
            <a:endParaRPr sz="1020" b="1" dirty="0">
              <a:latin typeface="Arial" panose="020B0604020202020204" pitchFamily="34" charset="0"/>
            </a:endParaRPr>
          </a:p>
          <a:p>
            <a:pPr marL="0" lvl="0" indent="0" algn="l" rtl="0">
              <a:lnSpc>
                <a:spcPct val="70000"/>
              </a:lnSpc>
              <a:spcBef>
                <a:spcPts val="0"/>
              </a:spcBef>
              <a:spcAft>
                <a:spcPts val="0"/>
              </a:spcAft>
              <a:buClr>
                <a:schemeClr val="dk1"/>
              </a:buClr>
              <a:buSzPts val="1020"/>
              <a:buFont typeface="Arial"/>
              <a:buNone/>
            </a:pPr>
            <a:r>
              <a:rPr lang="en-US" sz="1020" dirty="0">
                <a:latin typeface="Arial" panose="020B0604020202020204" pitchFamily="34" charset="0"/>
              </a:rPr>
              <a:t>VCF Edge licensing caters to multiple deployment options to meet the needs of any business.</a:t>
            </a:r>
            <a:br>
              <a:rPr lang="en-US" sz="1020" dirty="0">
                <a:latin typeface="Arial" panose="020B0604020202020204" pitchFamily="34" charset="0"/>
              </a:rPr>
            </a:br>
            <a:r>
              <a:rPr lang="en-US" sz="1020" dirty="0">
                <a:latin typeface="Arial" panose="020B0604020202020204" pitchFamily="34" charset="0"/>
              </a:rPr>
              <a:t>VCF Edge licensing is not to be confused with VCF remote site architecture.</a:t>
            </a:r>
            <a:endParaRPr sz="1020" dirty="0">
              <a:latin typeface="Arial" panose="020B0604020202020204" pitchFamily="34" charset="0"/>
            </a:endParaRPr>
          </a:p>
          <a:p>
            <a:pPr marL="0" lvl="0" indent="0" algn="l" rtl="0">
              <a:lnSpc>
                <a:spcPct val="70000"/>
              </a:lnSpc>
              <a:spcBef>
                <a:spcPts val="0"/>
              </a:spcBef>
              <a:spcAft>
                <a:spcPts val="0"/>
              </a:spcAft>
              <a:buClr>
                <a:schemeClr val="dk1"/>
              </a:buClr>
              <a:buSzPts val="1020"/>
              <a:buFont typeface="Arial"/>
              <a:buNone/>
            </a:pPr>
            <a:endParaRPr sz="1020" u="none" strike="noStrike" dirty="0">
              <a:solidFill>
                <a:schemeClr val="dk1"/>
              </a:solidFill>
              <a:latin typeface="Arial" panose="020B0604020202020204" pitchFamily="34" charset="0"/>
              <a:sym typeface="Arial"/>
            </a:endParaRPr>
          </a:p>
          <a:p>
            <a:pPr marL="0" lvl="0" indent="0" algn="l" rtl="0">
              <a:lnSpc>
                <a:spcPct val="70000"/>
              </a:lnSpc>
              <a:spcBef>
                <a:spcPts val="0"/>
              </a:spcBef>
              <a:spcAft>
                <a:spcPts val="0"/>
              </a:spcAft>
              <a:buClr>
                <a:schemeClr val="dk1"/>
              </a:buClr>
              <a:buSzPts val="1020"/>
              <a:buFont typeface="Arial"/>
              <a:buNone/>
            </a:pPr>
            <a:r>
              <a:rPr lang="en-US" sz="1020" b="1" u="none" strike="noStrike" dirty="0">
                <a:solidFill>
                  <a:schemeClr val="dk1"/>
                </a:solidFill>
                <a:latin typeface="Arial" panose="020B0604020202020204" pitchFamily="34" charset="0"/>
                <a:sym typeface="Arial"/>
              </a:rPr>
              <a:t>Talk Track:</a:t>
            </a:r>
            <a:endParaRPr sz="1020" b="1" dirty="0">
              <a:latin typeface="Arial" panose="020B0604020202020204" pitchFamily="34" charset="0"/>
            </a:endParaRPr>
          </a:p>
          <a:p>
            <a:pPr marL="0" marR="0" lvl="0" indent="0" algn="l" rtl="0">
              <a:lnSpc>
                <a:spcPct val="70000"/>
              </a:lnSpc>
              <a:spcBef>
                <a:spcPts val="0"/>
              </a:spcBef>
              <a:spcAft>
                <a:spcPts val="0"/>
              </a:spcAft>
              <a:buClr>
                <a:schemeClr val="dk1"/>
              </a:buClr>
              <a:buSzPts val="1020"/>
              <a:buFont typeface="Arial"/>
              <a:buNone/>
            </a:pPr>
            <a:r>
              <a:rPr lang="en-US" sz="1020" dirty="0">
                <a:latin typeface="Arial" panose="020B0604020202020204" pitchFamily="34" charset="0"/>
              </a:rPr>
              <a:t>VMware Cloud Foundation Edge is a flexible licensing mechanism which can be used to support a variety of different use cases.  The end-result is a highly secure private cloud platform which is cost effective and can span multiple edge locations.  Here is an overview of the deployment options available for VCF Edge.</a:t>
            </a:r>
            <a:endParaRPr dirty="0">
              <a:latin typeface="Arial" panose="020B0604020202020204" pitchFamily="34" charset="0"/>
            </a:endParaRPr>
          </a:p>
          <a:p>
            <a:pPr marL="0" marR="0" lvl="0" indent="0" algn="l" rtl="0">
              <a:lnSpc>
                <a:spcPct val="70000"/>
              </a:lnSpc>
              <a:spcBef>
                <a:spcPts val="0"/>
              </a:spcBef>
              <a:spcAft>
                <a:spcPts val="0"/>
              </a:spcAft>
              <a:buClr>
                <a:schemeClr val="dk1"/>
              </a:buClr>
              <a:buSzPts val="1020"/>
              <a:buFont typeface="Arial"/>
              <a:buNone/>
            </a:pPr>
            <a:endParaRPr sz="1020" dirty="0">
              <a:latin typeface="Arial" panose="020B0604020202020204" pitchFamily="34" charset="0"/>
            </a:endParaRPr>
          </a:p>
          <a:p>
            <a:pPr marL="0" lvl="0" indent="0" algn="l" rtl="0">
              <a:lnSpc>
                <a:spcPct val="70000"/>
              </a:lnSpc>
              <a:spcBef>
                <a:spcPts val="0"/>
              </a:spcBef>
              <a:spcAft>
                <a:spcPts val="0"/>
              </a:spcAft>
              <a:buClr>
                <a:schemeClr val="dk1"/>
              </a:buClr>
              <a:buSzPts val="1020"/>
              <a:buFont typeface="Arial"/>
              <a:buNone/>
            </a:pPr>
            <a:r>
              <a:rPr lang="en-US" sz="1020" u="none" strike="noStrike" dirty="0">
                <a:solidFill>
                  <a:schemeClr val="dk1"/>
                </a:solidFill>
                <a:latin typeface="Arial" panose="020B0604020202020204" pitchFamily="34" charset="0"/>
                <a:sym typeface="Arial"/>
              </a:rPr>
              <a:t>Customers can deploy VCF Edge as a remote workload domain or cluster at an edge location while still maintaining the control plane at a central DC.  This can be done both with the SDDC Manager or manually without the SDDC Manager.</a:t>
            </a:r>
          </a:p>
          <a:p>
            <a:pPr marL="0" lvl="0" indent="0" algn="l" rtl="0">
              <a:lnSpc>
                <a:spcPct val="70000"/>
              </a:lnSpc>
              <a:spcBef>
                <a:spcPts val="0"/>
              </a:spcBef>
              <a:spcAft>
                <a:spcPts val="0"/>
              </a:spcAft>
              <a:buClr>
                <a:schemeClr val="dk1"/>
              </a:buClr>
              <a:buSzPts val="1020"/>
              <a:buFont typeface="Arial"/>
              <a:buNone/>
            </a:pPr>
            <a:endParaRPr sz="1020" dirty="0">
              <a:latin typeface="Arial" panose="020B0604020202020204" pitchFamily="34" charset="0"/>
            </a:endParaRPr>
          </a:p>
          <a:p>
            <a:pPr marL="0" lvl="0" indent="0" algn="l" rtl="0">
              <a:lnSpc>
                <a:spcPct val="70000"/>
              </a:lnSpc>
              <a:spcBef>
                <a:spcPts val="0"/>
              </a:spcBef>
              <a:spcAft>
                <a:spcPts val="0"/>
              </a:spcAft>
              <a:buClr>
                <a:schemeClr val="dk1"/>
              </a:buClr>
              <a:buSzPts val="1020"/>
              <a:buFont typeface="Arial"/>
              <a:buNone/>
            </a:pPr>
            <a:r>
              <a:rPr lang="en-US" sz="1020" u="none" strike="noStrike" dirty="0">
                <a:solidFill>
                  <a:schemeClr val="dk1"/>
                </a:solidFill>
                <a:latin typeface="Arial" panose="020B0604020202020204" pitchFamily="34" charset="0"/>
                <a:sym typeface="Arial"/>
              </a:rPr>
              <a:t>&lt;click&gt;</a:t>
            </a:r>
            <a:endParaRPr dirty="0">
              <a:latin typeface="Arial" panose="020B0604020202020204" pitchFamily="34" charset="0"/>
            </a:endParaRPr>
          </a:p>
          <a:p>
            <a:pPr marL="0" marR="0" lvl="0" indent="0" algn="l" rtl="0">
              <a:lnSpc>
                <a:spcPct val="70000"/>
              </a:lnSpc>
              <a:spcBef>
                <a:spcPts val="0"/>
              </a:spcBef>
              <a:spcAft>
                <a:spcPts val="0"/>
              </a:spcAft>
              <a:buClr>
                <a:schemeClr val="dk1"/>
              </a:buClr>
              <a:buSzPts val="1020"/>
              <a:buFont typeface="Arial"/>
              <a:buNone/>
            </a:pPr>
            <a:r>
              <a:rPr lang="en-US" sz="1020" u="none" strike="noStrike" dirty="0">
                <a:solidFill>
                  <a:schemeClr val="dk1"/>
                </a:solidFill>
                <a:latin typeface="Arial" panose="020B0604020202020204" pitchFamily="34" charset="0"/>
                <a:sym typeface="Arial"/>
              </a:rPr>
              <a:t>Standalone Edge, allows customers to deploy the full VCF SDDC stack at the edge, with the control plane located at the Edge site. This is great for customers with sites that have intermittent WAN or Internet access. Each Standalone Edge could be a separate VCF instance.  For smaller environments this could be a separate consolidated VCF instance.</a:t>
            </a:r>
          </a:p>
          <a:p>
            <a:pPr marL="0" marR="0" lvl="0" indent="0" algn="l" rtl="0">
              <a:lnSpc>
                <a:spcPct val="70000"/>
              </a:lnSpc>
              <a:spcBef>
                <a:spcPts val="0"/>
              </a:spcBef>
              <a:spcAft>
                <a:spcPts val="0"/>
              </a:spcAft>
              <a:buClr>
                <a:schemeClr val="dk1"/>
              </a:buClr>
              <a:buSzPts val="1020"/>
              <a:buFont typeface="Arial"/>
              <a:buNone/>
            </a:pPr>
            <a:endParaRPr sz="1020" dirty="0">
              <a:latin typeface="Arial" panose="020B0604020202020204" pitchFamily="34" charset="0"/>
            </a:endParaRPr>
          </a:p>
          <a:p>
            <a:pPr marL="0" lvl="0" indent="0" algn="l" rtl="0">
              <a:lnSpc>
                <a:spcPct val="70000"/>
              </a:lnSpc>
              <a:spcBef>
                <a:spcPts val="0"/>
              </a:spcBef>
              <a:spcAft>
                <a:spcPts val="0"/>
              </a:spcAft>
              <a:buClr>
                <a:schemeClr val="dk1"/>
              </a:buClr>
              <a:buSzPts val="1020"/>
              <a:buFont typeface="Arial"/>
              <a:buNone/>
            </a:pPr>
            <a:r>
              <a:rPr lang="en-US" sz="1020" u="none" strike="noStrike" dirty="0">
                <a:solidFill>
                  <a:schemeClr val="dk1"/>
                </a:solidFill>
                <a:latin typeface="Arial" panose="020B0604020202020204" pitchFamily="34" charset="0"/>
                <a:sym typeface="Arial"/>
              </a:rPr>
              <a:t>&lt;click&gt;</a:t>
            </a:r>
            <a:endParaRPr dirty="0">
              <a:latin typeface="Arial" panose="020B0604020202020204" pitchFamily="34" charset="0"/>
            </a:endParaRPr>
          </a:p>
          <a:p>
            <a:pPr marL="0" lvl="0" indent="0" algn="l" rtl="0">
              <a:lnSpc>
                <a:spcPct val="70000"/>
              </a:lnSpc>
              <a:spcBef>
                <a:spcPts val="0"/>
              </a:spcBef>
              <a:spcAft>
                <a:spcPts val="0"/>
              </a:spcAft>
              <a:buClr>
                <a:schemeClr val="dk1"/>
              </a:buClr>
              <a:buSzPts val="1020"/>
              <a:buFont typeface="Arial"/>
              <a:buNone/>
            </a:pPr>
            <a:r>
              <a:rPr lang="en-US" sz="1020" u="none" strike="noStrike" dirty="0">
                <a:solidFill>
                  <a:schemeClr val="dk1"/>
                </a:solidFill>
                <a:latin typeface="Arial" panose="020B0604020202020204" pitchFamily="34" charset="0"/>
                <a:sym typeface="Arial"/>
              </a:rPr>
              <a:t>Air Gapped or Dark Site Edge allows customers with offline site requirements to deploy all the capabilities and features of VCF without the need for internet or WAN access.</a:t>
            </a:r>
          </a:p>
          <a:p>
            <a:pPr marL="0" lvl="0" indent="0" algn="l" rtl="0">
              <a:lnSpc>
                <a:spcPct val="70000"/>
              </a:lnSpc>
              <a:spcBef>
                <a:spcPts val="0"/>
              </a:spcBef>
              <a:spcAft>
                <a:spcPts val="0"/>
              </a:spcAft>
              <a:buClr>
                <a:schemeClr val="dk1"/>
              </a:buClr>
              <a:buSzPts val="1020"/>
              <a:buFont typeface="Arial"/>
              <a:buNone/>
            </a:pPr>
            <a:endParaRPr sz="1020" dirty="0">
              <a:latin typeface="Arial" panose="020B0604020202020204" pitchFamily="34" charset="0"/>
            </a:endParaRPr>
          </a:p>
          <a:p>
            <a:pPr marL="0" lvl="0" indent="0" algn="l" rtl="0">
              <a:lnSpc>
                <a:spcPct val="70000"/>
              </a:lnSpc>
              <a:spcBef>
                <a:spcPts val="0"/>
              </a:spcBef>
              <a:spcAft>
                <a:spcPts val="0"/>
              </a:spcAft>
              <a:buClr>
                <a:schemeClr val="dk1"/>
              </a:buClr>
              <a:buSzPts val="1020"/>
              <a:buFont typeface="Arial"/>
              <a:buNone/>
            </a:pPr>
            <a:r>
              <a:rPr lang="en-US" sz="1020" u="none" strike="noStrike" dirty="0">
                <a:solidFill>
                  <a:schemeClr val="dk1"/>
                </a:solidFill>
                <a:latin typeface="Arial" panose="020B0604020202020204" pitchFamily="34" charset="0"/>
                <a:sym typeface="Arial"/>
              </a:rPr>
              <a:t>&lt;click&gt;</a:t>
            </a:r>
            <a:endParaRPr sz="1020" u="none" strike="noStrike" dirty="0">
              <a:solidFill>
                <a:schemeClr val="dk1"/>
              </a:solidFill>
              <a:latin typeface="Arial" panose="020B0604020202020204" pitchFamily="34" charset="0"/>
              <a:sym typeface="Arial"/>
            </a:endParaRPr>
          </a:p>
          <a:p>
            <a:pPr marL="0" lvl="0" indent="0" algn="l" rtl="0">
              <a:lnSpc>
                <a:spcPct val="70000"/>
              </a:lnSpc>
              <a:spcBef>
                <a:spcPts val="0"/>
              </a:spcBef>
              <a:spcAft>
                <a:spcPts val="0"/>
              </a:spcAft>
              <a:buClr>
                <a:schemeClr val="dk1"/>
              </a:buClr>
              <a:buSzPts val="1020"/>
              <a:buFont typeface="Arial"/>
              <a:buNone/>
            </a:pPr>
            <a:r>
              <a:rPr lang="en-US" sz="1020" u="none" strike="noStrike" dirty="0">
                <a:solidFill>
                  <a:schemeClr val="dk1"/>
                </a:solidFill>
                <a:latin typeface="Arial" panose="020B0604020202020204" pitchFamily="34" charset="0"/>
                <a:sym typeface="Arial"/>
              </a:rPr>
              <a:t>Far Edge, can be deployed manually using VVF architectures, at the edge while connecting to a centrally managed vCenter Server.</a:t>
            </a:r>
            <a:endParaRPr sz="1020" dirty="0">
              <a:latin typeface="Arial" panose="020B0604020202020204" pitchFamily="34" charset="0"/>
            </a:endParaRPr>
          </a:p>
          <a:p>
            <a:pPr marL="0" lvl="0" indent="0" algn="l" rtl="0">
              <a:lnSpc>
                <a:spcPct val="70000"/>
              </a:lnSpc>
              <a:spcBef>
                <a:spcPts val="0"/>
              </a:spcBef>
              <a:spcAft>
                <a:spcPts val="0"/>
              </a:spcAft>
              <a:buClr>
                <a:schemeClr val="dk1"/>
              </a:buClr>
              <a:buSzPts val="1020"/>
              <a:buFont typeface="Arial"/>
              <a:buNone/>
            </a:pPr>
            <a:endParaRPr sz="1020" u="none" strike="noStrike" dirty="0">
              <a:solidFill>
                <a:schemeClr val="dk1"/>
              </a:solidFill>
              <a:latin typeface="Arial" panose="020B0604020202020204" pitchFamily="34" charset="0"/>
              <a:sym typeface="Arial"/>
            </a:endParaRPr>
          </a:p>
          <a:p>
            <a:pPr marL="0" lvl="0" indent="0" algn="l" rtl="0">
              <a:lnSpc>
                <a:spcPct val="70000"/>
              </a:lnSpc>
              <a:spcBef>
                <a:spcPts val="0"/>
              </a:spcBef>
              <a:spcAft>
                <a:spcPts val="0"/>
              </a:spcAft>
              <a:buClr>
                <a:schemeClr val="dk1"/>
              </a:buClr>
              <a:buSzPts val="1200"/>
              <a:buFont typeface="Arial"/>
              <a:buNone/>
            </a:pPr>
            <a:r>
              <a:rPr lang="en-US" sz="1020" dirty="0">
                <a:latin typeface="Arial" panose="020B0604020202020204" pitchFamily="34" charset="0"/>
              </a:rPr>
              <a:t>In each of these scenarios VCF Edge licensing includes entitlements to all VCF components.</a:t>
            </a:r>
            <a:endParaRPr dirty="0">
              <a:latin typeface="Arial" panose="020B0604020202020204" pitchFamily="34" charset="0"/>
            </a:endParaRPr>
          </a:p>
          <a:p>
            <a:pPr marL="0" lvl="0" indent="0" algn="l" rtl="0">
              <a:lnSpc>
                <a:spcPct val="70000"/>
              </a:lnSpc>
              <a:spcBef>
                <a:spcPts val="0"/>
              </a:spcBef>
              <a:spcAft>
                <a:spcPts val="0"/>
              </a:spcAft>
              <a:buClr>
                <a:schemeClr val="dk1"/>
              </a:buClr>
              <a:buSzPts val="1020"/>
              <a:buFont typeface="Arial"/>
              <a:buNone/>
            </a:pPr>
            <a:endParaRPr sz="1020" u="none" strike="noStrike" dirty="0">
              <a:solidFill>
                <a:schemeClr val="dk1"/>
              </a:solidFill>
              <a:latin typeface="Arial" panose="020B0604020202020204" pitchFamily="34" charset="0"/>
              <a:sym typeface="Arial"/>
            </a:endParaRPr>
          </a:p>
          <a:p>
            <a:pPr marL="0" lvl="0" indent="0" algn="l" rtl="0">
              <a:lnSpc>
                <a:spcPct val="70000"/>
              </a:lnSpc>
              <a:spcBef>
                <a:spcPts val="0"/>
              </a:spcBef>
              <a:spcAft>
                <a:spcPts val="0"/>
              </a:spcAft>
              <a:buClr>
                <a:schemeClr val="dk1"/>
              </a:buClr>
              <a:buSzPts val="1020"/>
              <a:buFont typeface="Arial"/>
              <a:buNone/>
            </a:pPr>
            <a:r>
              <a:rPr lang="en-US" sz="1020" b="1" u="none" strike="noStrike" dirty="0">
                <a:solidFill>
                  <a:schemeClr val="dk1"/>
                </a:solidFill>
                <a:latin typeface="Arial" panose="020B0604020202020204" pitchFamily="34" charset="0"/>
                <a:sym typeface="Arial"/>
              </a:rPr>
              <a:t>Notes:</a:t>
            </a:r>
          </a:p>
          <a:p>
            <a:pPr marL="0" lvl="0" indent="0" algn="l" rtl="0">
              <a:lnSpc>
                <a:spcPct val="70000"/>
              </a:lnSpc>
              <a:spcBef>
                <a:spcPts val="0"/>
              </a:spcBef>
              <a:spcAft>
                <a:spcPts val="0"/>
              </a:spcAft>
              <a:buClr>
                <a:schemeClr val="dk1"/>
              </a:buClr>
              <a:buSzPts val="1020"/>
              <a:buFont typeface="Arial"/>
              <a:buNone/>
            </a:pPr>
            <a:r>
              <a:rPr lang="en-US" sz="1020" dirty="0">
                <a:latin typeface="Arial" panose="020B0604020202020204" pitchFamily="34" charset="0"/>
              </a:rPr>
              <a:t>In each of these scenarios VCF Edge licensing includes entitlements to all VCF components. </a:t>
            </a:r>
            <a:endParaRPr sz="1020" dirty="0">
              <a:latin typeface="Arial" panose="020B0604020202020204" pitchFamily="34" charset="0"/>
            </a:endParaRPr>
          </a:p>
          <a:p>
            <a:pPr marL="0" lvl="0" indent="-91440" algn="l" rtl="0">
              <a:lnSpc>
                <a:spcPct val="60000"/>
              </a:lnSpc>
              <a:spcBef>
                <a:spcPts val="1200"/>
              </a:spcBef>
              <a:spcAft>
                <a:spcPts val="0"/>
              </a:spcAft>
              <a:buClr>
                <a:schemeClr val="dk1"/>
              </a:buClr>
              <a:buSzPts val="1440"/>
              <a:buFont typeface="Arial"/>
              <a:buChar char="​"/>
            </a:pPr>
            <a:endParaRPr lang="en-US" sz="1020" dirty="0">
              <a:latin typeface="Arial" panose="020B0604020202020204" pitchFamily="34" charset="0"/>
            </a:endParaRPr>
          </a:p>
          <a:p>
            <a:pPr marL="0" lvl="0" indent="-91440" algn="l" rtl="0">
              <a:lnSpc>
                <a:spcPct val="60000"/>
              </a:lnSpc>
              <a:spcBef>
                <a:spcPts val="1200"/>
              </a:spcBef>
              <a:spcAft>
                <a:spcPts val="0"/>
              </a:spcAft>
              <a:buClr>
                <a:schemeClr val="dk1"/>
              </a:buClr>
              <a:buSzPts val="1440"/>
              <a:buFont typeface="Arial"/>
              <a:buChar char="​"/>
            </a:pPr>
            <a:r>
              <a:rPr lang="en-US" sz="1020" dirty="0">
                <a:latin typeface="Arial" panose="020B0604020202020204" pitchFamily="34" charset="0"/>
              </a:rPr>
              <a:t>VCF Edge licensing SKU requires :</a:t>
            </a:r>
            <a:endParaRPr sz="1020" dirty="0">
              <a:latin typeface="Arial" panose="020B0604020202020204" pitchFamily="34" charset="0"/>
            </a:endParaRPr>
          </a:p>
          <a:p>
            <a:pPr marL="285578" lvl="0" indent="-285578" algn="l" rtl="0">
              <a:lnSpc>
                <a:spcPct val="60000"/>
              </a:lnSpc>
              <a:spcBef>
                <a:spcPts val="1200"/>
              </a:spcBef>
              <a:spcAft>
                <a:spcPts val="0"/>
              </a:spcAft>
              <a:buClr>
                <a:schemeClr val="dk1"/>
              </a:buClr>
              <a:buSzPts val="1260"/>
              <a:buFont typeface="Arial"/>
              <a:buChar char="•"/>
            </a:pPr>
            <a:r>
              <a:rPr lang="en-US" sz="1020" dirty="0">
                <a:latin typeface="Arial" panose="020B0604020202020204" pitchFamily="34" charset="0"/>
              </a:rPr>
              <a:t>Min of 10 or more sites</a:t>
            </a:r>
          </a:p>
          <a:p>
            <a:pPr marL="285578" lvl="0" indent="-285578" algn="l" rtl="0">
              <a:lnSpc>
                <a:spcPct val="60000"/>
              </a:lnSpc>
              <a:spcBef>
                <a:spcPts val="1200"/>
              </a:spcBef>
              <a:spcAft>
                <a:spcPts val="0"/>
              </a:spcAft>
              <a:buClr>
                <a:schemeClr val="dk1"/>
              </a:buClr>
              <a:buSzPts val="1260"/>
              <a:buFont typeface="Arial"/>
              <a:buChar char="•"/>
            </a:pPr>
            <a:r>
              <a:rPr lang="en-US" sz="1020" dirty="0">
                <a:latin typeface="Arial" panose="020B0604020202020204" pitchFamily="34" charset="0"/>
              </a:rPr>
              <a:t>min 8 cores per CPU</a:t>
            </a:r>
          </a:p>
          <a:p>
            <a:pPr marL="285578" lvl="0" indent="-285578" algn="l" rtl="0">
              <a:lnSpc>
                <a:spcPct val="60000"/>
              </a:lnSpc>
              <a:spcBef>
                <a:spcPts val="1200"/>
              </a:spcBef>
              <a:spcAft>
                <a:spcPts val="0"/>
              </a:spcAft>
              <a:buClr>
                <a:schemeClr val="dk1"/>
              </a:buClr>
              <a:buSzPts val="1260"/>
              <a:buFont typeface="Arial"/>
              <a:buChar char="•"/>
            </a:pPr>
            <a:r>
              <a:rPr lang="en-US" sz="1020" dirty="0">
                <a:latin typeface="Arial" panose="020B0604020202020204" pitchFamily="34" charset="0"/>
              </a:rPr>
              <a:t>256 cores max per site</a:t>
            </a:r>
            <a:endParaRPr dirty="0">
              <a:latin typeface="Arial" panose="020B0604020202020204" pitchFamily="34" charset="0"/>
            </a:endParaRPr>
          </a:p>
          <a:p>
            <a:pPr marL="285578" lvl="0" indent="-285578" algn="l" rtl="0">
              <a:lnSpc>
                <a:spcPct val="60000"/>
              </a:lnSpc>
              <a:spcBef>
                <a:spcPts val="1200"/>
              </a:spcBef>
              <a:spcAft>
                <a:spcPts val="0"/>
              </a:spcAft>
              <a:buClr>
                <a:schemeClr val="dk1"/>
              </a:buClr>
              <a:buSzPts val="1260"/>
              <a:buFont typeface="Arial"/>
              <a:buChar char="•"/>
            </a:pPr>
            <a:r>
              <a:rPr lang="en-US" sz="1020" dirty="0">
                <a:latin typeface="Arial" panose="020B0604020202020204" pitchFamily="34" charset="0"/>
              </a:rPr>
              <a:t>Deployments of VCF 5.0 and above</a:t>
            </a:r>
          </a:p>
          <a:p>
            <a:pPr marL="285578" lvl="0" indent="-285578" algn="l" rtl="0">
              <a:lnSpc>
                <a:spcPct val="60000"/>
              </a:lnSpc>
              <a:spcBef>
                <a:spcPts val="1200"/>
              </a:spcBef>
              <a:spcAft>
                <a:spcPts val="0"/>
              </a:spcAft>
              <a:buClr>
                <a:schemeClr val="dk1"/>
              </a:buClr>
              <a:buSzPts val="1260"/>
              <a:buFont typeface="Arial"/>
              <a:buChar char="•"/>
            </a:pPr>
            <a:endParaRPr lang="en-US" sz="1020" dirty="0">
              <a:latin typeface="Arial" panose="020B0604020202020204" pitchFamily="34" charset="0"/>
            </a:endParaRPr>
          </a:p>
          <a:p>
            <a:pPr marL="0" lvl="0" indent="0" algn="l" rtl="0">
              <a:lnSpc>
                <a:spcPct val="60000"/>
              </a:lnSpc>
              <a:spcBef>
                <a:spcPts val="1200"/>
              </a:spcBef>
              <a:spcAft>
                <a:spcPts val="0"/>
              </a:spcAft>
              <a:buClr>
                <a:schemeClr val="dk1"/>
              </a:buClr>
              <a:buSzPts val="1260"/>
              <a:buFontTx/>
              <a:buNone/>
            </a:pPr>
            <a:r>
              <a:rPr lang="en-US" sz="1020" dirty="0">
                <a:latin typeface="Arial" panose="020B0604020202020204" pitchFamily="34" charset="0"/>
              </a:rPr>
              <a:t>Far Edge </a:t>
            </a:r>
            <a:r>
              <a:rPr lang="en-AU" sz="1020" dirty="0">
                <a:latin typeface="Arial" panose="020B0604020202020204" pitchFamily="34" charset="0"/>
              </a:rPr>
              <a:t>refers to deployments which may not satisfy the minimum bandwidth and latency connectivity requirements required for NSX when configuring a VCF workload domain or cluster.</a:t>
            </a:r>
          </a:p>
          <a:p>
            <a:pPr marL="0" lvl="0" indent="0" algn="l" rtl="0">
              <a:lnSpc>
                <a:spcPct val="60000"/>
              </a:lnSpc>
              <a:spcBef>
                <a:spcPts val="1200"/>
              </a:spcBef>
              <a:spcAft>
                <a:spcPts val="0"/>
              </a:spcAft>
              <a:buClr>
                <a:schemeClr val="dk1"/>
              </a:buClr>
              <a:buSzPts val="1260"/>
              <a:buFontTx/>
              <a:buNone/>
            </a:pPr>
            <a:endParaRPr lang="en-AU" sz="1020" dirty="0">
              <a:latin typeface="Arial" panose="020B0604020202020204" pitchFamily="34" charset="0"/>
            </a:endParaRPr>
          </a:p>
          <a:p>
            <a:pPr marL="0" marR="0" lvl="0" indent="0" algn="l" defTabSz="914400" rtl="0" eaLnBrk="1" fontAlgn="auto" latinLnBrk="0" hangingPunct="1">
              <a:lnSpc>
                <a:spcPct val="60000"/>
              </a:lnSpc>
              <a:spcBef>
                <a:spcPts val="1200"/>
              </a:spcBef>
              <a:spcAft>
                <a:spcPts val="0"/>
              </a:spcAft>
              <a:buClr>
                <a:schemeClr val="dk1"/>
              </a:buClr>
              <a:buSzPts val="1260"/>
              <a:buFontTx/>
              <a:buNone/>
              <a:tabLst/>
              <a:defRPr/>
            </a:pPr>
            <a:r>
              <a:rPr lang="en-AU" sz="1020" dirty="0">
                <a:latin typeface="Arial" panose="020B0604020202020204" pitchFamily="34" charset="0"/>
              </a:rPr>
              <a:t>Each Edge deployment option (with the exception of Far Edge) must meet the </a:t>
            </a:r>
            <a:r>
              <a:rPr lang="en-US" sz="1200" dirty="0">
                <a:latin typeface="Arial" panose="020B0604020202020204" pitchFamily="34" charset="0"/>
              </a:rPr>
              <a:t>connectivity requirements:</a:t>
            </a:r>
            <a:br>
              <a:rPr lang="en-US" sz="1200" dirty="0">
                <a:latin typeface="Arial" panose="020B0604020202020204" pitchFamily="34" charset="0"/>
              </a:rPr>
            </a:br>
            <a:r>
              <a:rPr lang="en-US" sz="1200" dirty="0">
                <a:latin typeface="Arial" panose="020B0604020202020204" pitchFamily="34" charset="0"/>
              </a:rPr>
              <a:t>- 10MBps min connectivity between sites</a:t>
            </a:r>
            <a:br>
              <a:rPr lang="en-US" sz="1200" dirty="0">
                <a:latin typeface="Arial" panose="020B0604020202020204" pitchFamily="34" charset="0"/>
              </a:rPr>
            </a:br>
            <a:r>
              <a:rPr lang="en-US" sz="1200" dirty="0">
                <a:latin typeface="Arial" panose="020B0604020202020204" pitchFamily="34" charset="0"/>
              </a:rPr>
              <a:t>- Less than 100ms latency between sites. </a:t>
            </a:r>
            <a:br>
              <a:rPr lang="en-US" sz="1200" dirty="0">
                <a:latin typeface="Arial" panose="020B0604020202020204" pitchFamily="34" charset="0"/>
              </a:rPr>
            </a:br>
            <a:r>
              <a:rPr lang="en-US" sz="1200" dirty="0">
                <a:latin typeface="Arial" panose="020B0604020202020204" pitchFamily="34" charset="0"/>
              </a:rPr>
              <a:t>- Two (2) connections between each site is also recommended.</a:t>
            </a:r>
            <a:endParaRPr lang="en-US" sz="1200" u="none" kern="1200" dirty="0">
              <a:solidFill>
                <a:schemeClr val="tx1"/>
              </a:solidFill>
              <a:effectLst/>
              <a:latin typeface="Arial" panose="020B0604020202020204" pitchFamily="34" charset="0"/>
              <a:ea typeface="+mn-ea"/>
              <a:cs typeface="+mn-cs"/>
            </a:endParaRPr>
          </a:p>
          <a:p>
            <a:pPr marL="0" lvl="0" indent="0" algn="l" rtl="0">
              <a:lnSpc>
                <a:spcPct val="70000"/>
              </a:lnSpc>
              <a:spcBef>
                <a:spcPts val="0"/>
              </a:spcBef>
              <a:spcAft>
                <a:spcPts val="0"/>
              </a:spcAft>
              <a:buClr>
                <a:schemeClr val="dk1"/>
              </a:buClr>
              <a:buSzPts val="1020"/>
              <a:buFont typeface="Arial"/>
              <a:buNone/>
            </a:pPr>
            <a:endParaRPr sz="1020" u="none" strike="noStrike" dirty="0">
              <a:solidFill>
                <a:schemeClr val="dk1"/>
              </a:solidFill>
              <a:latin typeface="Arial" panose="020B0604020202020204" pitchFamily="34" charset="0"/>
              <a:sym typeface="Arial"/>
            </a:endParaRPr>
          </a:p>
          <a:p>
            <a:pPr marL="0" lvl="0" indent="0" algn="l" rtl="0">
              <a:lnSpc>
                <a:spcPct val="70000"/>
              </a:lnSpc>
              <a:spcBef>
                <a:spcPts val="0"/>
              </a:spcBef>
              <a:spcAft>
                <a:spcPts val="0"/>
              </a:spcAft>
              <a:buClr>
                <a:schemeClr val="dk1"/>
              </a:buClr>
              <a:buSzPts val="1020"/>
              <a:buFont typeface="Arial"/>
              <a:buNone/>
            </a:pPr>
            <a:r>
              <a:rPr lang="en-AU" sz="1020" b="1" u="none" strike="noStrike" dirty="0">
                <a:solidFill>
                  <a:schemeClr val="dk1"/>
                </a:solidFill>
                <a:latin typeface="Arial" panose="020B0604020202020204" pitchFamily="34" charset="0"/>
                <a:sym typeface="Arial"/>
              </a:rPr>
              <a:t>Resources:</a:t>
            </a:r>
            <a:endParaRPr sz="1020" b="1" u="none" strike="noStrike" dirty="0">
              <a:solidFill>
                <a:schemeClr val="dk1"/>
              </a:solidFill>
              <a:latin typeface="Arial" panose="020B0604020202020204" pitchFamily="34" charset="0"/>
              <a:sym typeface="Arial"/>
            </a:endParaRPr>
          </a:p>
          <a:p>
            <a:pPr marL="0" lvl="0" indent="0" algn="l" rtl="0">
              <a:lnSpc>
                <a:spcPct val="70000"/>
              </a:lnSpc>
              <a:spcBef>
                <a:spcPts val="0"/>
              </a:spcBef>
              <a:spcAft>
                <a:spcPts val="0"/>
              </a:spcAft>
              <a:buClr>
                <a:schemeClr val="dk1"/>
              </a:buClr>
              <a:buSzPts val="1020"/>
              <a:buFont typeface="Arial"/>
              <a:buNone/>
            </a:pPr>
            <a:endParaRPr sz="1020" dirty="0">
              <a:latin typeface="Arial" panose="020B0604020202020204" pitchFamily="34" charset="0"/>
            </a:endParaRPr>
          </a:p>
        </p:txBody>
      </p:sp>
      <p:sp>
        <p:nvSpPr>
          <p:cNvPr id="7711" name="Google Shape;7711;p109:notes">
            <a:extLst>
              <a:ext uri="{FF2B5EF4-FFF2-40B4-BE49-F238E27FC236}">
                <a16:creationId xmlns:a16="http://schemas.microsoft.com/office/drawing/2014/main" id="{DD3D02D0-22A5-F093-DE34-1740CEF4EF1E}"/>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717074"/>
              </a:buClr>
              <a:buSzPts val="1200"/>
              <a:buFont typeface="Arial"/>
              <a:buNone/>
              <a:tabLst/>
              <a:defRPr/>
            </a:pPr>
            <a:fld id="{00000000-1234-1234-1234-123412341234}" type="slidenum">
              <a:rPr kumimoji="0" lang="en-US" sz="1200" b="0" i="0" u="none" strike="noStrike" kern="1200" cap="none" spc="0" normalizeH="0" baseline="0" noProof="0">
                <a:ln>
                  <a:noFill/>
                </a:ln>
                <a:solidFill>
                  <a:srgbClr val="717074"/>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
                  <a:srgbClr val="717074"/>
                </a:buClr>
                <a:buSzPts val="1200"/>
                <a:buFont typeface="Arial"/>
                <a:buNone/>
                <a:tabLst/>
                <a:defRPr/>
              </a:pPr>
              <a:t>31</a:t>
            </a:fld>
            <a:endParaRPr kumimoji="0" sz="1200" b="0" i="0" u="none" strike="noStrike" kern="1200" cap="none" spc="0" normalizeH="0" baseline="0" noProof="0" dirty="0">
              <a:ln>
                <a:noFill/>
              </a:ln>
              <a:solidFill>
                <a:srgbClr val="717074"/>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1509274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 Leaf">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6814E578-7DFB-C273-472E-4EAD46D26ACD}"/>
              </a:ext>
            </a:extLst>
          </p:cNvPr>
          <p:cNvSpPr/>
          <p:nvPr/>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7000">
                <a:schemeClr val="accent4"/>
              </a:gs>
              <a:gs pos="83000">
                <a:schemeClr val="accent3"/>
              </a:gs>
            </a:gsLst>
            <a:lin ang="19200000" scaled="0"/>
            <a:tileRect/>
          </a:gradFill>
          <a:ln w="0" cap="flat">
            <a:noFill/>
            <a:prstDash val="solid"/>
            <a:miter/>
          </a:ln>
        </p:spPr>
        <p:txBody>
          <a:bodyPr rtlCol="0" anchor="ctr"/>
          <a:lstStyle/>
          <a:p>
            <a:endParaRPr lang="en-US" dirty="0"/>
          </a:p>
        </p:txBody>
      </p:sp>
      <p:sp>
        <p:nvSpPr>
          <p:cNvPr id="2" name="Title click to edit"/>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2"/>
                </a:solidFill>
              </a:defRPr>
            </a:lvl1pPr>
          </a:lstStyle>
          <a:p>
            <a:r>
              <a:rPr lang="en-US"/>
              <a:t>Title Slide – Green Theme</a:t>
            </a:r>
          </a:p>
        </p:txBody>
      </p:sp>
      <p:sp>
        <p:nvSpPr>
          <p:cNvPr id="128" name="Subtitle click to edit">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placeholder</a:t>
            </a:r>
          </a:p>
        </p:txBody>
      </p:sp>
      <p:sp>
        <p:nvSpPr>
          <p:cNvPr id="7" name="Click to edit Speaker Name ">
            <a:extLst>
              <a:ext uri="{FF2B5EF4-FFF2-40B4-BE49-F238E27FC236}">
                <a16:creationId xmlns:a16="http://schemas.microsoft.com/office/drawing/2014/main" id="{DEA43E1E-B208-4DC4-9D6A-01669D00DA14}"/>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dirty="0"/>
              <a:t>Speaker Name (Insert pronouns)</a:t>
            </a:r>
          </a:p>
        </p:txBody>
      </p:sp>
      <p:sp>
        <p:nvSpPr>
          <p:cNvPr id="129" name="Click to edit role">
            <a:extLst>
              <a:ext uri="{FF2B5EF4-FFF2-40B4-BE49-F238E27FC236}">
                <a16:creationId xmlns:a16="http://schemas.microsoft.com/office/drawing/2014/main" id="{2111BB8B-7B37-4FB4-B2CD-984FE1C6C5E4}"/>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tx1"/>
                </a:solidFill>
              </a:defRPr>
            </a:lvl1pPr>
          </a:lstStyle>
          <a:p>
            <a:pPr lvl="0"/>
            <a:r>
              <a:rPr lang="en-US" dirty="0"/>
              <a:t>Role / Division, Broadcom</a:t>
            </a:r>
          </a:p>
        </p:txBody>
      </p:sp>
      <p:sp>
        <p:nvSpPr>
          <p:cNvPr id="18" name="Click to edit role">
            <a:extLst>
              <a:ext uri="{FF2B5EF4-FFF2-40B4-BE49-F238E27FC236}">
                <a16:creationId xmlns:a16="http://schemas.microsoft.com/office/drawing/2014/main" id="{006FF8D0-7AF6-C549-9BFB-E838D6CDCA0E}"/>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tx1"/>
                </a:solidFill>
              </a:defRPr>
            </a:lvl1pPr>
          </a:lstStyle>
          <a:p>
            <a:pPr lvl="0"/>
            <a:r>
              <a:rPr lang="en-US"/>
              <a:t>Date</a:t>
            </a:r>
          </a:p>
        </p:txBody>
      </p:sp>
      <p:grpSp>
        <p:nvGrpSpPr>
          <p:cNvPr id="55" name="Graphic 8">
            <a:extLst>
              <a:ext uri="{FF2B5EF4-FFF2-40B4-BE49-F238E27FC236}">
                <a16:creationId xmlns:a16="http://schemas.microsoft.com/office/drawing/2014/main" id="{BAF838CA-49F3-885B-C026-D4C6B5E51AA9}"/>
              </a:ext>
            </a:extLst>
          </p:cNvPr>
          <p:cNvGrpSpPr/>
          <p:nvPr/>
        </p:nvGrpSpPr>
        <p:grpSpPr>
          <a:xfrm>
            <a:off x="265625" y="6323271"/>
            <a:ext cx="1249223" cy="369648"/>
            <a:chOff x="265625" y="6323271"/>
            <a:chExt cx="1249223" cy="369648"/>
          </a:xfrm>
          <a:solidFill>
            <a:srgbClr val="000000"/>
          </a:solidFill>
        </p:grpSpPr>
        <p:grpSp>
          <p:nvGrpSpPr>
            <p:cNvPr id="56" name="Graphic 8">
              <a:extLst>
                <a:ext uri="{FF2B5EF4-FFF2-40B4-BE49-F238E27FC236}">
                  <a16:creationId xmlns:a16="http://schemas.microsoft.com/office/drawing/2014/main" id="{91AFFF59-3E20-ED5A-C64D-6AD2EC10FA71}"/>
                </a:ext>
              </a:extLst>
            </p:cNvPr>
            <p:cNvGrpSpPr/>
            <p:nvPr/>
          </p:nvGrpSpPr>
          <p:grpSpPr>
            <a:xfrm>
              <a:off x="745455" y="6594444"/>
              <a:ext cx="722662" cy="98475"/>
              <a:chOff x="745455" y="6594444"/>
              <a:chExt cx="722662" cy="98475"/>
            </a:xfrm>
            <a:solidFill>
              <a:srgbClr val="000000"/>
            </a:solidFill>
          </p:grpSpPr>
          <p:sp>
            <p:nvSpPr>
              <p:cNvPr id="131" name="Freeform 130">
                <a:extLst>
                  <a:ext uri="{FF2B5EF4-FFF2-40B4-BE49-F238E27FC236}">
                    <a16:creationId xmlns:a16="http://schemas.microsoft.com/office/drawing/2014/main" id="{26A3A367-AF7A-3CE1-7219-BF42CFB83015}"/>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132" name="Freeform 131">
                <a:extLst>
                  <a:ext uri="{FF2B5EF4-FFF2-40B4-BE49-F238E27FC236}">
                    <a16:creationId xmlns:a16="http://schemas.microsoft.com/office/drawing/2014/main" id="{87557BA2-6363-9310-7758-7E46B2725CB3}"/>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133" name="Freeform 132">
                <a:extLst>
                  <a:ext uri="{FF2B5EF4-FFF2-40B4-BE49-F238E27FC236}">
                    <a16:creationId xmlns:a16="http://schemas.microsoft.com/office/drawing/2014/main" id="{98E3995A-00E8-9970-E347-1DB03372641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134" name="Freeform 133">
                <a:extLst>
                  <a:ext uri="{FF2B5EF4-FFF2-40B4-BE49-F238E27FC236}">
                    <a16:creationId xmlns:a16="http://schemas.microsoft.com/office/drawing/2014/main" id="{E557F3F2-0097-5608-0D6B-ADBD20A0575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135" name="Freeform 134">
                <a:extLst>
                  <a:ext uri="{FF2B5EF4-FFF2-40B4-BE49-F238E27FC236}">
                    <a16:creationId xmlns:a16="http://schemas.microsoft.com/office/drawing/2014/main" id="{A1EE9404-4BD9-8680-1C8A-3B583B49285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136" name="Freeform 135">
                <a:extLst>
                  <a:ext uri="{FF2B5EF4-FFF2-40B4-BE49-F238E27FC236}">
                    <a16:creationId xmlns:a16="http://schemas.microsoft.com/office/drawing/2014/main" id="{FC84855E-D060-5D16-8F8D-2BD34D9B94F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137" name="Freeform 136">
                <a:extLst>
                  <a:ext uri="{FF2B5EF4-FFF2-40B4-BE49-F238E27FC236}">
                    <a16:creationId xmlns:a16="http://schemas.microsoft.com/office/drawing/2014/main" id="{031F79CD-4C5E-D24F-635E-7A7B4878110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138" name="Freeform 137">
                <a:extLst>
                  <a:ext uri="{FF2B5EF4-FFF2-40B4-BE49-F238E27FC236}">
                    <a16:creationId xmlns:a16="http://schemas.microsoft.com/office/drawing/2014/main" id="{DAD1797E-9105-FA8E-4A81-FDC253F04EA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139" name="Freeform 138">
                <a:extLst>
                  <a:ext uri="{FF2B5EF4-FFF2-40B4-BE49-F238E27FC236}">
                    <a16:creationId xmlns:a16="http://schemas.microsoft.com/office/drawing/2014/main" id="{6CDD0DC3-97C4-C10E-1058-099303CC93F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140" name="Freeform 139">
                <a:extLst>
                  <a:ext uri="{FF2B5EF4-FFF2-40B4-BE49-F238E27FC236}">
                    <a16:creationId xmlns:a16="http://schemas.microsoft.com/office/drawing/2014/main" id="{CEBC9053-842B-8221-2B9E-1E02856F997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57" name="Graphic 8">
              <a:extLst>
                <a:ext uri="{FF2B5EF4-FFF2-40B4-BE49-F238E27FC236}">
                  <a16:creationId xmlns:a16="http://schemas.microsoft.com/office/drawing/2014/main" id="{C3D6A2E6-7175-657A-FFEE-732370A03645}"/>
                </a:ext>
              </a:extLst>
            </p:cNvPr>
            <p:cNvGrpSpPr/>
            <p:nvPr/>
          </p:nvGrpSpPr>
          <p:grpSpPr>
            <a:xfrm>
              <a:off x="265625" y="6323271"/>
              <a:ext cx="1249223" cy="190348"/>
              <a:chOff x="265625" y="6323271"/>
              <a:chExt cx="1249223" cy="190348"/>
            </a:xfrm>
            <a:solidFill>
              <a:srgbClr val="000000"/>
            </a:solidFill>
          </p:grpSpPr>
          <p:sp>
            <p:nvSpPr>
              <p:cNvPr id="58" name="Freeform 57">
                <a:extLst>
                  <a:ext uri="{FF2B5EF4-FFF2-40B4-BE49-F238E27FC236}">
                    <a16:creationId xmlns:a16="http://schemas.microsoft.com/office/drawing/2014/main" id="{6EE5B3D8-4F75-F4A5-6852-90C7E67B399F}"/>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8D359421-6F5E-68EB-A130-9078431086F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60" name="Freeform 59">
                <a:extLst>
                  <a:ext uri="{FF2B5EF4-FFF2-40B4-BE49-F238E27FC236}">
                    <a16:creationId xmlns:a16="http://schemas.microsoft.com/office/drawing/2014/main" id="{3B593B1C-97BF-E3FD-9202-FAE7DC7D404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61" name="Freeform 60">
                <a:extLst>
                  <a:ext uri="{FF2B5EF4-FFF2-40B4-BE49-F238E27FC236}">
                    <a16:creationId xmlns:a16="http://schemas.microsoft.com/office/drawing/2014/main" id="{684036B4-CA32-5C66-D108-9873B6C3702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62" name="Freeform 61">
                <a:extLst>
                  <a:ext uri="{FF2B5EF4-FFF2-40B4-BE49-F238E27FC236}">
                    <a16:creationId xmlns:a16="http://schemas.microsoft.com/office/drawing/2014/main" id="{76DBD31D-FDBB-F787-B22E-2F397F09B54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63" name="Freeform 62">
                <a:extLst>
                  <a:ext uri="{FF2B5EF4-FFF2-40B4-BE49-F238E27FC236}">
                    <a16:creationId xmlns:a16="http://schemas.microsoft.com/office/drawing/2014/main" id="{98164034-B26F-5ACB-9B90-EBBD1F9B113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30" name="Freeform 129">
                <a:extLst>
                  <a:ext uri="{FF2B5EF4-FFF2-40B4-BE49-F238E27FC236}">
                    <a16:creationId xmlns:a16="http://schemas.microsoft.com/office/drawing/2014/main" id="{347DB589-B53E-03EB-2555-D38B1A06D8E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3" name="Freeform: Shape 3">
            <a:extLst>
              <a:ext uri="{FF2B5EF4-FFF2-40B4-BE49-F238E27FC236}">
                <a16:creationId xmlns:a16="http://schemas.microsoft.com/office/drawing/2014/main" id="{6814E578-7DFB-C273-472E-4EAD46D26ACD}"/>
              </a:ext>
            </a:extLst>
          </p:cNvPr>
          <p:cNvSpPr/>
          <p:nvPr userDrawn="1"/>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7000">
                <a:schemeClr val="accent4"/>
              </a:gs>
              <a:gs pos="83000">
                <a:schemeClr val="accent3"/>
              </a:gs>
            </a:gsLst>
            <a:lin ang="19200000" scaled="0"/>
            <a:tileRect/>
          </a:gradFill>
          <a:ln w="0" cap="flat">
            <a:noFill/>
            <a:prstDash val="solid"/>
            <a:miter/>
          </a:ln>
        </p:spPr>
        <p:txBody>
          <a:bodyPr rtlCol="0" anchor="ctr"/>
          <a:lstStyle/>
          <a:p>
            <a:endParaRPr lang="en-US" dirty="0"/>
          </a:p>
        </p:txBody>
      </p:sp>
      <p:sp>
        <p:nvSpPr>
          <p:cNvPr id="34" name="Freeform: Shape 4">
            <a:extLst>
              <a:ext uri="{FF2B5EF4-FFF2-40B4-BE49-F238E27FC236}">
                <a16:creationId xmlns:a16="http://schemas.microsoft.com/office/drawing/2014/main" id="{03689AEB-304C-881F-44CE-28E14E31AD6E}"/>
              </a:ext>
            </a:extLst>
          </p:cNvPr>
          <p:cNvSpPr/>
          <p:nvPr userDrawn="1"/>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chemeClr val="accent4"/>
              </a:gs>
            </a:gsLst>
            <a:lin ang="0" scaled="1"/>
          </a:gradFill>
          <a:ln w="0" cap="flat">
            <a:noFill/>
            <a:prstDash val="solid"/>
            <a:miter/>
          </a:ln>
          <a:effectLst/>
        </p:spPr>
        <p:txBody>
          <a:bodyPr rtlCol="0" anchor="ctr"/>
          <a:lstStyle/>
          <a:p>
            <a:endParaRPr lang="en-US" dirty="0"/>
          </a:p>
        </p:txBody>
      </p:sp>
      <p:grpSp>
        <p:nvGrpSpPr>
          <p:cNvPr id="37" name="Graphic 8">
            <a:extLst>
              <a:ext uri="{FF2B5EF4-FFF2-40B4-BE49-F238E27FC236}">
                <a16:creationId xmlns:a16="http://schemas.microsoft.com/office/drawing/2014/main" id="{BAF838CA-49F3-885B-C026-D4C6B5E51AA9}"/>
              </a:ext>
            </a:extLst>
          </p:cNvPr>
          <p:cNvGrpSpPr/>
          <p:nvPr userDrawn="1"/>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91AFFF59-3E20-ED5A-C64D-6AD2EC10FA71}"/>
                </a:ext>
              </a:extLst>
            </p:cNvPr>
            <p:cNvGrpSpPr/>
            <p:nvPr/>
          </p:nvGrpSpPr>
          <p:grpSpPr>
            <a:xfrm>
              <a:off x="745455" y="6594444"/>
              <a:ext cx="722662" cy="98475"/>
              <a:chOff x="745455" y="6594444"/>
              <a:chExt cx="722662" cy="98475"/>
            </a:xfrm>
            <a:solidFill>
              <a:srgbClr val="000000"/>
            </a:solidFill>
          </p:grpSpPr>
          <p:sp>
            <p:nvSpPr>
              <p:cNvPr id="47" name="Freeform 46">
                <a:extLst>
                  <a:ext uri="{FF2B5EF4-FFF2-40B4-BE49-F238E27FC236}">
                    <a16:creationId xmlns:a16="http://schemas.microsoft.com/office/drawing/2014/main" id="{26A3A367-AF7A-3CE1-7219-BF42CFB83015}"/>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87557BA2-6363-9310-7758-7E46B2725CB3}"/>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98E3995A-00E8-9970-E347-1DB03372641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E557F3F2-0097-5608-0D6B-ADBD20A0575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A1EE9404-4BD9-8680-1C8A-3B583B49285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FC84855E-D060-5D16-8F8D-2BD34D9B94F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64" name="Freeform 63">
                <a:extLst>
                  <a:ext uri="{FF2B5EF4-FFF2-40B4-BE49-F238E27FC236}">
                    <a16:creationId xmlns:a16="http://schemas.microsoft.com/office/drawing/2014/main" id="{031F79CD-4C5E-D24F-635E-7A7B4878110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65" name="Freeform 64">
                <a:extLst>
                  <a:ext uri="{FF2B5EF4-FFF2-40B4-BE49-F238E27FC236}">
                    <a16:creationId xmlns:a16="http://schemas.microsoft.com/office/drawing/2014/main" id="{DAD1797E-9105-FA8E-4A81-FDC253F04EA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66" name="Freeform 65">
                <a:extLst>
                  <a:ext uri="{FF2B5EF4-FFF2-40B4-BE49-F238E27FC236}">
                    <a16:creationId xmlns:a16="http://schemas.microsoft.com/office/drawing/2014/main" id="{6CDD0DC3-97C4-C10E-1058-099303CC93F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67" name="Freeform 66">
                <a:extLst>
                  <a:ext uri="{FF2B5EF4-FFF2-40B4-BE49-F238E27FC236}">
                    <a16:creationId xmlns:a16="http://schemas.microsoft.com/office/drawing/2014/main" id="{CEBC9053-842B-8221-2B9E-1E02856F997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C3D6A2E6-7175-657A-FFEE-732370A03645}"/>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6EE5B3D8-4F75-F4A5-6852-90C7E67B399F}"/>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8D359421-6F5E-68EB-A130-9078431086F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3B593B1C-97BF-E3FD-9202-FAE7DC7D404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684036B4-CA32-5C66-D108-9873B6C3702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76DBD31D-FDBB-F787-B22E-2F397F09B54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98164034-B26F-5ACB-9B90-EBBD1F9B113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347DB589-B53E-03EB-2555-D38B1A06D8E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6" name="TextBox 5">
            <a:extLst>
              <a:ext uri="{FF2B5EF4-FFF2-40B4-BE49-F238E27FC236}">
                <a16:creationId xmlns:a16="http://schemas.microsoft.com/office/drawing/2014/main" id="{E6F05D4E-954E-5EA3-A012-EBA68A5DEAED}"/>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4230081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 Aqua">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6007DB4E-DF1B-4B7A-6FC4-46981281D8D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042" r="1973" b="1787"/>
          <a:stretch>
            <a:fillRect/>
          </a:stretch>
        </p:blipFill>
        <p:spPr>
          <a:xfrm>
            <a:off x="0" y="658109"/>
            <a:ext cx="12188825" cy="6205839"/>
          </a:xfrm>
          <a:custGeom>
            <a:avLst/>
            <a:gdLst>
              <a:gd name="connsiteX0" fmla="*/ 0 w 12192401"/>
              <a:gd name="connsiteY0" fmla="*/ 0 h 6207660"/>
              <a:gd name="connsiteX1" fmla="*/ 12192401 w 12192401"/>
              <a:gd name="connsiteY1" fmla="*/ 0 h 6207660"/>
              <a:gd name="connsiteX2" fmla="*/ 12192401 w 12192401"/>
              <a:gd name="connsiteY2" fmla="*/ 6207660 h 6207660"/>
              <a:gd name="connsiteX3" fmla="*/ 0 w 12192401"/>
              <a:gd name="connsiteY3" fmla="*/ 6207660 h 6207660"/>
            </a:gdLst>
            <a:ahLst/>
            <a:cxnLst>
              <a:cxn ang="0">
                <a:pos x="connsiteX0" y="connsiteY0"/>
              </a:cxn>
              <a:cxn ang="0">
                <a:pos x="connsiteX1" y="connsiteY1"/>
              </a:cxn>
              <a:cxn ang="0">
                <a:pos x="connsiteX2" y="connsiteY2"/>
              </a:cxn>
              <a:cxn ang="0">
                <a:pos x="connsiteX3" y="connsiteY3"/>
              </a:cxn>
            </a:cxnLst>
            <a:rect l="l" t="t" r="r" b="b"/>
            <a:pathLst>
              <a:path w="12192401" h="6207660">
                <a:moveTo>
                  <a:pt x="0" y="0"/>
                </a:moveTo>
                <a:lnTo>
                  <a:pt x="12192401" y="0"/>
                </a:lnTo>
                <a:lnTo>
                  <a:pt x="12192401" y="6207660"/>
                </a:lnTo>
                <a:lnTo>
                  <a:pt x="0" y="6207660"/>
                </a:lnTo>
                <a:close/>
              </a:path>
            </a:pathLst>
          </a:custGeom>
          <a:effectLst>
            <a:outerShdw blurRad="241300" sx="102000" sy="102000" algn="ctr" rotWithShape="0">
              <a:schemeClr val="accent3">
                <a:alpha val="15000"/>
              </a:schemeClr>
            </a:outerShdw>
          </a:effectLst>
        </p:spPr>
      </p:pic>
      <p:sp>
        <p:nvSpPr>
          <p:cNvPr id="12" name="Freeform: Shape 11">
            <a:extLst>
              <a:ext uri="{FF2B5EF4-FFF2-40B4-BE49-F238E27FC236}">
                <a16:creationId xmlns:a16="http://schemas.microsoft.com/office/drawing/2014/main" id="{A93B8B11-A691-8250-9E87-65BB5A241D07}"/>
              </a:ext>
            </a:extLst>
          </p:cNvPr>
          <p:cNvSpPr/>
          <p:nvPr/>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16000">
                <a:schemeClr val="accent2"/>
              </a:gs>
              <a:gs pos="90000">
                <a:schemeClr val="accent3"/>
              </a:gs>
            </a:gsLst>
            <a:lin ang="19200000" scaled="0"/>
            <a:tileRect/>
          </a:gradFill>
          <a:ln w="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F3963894-AB1A-DA1F-BF82-7542D160FA67}"/>
              </a:ext>
            </a:extLst>
          </p:cNvPr>
          <p:cNvSpPr/>
          <p:nvPr/>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13" name="Click to edit Speaker Name ">
            <a:extLst>
              <a:ext uri="{FF2B5EF4-FFF2-40B4-BE49-F238E27FC236}">
                <a16:creationId xmlns:a16="http://schemas.microsoft.com/office/drawing/2014/main" id="{BE8CF301-A89D-F446-8E25-48C52B357C1E}"/>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a:t>Speaker Name (Insert pronouns)</a:t>
            </a:r>
          </a:p>
        </p:txBody>
      </p:sp>
      <p:sp>
        <p:nvSpPr>
          <p:cNvPr id="14" name="Click to edit role">
            <a:extLst>
              <a:ext uri="{FF2B5EF4-FFF2-40B4-BE49-F238E27FC236}">
                <a16:creationId xmlns:a16="http://schemas.microsoft.com/office/drawing/2014/main" id="{A6793BDF-BE4B-0441-BDFD-DE9B2F59D3D0}"/>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tx1"/>
                </a:solidFill>
              </a:defRPr>
            </a:lvl1pPr>
          </a:lstStyle>
          <a:p>
            <a:pPr lvl="0"/>
            <a:r>
              <a:rPr lang="en-US" dirty="0"/>
              <a:t>Role / Division, Broadcom</a:t>
            </a:r>
          </a:p>
        </p:txBody>
      </p:sp>
      <p:sp>
        <p:nvSpPr>
          <p:cNvPr id="17" name="Click to edit role">
            <a:extLst>
              <a:ext uri="{FF2B5EF4-FFF2-40B4-BE49-F238E27FC236}">
                <a16:creationId xmlns:a16="http://schemas.microsoft.com/office/drawing/2014/main" id="{DF9375A3-70DB-2E43-AFE1-9357176168C4}"/>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tx1"/>
                </a:solidFill>
              </a:defRPr>
            </a:lvl1pPr>
          </a:lstStyle>
          <a:p>
            <a:pPr lvl="0"/>
            <a:r>
              <a:rPr lang="en-US"/>
              <a:t>Date</a:t>
            </a:r>
          </a:p>
        </p:txBody>
      </p:sp>
      <p:grpSp>
        <p:nvGrpSpPr>
          <p:cNvPr id="8" name="Graphic 8">
            <a:extLst>
              <a:ext uri="{FF2B5EF4-FFF2-40B4-BE49-F238E27FC236}">
                <a16:creationId xmlns:a16="http://schemas.microsoft.com/office/drawing/2014/main" id="{D1A5F4CE-EB72-C266-1B3B-9C54BD2303E1}"/>
              </a:ext>
            </a:extLst>
          </p:cNvPr>
          <p:cNvGrpSpPr/>
          <p:nvPr/>
        </p:nvGrpSpPr>
        <p:grpSpPr>
          <a:xfrm>
            <a:off x="265625" y="6323271"/>
            <a:ext cx="1249223" cy="369648"/>
            <a:chOff x="265625" y="6323271"/>
            <a:chExt cx="1249223" cy="369648"/>
          </a:xfrm>
          <a:solidFill>
            <a:srgbClr val="000000"/>
          </a:solidFill>
        </p:grpSpPr>
        <p:grpSp>
          <p:nvGrpSpPr>
            <p:cNvPr id="9" name="Graphic 8">
              <a:extLst>
                <a:ext uri="{FF2B5EF4-FFF2-40B4-BE49-F238E27FC236}">
                  <a16:creationId xmlns:a16="http://schemas.microsoft.com/office/drawing/2014/main" id="{2137E5D9-482E-8131-7FF0-1050E105997F}"/>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401D4578-40C7-2585-4FDC-D46680518109}"/>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7D357427-0517-5C7D-A2F9-9FA354E4992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1F2840FE-B7E9-55F1-1465-C3EC98EC0ACE}"/>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935EB82F-29DB-B50B-2148-8B6B0BBCAF7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88238D6F-727C-429B-85BB-BB97763DD8B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9C614CC9-29E5-4669-6FEA-79EC278FE091}"/>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77E21B9D-99B5-B6C1-54E7-0043458780C4}"/>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4D857C41-1105-53B4-027A-9AAD9B68FE20}"/>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8E094421-7705-4F5D-AD3D-5BE22A2FAF7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485723E5-9424-E475-7092-E94E9597350E}"/>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0" name="Graphic 8">
              <a:extLst>
                <a:ext uri="{FF2B5EF4-FFF2-40B4-BE49-F238E27FC236}">
                  <a16:creationId xmlns:a16="http://schemas.microsoft.com/office/drawing/2014/main" id="{C1BCA891-9818-3C98-5E5D-CAAA5BC1C8D8}"/>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88AEA6DD-162C-57F8-3709-64B3B9BC62B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FC17F96D-EC21-771A-4BFB-097D052B25FC}"/>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D310231D-256A-7136-6FBC-2E63F32653FC}"/>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4D14B69E-286C-4E39-05BC-F4A507A000E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C86A5B8B-2CA3-DA7C-8F1D-838462A9013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CDAF0B3D-FBD5-4563-20CD-70B391907C0A}"/>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BC54CD76-F7DE-5D47-2726-1FB2EE8F9EBE}"/>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 name="Title click to edit">
            <a:extLst>
              <a:ext uri="{FF2B5EF4-FFF2-40B4-BE49-F238E27FC236}">
                <a16:creationId xmlns:a16="http://schemas.microsoft.com/office/drawing/2014/main" id="{3D2AD2AB-2D36-6FA3-D90D-BBA20ECE200F}"/>
              </a:ext>
            </a:extLst>
          </p:cNvPr>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2"/>
                </a:solidFill>
              </a:defRPr>
            </a:lvl1pPr>
          </a:lstStyle>
          <a:p>
            <a:r>
              <a:rPr lang="en-US"/>
              <a:t>Title Slide – Blue Theme</a:t>
            </a:r>
          </a:p>
        </p:txBody>
      </p:sp>
      <p:sp>
        <p:nvSpPr>
          <p:cNvPr id="4" name="Subtitle click to edit">
            <a:extLst>
              <a:ext uri="{FF2B5EF4-FFF2-40B4-BE49-F238E27FC236}">
                <a16:creationId xmlns:a16="http://schemas.microsoft.com/office/drawing/2014/main" id="{CC0EBB9D-D839-7841-ED94-78F86A22AB93}"/>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placeholder</a:t>
            </a:r>
          </a:p>
        </p:txBody>
      </p:sp>
      <p:sp>
        <p:nvSpPr>
          <p:cNvPr id="35" name="Freeform: Shape 14">
            <a:extLst>
              <a:ext uri="{FF2B5EF4-FFF2-40B4-BE49-F238E27FC236}">
                <a16:creationId xmlns:a16="http://schemas.microsoft.com/office/drawing/2014/main" id="{F3963894-AB1A-DA1F-BF82-7542D160FA67}"/>
              </a:ext>
            </a:extLst>
          </p:cNvPr>
          <p:cNvSpPr/>
          <p:nvPr userDrawn="1"/>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grpSp>
        <p:nvGrpSpPr>
          <p:cNvPr id="38" name="Graphic 8">
            <a:extLst>
              <a:ext uri="{FF2B5EF4-FFF2-40B4-BE49-F238E27FC236}">
                <a16:creationId xmlns:a16="http://schemas.microsoft.com/office/drawing/2014/main" id="{D1A5F4CE-EB72-C266-1B3B-9C54BD2303E1}"/>
              </a:ext>
            </a:extLst>
          </p:cNvPr>
          <p:cNvGrpSpPr/>
          <p:nvPr userDrawn="1"/>
        </p:nvGrpSpPr>
        <p:grpSpPr>
          <a:xfrm>
            <a:off x="265625" y="6323271"/>
            <a:ext cx="1249223" cy="369648"/>
            <a:chOff x="265625" y="6323271"/>
            <a:chExt cx="1249223" cy="369648"/>
          </a:xfrm>
          <a:solidFill>
            <a:srgbClr val="000000"/>
          </a:solidFill>
        </p:grpSpPr>
        <p:grpSp>
          <p:nvGrpSpPr>
            <p:cNvPr id="39" name="Graphic 8">
              <a:extLst>
                <a:ext uri="{FF2B5EF4-FFF2-40B4-BE49-F238E27FC236}">
                  <a16:creationId xmlns:a16="http://schemas.microsoft.com/office/drawing/2014/main" id="{2137E5D9-482E-8131-7FF0-1050E105997F}"/>
                </a:ext>
              </a:extLst>
            </p:cNvPr>
            <p:cNvGrpSpPr/>
            <p:nvPr/>
          </p:nvGrpSpPr>
          <p:grpSpPr>
            <a:xfrm>
              <a:off x="745455" y="6594444"/>
              <a:ext cx="722662" cy="98475"/>
              <a:chOff x="745455" y="6594444"/>
              <a:chExt cx="722662" cy="98475"/>
            </a:xfrm>
            <a:solidFill>
              <a:srgbClr val="000000"/>
            </a:solidFill>
          </p:grpSpPr>
          <p:sp>
            <p:nvSpPr>
              <p:cNvPr id="48" name="Freeform 47">
                <a:extLst>
                  <a:ext uri="{FF2B5EF4-FFF2-40B4-BE49-F238E27FC236}">
                    <a16:creationId xmlns:a16="http://schemas.microsoft.com/office/drawing/2014/main" id="{401D4578-40C7-2585-4FDC-D46680518109}"/>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7D357427-0517-5C7D-A2F9-9FA354E4992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1F2840FE-B7E9-55F1-1465-C3EC98EC0ACE}"/>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935EB82F-29DB-B50B-2148-8B6B0BBCAF7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88238D6F-727C-429B-85BB-BB97763DD8B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9C614CC9-29E5-4669-6FEA-79EC278FE091}"/>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77E21B9D-99B5-B6C1-54E7-0043458780C4}"/>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4D857C41-1105-53B4-027A-9AAD9B68FE20}"/>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8E094421-7705-4F5D-AD3D-5BE22A2FAF7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485723E5-9424-E475-7092-E94E9597350E}"/>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0" name="Graphic 8">
              <a:extLst>
                <a:ext uri="{FF2B5EF4-FFF2-40B4-BE49-F238E27FC236}">
                  <a16:creationId xmlns:a16="http://schemas.microsoft.com/office/drawing/2014/main" id="{C1BCA891-9818-3C98-5E5D-CAAA5BC1C8D8}"/>
                </a:ext>
              </a:extLst>
            </p:cNvPr>
            <p:cNvGrpSpPr/>
            <p:nvPr/>
          </p:nvGrpSpPr>
          <p:grpSpPr>
            <a:xfrm>
              <a:off x="265625" y="6323271"/>
              <a:ext cx="1249223" cy="190348"/>
              <a:chOff x="265625" y="6323271"/>
              <a:chExt cx="1249223" cy="190348"/>
            </a:xfrm>
            <a:solidFill>
              <a:srgbClr val="000000"/>
            </a:solidFill>
          </p:grpSpPr>
          <p:sp>
            <p:nvSpPr>
              <p:cNvPr id="41" name="Freeform 40">
                <a:extLst>
                  <a:ext uri="{FF2B5EF4-FFF2-40B4-BE49-F238E27FC236}">
                    <a16:creationId xmlns:a16="http://schemas.microsoft.com/office/drawing/2014/main" id="{88AEA6DD-162C-57F8-3709-64B3B9BC62B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FC17F96D-EC21-771A-4BFB-097D052B25FC}"/>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D310231D-256A-7136-6FBC-2E63F32653FC}"/>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4D14B69E-286C-4E39-05BC-F4A507A000E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C86A5B8B-2CA3-DA7C-8F1D-838462A9013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CDAF0B3D-FBD5-4563-20CD-70B391907C0A}"/>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BC54CD76-F7DE-5D47-2726-1FB2EE8F9EBE}"/>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 name="TextBox 4">
            <a:extLst>
              <a:ext uri="{FF2B5EF4-FFF2-40B4-BE49-F238E27FC236}">
                <a16:creationId xmlns:a16="http://schemas.microsoft.com/office/drawing/2014/main" id="{DAC4568A-0320-BB95-EB37-40F255DCBF74}"/>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266460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 Plum">
    <p:spTree>
      <p:nvGrpSpPr>
        <p:cNvPr id="1" name=""/>
        <p:cNvGrpSpPr/>
        <p:nvPr/>
      </p:nvGrpSpPr>
      <p:grpSpPr>
        <a:xfrm>
          <a:off x="0" y="0"/>
          <a:ext cx="0" cy="0"/>
          <a:chOff x="0" y="0"/>
          <a:chExt cx="0" cy="0"/>
        </a:xfrm>
      </p:grpSpPr>
      <p:pic>
        <p:nvPicPr>
          <p:cNvPr id="56" name="Graphic 55">
            <a:extLst>
              <a:ext uri="{FF2B5EF4-FFF2-40B4-BE49-F238E27FC236}">
                <a16:creationId xmlns:a16="http://schemas.microsoft.com/office/drawing/2014/main" id="{CC06A3C2-D9D3-F0BE-4283-65EFB0C4036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042" r="1973" b="1787"/>
          <a:stretch>
            <a:fillRect/>
          </a:stretch>
        </p:blipFill>
        <p:spPr>
          <a:xfrm>
            <a:off x="0" y="658109"/>
            <a:ext cx="12188825" cy="6205839"/>
          </a:xfrm>
          <a:custGeom>
            <a:avLst/>
            <a:gdLst>
              <a:gd name="connsiteX0" fmla="*/ 0 w 12192401"/>
              <a:gd name="connsiteY0" fmla="*/ 0 h 6207660"/>
              <a:gd name="connsiteX1" fmla="*/ 12192401 w 12192401"/>
              <a:gd name="connsiteY1" fmla="*/ 0 h 6207660"/>
              <a:gd name="connsiteX2" fmla="*/ 12192401 w 12192401"/>
              <a:gd name="connsiteY2" fmla="*/ 6207660 h 6207660"/>
              <a:gd name="connsiteX3" fmla="*/ 0 w 12192401"/>
              <a:gd name="connsiteY3" fmla="*/ 6207660 h 6207660"/>
            </a:gdLst>
            <a:ahLst/>
            <a:cxnLst>
              <a:cxn ang="0">
                <a:pos x="connsiteX0" y="connsiteY0"/>
              </a:cxn>
              <a:cxn ang="0">
                <a:pos x="connsiteX1" y="connsiteY1"/>
              </a:cxn>
              <a:cxn ang="0">
                <a:pos x="connsiteX2" y="connsiteY2"/>
              </a:cxn>
              <a:cxn ang="0">
                <a:pos x="connsiteX3" y="connsiteY3"/>
              </a:cxn>
            </a:cxnLst>
            <a:rect l="l" t="t" r="r" b="b"/>
            <a:pathLst>
              <a:path w="12192401" h="6207660">
                <a:moveTo>
                  <a:pt x="0" y="0"/>
                </a:moveTo>
                <a:lnTo>
                  <a:pt x="12192401" y="0"/>
                </a:lnTo>
                <a:lnTo>
                  <a:pt x="12192401" y="6207660"/>
                </a:lnTo>
                <a:lnTo>
                  <a:pt x="0" y="6207660"/>
                </a:lnTo>
                <a:close/>
              </a:path>
            </a:pathLst>
          </a:custGeom>
          <a:effectLst>
            <a:outerShdw blurRad="241300" sx="102000" sy="102000" algn="ctr" rotWithShape="0">
              <a:schemeClr val="accent3">
                <a:alpha val="15000"/>
              </a:schemeClr>
            </a:outerShdw>
          </a:effectLst>
        </p:spPr>
      </p:pic>
      <p:sp>
        <p:nvSpPr>
          <p:cNvPr id="42" name="Freeform: Shape 41">
            <a:extLst>
              <a:ext uri="{FF2B5EF4-FFF2-40B4-BE49-F238E27FC236}">
                <a16:creationId xmlns:a16="http://schemas.microsoft.com/office/drawing/2014/main" id="{044BC68A-DC70-D408-944E-73F6554FC359}"/>
              </a:ext>
            </a:extLst>
          </p:cNvPr>
          <p:cNvSpPr/>
          <p:nvPr userDrawn="1"/>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45000">
                <a:srgbClr val="4764A1"/>
              </a:gs>
              <a:gs pos="16000">
                <a:schemeClr val="accent5"/>
              </a:gs>
              <a:gs pos="90000">
                <a:schemeClr val="accent3"/>
              </a:gs>
            </a:gsLst>
            <a:lin ang="19200000" scaled="0"/>
            <a:tileRect/>
          </a:gradFill>
          <a:ln w="0" cap="flat">
            <a:noFill/>
            <a:prstDash val="solid"/>
            <a:miter/>
          </a:ln>
        </p:spPr>
        <p:txBody>
          <a:bodyPr rtlCol="0" anchor="ctr"/>
          <a:lstStyle/>
          <a:p>
            <a:endParaRPr lang="en-US" dirty="0"/>
          </a:p>
        </p:txBody>
      </p:sp>
      <p:sp>
        <p:nvSpPr>
          <p:cNvPr id="14" name="Click to edit Speaker Name ">
            <a:extLst>
              <a:ext uri="{FF2B5EF4-FFF2-40B4-BE49-F238E27FC236}">
                <a16:creationId xmlns:a16="http://schemas.microsoft.com/office/drawing/2014/main" id="{179DB1F6-DFFE-5E43-994F-B7DBFB112CAC}"/>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a:t>Speaker Name (Insert pronouns)</a:t>
            </a:r>
          </a:p>
        </p:txBody>
      </p:sp>
      <p:sp>
        <p:nvSpPr>
          <p:cNvPr id="15" name="Click to edit role">
            <a:extLst>
              <a:ext uri="{FF2B5EF4-FFF2-40B4-BE49-F238E27FC236}">
                <a16:creationId xmlns:a16="http://schemas.microsoft.com/office/drawing/2014/main" id="{6C710D35-A62F-6545-8876-C6793E801C84}"/>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tx1"/>
                </a:solidFill>
              </a:defRPr>
            </a:lvl1pPr>
          </a:lstStyle>
          <a:p>
            <a:pPr lvl="0"/>
            <a:r>
              <a:rPr lang="en-US" dirty="0"/>
              <a:t>Role / Division, Broadcom</a:t>
            </a:r>
          </a:p>
        </p:txBody>
      </p:sp>
      <p:sp>
        <p:nvSpPr>
          <p:cNvPr id="17" name="Click to edit role">
            <a:extLst>
              <a:ext uri="{FF2B5EF4-FFF2-40B4-BE49-F238E27FC236}">
                <a16:creationId xmlns:a16="http://schemas.microsoft.com/office/drawing/2014/main" id="{B7F8A130-4773-4943-B490-D62738C5089B}"/>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tx1"/>
                </a:solidFill>
              </a:defRPr>
            </a:lvl1pPr>
          </a:lstStyle>
          <a:p>
            <a:pPr lvl="0"/>
            <a:r>
              <a:rPr lang="en-US"/>
              <a:t>Date</a:t>
            </a:r>
          </a:p>
        </p:txBody>
      </p:sp>
      <p:grpSp>
        <p:nvGrpSpPr>
          <p:cNvPr id="8" name="Graphic 8">
            <a:extLst>
              <a:ext uri="{FF2B5EF4-FFF2-40B4-BE49-F238E27FC236}">
                <a16:creationId xmlns:a16="http://schemas.microsoft.com/office/drawing/2014/main" id="{4F10736E-6ED5-0C6E-6075-508D9F639A18}"/>
              </a:ext>
            </a:extLst>
          </p:cNvPr>
          <p:cNvGrpSpPr/>
          <p:nvPr/>
        </p:nvGrpSpPr>
        <p:grpSpPr>
          <a:xfrm>
            <a:off x="265625" y="6323271"/>
            <a:ext cx="1249223" cy="369648"/>
            <a:chOff x="265625" y="6323271"/>
            <a:chExt cx="1249223" cy="369648"/>
          </a:xfrm>
          <a:solidFill>
            <a:srgbClr val="000000"/>
          </a:solidFill>
        </p:grpSpPr>
        <p:grpSp>
          <p:nvGrpSpPr>
            <p:cNvPr id="9" name="Graphic 8">
              <a:extLst>
                <a:ext uri="{FF2B5EF4-FFF2-40B4-BE49-F238E27FC236}">
                  <a16:creationId xmlns:a16="http://schemas.microsoft.com/office/drawing/2014/main" id="{D557BC25-A922-05FC-1A76-D49030DB2267}"/>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E523BF60-312B-1E34-6880-BC3B5C2FB75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6E52B076-2610-E4C9-CEC0-57CF7104EE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8CC2BE44-AF25-347C-4A92-7783845A362B}"/>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34953679-859B-D0DA-4ABF-07E9F272DAD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DB109C9C-4551-1EB8-2259-0F9209674E9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929155CA-1046-8977-BCEE-14423F67DFAE}"/>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9217C2BD-2BFB-EBAE-BCB1-6E002578E6C9}"/>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66D9CBF5-66C1-BF9F-86E0-C51B10B8BEC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B2149A32-E8CE-21A2-AF4D-E3E8EF4CD02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780C4423-7890-B27D-0AD6-86D259CD1CF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0" name="Graphic 8">
              <a:extLst>
                <a:ext uri="{FF2B5EF4-FFF2-40B4-BE49-F238E27FC236}">
                  <a16:creationId xmlns:a16="http://schemas.microsoft.com/office/drawing/2014/main" id="{E499E6B1-EF26-255F-D439-2060C0C8D8C4}"/>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5D3E6056-C980-C277-4EB0-3122E1B3783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BCA28A45-3EC9-4897-18A7-3B83D668F03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E1542068-8764-5E63-7689-E23588FB9F9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82CE85A8-18B9-28CA-3CA7-AF69CD0E7E65}"/>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7240059C-90E8-4CCA-BF9E-22A49938C59A}"/>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78783A41-2765-E1DC-1DCD-C4E2CF3FF0E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354F7A79-211B-C147-2C67-7F3BF390F35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 name="Title click to edit">
            <a:extLst>
              <a:ext uri="{FF2B5EF4-FFF2-40B4-BE49-F238E27FC236}">
                <a16:creationId xmlns:a16="http://schemas.microsoft.com/office/drawing/2014/main" id="{7692B9CF-CBD9-8BB1-F230-4EB7B6F8F864}"/>
              </a:ext>
            </a:extLst>
          </p:cNvPr>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2"/>
                </a:solidFill>
              </a:defRPr>
            </a:lvl1pPr>
          </a:lstStyle>
          <a:p>
            <a:r>
              <a:rPr lang="en-US"/>
              <a:t>Title Slide – Purple Theme</a:t>
            </a:r>
          </a:p>
        </p:txBody>
      </p:sp>
      <p:sp>
        <p:nvSpPr>
          <p:cNvPr id="4" name="Subtitle click to edit">
            <a:extLst>
              <a:ext uri="{FF2B5EF4-FFF2-40B4-BE49-F238E27FC236}">
                <a16:creationId xmlns:a16="http://schemas.microsoft.com/office/drawing/2014/main" id="{5D44BD56-856D-6181-240D-ED5454B98CF0}"/>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placeholder</a:t>
            </a:r>
          </a:p>
        </p:txBody>
      </p:sp>
      <p:sp>
        <p:nvSpPr>
          <p:cNvPr id="68" name="Freeform: Shape 67">
            <a:extLst>
              <a:ext uri="{FF2B5EF4-FFF2-40B4-BE49-F238E27FC236}">
                <a16:creationId xmlns:a16="http://schemas.microsoft.com/office/drawing/2014/main" id="{0D16AAF9-608F-69E5-7209-741EB708452B}"/>
              </a:ext>
            </a:extLst>
          </p:cNvPr>
          <p:cNvSpPr/>
          <p:nvPr/>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rgbClr val="6C4B91"/>
              </a:gs>
            </a:gsLst>
            <a:lin ang="0" scaled="1"/>
          </a:gradFill>
          <a:ln w="0" cap="flat">
            <a:noFill/>
            <a:prstDash val="solid"/>
            <a:miter/>
          </a:ln>
        </p:spPr>
        <p:txBody>
          <a:bodyPr rtlCol="0" anchor="ctr"/>
          <a:lstStyle/>
          <a:p>
            <a:endParaRPr lang="en-US" dirty="0"/>
          </a:p>
        </p:txBody>
      </p:sp>
      <p:grpSp>
        <p:nvGrpSpPr>
          <p:cNvPr id="37" name="Graphic 8">
            <a:extLst>
              <a:ext uri="{FF2B5EF4-FFF2-40B4-BE49-F238E27FC236}">
                <a16:creationId xmlns:a16="http://schemas.microsoft.com/office/drawing/2014/main" id="{4F10736E-6ED5-0C6E-6075-508D9F639A18}"/>
              </a:ext>
            </a:extLst>
          </p:cNvPr>
          <p:cNvGrpSpPr/>
          <p:nvPr userDrawn="1"/>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D557BC25-A922-05FC-1A76-D49030DB2267}"/>
                </a:ext>
              </a:extLst>
            </p:cNvPr>
            <p:cNvGrpSpPr/>
            <p:nvPr/>
          </p:nvGrpSpPr>
          <p:grpSpPr>
            <a:xfrm>
              <a:off x="745455" y="6594444"/>
              <a:ext cx="722662" cy="98475"/>
              <a:chOff x="745455" y="6594444"/>
              <a:chExt cx="722662" cy="98475"/>
            </a:xfrm>
            <a:solidFill>
              <a:srgbClr val="000000"/>
            </a:solidFill>
          </p:grpSpPr>
          <p:sp>
            <p:nvSpPr>
              <p:cNvPr id="48" name="Freeform 47">
                <a:extLst>
                  <a:ext uri="{FF2B5EF4-FFF2-40B4-BE49-F238E27FC236}">
                    <a16:creationId xmlns:a16="http://schemas.microsoft.com/office/drawing/2014/main" id="{E523BF60-312B-1E34-6880-BC3B5C2FB75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6E52B076-2610-E4C9-CEC0-57CF7104EE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8CC2BE44-AF25-347C-4A92-7783845A362B}"/>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34953679-859B-D0DA-4ABF-07E9F272DAD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DB109C9C-4551-1EB8-2259-0F9209674E9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929155CA-1046-8977-BCEE-14423F67DFAE}"/>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9217C2BD-2BFB-EBAE-BCB1-6E002578E6C9}"/>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66D9CBF5-66C1-BF9F-86E0-C51B10B8BEC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B2149A32-E8CE-21A2-AF4D-E3E8EF4CD02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780C4423-7890-B27D-0AD6-86D259CD1CF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E499E6B1-EF26-255F-D439-2060C0C8D8C4}"/>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5D3E6056-C980-C277-4EB0-3122E1B3783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BCA28A45-3EC9-4897-18A7-3B83D668F03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E1542068-8764-5E63-7689-E23588FB9F9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82CE85A8-18B9-28CA-3CA7-AF69CD0E7E65}"/>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7240059C-90E8-4CCA-BF9E-22A49938C59A}"/>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78783A41-2765-E1DC-1DCD-C4E2CF3FF0E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354F7A79-211B-C147-2C67-7F3BF390F35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9" name="Freeform: Shape 67">
            <a:extLst>
              <a:ext uri="{FF2B5EF4-FFF2-40B4-BE49-F238E27FC236}">
                <a16:creationId xmlns:a16="http://schemas.microsoft.com/office/drawing/2014/main" id="{0D16AAF9-608F-69E5-7209-741EB708452B}"/>
              </a:ext>
            </a:extLst>
          </p:cNvPr>
          <p:cNvSpPr/>
          <p:nvPr userDrawn="1"/>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rgbClr val="6C4B91"/>
              </a:gs>
            </a:gsLst>
            <a:lin ang="0" scaled="1"/>
          </a:gradFill>
          <a:ln w="0" cap="flat">
            <a:noFill/>
            <a:prstDash val="solid"/>
            <a:miter/>
          </a:ln>
        </p:spPr>
        <p:txBody>
          <a:bodyPr rtlCol="0" anchor="ctr"/>
          <a:lstStyle/>
          <a:p>
            <a:endParaRPr lang="en-US" dirty="0"/>
          </a:p>
        </p:txBody>
      </p:sp>
      <p:sp>
        <p:nvSpPr>
          <p:cNvPr id="2" name="TextBox 1">
            <a:extLst>
              <a:ext uri="{FF2B5EF4-FFF2-40B4-BE49-F238E27FC236}">
                <a16:creationId xmlns:a16="http://schemas.microsoft.com/office/drawing/2014/main" id="{FA76E0D8-08E5-5C29-F0C2-9A437B893DA8}"/>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3374951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730" name="page number">
            <a:extLst>
              <a:ext uri="{FF2B5EF4-FFF2-40B4-BE49-F238E27FC236}">
                <a16:creationId xmlns:a16="http://schemas.microsoft.com/office/drawing/2014/main" id="{AB8D1A6B-3CE6-468D-804E-6300F8B6DC8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5" name="page number">
            <a:extLst>
              <a:ext uri="{FF2B5EF4-FFF2-40B4-BE49-F238E27FC236}">
                <a16:creationId xmlns:a16="http://schemas.microsoft.com/office/drawing/2014/main" id="{AB8D1A6B-3CE6-468D-804E-6300F8B6DC8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 name="Text Placeholder 3">
            <a:extLst>
              <a:ext uri="{FF2B5EF4-FFF2-40B4-BE49-F238E27FC236}">
                <a16:creationId xmlns:a16="http://schemas.microsoft.com/office/drawing/2014/main" id="{B6CCD82C-92EF-52E3-6D43-409D112BB960}"/>
              </a:ext>
            </a:extLst>
          </p:cNvPr>
          <p:cNvSpPr>
            <a:spLocks noGrp="1"/>
          </p:cNvSpPr>
          <p:nvPr>
            <p:ph type="body" sz="quarter" idx="24"/>
          </p:nvPr>
        </p:nvSpPr>
        <p:spPr>
          <a:xfrm>
            <a:off x="609600" y="1267608"/>
            <a:ext cx="1939925" cy="1969770"/>
          </a:xfrm>
        </p:spPr>
        <p:txBody>
          <a:bodyPr>
            <a:spAutoFit/>
          </a:bodyPr>
          <a:lstStyle>
            <a:lvl1pPr>
              <a:defRPr sz="3200">
                <a:solidFill>
                  <a:schemeClr val="accent2"/>
                </a:solidFill>
                <a:latin typeface="+mj-lt"/>
              </a:defRPr>
            </a:lvl1pPr>
          </a:lstStyle>
          <a:p>
            <a:pPr lvl="0"/>
            <a:r>
              <a:rPr lang="en-GB"/>
              <a:t>Click to edit Master text styles</a:t>
            </a:r>
          </a:p>
        </p:txBody>
      </p:sp>
      <p:sp>
        <p:nvSpPr>
          <p:cNvPr id="7" name="Text Placeholder 6">
            <a:extLst>
              <a:ext uri="{FF2B5EF4-FFF2-40B4-BE49-F238E27FC236}">
                <a16:creationId xmlns:a16="http://schemas.microsoft.com/office/drawing/2014/main" id="{E948148D-4A41-A447-0432-B69E69A94358}"/>
              </a:ext>
            </a:extLst>
          </p:cNvPr>
          <p:cNvSpPr>
            <a:spLocks noGrp="1"/>
          </p:cNvSpPr>
          <p:nvPr>
            <p:ph type="body" sz="quarter" idx="25"/>
          </p:nvPr>
        </p:nvSpPr>
        <p:spPr>
          <a:xfrm>
            <a:off x="2894013" y="1267608"/>
            <a:ext cx="7335837" cy="4337050"/>
          </a:xfrm>
        </p:spPr>
        <p:txBody>
          <a:bodyPr/>
          <a:lstStyle>
            <a:lvl1pPr marL="342900" indent="-342900">
              <a:buClr>
                <a:schemeClr val="accent2"/>
              </a:buClr>
              <a:buFont typeface="Arial" panose="020B0604020202020204" pitchFamily="34" charset="0"/>
              <a:buChar char="•"/>
              <a:defRPr sz="2800"/>
            </a:lvl1pPr>
            <a:lvl2pPr marL="804863" indent="-347663">
              <a:buClr>
                <a:schemeClr val="accent2"/>
              </a:buClr>
              <a:defRPr sz="2400"/>
            </a:lvl2pPr>
            <a:lvl3pPr marL="1033463" indent="-346075">
              <a:buClr>
                <a:schemeClr val="accent2"/>
              </a:buClr>
              <a:defRPr sz="2000"/>
            </a:lvl3pPr>
            <a:lvl4pPr marL="1262063" indent="-342900">
              <a:buClr>
                <a:schemeClr val="accent2"/>
              </a:buClr>
              <a:defRPr sz="1800"/>
            </a:lvl4pPr>
            <a:lvl5pPr marL="1490663" indent="-347663">
              <a:buClr>
                <a:schemeClr val="accent2"/>
              </a:buCl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688014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 Leaf">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a:t>Section Title Option 1</a:t>
            </a:r>
            <a:br>
              <a:rPr lang="en-US"/>
            </a:br>
            <a:r>
              <a:rPr lang="en-US"/>
              <a:t>Green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4" name="page number">
            <a:extLst>
              <a:ext uri="{FF2B5EF4-FFF2-40B4-BE49-F238E27FC236}">
                <a16:creationId xmlns:a16="http://schemas.microsoft.com/office/drawing/2014/main" id="{20A83C12-6BEB-4E4C-9FB0-AA1FB4C661B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1" name="Freeform: Shape 10">
            <a:extLst>
              <a:ext uri="{FF2B5EF4-FFF2-40B4-BE49-F238E27FC236}">
                <a16:creationId xmlns:a16="http://schemas.microsoft.com/office/drawing/2014/main" id="{4D880B34-1E61-BED8-9D19-CC47E69A1FF0}"/>
              </a:ext>
            </a:extLst>
          </p:cNvPr>
          <p:cNvSpPr/>
          <p:nvPr userDrawn="1"/>
        </p:nvSpPr>
        <p:spPr>
          <a:xfrm>
            <a:off x="6525510" y="666685"/>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4"/>
              </a:gs>
              <a:gs pos="89000">
                <a:schemeClr val="accent3"/>
              </a:gs>
            </a:gsLst>
            <a:lin ang="18900000" scaled="1"/>
          </a:gradFill>
          <a:ln w="0" cap="flat">
            <a:noFill/>
            <a:prstDash val="solid"/>
            <a:miter/>
          </a:ln>
        </p:spPr>
        <p:txBody>
          <a:bodyPr rtlCol="0" anchor="ctr"/>
          <a:lstStyle/>
          <a:p>
            <a:endParaRPr lang="en-US" dirty="0"/>
          </a:p>
        </p:txBody>
      </p:sp>
      <p:sp>
        <p:nvSpPr>
          <p:cNvPr id="6" name="page number">
            <a:extLst>
              <a:ext uri="{FF2B5EF4-FFF2-40B4-BE49-F238E27FC236}">
                <a16:creationId xmlns:a16="http://schemas.microsoft.com/office/drawing/2014/main" id="{20A83C12-6BEB-4E4C-9FB0-AA1FB4C661B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267254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Header – Aqu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accent2"/>
                </a:solidFill>
              </a:defRPr>
            </a:lvl1pPr>
          </a:lstStyle>
          <a:p>
            <a:r>
              <a:rPr lang="en-US"/>
              <a:t>Section Title Option 2</a:t>
            </a:r>
            <a:br>
              <a:rPr lang="en-US"/>
            </a:br>
            <a:r>
              <a:rPr lang="en-US"/>
              <a:t>Blue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5" name="page number">
            <a:extLst>
              <a:ext uri="{FF2B5EF4-FFF2-40B4-BE49-F238E27FC236}">
                <a16:creationId xmlns:a16="http://schemas.microsoft.com/office/drawing/2014/main" id="{274E202C-D42A-664B-A387-688ED861096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 name="Freeform: Shape 3">
            <a:extLst>
              <a:ext uri="{FF2B5EF4-FFF2-40B4-BE49-F238E27FC236}">
                <a16:creationId xmlns:a16="http://schemas.microsoft.com/office/drawing/2014/main" id="{BBDEC133-91F8-98FE-DF2D-3917EC311D68}"/>
              </a:ext>
            </a:extLst>
          </p:cNvPr>
          <p:cNvSpPr/>
          <p:nvPr/>
        </p:nvSpPr>
        <p:spPr>
          <a:xfrm>
            <a:off x="6524631" y="635863"/>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2"/>
              </a:gs>
              <a:gs pos="89000">
                <a:schemeClr val="accent3"/>
              </a:gs>
            </a:gsLst>
            <a:lin ang="18900000" scaled="1"/>
          </a:gradFill>
          <a:ln w="0" cap="flat">
            <a:noFill/>
            <a:prstDash val="solid"/>
            <a:miter/>
          </a:ln>
        </p:spPr>
        <p:txBody>
          <a:bodyPr rtlCol="0" anchor="ctr"/>
          <a:lstStyle/>
          <a:p>
            <a:endParaRPr lang="en-US" dirty="0"/>
          </a:p>
        </p:txBody>
      </p:sp>
      <p:sp>
        <p:nvSpPr>
          <p:cNvPr id="6" name="page number">
            <a:extLst>
              <a:ext uri="{FF2B5EF4-FFF2-40B4-BE49-F238E27FC236}">
                <a16:creationId xmlns:a16="http://schemas.microsoft.com/office/drawing/2014/main" id="{274E202C-D42A-664B-A387-688ED8610969}"/>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024626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ection Header – Plum">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55971" cy="1229360"/>
          </a:xfrm>
        </p:spPr>
        <p:txBody>
          <a:bodyPr wrap="square" anchor="b"/>
          <a:lstStyle>
            <a:lvl1pPr algn="l">
              <a:defRPr sz="3600" b="0" cap="none" baseline="0">
                <a:solidFill>
                  <a:schemeClr val="accent2"/>
                </a:solidFill>
              </a:defRPr>
            </a:lvl1pPr>
          </a:lstStyle>
          <a:p>
            <a:r>
              <a:rPr lang="en-US"/>
              <a:t>Section Title Option 3 </a:t>
            </a:r>
            <a:br>
              <a:rPr lang="en-US"/>
            </a:br>
            <a:r>
              <a:rPr lang="en-US"/>
              <a:t>Purple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4211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5" name="page number">
            <a:extLst>
              <a:ext uri="{FF2B5EF4-FFF2-40B4-BE49-F238E27FC236}">
                <a16:creationId xmlns:a16="http://schemas.microsoft.com/office/drawing/2014/main" id="{8424C6A4-7F55-9842-969F-317F913DCB90}"/>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 name="Freeform: Shape 3">
            <a:extLst>
              <a:ext uri="{FF2B5EF4-FFF2-40B4-BE49-F238E27FC236}">
                <a16:creationId xmlns:a16="http://schemas.microsoft.com/office/drawing/2014/main" id="{D43FD454-1DEA-D13A-0DE1-B9CABA1ED1FE}"/>
              </a:ext>
            </a:extLst>
          </p:cNvPr>
          <p:cNvSpPr/>
          <p:nvPr/>
        </p:nvSpPr>
        <p:spPr>
          <a:xfrm>
            <a:off x="6524631" y="635863"/>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5"/>
              </a:gs>
              <a:gs pos="89000">
                <a:schemeClr val="accent3"/>
              </a:gs>
            </a:gsLst>
            <a:lin ang="18900000" scaled="1"/>
          </a:gradFill>
          <a:ln w="0" cap="flat">
            <a:noFill/>
            <a:prstDash val="solid"/>
            <a:miter/>
          </a:ln>
        </p:spPr>
        <p:txBody>
          <a:bodyPr rtlCol="0" anchor="ctr"/>
          <a:lstStyle/>
          <a:p>
            <a:endParaRPr lang="en-US" dirty="0"/>
          </a:p>
        </p:txBody>
      </p:sp>
      <p:sp>
        <p:nvSpPr>
          <p:cNvPr id="6" name="page number">
            <a:extLst>
              <a:ext uri="{FF2B5EF4-FFF2-40B4-BE49-F238E27FC236}">
                <a16:creationId xmlns:a16="http://schemas.microsoft.com/office/drawing/2014/main" id="{8424C6A4-7F55-9842-969F-317F913DCB90}"/>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521980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Quote – Leaf">
    <p:spTree>
      <p:nvGrpSpPr>
        <p:cNvPr id="1" name=""/>
        <p:cNvGrpSpPr/>
        <p:nvPr/>
      </p:nvGrpSpPr>
      <p:grpSpPr>
        <a:xfrm>
          <a:off x="0" y="0"/>
          <a:ext cx="0" cy="0"/>
          <a:chOff x="0" y="0"/>
          <a:chExt cx="0" cy="0"/>
        </a:xfrm>
      </p:grpSpPr>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13248" cy="3200400"/>
          </a:xfrm>
        </p:spPr>
        <p:txBody>
          <a:bodyPr anchor="b"/>
          <a:lstStyle>
            <a:lvl1pPr marL="169863" indent="-169863">
              <a:buClrTx/>
              <a:buSzPct val="100000"/>
              <a:buFont typeface="Metropolis" panose="00000500000000000000" pitchFamily="2" charset="0"/>
              <a:buChar char="“"/>
              <a:defRPr sz="2800">
                <a:solidFill>
                  <a:schemeClr val="accent2"/>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dirty="0"/>
              <a:t>Quote text on left, green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a:defRPr sz="1800">
                <a:solidFill>
                  <a:schemeClr val="tx1"/>
                </a:solidFill>
              </a:defRPr>
            </a:lvl1pPr>
          </a:lstStyle>
          <a:p>
            <a:pPr lvl="0"/>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90CA8A2D-22C2-3546-ACA3-B76C2A2C9541}"/>
              </a:ext>
            </a:extLst>
          </p:cNvPr>
          <p:cNvSpPr>
            <a:spLocks noGrp="1"/>
          </p:cNvSpPr>
          <p:nvPr>
            <p:ph type="pic" sz="quarter" idx="4294967295" hasCustomPrompt="1"/>
          </p:nvPr>
        </p:nvSpPr>
        <p:spPr>
          <a:xfrm>
            <a:off x="8925484" y="4619335"/>
            <a:ext cx="2740025" cy="1371600"/>
          </a:xfrm>
        </p:spPr>
        <p:txBody>
          <a:bodyPr/>
          <a:lstStyle/>
          <a:p>
            <a:r>
              <a:rPr lang="en-US" dirty="0"/>
              <a:t>Click to insert logo or delete box if not needed</a:t>
            </a:r>
          </a:p>
        </p:txBody>
      </p:sp>
      <p:sp>
        <p:nvSpPr>
          <p:cNvPr id="17" name="page number">
            <a:extLst>
              <a:ext uri="{FF2B5EF4-FFF2-40B4-BE49-F238E27FC236}">
                <a16:creationId xmlns:a16="http://schemas.microsoft.com/office/drawing/2014/main" id="{81F6B6E3-D446-FF48-A968-0E6ED9485DE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5" name="Graphic 8">
            <a:extLst>
              <a:ext uri="{FF2B5EF4-FFF2-40B4-BE49-F238E27FC236}">
                <a16:creationId xmlns:a16="http://schemas.microsoft.com/office/drawing/2014/main" id="{C621A2F7-988C-ED6D-1AAA-CEAF06253999}"/>
              </a:ext>
            </a:extLst>
          </p:cNvPr>
          <p:cNvGrpSpPr/>
          <p:nvPr/>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4A6ACE21-0A03-EC70-5DBC-8E24FC06ADF2}"/>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EE83912F-EA49-AA8F-3B48-225EEF2EA8B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CCD1DC55-84B7-B92A-BCFA-DFC508914BD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9C7F5544-2C4C-9EB4-BFC3-2118CC2F9BE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8F4FBC32-8CCB-A8DE-008D-E983BC49C597}"/>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B4DB09DF-6B90-E805-64A1-73441DB3E36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CE5B325E-5171-7178-FE92-B40E2F02AF4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601EA8AE-D6A6-69F1-6D6F-08D9ABD7A248}"/>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313CAF36-8DCE-BF49-8252-4504197E4A92}"/>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53212E81-53F5-5829-40FB-278F96FDFA6C}"/>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3338560F-F08F-341E-96FD-FB179B1E809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7" name="Graphic 8">
              <a:extLst>
                <a:ext uri="{FF2B5EF4-FFF2-40B4-BE49-F238E27FC236}">
                  <a16:creationId xmlns:a16="http://schemas.microsoft.com/office/drawing/2014/main" id="{DC09D6A6-FC34-3B36-E8EC-98961A5FA1BD}"/>
                </a:ext>
              </a:extLst>
            </p:cNvPr>
            <p:cNvGrpSpPr/>
            <p:nvPr/>
          </p:nvGrpSpPr>
          <p:grpSpPr>
            <a:xfrm>
              <a:off x="265625" y="6323271"/>
              <a:ext cx="1249223" cy="190348"/>
              <a:chOff x="265625" y="6323271"/>
              <a:chExt cx="1249223" cy="190348"/>
            </a:xfrm>
            <a:solidFill>
              <a:srgbClr val="000000"/>
            </a:solidFill>
          </p:grpSpPr>
          <p:sp>
            <p:nvSpPr>
              <p:cNvPr id="8" name="Freeform 7">
                <a:extLst>
                  <a:ext uri="{FF2B5EF4-FFF2-40B4-BE49-F238E27FC236}">
                    <a16:creationId xmlns:a16="http://schemas.microsoft.com/office/drawing/2014/main" id="{9CCE1282-066F-6767-9D2B-FE3B24B48F39}"/>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9" name="Freeform 8">
                <a:extLst>
                  <a:ext uri="{FF2B5EF4-FFF2-40B4-BE49-F238E27FC236}">
                    <a16:creationId xmlns:a16="http://schemas.microsoft.com/office/drawing/2014/main" id="{87A55781-F6F4-75D8-D30A-EFE0009E6C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0" name="Freeform 9">
                <a:extLst>
                  <a:ext uri="{FF2B5EF4-FFF2-40B4-BE49-F238E27FC236}">
                    <a16:creationId xmlns:a16="http://schemas.microsoft.com/office/drawing/2014/main" id="{06E5A16E-7654-E118-45E7-5CF8ECB9510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5416A2B2-8CB4-B23D-B227-F3FAAF99834D}"/>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03A1E132-C6A0-D3F7-1605-AAC4E663D921}"/>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03331D7F-C33C-F017-A7E8-936854F6A83C}"/>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D1EAD065-3541-65E6-D334-D9E34E0883DA}"/>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48" name="Freeform: Shape 47">
            <a:extLst>
              <a:ext uri="{FF2B5EF4-FFF2-40B4-BE49-F238E27FC236}">
                <a16:creationId xmlns:a16="http://schemas.microsoft.com/office/drawing/2014/main" id="{659E5035-F2CA-5C90-AD93-9207A8ED2F62}"/>
              </a:ext>
            </a:extLst>
          </p:cNvPr>
          <p:cNvSpPr/>
          <p:nvPr userDrawn="1"/>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45000">
                <a:srgbClr val="299B75"/>
              </a:gs>
              <a:gs pos="80000">
                <a:srgbClr val="61A30E"/>
              </a:gs>
            </a:gsLst>
            <a:lin ang="0" scaled="1"/>
          </a:gradFill>
          <a:ln w="0" cap="flat">
            <a:noFill/>
            <a:prstDash val="solid"/>
            <a:miter/>
          </a:ln>
        </p:spPr>
        <p:txBody>
          <a:bodyPr rtlCol="0" anchor="ctr"/>
          <a:lstStyle/>
          <a:p>
            <a:endParaRPr lang="en-US" dirty="0"/>
          </a:p>
        </p:txBody>
      </p:sp>
      <p:sp>
        <p:nvSpPr>
          <p:cNvPr id="34" name="page number">
            <a:extLst>
              <a:ext uri="{FF2B5EF4-FFF2-40B4-BE49-F238E27FC236}">
                <a16:creationId xmlns:a16="http://schemas.microsoft.com/office/drawing/2014/main" id="{81F6B6E3-D446-FF48-A968-0E6ED9485DE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37" name="Graphic 8">
            <a:extLst>
              <a:ext uri="{FF2B5EF4-FFF2-40B4-BE49-F238E27FC236}">
                <a16:creationId xmlns:a16="http://schemas.microsoft.com/office/drawing/2014/main" id="{C621A2F7-988C-ED6D-1AAA-CEAF06253999}"/>
              </a:ext>
            </a:extLst>
          </p:cNvPr>
          <p:cNvGrpSpPr/>
          <p:nvPr userDrawn="1"/>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4A6ACE21-0A03-EC70-5DBC-8E24FC06ADF2}"/>
                </a:ext>
              </a:extLst>
            </p:cNvPr>
            <p:cNvGrpSpPr/>
            <p:nvPr/>
          </p:nvGrpSpPr>
          <p:grpSpPr>
            <a:xfrm>
              <a:off x="745455" y="6594444"/>
              <a:ext cx="722662" cy="98475"/>
              <a:chOff x="745455" y="6594444"/>
              <a:chExt cx="722662" cy="98475"/>
            </a:xfrm>
            <a:solidFill>
              <a:srgbClr val="000000"/>
            </a:solidFill>
          </p:grpSpPr>
          <p:sp>
            <p:nvSpPr>
              <p:cNvPr id="49" name="Freeform 48">
                <a:extLst>
                  <a:ext uri="{FF2B5EF4-FFF2-40B4-BE49-F238E27FC236}">
                    <a16:creationId xmlns:a16="http://schemas.microsoft.com/office/drawing/2014/main" id="{EE83912F-EA49-AA8F-3B48-225EEF2EA8B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CCD1DC55-84B7-B92A-BCFA-DFC508914BD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9C7F5544-2C4C-9EB4-BFC3-2118CC2F9BE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8F4FBC32-8CCB-A8DE-008D-E983BC49C597}"/>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B4DB09DF-6B90-E805-64A1-73441DB3E36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CE5B325E-5171-7178-FE92-B40E2F02AF4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601EA8AE-D6A6-69F1-6D6F-08D9ABD7A248}"/>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313CAF36-8DCE-BF49-8252-4504197E4A92}"/>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53212E81-53F5-5829-40FB-278F96FDFA6C}"/>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3338560F-F08F-341E-96FD-FB179B1E809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DC09D6A6-FC34-3B36-E8EC-98961A5FA1BD}"/>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9CCE1282-066F-6767-9D2B-FE3B24B48F39}"/>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87A55781-F6F4-75D8-D30A-EFE0009E6C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06E5A16E-7654-E118-45E7-5CF8ECB9510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5416A2B2-8CB4-B23D-B227-F3FAAF99834D}"/>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03A1E132-C6A0-D3F7-1605-AAC4E663D921}"/>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03331D7F-C33C-F017-A7E8-936854F6A83C}"/>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D1EAD065-3541-65E6-D334-D9E34E0883DA}"/>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 name="TextBox 2">
            <a:extLst>
              <a:ext uri="{FF2B5EF4-FFF2-40B4-BE49-F238E27FC236}">
                <a16:creationId xmlns:a16="http://schemas.microsoft.com/office/drawing/2014/main" id="{A9A8E157-0B0B-6FF1-18E9-97BC0A1FEDB9}"/>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729920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Quote – Aqua">
    <p:spTree>
      <p:nvGrpSpPr>
        <p:cNvPr id="1" name=""/>
        <p:cNvGrpSpPr/>
        <p:nvPr/>
      </p:nvGrpSpPr>
      <p:grpSpPr>
        <a:xfrm>
          <a:off x="0" y="0"/>
          <a:ext cx="0" cy="0"/>
          <a:chOff x="0" y="0"/>
          <a:chExt cx="0" cy="0"/>
        </a:xfrm>
      </p:grpSpPr>
      <p:sp>
        <p:nvSpPr>
          <p:cNvPr id="33" name="Freeform: Shape 1">
            <a:extLst>
              <a:ext uri="{FF2B5EF4-FFF2-40B4-BE49-F238E27FC236}">
                <a16:creationId xmlns:a16="http://schemas.microsoft.com/office/drawing/2014/main" id="{A2B10396-5330-52E9-6CAB-81B94A8222ED}"/>
              </a:ext>
            </a:extLst>
          </p:cNvPr>
          <p:cNvSpPr/>
          <p:nvPr userDrawn="1"/>
        </p:nvSpPr>
        <p:spPr>
          <a:xfrm>
            <a:off x="0" y="0"/>
            <a:ext cx="12188825" cy="6033051"/>
          </a:xfrm>
          <a:custGeom>
            <a:avLst/>
            <a:gdLst>
              <a:gd name="connsiteX0" fmla="*/ 0 w 12197292"/>
              <a:gd name="connsiteY0" fmla="*/ 0 h 6041519"/>
              <a:gd name="connsiteX1" fmla="*/ 12197292 w 12197292"/>
              <a:gd name="connsiteY1" fmla="*/ 0 h 6041519"/>
              <a:gd name="connsiteX2" fmla="*/ 12197292 w 12197292"/>
              <a:gd name="connsiteY2" fmla="*/ 1911192 h 6041519"/>
              <a:gd name="connsiteX3" fmla="*/ 11193762 w 12197292"/>
              <a:gd name="connsiteY3" fmla="*/ 1911192 h 6041519"/>
              <a:gd name="connsiteX4" fmla="*/ 10074486 w 12197292"/>
              <a:gd name="connsiteY4" fmla="*/ 2374782 h 6041519"/>
              <a:gd name="connsiteX5" fmla="*/ 6871338 w 12197292"/>
              <a:gd name="connsiteY5" fmla="*/ 5577930 h 6041519"/>
              <a:gd name="connsiteX6" fmla="*/ 5752064 w 12197292"/>
              <a:gd name="connsiteY6" fmla="*/ 6041519 h 6041519"/>
              <a:gd name="connsiteX7" fmla="*/ 0 w 12197292"/>
              <a:gd name="connsiteY7" fmla="*/ 6041519 h 6041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7292" h="6041519">
                <a:moveTo>
                  <a:pt x="0" y="0"/>
                </a:moveTo>
                <a:lnTo>
                  <a:pt x="12197292" y="0"/>
                </a:lnTo>
                <a:lnTo>
                  <a:pt x="12197292" y="1911192"/>
                </a:lnTo>
                <a:lnTo>
                  <a:pt x="11193762" y="1911192"/>
                </a:lnTo>
                <a:cubicBezTo>
                  <a:pt x="10773986" y="1911192"/>
                  <a:pt x="10371368" y="2077963"/>
                  <a:pt x="10074486" y="2374782"/>
                </a:cubicBezTo>
                <a:lnTo>
                  <a:pt x="6871338" y="5577930"/>
                </a:lnTo>
                <a:cubicBezTo>
                  <a:pt x="6574521" y="5874749"/>
                  <a:pt x="6171901" y="6041519"/>
                  <a:pt x="5752064" y="6041519"/>
                </a:cubicBezTo>
                <a:lnTo>
                  <a:pt x="0" y="6041519"/>
                </a:lnTo>
                <a:close/>
              </a:path>
            </a:pathLst>
          </a:custGeom>
          <a:solidFill>
            <a:schemeClr val="bg1"/>
          </a:solidFill>
          <a:ln w="0" cap="flat">
            <a:noFill/>
            <a:prstDash val="solid"/>
            <a:miter/>
          </a:ln>
          <a:effectLst/>
        </p:spPr>
        <p:txBody>
          <a:bodyPr rtlCol="0" anchor="ctr"/>
          <a:lstStyle/>
          <a:p>
            <a:pPr lvl="0"/>
            <a:endParaRPr lang="en-US" dirty="0"/>
          </a:p>
        </p:txBody>
      </p:sp>
      <p:sp>
        <p:nvSpPr>
          <p:cNvPr id="15" name="Freeform: Shape 14">
            <a:extLst>
              <a:ext uri="{FF2B5EF4-FFF2-40B4-BE49-F238E27FC236}">
                <a16:creationId xmlns:a16="http://schemas.microsoft.com/office/drawing/2014/main" id="{61B00066-9E85-96DD-B59A-251D959E616C}"/>
              </a:ext>
            </a:extLst>
          </p:cNvPr>
          <p:cNvSpPr/>
          <p:nvPr/>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13248" cy="3200400"/>
          </a:xfrm>
        </p:spPr>
        <p:txBody>
          <a:bodyPr anchor="b"/>
          <a:lstStyle>
            <a:lvl1pPr marL="169863" indent="-169863">
              <a:buClrTx/>
              <a:buSzPct val="100000"/>
              <a:buFont typeface="Metropolis" panose="00000500000000000000" pitchFamily="2" charset="0"/>
              <a:buChar char="“"/>
              <a:defRPr sz="2800">
                <a:solidFill>
                  <a:schemeClr val="accent2"/>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a:t>Quote text on left, blue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marL="285750" indent="-285750">
              <a:defRPr lang="en-US" sz="1800" kern="1200" dirty="0">
                <a:solidFill>
                  <a:schemeClr val="tx1"/>
                </a:solidFill>
                <a:latin typeface="+mn-lt"/>
                <a:ea typeface="+mn-ea"/>
                <a:cs typeface="+mn-cs"/>
              </a:defRPr>
            </a:lvl1pPr>
          </a:lstStyle>
          <a:p>
            <a:pPr marL="0" lv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pPr>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A92ABA6C-6064-9743-BF58-8AB21015448D}"/>
              </a:ext>
            </a:extLst>
          </p:cNvPr>
          <p:cNvSpPr>
            <a:spLocks noGrp="1"/>
          </p:cNvSpPr>
          <p:nvPr>
            <p:ph type="pic" sz="quarter" idx="4294967295" hasCustomPrompt="1"/>
          </p:nvPr>
        </p:nvSpPr>
        <p:spPr>
          <a:xfrm>
            <a:off x="8925484" y="4619335"/>
            <a:ext cx="2740025" cy="1371600"/>
          </a:xfrm>
        </p:spPr>
        <p:txBody>
          <a:bodyPr/>
          <a:lstStyle/>
          <a:p>
            <a:r>
              <a:rPr lang="en-US" dirty="0"/>
              <a:t>Click to insert logo or delete box if not needed</a:t>
            </a:r>
          </a:p>
        </p:txBody>
      </p:sp>
      <p:sp>
        <p:nvSpPr>
          <p:cNvPr id="17" name="page number">
            <a:extLst>
              <a:ext uri="{FF2B5EF4-FFF2-40B4-BE49-F238E27FC236}">
                <a16:creationId xmlns:a16="http://schemas.microsoft.com/office/drawing/2014/main" id="{DBC60254-9AEC-2A49-ABD6-870EE5B97F6C}"/>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5" name="Graphic 8">
            <a:extLst>
              <a:ext uri="{FF2B5EF4-FFF2-40B4-BE49-F238E27FC236}">
                <a16:creationId xmlns:a16="http://schemas.microsoft.com/office/drawing/2014/main" id="{B4758132-41E7-3AF2-6888-E57AAB57C2D4}"/>
              </a:ext>
            </a:extLst>
          </p:cNvPr>
          <p:cNvGrpSpPr/>
          <p:nvPr/>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841EEAAB-23AC-D47F-388D-63F547C46C21}"/>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839177EB-25CC-E79E-A327-2BF623A161BE}"/>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B93DD2BC-5C52-5195-64BD-BFCD915CF82D}"/>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C90A28C3-198B-4594-AB38-1CE30B5D0214}"/>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E0E9C1D5-3541-16BA-CEE1-D36FB913E53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77E6E0D3-D668-DC02-6C5C-D264C0A21A06}"/>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0E12C13F-B40E-0E62-F7DF-0FA5A72F12B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67D0ED2A-A79A-EDD1-6128-A2BB3C97035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18F3992B-F766-6C32-DA41-32FB6C066B84}"/>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86DC7707-25A9-7955-BDAC-5DF1F39C7B34}"/>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83F4BF48-49F0-33A3-0F4E-FEADBAE31AC5}"/>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7" name="Graphic 8">
              <a:extLst>
                <a:ext uri="{FF2B5EF4-FFF2-40B4-BE49-F238E27FC236}">
                  <a16:creationId xmlns:a16="http://schemas.microsoft.com/office/drawing/2014/main" id="{9F293A06-D73B-D05A-23FE-FA9269E430A6}"/>
                </a:ext>
              </a:extLst>
            </p:cNvPr>
            <p:cNvGrpSpPr/>
            <p:nvPr/>
          </p:nvGrpSpPr>
          <p:grpSpPr>
            <a:xfrm>
              <a:off x="265625" y="6323271"/>
              <a:ext cx="1249223" cy="190348"/>
              <a:chOff x="265625" y="6323271"/>
              <a:chExt cx="1249223" cy="190348"/>
            </a:xfrm>
            <a:solidFill>
              <a:srgbClr val="000000"/>
            </a:solidFill>
          </p:grpSpPr>
          <p:sp>
            <p:nvSpPr>
              <p:cNvPr id="8" name="Freeform 7">
                <a:extLst>
                  <a:ext uri="{FF2B5EF4-FFF2-40B4-BE49-F238E27FC236}">
                    <a16:creationId xmlns:a16="http://schemas.microsoft.com/office/drawing/2014/main" id="{2E537BBB-F233-E0B1-8E78-2148B6BFDBBE}"/>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9" name="Freeform 8">
                <a:extLst>
                  <a:ext uri="{FF2B5EF4-FFF2-40B4-BE49-F238E27FC236}">
                    <a16:creationId xmlns:a16="http://schemas.microsoft.com/office/drawing/2014/main" id="{642831E7-C031-4A62-CFCB-77A23B83A3F0}"/>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0" name="Freeform 9">
                <a:extLst>
                  <a:ext uri="{FF2B5EF4-FFF2-40B4-BE49-F238E27FC236}">
                    <a16:creationId xmlns:a16="http://schemas.microsoft.com/office/drawing/2014/main" id="{59491B63-148F-0FC2-21A9-ABC99A899BC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00C0482C-FE70-D0EB-BC58-46565B7E646F}"/>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BA9FFF7A-6D39-6D56-9C49-47587F5E2D5F}"/>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C4F1373C-9ED7-35FB-11BE-D84A18B28D6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7237885B-F058-C3AD-B633-20EEB1A8AE2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5" name="page number">
            <a:extLst>
              <a:ext uri="{FF2B5EF4-FFF2-40B4-BE49-F238E27FC236}">
                <a16:creationId xmlns:a16="http://schemas.microsoft.com/office/drawing/2014/main" id="{DBC60254-9AEC-2A49-ABD6-870EE5B97F6C}"/>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38" name="Graphic 8">
            <a:extLst>
              <a:ext uri="{FF2B5EF4-FFF2-40B4-BE49-F238E27FC236}">
                <a16:creationId xmlns:a16="http://schemas.microsoft.com/office/drawing/2014/main" id="{B4758132-41E7-3AF2-6888-E57AAB57C2D4}"/>
              </a:ext>
            </a:extLst>
          </p:cNvPr>
          <p:cNvGrpSpPr/>
          <p:nvPr userDrawn="1"/>
        </p:nvGrpSpPr>
        <p:grpSpPr>
          <a:xfrm>
            <a:off x="265625" y="6323271"/>
            <a:ext cx="1249223" cy="369648"/>
            <a:chOff x="265625" y="6323271"/>
            <a:chExt cx="1249223" cy="369648"/>
          </a:xfrm>
          <a:solidFill>
            <a:srgbClr val="000000"/>
          </a:solidFill>
        </p:grpSpPr>
        <p:grpSp>
          <p:nvGrpSpPr>
            <p:cNvPr id="39" name="Graphic 8">
              <a:extLst>
                <a:ext uri="{FF2B5EF4-FFF2-40B4-BE49-F238E27FC236}">
                  <a16:creationId xmlns:a16="http://schemas.microsoft.com/office/drawing/2014/main" id="{841EEAAB-23AC-D47F-388D-63F547C46C21}"/>
                </a:ext>
              </a:extLst>
            </p:cNvPr>
            <p:cNvGrpSpPr/>
            <p:nvPr/>
          </p:nvGrpSpPr>
          <p:grpSpPr>
            <a:xfrm>
              <a:off x="745455" y="6594444"/>
              <a:ext cx="722662" cy="98475"/>
              <a:chOff x="745455" y="6594444"/>
              <a:chExt cx="722662" cy="98475"/>
            </a:xfrm>
            <a:solidFill>
              <a:srgbClr val="000000"/>
            </a:solidFill>
          </p:grpSpPr>
          <p:sp>
            <p:nvSpPr>
              <p:cNvPr id="48" name="Freeform 47">
                <a:extLst>
                  <a:ext uri="{FF2B5EF4-FFF2-40B4-BE49-F238E27FC236}">
                    <a16:creationId xmlns:a16="http://schemas.microsoft.com/office/drawing/2014/main" id="{839177EB-25CC-E79E-A327-2BF623A161BE}"/>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B93DD2BC-5C52-5195-64BD-BFCD915CF82D}"/>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C90A28C3-198B-4594-AB38-1CE30B5D0214}"/>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E0E9C1D5-3541-16BA-CEE1-D36FB913E53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77E6E0D3-D668-DC02-6C5C-D264C0A21A06}"/>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0E12C13F-B40E-0E62-F7DF-0FA5A72F12B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67D0ED2A-A79A-EDD1-6128-A2BB3C97035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18F3992B-F766-6C32-DA41-32FB6C066B84}"/>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86DC7707-25A9-7955-BDAC-5DF1F39C7B34}"/>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83F4BF48-49F0-33A3-0F4E-FEADBAE31AC5}"/>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0" name="Graphic 8">
              <a:extLst>
                <a:ext uri="{FF2B5EF4-FFF2-40B4-BE49-F238E27FC236}">
                  <a16:creationId xmlns:a16="http://schemas.microsoft.com/office/drawing/2014/main" id="{9F293A06-D73B-D05A-23FE-FA9269E430A6}"/>
                </a:ext>
              </a:extLst>
            </p:cNvPr>
            <p:cNvGrpSpPr/>
            <p:nvPr/>
          </p:nvGrpSpPr>
          <p:grpSpPr>
            <a:xfrm>
              <a:off x="265625" y="6323271"/>
              <a:ext cx="1249223" cy="190348"/>
              <a:chOff x="265625" y="6323271"/>
              <a:chExt cx="1249223" cy="190348"/>
            </a:xfrm>
            <a:solidFill>
              <a:srgbClr val="000000"/>
            </a:solidFill>
          </p:grpSpPr>
          <p:sp>
            <p:nvSpPr>
              <p:cNvPr id="41" name="Freeform 40">
                <a:extLst>
                  <a:ext uri="{FF2B5EF4-FFF2-40B4-BE49-F238E27FC236}">
                    <a16:creationId xmlns:a16="http://schemas.microsoft.com/office/drawing/2014/main" id="{2E537BBB-F233-E0B1-8E78-2148B6BFDBBE}"/>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642831E7-C031-4A62-CFCB-77A23B83A3F0}"/>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59491B63-148F-0FC2-21A9-ABC99A899BC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00C0482C-FE70-D0EB-BC58-46565B7E646F}"/>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BA9FFF7A-6D39-6D56-9C49-47587F5E2D5F}"/>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C4F1373C-9ED7-35FB-11BE-D84A18B28D6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7237885B-F058-C3AD-B633-20EEB1A8AE2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 name="TextBox 2">
            <a:extLst>
              <a:ext uri="{FF2B5EF4-FFF2-40B4-BE49-F238E27FC236}">
                <a16:creationId xmlns:a16="http://schemas.microsoft.com/office/drawing/2014/main" id="{F067D46B-3BAF-FC5E-6BBB-503B5B6BCA1C}"/>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2396944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Quote – Plum">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5791E300-9585-C59E-EED2-EB5190E58F2C}"/>
              </a:ext>
            </a:extLst>
          </p:cNvPr>
          <p:cNvSpPr/>
          <p:nvPr/>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90000">
                <a:schemeClr val="accent5"/>
              </a:gs>
            </a:gsLst>
            <a:lin ang="0" scaled="1"/>
          </a:gradFill>
          <a:ln w="0" cap="flat">
            <a:noFill/>
            <a:prstDash val="solid"/>
            <a:miter/>
          </a:ln>
        </p:spPr>
        <p:txBody>
          <a:bodyPr rtlCol="0" anchor="ctr"/>
          <a:lstStyle/>
          <a:p>
            <a:endParaRPr lang="en-US" dirty="0"/>
          </a:p>
        </p:txBody>
      </p:sp>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62158" cy="3200400"/>
          </a:xfrm>
        </p:spPr>
        <p:txBody>
          <a:bodyPr anchor="b"/>
          <a:lstStyle>
            <a:lvl1pPr marL="169863" indent="-169863">
              <a:buClrTx/>
              <a:buSzPct val="100000"/>
              <a:buFont typeface="Metropolis" panose="00000500000000000000" pitchFamily="2" charset="0"/>
              <a:buChar char="“"/>
              <a:defRPr sz="2800">
                <a:solidFill>
                  <a:schemeClr val="accent2"/>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a:t>Quote text on left, purple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marL="285750" indent="-285750">
              <a:defRPr lang="en-US" sz="1800" kern="1200" dirty="0">
                <a:solidFill>
                  <a:schemeClr val="tx1"/>
                </a:solidFill>
                <a:latin typeface="+mn-lt"/>
                <a:ea typeface="+mn-ea"/>
                <a:cs typeface="+mn-cs"/>
              </a:defRPr>
            </a:lvl1pPr>
          </a:lstStyle>
          <a:p>
            <a:pPr marL="0" lv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pPr>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953CF3A7-833E-B042-A405-AB46430C4476}"/>
              </a:ext>
            </a:extLst>
          </p:cNvPr>
          <p:cNvSpPr>
            <a:spLocks noGrp="1"/>
          </p:cNvSpPr>
          <p:nvPr>
            <p:ph type="pic" sz="quarter" idx="4294967295" hasCustomPrompt="1"/>
          </p:nvPr>
        </p:nvSpPr>
        <p:spPr>
          <a:xfrm>
            <a:off x="8925484" y="4619335"/>
            <a:ext cx="2740025" cy="1371600"/>
          </a:xfrm>
        </p:spPr>
        <p:txBody>
          <a:bodyPr/>
          <a:lstStyle/>
          <a:p>
            <a:r>
              <a:rPr lang="en-US" dirty="0"/>
              <a:t>Click to insert logo or delete box if not needed</a:t>
            </a:r>
          </a:p>
        </p:txBody>
      </p:sp>
      <p:sp>
        <p:nvSpPr>
          <p:cNvPr id="17" name="page number">
            <a:extLst>
              <a:ext uri="{FF2B5EF4-FFF2-40B4-BE49-F238E27FC236}">
                <a16:creationId xmlns:a16="http://schemas.microsoft.com/office/drawing/2014/main" id="{D03B3F1E-BEE4-0C40-B954-F58A7FCE9AE3}"/>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7" name="Graphic 8">
            <a:extLst>
              <a:ext uri="{FF2B5EF4-FFF2-40B4-BE49-F238E27FC236}">
                <a16:creationId xmlns:a16="http://schemas.microsoft.com/office/drawing/2014/main" id="{47818FA4-8AE2-A4B0-1EE8-9FE4A6BDD41B}"/>
              </a:ext>
            </a:extLst>
          </p:cNvPr>
          <p:cNvGrpSpPr/>
          <p:nvPr/>
        </p:nvGrpSpPr>
        <p:grpSpPr>
          <a:xfrm>
            <a:off x="265625" y="6323271"/>
            <a:ext cx="1249223" cy="369648"/>
            <a:chOff x="265625" y="6323271"/>
            <a:chExt cx="1249223" cy="369648"/>
          </a:xfrm>
          <a:solidFill>
            <a:srgbClr val="000000"/>
          </a:solidFill>
        </p:grpSpPr>
        <p:grpSp>
          <p:nvGrpSpPr>
            <p:cNvPr id="8" name="Graphic 8">
              <a:extLst>
                <a:ext uri="{FF2B5EF4-FFF2-40B4-BE49-F238E27FC236}">
                  <a16:creationId xmlns:a16="http://schemas.microsoft.com/office/drawing/2014/main" id="{906FE88E-54E3-F8F3-4AD1-B3FBBC7E3CA3}"/>
                </a:ext>
              </a:extLst>
            </p:cNvPr>
            <p:cNvGrpSpPr/>
            <p:nvPr/>
          </p:nvGrpSpPr>
          <p:grpSpPr>
            <a:xfrm>
              <a:off x="745455" y="6594444"/>
              <a:ext cx="722662" cy="98475"/>
              <a:chOff x="745455" y="6594444"/>
              <a:chExt cx="722662" cy="98475"/>
            </a:xfrm>
            <a:solidFill>
              <a:srgbClr val="000000"/>
            </a:solidFill>
          </p:grpSpPr>
          <p:sp>
            <p:nvSpPr>
              <p:cNvPr id="25" name="Freeform 24">
                <a:extLst>
                  <a:ext uri="{FF2B5EF4-FFF2-40B4-BE49-F238E27FC236}">
                    <a16:creationId xmlns:a16="http://schemas.microsoft.com/office/drawing/2014/main" id="{54A0F722-B555-E2A4-6E62-A0DD337E8B5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CE114C9D-2007-BC9E-F8AA-887AAF26A73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30CB1C40-B903-28F3-C47C-EE2DF741FB96}"/>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5F87C1F4-D1C4-5FD0-7410-12E7D3F9CF6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E2B126C2-3690-5E26-6606-DC917F25582A}"/>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608446EC-DFFD-44E5-1C5F-06F1ADF8E18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4D0F02A7-67C9-E3C0-51B8-692EC9B9B96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6865D6C8-4059-8F52-0699-D70C865CD04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3" name="Freeform 32">
                <a:extLst>
                  <a:ext uri="{FF2B5EF4-FFF2-40B4-BE49-F238E27FC236}">
                    <a16:creationId xmlns:a16="http://schemas.microsoft.com/office/drawing/2014/main" id="{7EA55EE1-6F19-AA1B-CC75-7F97E97AAA9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4" name="Freeform 33">
                <a:extLst>
                  <a:ext uri="{FF2B5EF4-FFF2-40B4-BE49-F238E27FC236}">
                    <a16:creationId xmlns:a16="http://schemas.microsoft.com/office/drawing/2014/main" id="{CEA15FB2-7F2D-EC93-1A40-74348B9A6E0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9" name="Graphic 8">
              <a:extLst>
                <a:ext uri="{FF2B5EF4-FFF2-40B4-BE49-F238E27FC236}">
                  <a16:creationId xmlns:a16="http://schemas.microsoft.com/office/drawing/2014/main" id="{8DA67385-AEE0-35D7-24E9-3A1C9A997AB6}"/>
                </a:ext>
              </a:extLst>
            </p:cNvPr>
            <p:cNvGrpSpPr/>
            <p:nvPr/>
          </p:nvGrpSpPr>
          <p:grpSpPr>
            <a:xfrm>
              <a:off x="265625" y="6323271"/>
              <a:ext cx="1249223" cy="190348"/>
              <a:chOff x="265625" y="6323271"/>
              <a:chExt cx="1249223" cy="190348"/>
            </a:xfrm>
            <a:solidFill>
              <a:srgbClr val="000000"/>
            </a:solidFill>
          </p:grpSpPr>
          <p:sp>
            <p:nvSpPr>
              <p:cNvPr id="10" name="Freeform 9">
                <a:extLst>
                  <a:ext uri="{FF2B5EF4-FFF2-40B4-BE49-F238E27FC236}">
                    <a16:creationId xmlns:a16="http://schemas.microsoft.com/office/drawing/2014/main" id="{E140BF28-9D00-E372-4C58-192831AB25B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9502AFFA-C636-75B6-47E4-75665F32F6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255A0F95-5DB1-12F9-464F-DAACA1FAD4F0}"/>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E6E8C204-FC1F-FDD2-FE85-ED3286B80D6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A65EBA96-8564-79A7-2A73-18756ED609DC}"/>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CCC651D2-5530-6772-23D5-458FB86B627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63F018CD-2167-521F-44FD-1C199026C8F4}"/>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6" name="Freeform: Shape 2">
            <a:extLst>
              <a:ext uri="{FF2B5EF4-FFF2-40B4-BE49-F238E27FC236}">
                <a16:creationId xmlns:a16="http://schemas.microsoft.com/office/drawing/2014/main" id="{5791E300-9585-C59E-EED2-EB5190E58F2C}"/>
              </a:ext>
            </a:extLst>
          </p:cNvPr>
          <p:cNvSpPr/>
          <p:nvPr userDrawn="1"/>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90000">
                <a:schemeClr val="accent5"/>
              </a:gs>
            </a:gsLst>
            <a:lin ang="0" scaled="1"/>
          </a:gradFill>
          <a:ln w="0" cap="flat">
            <a:noFill/>
            <a:prstDash val="solid"/>
            <a:miter/>
          </a:ln>
        </p:spPr>
        <p:txBody>
          <a:bodyPr rtlCol="0" anchor="ctr"/>
          <a:lstStyle/>
          <a:p>
            <a:endParaRPr lang="en-US" dirty="0"/>
          </a:p>
        </p:txBody>
      </p:sp>
      <p:sp>
        <p:nvSpPr>
          <p:cNvPr id="37" name="page number">
            <a:extLst>
              <a:ext uri="{FF2B5EF4-FFF2-40B4-BE49-F238E27FC236}">
                <a16:creationId xmlns:a16="http://schemas.microsoft.com/office/drawing/2014/main" id="{D03B3F1E-BEE4-0C40-B954-F58A7FCE9AE3}"/>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40" name="Graphic 8">
            <a:extLst>
              <a:ext uri="{FF2B5EF4-FFF2-40B4-BE49-F238E27FC236}">
                <a16:creationId xmlns:a16="http://schemas.microsoft.com/office/drawing/2014/main" id="{47818FA4-8AE2-A4B0-1EE8-9FE4A6BDD41B}"/>
              </a:ext>
            </a:extLst>
          </p:cNvPr>
          <p:cNvGrpSpPr/>
          <p:nvPr userDrawn="1"/>
        </p:nvGrpSpPr>
        <p:grpSpPr>
          <a:xfrm>
            <a:off x="265625" y="6323271"/>
            <a:ext cx="1249223" cy="369648"/>
            <a:chOff x="265625" y="6323271"/>
            <a:chExt cx="1249223" cy="369648"/>
          </a:xfrm>
          <a:solidFill>
            <a:srgbClr val="000000"/>
          </a:solidFill>
        </p:grpSpPr>
        <p:grpSp>
          <p:nvGrpSpPr>
            <p:cNvPr id="41" name="Graphic 8">
              <a:extLst>
                <a:ext uri="{FF2B5EF4-FFF2-40B4-BE49-F238E27FC236}">
                  <a16:creationId xmlns:a16="http://schemas.microsoft.com/office/drawing/2014/main" id="{906FE88E-54E3-F8F3-4AD1-B3FBBC7E3CA3}"/>
                </a:ext>
              </a:extLst>
            </p:cNvPr>
            <p:cNvGrpSpPr/>
            <p:nvPr/>
          </p:nvGrpSpPr>
          <p:grpSpPr>
            <a:xfrm>
              <a:off x="745455" y="6594444"/>
              <a:ext cx="722662" cy="98475"/>
              <a:chOff x="745455" y="6594444"/>
              <a:chExt cx="722662" cy="98475"/>
            </a:xfrm>
            <a:solidFill>
              <a:srgbClr val="000000"/>
            </a:solidFill>
          </p:grpSpPr>
          <p:sp>
            <p:nvSpPr>
              <p:cNvPr id="50" name="Freeform 49">
                <a:extLst>
                  <a:ext uri="{FF2B5EF4-FFF2-40B4-BE49-F238E27FC236}">
                    <a16:creationId xmlns:a16="http://schemas.microsoft.com/office/drawing/2014/main" id="{54A0F722-B555-E2A4-6E62-A0DD337E8B5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CE114C9D-2007-BC9E-F8AA-887AAF26A73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30CB1C40-B903-28F3-C47C-EE2DF741FB96}"/>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5F87C1F4-D1C4-5FD0-7410-12E7D3F9CF6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E2B126C2-3690-5E26-6606-DC917F25582A}"/>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608446EC-DFFD-44E5-1C5F-06F1ADF8E18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4D0F02A7-67C9-E3C0-51B8-692EC9B9B96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6865D6C8-4059-8F52-0699-D70C865CD04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7EA55EE1-6F19-AA1B-CC75-7F97E97AAA9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CEA15FB2-7F2D-EC93-1A40-74348B9A6E0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2" name="Graphic 8">
              <a:extLst>
                <a:ext uri="{FF2B5EF4-FFF2-40B4-BE49-F238E27FC236}">
                  <a16:creationId xmlns:a16="http://schemas.microsoft.com/office/drawing/2014/main" id="{8DA67385-AEE0-35D7-24E9-3A1C9A997AB6}"/>
                </a:ext>
              </a:extLst>
            </p:cNvPr>
            <p:cNvGrpSpPr/>
            <p:nvPr/>
          </p:nvGrpSpPr>
          <p:grpSpPr>
            <a:xfrm>
              <a:off x="265625" y="6323271"/>
              <a:ext cx="1249223" cy="190348"/>
              <a:chOff x="265625" y="6323271"/>
              <a:chExt cx="1249223" cy="190348"/>
            </a:xfrm>
            <a:solidFill>
              <a:srgbClr val="000000"/>
            </a:solidFill>
          </p:grpSpPr>
          <p:sp>
            <p:nvSpPr>
              <p:cNvPr id="43" name="Freeform 42">
                <a:extLst>
                  <a:ext uri="{FF2B5EF4-FFF2-40B4-BE49-F238E27FC236}">
                    <a16:creationId xmlns:a16="http://schemas.microsoft.com/office/drawing/2014/main" id="{E140BF28-9D00-E372-4C58-192831AB25B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9502AFFA-C636-75B6-47E4-75665F32F6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255A0F95-5DB1-12F9-464F-DAACA1FAD4F0}"/>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E6E8C204-FC1F-FDD2-FE85-ED3286B80D6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A65EBA96-8564-79A7-2A73-18756ED609DC}"/>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CCC651D2-5530-6772-23D5-458FB86B627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63F018CD-2167-521F-44FD-1C199026C8F4}"/>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 name="TextBox 4">
            <a:extLst>
              <a:ext uri="{FF2B5EF4-FFF2-40B4-BE49-F238E27FC236}">
                <a16:creationId xmlns:a16="http://schemas.microsoft.com/office/drawing/2014/main" id="{ADDD0B23-63DE-6951-34B4-9D6FD0B6A5F1}"/>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2033441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90EF1-7A6F-4CAE-80CD-2BC8A8107F0C}"/>
              </a:ext>
            </a:extLst>
          </p:cNvPr>
          <p:cNvSpPr>
            <a:spLocks noGrp="1"/>
          </p:cNvSpPr>
          <p:nvPr>
            <p:ph type="title" hasCustomPrompt="1"/>
          </p:nvPr>
        </p:nvSpPr>
        <p:spPr/>
        <p:txBody>
          <a:bodyPr/>
          <a:lstStyle>
            <a:lvl1pPr>
              <a:defRPr>
                <a:solidFill>
                  <a:schemeClr val="accent2"/>
                </a:solidFill>
              </a:defRPr>
            </a:lvl1pPr>
          </a:lstStyle>
          <a:p>
            <a:r>
              <a:rPr lang="en-US"/>
              <a:t>Click to Add One Line Title</a:t>
            </a:r>
          </a:p>
        </p:txBody>
      </p:sp>
      <p:sp>
        <p:nvSpPr>
          <p:cNvPr id="6" name="page number">
            <a:extLst>
              <a:ext uri="{FF2B5EF4-FFF2-40B4-BE49-F238E27FC236}">
                <a16:creationId xmlns:a16="http://schemas.microsoft.com/office/drawing/2014/main" id="{F2584149-C6DB-AE45-B715-90B7DF169DD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 name="page number">
            <a:extLst>
              <a:ext uri="{FF2B5EF4-FFF2-40B4-BE49-F238E27FC236}">
                <a16:creationId xmlns:a16="http://schemas.microsoft.com/office/drawing/2014/main" id="{F2584149-C6DB-AE45-B715-90B7DF169DD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993477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90EF1-7A6F-4CAE-80CD-2BC8A8107F0C}"/>
              </a:ext>
            </a:extLst>
          </p:cNvPr>
          <p:cNvSpPr>
            <a:spLocks noGrp="1"/>
          </p:cNvSpPr>
          <p:nvPr>
            <p:ph type="title" hasCustomPrompt="1"/>
          </p:nvPr>
        </p:nvSpPr>
        <p:spPr/>
        <p:txBody>
          <a:bodyPr/>
          <a:lstStyle>
            <a:lvl1pPr>
              <a:defRPr>
                <a:solidFill>
                  <a:schemeClr val="accent2"/>
                </a:solidFill>
              </a:defRPr>
            </a:lvl1pPr>
          </a:lstStyle>
          <a:p>
            <a:r>
              <a:rPr lang="en-US"/>
              <a:t>Click to Add One Line Title</a:t>
            </a:r>
          </a:p>
        </p:txBody>
      </p:sp>
      <p:sp>
        <p:nvSpPr>
          <p:cNvPr id="9" name="Subtitle 2">
            <a:extLst>
              <a:ext uri="{FF2B5EF4-FFF2-40B4-BE49-F238E27FC236}">
                <a16:creationId xmlns:a16="http://schemas.microsoft.com/office/drawing/2014/main" id="{C28211D2-9BBA-4EB9-8867-E2CC72E9E0D1}"/>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6" name="page number">
            <a:extLst>
              <a:ext uri="{FF2B5EF4-FFF2-40B4-BE49-F238E27FC236}">
                <a16:creationId xmlns:a16="http://schemas.microsoft.com/office/drawing/2014/main" id="{F2584149-C6DB-AE45-B715-90B7DF169DD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5" name="page number">
            <a:extLst>
              <a:ext uri="{FF2B5EF4-FFF2-40B4-BE49-F238E27FC236}">
                <a16:creationId xmlns:a16="http://schemas.microsoft.com/office/drawing/2014/main" id="{F2584149-C6DB-AE45-B715-90B7DF169DD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784025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24E83-0498-4D8B-94A0-3FF7CDD8F127}"/>
              </a:ext>
            </a:extLst>
          </p:cNvPr>
          <p:cNvSpPr>
            <a:spLocks noGrp="1"/>
          </p:cNvSpPr>
          <p:nvPr>
            <p:ph type="title" hasCustomPrompt="1"/>
          </p:nvPr>
        </p:nvSpPr>
        <p:spPr/>
        <p:txBody>
          <a:bodyPr/>
          <a:lstStyle>
            <a:lvl1pPr>
              <a:defRPr>
                <a:solidFill>
                  <a:schemeClr val="accent2"/>
                </a:solidFill>
              </a:defRPr>
            </a:lvl1pPr>
          </a:lstStyle>
          <a:p>
            <a:r>
              <a:rPr lang="en-US"/>
              <a:t>Single Content Layout Click to Add One Line Title</a:t>
            </a:r>
          </a:p>
        </p:txBody>
      </p:sp>
      <p:sp>
        <p:nvSpPr>
          <p:cNvPr id="8" name="Subtitle 2">
            <a:extLst>
              <a:ext uri="{FF2B5EF4-FFF2-40B4-BE49-F238E27FC236}">
                <a16:creationId xmlns:a16="http://schemas.microsoft.com/office/drawing/2014/main" id="{216D2F66-BB7F-4F0E-A224-A105F87676EF}"/>
              </a:ext>
            </a:extLst>
          </p:cNvPr>
          <p:cNvSpPr>
            <a:spLocks noGrp="1"/>
          </p:cNvSpPr>
          <p:nvPr>
            <p:ph type="subTitle" idx="10" hasCustomPrompt="1"/>
          </p:nvPr>
        </p:nvSpPr>
        <p:spPr>
          <a:xfrm>
            <a:off x="592866" y="811830"/>
            <a:ext cx="1098794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8" name="Content Placeholder 17">
            <a:extLst>
              <a:ext uri="{FF2B5EF4-FFF2-40B4-BE49-F238E27FC236}">
                <a16:creationId xmlns:a16="http://schemas.microsoft.com/office/drawing/2014/main" id="{D034FA3F-D529-4D8B-B6EC-A8341FCAF67E}"/>
              </a:ext>
            </a:extLst>
          </p:cNvPr>
          <p:cNvSpPr>
            <a:spLocks noGrp="1"/>
          </p:cNvSpPr>
          <p:nvPr>
            <p:ph sz="quarter" idx="14" hasCustomPrompt="1"/>
          </p:nvPr>
        </p:nvSpPr>
        <p:spPr>
          <a:xfrm>
            <a:off x="616505" y="1600201"/>
            <a:ext cx="10972800" cy="4572000"/>
          </a:xfrm>
        </p:spPr>
        <p:txBody>
          <a:bodyPr/>
          <a:lstStyle>
            <a:lvl1pPr>
              <a:spcBef>
                <a:spcPts val="0"/>
              </a:spcBef>
              <a:defRPr>
                <a:solidFill>
                  <a:schemeClr val="tx1"/>
                </a:solidFill>
              </a:defRPr>
            </a:lvl1pPr>
            <a:lvl2pPr>
              <a:spcBef>
                <a:spcPts val="0"/>
              </a:spcBef>
              <a:buClr>
                <a:schemeClr val="bg2">
                  <a:lumMod val="25000"/>
                </a:schemeClr>
              </a:buClr>
              <a:defRPr>
                <a:solidFill>
                  <a:schemeClr val="tx1"/>
                </a:solidFill>
              </a:defRPr>
            </a:lvl2pPr>
            <a:lvl3pPr>
              <a:spcBef>
                <a:spcPts val="0"/>
              </a:spcBef>
              <a:buClr>
                <a:schemeClr val="bg2">
                  <a:lumMod val="25000"/>
                </a:schemeClr>
              </a:buClr>
              <a:defRPr>
                <a:solidFill>
                  <a:schemeClr val="tx1"/>
                </a:solidFill>
              </a:defRPr>
            </a:lvl3pPr>
            <a:lvl4pPr>
              <a:spcBef>
                <a:spcPts val="0"/>
              </a:spcBef>
              <a:buClr>
                <a:schemeClr val="bg2">
                  <a:lumMod val="25000"/>
                </a:schemeClr>
              </a:buClr>
              <a:defRPr>
                <a:solidFill>
                  <a:schemeClr val="tx1"/>
                </a:solidFill>
              </a:defRPr>
            </a:lvl4pPr>
            <a:lvl5pPr>
              <a:spcBef>
                <a:spcPts val="0"/>
              </a:spcBef>
              <a:buClr>
                <a:schemeClr val="bg2">
                  <a:lumMod val="25000"/>
                </a:schemeClr>
              </a:buClr>
              <a:defRPr>
                <a:solidFill>
                  <a:schemeClr val="tx1"/>
                </a:solidFill>
              </a:defRPr>
            </a:lvl5pPr>
            <a:lvl6pPr>
              <a:buClr>
                <a:schemeClr val="bg2">
                  <a:lumMod val="25000"/>
                </a:schemeClr>
              </a:buClr>
              <a:defRPr>
                <a:solidFill>
                  <a:schemeClr val="bg2">
                    <a:lumMod val="25000"/>
                  </a:schemeClr>
                </a:solidFill>
              </a:defRPr>
            </a:lvl6pPr>
            <a:lvl7pPr>
              <a:defRPr/>
            </a:lvl7pPr>
            <a:lvl8pPr>
              <a:defRPr/>
            </a:lvl8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page number">
            <a:extLst>
              <a:ext uri="{FF2B5EF4-FFF2-40B4-BE49-F238E27FC236}">
                <a16:creationId xmlns:a16="http://schemas.microsoft.com/office/drawing/2014/main" id="{175B5FDB-839C-A941-B264-01387F31F00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6" name="page number">
            <a:extLst>
              <a:ext uri="{FF2B5EF4-FFF2-40B4-BE49-F238E27FC236}">
                <a16:creationId xmlns:a16="http://schemas.microsoft.com/office/drawing/2014/main" id="{175B5FDB-839C-A941-B264-01387F31F00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038780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wo-Content Balance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2"/>
                </a:solidFill>
              </a:defRPr>
            </a:lvl1pPr>
          </a:lstStyle>
          <a:p>
            <a:r>
              <a:rPr lang="en-US"/>
              <a:t>Two-content Layout Click to Add One Line Title</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4" name="Content Placeholder 3">
            <a:extLst>
              <a:ext uri="{FF2B5EF4-FFF2-40B4-BE49-F238E27FC236}">
                <a16:creationId xmlns:a16="http://schemas.microsoft.com/office/drawing/2014/main" id="{87AF420A-ED2C-4AD1-A28B-EB26178557DE}"/>
              </a:ext>
            </a:extLst>
          </p:cNvPr>
          <p:cNvSpPr>
            <a:spLocks noGrp="1"/>
          </p:cNvSpPr>
          <p:nvPr>
            <p:ph sz="quarter" idx="17" hasCustomPrompt="1"/>
          </p:nvPr>
        </p:nvSpPr>
        <p:spPr>
          <a:xfrm>
            <a:off x="608013" y="1600200"/>
            <a:ext cx="5313783" cy="4572000"/>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lang="en-US" sz="1200" dirty="0">
                <a:solidFill>
                  <a:schemeClr val="tx1"/>
                </a:solidFill>
              </a:defRPr>
            </a:lvl6pPr>
            <a:lvl7pPr>
              <a:defRPr lang="en-US" sz="1200" dirty="0">
                <a:solidFill>
                  <a:schemeClr val="tx1"/>
                </a:solidFill>
              </a:defRPr>
            </a:lvl7pPr>
            <a:lvl8pPr>
              <a:defRPr lang="en-US" sz="1200" dirty="0">
                <a:solidFill>
                  <a:schemeClr val="tx1"/>
                </a:solidFill>
              </a:defRPr>
            </a:lvl8pPr>
            <a:lvl9pPr>
              <a:defRPr lang="en-US" sz="1200" dirty="0">
                <a:solidFill>
                  <a:schemeClr val="tx1"/>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2" name="Content Placeholder 3">
            <a:extLst>
              <a:ext uri="{FF2B5EF4-FFF2-40B4-BE49-F238E27FC236}">
                <a16:creationId xmlns:a16="http://schemas.microsoft.com/office/drawing/2014/main" id="{CD860A49-A98C-4F0E-AB34-4E13B89D5EBC}"/>
              </a:ext>
            </a:extLst>
          </p:cNvPr>
          <p:cNvSpPr>
            <a:spLocks noGrp="1"/>
          </p:cNvSpPr>
          <p:nvPr>
            <p:ph sz="quarter" idx="18" hasCustomPrompt="1"/>
          </p:nvPr>
        </p:nvSpPr>
        <p:spPr>
          <a:xfrm>
            <a:off x="6321287" y="1600200"/>
            <a:ext cx="5313783" cy="4572000"/>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lang="en-US" sz="1200" dirty="0">
                <a:solidFill>
                  <a:schemeClr val="tx1"/>
                </a:solidFill>
              </a:defRPr>
            </a:lvl6pPr>
            <a:lvl7pPr>
              <a:defRPr lang="en-US" sz="1200" dirty="0">
                <a:solidFill>
                  <a:schemeClr val="tx1"/>
                </a:solidFill>
              </a:defRPr>
            </a:lvl7pPr>
            <a:lvl8pPr>
              <a:defRPr lang="en-US" sz="1200" dirty="0">
                <a:solidFill>
                  <a:schemeClr val="tx1"/>
                </a:solidFill>
              </a:defRPr>
            </a:lvl8pPr>
            <a:lvl9pPr>
              <a:defRPr lang="en-US" sz="1200" dirty="0">
                <a:solidFill>
                  <a:schemeClr val="tx1"/>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7" name="page number">
            <a:extLst>
              <a:ext uri="{FF2B5EF4-FFF2-40B4-BE49-F238E27FC236}">
                <a16:creationId xmlns:a16="http://schemas.microsoft.com/office/drawing/2014/main" id="{306FFEC8-099C-484D-841A-7FCB225B189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9" name="page number">
            <a:extLst>
              <a:ext uri="{FF2B5EF4-FFF2-40B4-BE49-F238E27FC236}">
                <a16:creationId xmlns:a16="http://schemas.microsoft.com/office/drawing/2014/main" id="{306FFEC8-099C-484D-841A-7FCB225B189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704919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Content Balanced Color on Right">
    <p:spTree>
      <p:nvGrpSpPr>
        <p:cNvPr id="1" name=""/>
        <p:cNvGrpSpPr/>
        <p:nvPr/>
      </p:nvGrpSpPr>
      <p:grpSpPr>
        <a:xfrm>
          <a:off x="0" y="0"/>
          <a:ext cx="0" cy="0"/>
          <a:chOff x="0" y="0"/>
          <a:chExt cx="0" cy="0"/>
        </a:xfrm>
      </p:grpSpPr>
      <p:sp>
        <p:nvSpPr>
          <p:cNvPr id="72" name="Content Placeholder 17">
            <a:extLst>
              <a:ext uri="{FF2B5EF4-FFF2-40B4-BE49-F238E27FC236}">
                <a16:creationId xmlns:a16="http://schemas.microsoft.com/office/drawing/2014/main" id="{A0456ED3-FDC5-4E29-B939-E35EA08477CA}"/>
              </a:ext>
            </a:extLst>
          </p:cNvPr>
          <p:cNvSpPr>
            <a:spLocks noGrp="1"/>
          </p:cNvSpPr>
          <p:nvPr>
            <p:ph sz="quarter" idx="16" hasCustomPrompt="1"/>
          </p:nvPr>
        </p:nvSpPr>
        <p:spPr bwMode="ltGray">
          <a:xfrm>
            <a:off x="6323381" y="1600201"/>
            <a:ext cx="5865445" cy="4572000"/>
          </a:xfrm>
          <a:solidFill>
            <a:srgbClr val="F4F8FA"/>
          </a:solidFill>
        </p:spPr>
        <p:txBody>
          <a:bodyPr vert="horz" lIns="45720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2"/>
                </a:solidFill>
              </a:defRPr>
            </a:lvl1pPr>
          </a:lstStyle>
          <a:p>
            <a:r>
              <a:rPr lang="en-US"/>
              <a:t>Two-content Layout: Graphic on Left, Text on Right - Click to Edit</a:t>
            </a:r>
          </a:p>
        </p:txBody>
      </p:sp>
      <p:sp>
        <p:nvSpPr>
          <p:cNvPr id="7" name="page number">
            <a:extLst>
              <a:ext uri="{FF2B5EF4-FFF2-40B4-BE49-F238E27FC236}">
                <a16:creationId xmlns:a16="http://schemas.microsoft.com/office/drawing/2014/main" id="{1727F760-24DE-9A42-B7E9-356D8DC2BDAE}"/>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DCC3C30A-44C0-E837-19B2-6A2DFD1C7D7F}"/>
              </a:ext>
            </a:extLst>
          </p:cNvPr>
          <p:cNvSpPr>
            <a:spLocks noGrp="1"/>
          </p:cNvSpPr>
          <p:nvPr>
            <p:ph sz="quarter" idx="17" hasCustomPrompt="1"/>
          </p:nvPr>
        </p:nvSpPr>
        <p:spPr bwMode="ltGray">
          <a:xfrm>
            <a:off x="0" y="1600201"/>
            <a:ext cx="5893593" cy="4572000"/>
          </a:xfrm>
          <a:noFill/>
        </p:spPr>
        <p:txBody>
          <a:bodyPr vert="horz" lIns="59436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9" name="page number">
            <a:extLst>
              <a:ext uri="{FF2B5EF4-FFF2-40B4-BE49-F238E27FC236}">
                <a16:creationId xmlns:a16="http://schemas.microsoft.com/office/drawing/2014/main" id="{1727F760-24DE-9A42-B7E9-356D8DC2BDAE}"/>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627359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wo-Content Balanced Color on Lef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2"/>
                </a:solidFill>
              </a:defRPr>
            </a:lvl1pPr>
          </a:lstStyle>
          <a:p>
            <a:r>
              <a:rPr lang="en-US"/>
              <a:t>Two-content Layout: Text on Left, Graphic on Right - Click to Edit</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0" name="page number">
            <a:extLst>
              <a:ext uri="{FF2B5EF4-FFF2-40B4-BE49-F238E27FC236}">
                <a16:creationId xmlns:a16="http://schemas.microsoft.com/office/drawing/2014/main" id="{4FD1F5D3-21E9-5341-B48A-48F1E4CF33A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D7F87D5F-EABF-6E97-FCBB-22D4040C1B63}"/>
              </a:ext>
            </a:extLst>
          </p:cNvPr>
          <p:cNvSpPr>
            <a:spLocks noGrp="1"/>
          </p:cNvSpPr>
          <p:nvPr>
            <p:ph sz="quarter" idx="16" hasCustomPrompt="1"/>
          </p:nvPr>
        </p:nvSpPr>
        <p:spPr bwMode="ltGray">
          <a:xfrm>
            <a:off x="6323381" y="1600201"/>
            <a:ext cx="5865445" cy="4572000"/>
          </a:xfrm>
          <a:noFill/>
        </p:spPr>
        <p:txBody>
          <a:bodyPr vert="horz" lIns="45720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4" name="Content Placeholder 17">
            <a:extLst>
              <a:ext uri="{FF2B5EF4-FFF2-40B4-BE49-F238E27FC236}">
                <a16:creationId xmlns:a16="http://schemas.microsoft.com/office/drawing/2014/main" id="{CA8AC63D-F94C-D60E-8AB3-9211BDCC455C}"/>
              </a:ext>
            </a:extLst>
          </p:cNvPr>
          <p:cNvSpPr>
            <a:spLocks noGrp="1"/>
          </p:cNvSpPr>
          <p:nvPr>
            <p:ph sz="quarter" idx="17" hasCustomPrompt="1"/>
          </p:nvPr>
        </p:nvSpPr>
        <p:spPr bwMode="ltGray">
          <a:xfrm>
            <a:off x="0" y="1600201"/>
            <a:ext cx="5893593" cy="4572000"/>
          </a:xfrm>
          <a:solidFill>
            <a:srgbClr val="F4F8FA"/>
          </a:solidFill>
        </p:spPr>
        <p:txBody>
          <a:bodyPr vert="horz" lIns="59436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7" name="page number">
            <a:extLst>
              <a:ext uri="{FF2B5EF4-FFF2-40B4-BE49-F238E27FC236}">
                <a16:creationId xmlns:a16="http://schemas.microsoft.com/office/drawing/2014/main" id="{4FD1F5D3-21E9-5341-B48A-48F1E4CF33A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822712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6A1FE0B-90B1-4BED-9AA5-6DC9F6424E67}"/>
              </a:ext>
            </a:extLst>
          </p:cNvPr>
          <p:cNvSpPr>
            <a:spLocks noGrp="1"/>
          </p:cNvSpPr>
          <p:nvPr>
            <p:ph type="title" hasCustomPrompt="1"/>
          </p:nvPr>
        </p:nvSpPr>
        <p:spPr/>
        <p:txBody>
          <a:bodyPr/>
          <a:lstStyle>
            <a:lvl1pPr>
              <a:defRPr>
                <a:solidFill>
                  <a:schemeClr val="accent2"/>
                </a:solidFill>
              </a:defRPr>
            </a:lvl1pPr>
          </a:lstStyle>
          <a:p>
            <a:r>
              <a:rPr lang="en-US"/>
              <a:t>Two-content Text Comparison Layout</a:t>
            </a:r>
          </a:p>
        </p:txBody>
      </p:sp>
      <p:sp>
        <p:nvSpPr>
          <p:cNvPr id="13" name="Subtitle 2">
            <a:extLst>
              <a:ext uri="{FF2B5EF4-FFF2-40B4-BE49-F238E27FC236}">
                <a16:creationId xmlns:a16="http://schemas.microsoft.com/office/drawing/2014/main" id="{D541C7AA-97CA-4F96-9506-F144DA2CD8E2}"/>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1" name="Text Placeholder 4">
            <a:extLst>
              <a:ext uri="{FF2B5EF4-FFF2-40B4-BE49-F238E27FC236}">
                <a16:creationId xmlns:a16="http://schemas.microsoft.com/office/drawing/2014/main" id="{9E550D89-51A7-894E-88FB-394F3178F2EC}"/>
              </a:ext>
            </a:extLst>
          </p:cNvPr>
          <p:cNvSpPr>
            <a:spLocks noGrp="1"/>
          </p:cNvSpPr>
          <p:nvPr>
            <p:ph type="body" sz="quarter" idx="17" hasCustomPrompt="1"/>
          </p:nvPr>
        </p:nvSpPr>
        <p:spPr bwMode="gray">
          <a:xfrm>
            <a:off x="592866" y="1600202"/>
            <a:ext cx="5287234" cy="875370"/>
          </a:xfrm>
          <a:noFill/>
        </p:spPr>
        <p:txBody>
          <a:bodyPr vert="horz" lIns="0" tIns="91440" rIns="457200" bIns="91440" rtlCol="0" anchor="b">
            <a:noAutofit/>
          </a:bodyPr>
          <a:lstStyle>
            <a:lvl1pPr>
              <a:defRPr lang="en-US" dirty="0">
                <a:solidFill>
                  <a:schemeClr val="accent2"/>
                </a:solidFill>
              </a:defRPr>
            </a:lvl1pPr>
          </a:lstStyle>
          <a:p>
            <a:pPr lvl="0"/>
            <a:r>
              <a:rPr lang="en-US"/>
              <a:t>Click to add header </a:t>
            </a:r>
          </a:p>
        </p:txBody>
      </p:sp>
      <p:sp>
        <p:nvSpPr>
          <p:cNvPr id="14" name="Rectangle 13">
            <a:extLst>
              <a:ext uri="{FF2B5EF4-FFF2-40B4-BE49-F238E27FC236}">
                <a16:creationId xmlns:a16="http://schemas.microsoft.com/office/drawing/2014/main" id="{AA1B5F83-A93D-544C-8DB4-B164DBF2F72D}"/>
              </a:ext>
              <a:ext uri="{C183D7F6-B498-43B3-948B-1728B52AA6E4}">
                <adec:decorative xmlns:adec="http://schemas.microsoft.com/office/drawing/2017/decorative" val="1"/>
              </a:ext>
            </a:extLst>
          </p:cNvPr>
          <p:cNvSpPr/>
          <p:nvPr/>
        </p:nvSpPr>
        <p:spPr>
          <a:xfrm>
            <a:off x="592865" y="2484176"/>
            <a:ext cx="5287234"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0" name="Content Placeholder 17">
            <a:extLst>
              <a:ext uri="{FF2B5EF4-FFF2-40B4-BE49-F238E27FC236}">
                <a16:creationId xmlns:a16="http://schemas.microsoft.com/office/drawing/2014/main" id="{0170DFD5-97D2-3349-AE52-EB22861A6880}"/>
              </a:ext>
            </a:extLst>
          </p:cNvPr>
          <p:cNvSpPr>
            <a:spLocks noGrp="1"/>
          </p:cNvSpPr>
          <p:nvPr>
            <p:ph sz="quarter" idx="14" hasCustomPrompt="1"/>
          </p:nvPr>
        </p:nvSpPr>
        <p:spPr bwMode="gray">
          <a:xfrm>
            <a:off x="592865" y="2621020"/>
            <a:ext cx="5315794" cy="3544027"/>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4">
            <a:extLst>
              <a:ext uri="{FF2B5EF4-FFF2-40B4-BE49-F238E27FC236}">
                <a16:creationId xmlns:a16="http://schemas.microsoft.com/office/drawing/2014/main" id="{961E082F-F30B-BC46-BB99-CA9B65C08128}"/>
              </a:ext>
            </a:extLst>
          </p:cNvPr>
          <p:cNvSpPr>
            <a:spLocks noGrp="1"/>
          </p:cNvSpPr>
          <p:nvPr>
            <p:ph type="body" sz="quarter" idx="18" hasCustomPrompt="1"/>
          </p:nvPr>
        </p:nvSpPr>
        <p:spPr bwMode="gray">
          <a:xfrm>
            <a:off x="6308726" y="1600202"/>
            <a:ext cx="5287234" cy="875370"/>
          </a:xfrm>
          <a:noFill/>
        </p:spPr>
        <p:txBody>
          <a:bodyPr vert="horz" lIns="0" tIns="91440" rIns="457200" bIns="91440" rtlCol="0" anchor="b">
            <a:noAutofit/>
          </a:bodyPr>
          <a:lstStyle>
            <a:lvl1pPr>
              <a:defRPr lang="en-US" sz="2000">
                <a:solidFill>
                  <a:schemeClr val="accent4"/>
                </a:solidFill>
              </a:defRPr>
            </a:lvl1pPr>
          </a:lstStyle>
          <a:p>
            <a:pPr lvl="0"/>
            <a:r>
              <a:rPr lang="en-US"/>
              <a:t>Click to add header </a:t>
            </a:r>
          </a:p>
        </p:txBody>
      </p:sp>
      <p:sp>
        <p:nvSpPr>
          <p:cNvPr id="16" name="Rectangle 15">
            <a:extLst>
              <a:ext uri="{FF2B5EF4-FFF2-40B4-BE49-F238E27FC236}">
                <a16:creationId xmlns:a16="http://schemas.microsoft.com/office/drawing/2014/main" id="{417D4F8B-2025-D14C-A41E-9C0B401DE6B0}"/>
              </a:ext>
              <a:ext uri="{C183D7F6-B498-43B3-948B-1728B52AA6E4}">
                <adec:decorative xmlns:adec="http://schemas.microsoft.com/office/drawing/2017/decorative" val="1"/>
              </a:ext>
            </a:extLst>
          </p:cNvPr>
          <p:cNvSpPr/>
          <p:nvPr/>
        </p:nvSpPr>
        <p:spPr>
          <a:xfrm>
            <a:off x="6303874" y="2484176"/>
            <a:ext cx="5287234"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9" name="Content Placeholder 17">
            <a:extLst>
              <a:ext uri="{FF2B5EF4-FFF2-40B4-BE49-F238E27FC236}">
                <a16:creationId xmlns:a16="http://schemas.microsoft.com/office/drawing/2014/main" id="{3EE56D9F-2DF2-4F43-A13A-4844DFE465AC}"/>
              </a:ext>
            </a:extLst>
          </p:cNvPr>
          <p:cNvSpPr>
            <a:spLocks noGrp="1"/>
          </p:cNvSpPr>
          <p:nvPr>
            <p:ph sz="quarter" idx="16" hasCustomPrompt="1"/>
          </p:nvPr>
        </p:nvSpPr>
        <p:spPr bwMode="gray">
          <a:xfrm>
            <a:off x="6308143" y="2621280"/>
            <a:ext cx="5287234" cy="3575124"/>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2" name="page number">
            <a:extLst>
              <a:ext uri="{FF2B5EF4-FFF2-40B4-BE49-F238E27FC236}">
                <a16:creationId xmlns:a16="http://schemas.microsoft.com/office/drawing/2014/main" id="{3E816477-50B7-9248-BE5F-B9062610CEEE}"/>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7" name="Rectangle 16">
            <a:extLst>
              <a:ext uri="{FF2B5EF4-FFF2-40B4-BE49-F238E27FC236}">
                <a16:creationId xmlns:a16="http://schemas.microsoft.com/office/drawing/2014/main" id="{AA1B5F83-A93D-544C-8DB4-B164DBF2F72D}"/>
              </a:ext>
              <a:ext uri="{C183D7F6-B498-43B3-948B-1728B52AA6E4}">
                <adec:decorative xmlns:adec="http://schemas.microsoft.com/office/drawing/2017/decorative" val="1"/>
              </a:ext>
            </a:extLst>
          </p:cNvPr>
          <p:cNvSpPr/>
          <p:nvPr userDrawn="1"/>
        </p:nvSpPr>
        <p:spPr>
          <a:xfrm>
            <a:off x="592865" y="2484176"/>
            <a:ext cx="5287234"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8" name="Rectangle 17">
            <a:extLst>
              <a:ext uri="{FF2B5EF4-FFF2-40B4-BE49-F238E27FC236}">
                <a16:creationId xmlns:a16="http://schemas.microsoft.com/office/drawing/2014/main" id="{417D4F8B-2025-D14C-A41E-9C0B401DE6B0}"/>
              </a:ext>
              <a:ext uri="{C183D7F6-B498-43B3-948B-1728B52AA6E4}">
                <adec:decorative xmlns:adec="http://schemas.microsoft.com/office/drawing/2017/decorative" val="1"/>
              </a:ext>
            </a:extLst>
          </p:cNvPr>
          <p:cNvSpPr/>
          <p:nvPr userDrawn="1"/>
        </p:nvSpPr>
        <p:spPr>
          <a:xfrm>
            <a:off x="6303874" y="2484176"/>
            <a:ext cx="5287234"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19" name="page number">
            <a:extLst>
              <a:ext uri="{FF2B5EF4-FFF2-40B4-BE49-F238E27FC236}">
                <a16:creationId xmlns:a16="http://schemas.microsoft.com/office/drawing/2014/main" id="{3E816477-50B7-9248-BE5F-B9062610CEEE}"/>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84458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hree-Content Comparis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5F2C94F-DA57-4BDB-8E5C-E4A0C7522314}"/>
              </a:ext>
            </a:extLst>
          </p:cNvPr>
          <p:cNvSpPr>
            <a:spLocks noGrp="1"/>
          </p:cNvSpPr>
          <p:nvPr>
            <p:ph type="title" hasCustomPrompt="1"/>
          </p:nvPr>
        </p:nvSpPr>
        <p:spPr/>
        <p:txBody>
          <a:bodyPr/>
          <a:lstStyle>
            <a:lvl1pPr>
              <a:defRPr>
                <a:solidFill>
                  <a:schemeClr val="accent2"/>
                </a:solidFill>
              </a:defRPr>
            </a:lvl1pPr>
          </a:lstStyle>
          <a:p>
            <a:r>
              <a:rPr lang="en-US"/>
              <a:t>Three-content Layout – Three Horizontal Text Boxes</a:t>
            </a:r>
          </a:p>
        </p:txBody>
      </p:sp>
      <p:sp>
        <p:nvSpPr>
          <p:cNvPr id="13" name="Subtitle 2">
            <a:extLst>
              <a:ext uri="{FF2B5EF4-FFF2-40B4-BE49-F238E27FC236}">
                <a16:creationId xmlns:a16="http://schemas.microsoft.com/office/drawing/2014/main" id="{FC59F98B-A991-4DEC-A409-289E778CB84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4" name="Text Placeholder 3">
            <a:extLst>
              <a:ext uri="{FF2B5EF4-FFF2-40B4-BE49-F238E27FC236}">
                <a16:creationId xmlns:a16="http://schemas.microsoft.com/office/drawing/2014/main" id="{E0956C27-3D46-7745-A4A9-42842784C100}"/>
              </a:ext>
            </a:extLst>
          </p:cNvPr>
          <p:cNvSpPr>
            <a:spLocks noGrp="1"/>
          </p:cNvSpPr>
          <p:nvPr>
            <p:ph type="body" sz="quarter" idx="28" hasCustomPrompt="1"/>
          </p:nvPr>
        </p:nvSpPr>
        <p:spPr>
          <a:xfrm>
            <a:off x="592866" y="1600200"/>
            <a:ext cx="3593592" cy="914400"/>
          </a:xfrm>
          <a:noFill/>
        </p:spPr>
        <p:txBody>
          <a:bodyPr lIns="0" tIns="91440" rIns="182880" bIns="91440" anchor="b"/>
          <a:lstStyle>
            <a:lvl1pPr>
              <a:defRPr sz="1800">
                <a:solidFill>
                  <a:schemeClr val="accent2"/>
                </a:solidFill>
              </a:defRPr>
            </a:lvl1pPr>
            <a:lvl2pPr marL="0" indent="0">
              <a:buFont typeface="Open Sans" panose="020B0606030504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7" name="Rectangle 26">
            <a:extLst>
              <a:ext uri="{FF2B5EF4-FFF2-40B4-BE49-F238E27FC236}">
                <a16:creationId xmlns:a16="http://schemas.microsoft.com/office/drawing/2014/main" id="{B164666E-28C9-844E-91D8-ECA2F1E57595}"/>
              </a:ext>
              <a:ext uri="{C183D7F6-B498-43B3-948B-1728B52AA6E4}">
                <adec:decorative xmlns:adec="http://schemas.microsoft.com/office/drawing/2017/decorative" val="1"/>
              </a:ext>
            </a:extLst>
          </p:cNvPr>
          <p:cNvSpPr/>
          <p:nvPr/>
        </p:nvSpPr>
        <p:spPr>
          <a:xfrm>
            <a:off x="592866" y="2509480"/>
            <a:ext cx="3593592"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6" name="Text Placeholder 3">
            <a:extLst>
              <a:ext uri="{FF2B5EF4-FFF2-40B4-BE49-F238E27FC236}">
                <a16:creationId xmlns:a16="http://schemas.microsoft.com/office/drawing/2014/main" id="{88975597-2DC5-4748-87A2-37C22D522B0B}"/>
              </a:ext>
            </a:extLst>
          </p:cNvPr>
          <p:cNvSpPr>
            <a:spLocks noGrp="1"/>
          </p:cNvSpPr>
          <p:nvPr>
            <p:ph type="body" sz="quarter" idx="26" hasCustomPrompt="1"/>
          </p:nvPr>
        </p:nvSpPr>
        <p:spPr>
          <a:xfrm>
            <a:off x="4297616" y="1600200"/>
            <a:ext cx="3593592" cy="914400"/>
          </a:xfrm>
          <a:noFill/>
        </p:spPr>
        <p:txBody>
          <a:bodyPr lIns="0" tIns="91440" rIns="182880" bIns="91440" anchor="b"/>
          <a:lstStyle>
            <a:lvl1pPr>
              <a:defRPr sz="1800">
                <a:solidFill>
                  <a:schemeClr val="accent3"/>
                </a:solidFill>
              </a:defRPr>
            </a:lvl1pPr>
            <a:lvl2pPr marL="0" indent="0">
              <a:buFont typeface="Open Sans" panose="020B0606030504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5" name="Text Placeholder 3">
            <a:extLst>
              <a:ext uri="{FF2B5EF4-FFF2-40B4-BE49-F238E27FC236}">
                <a16:creationId xmlns:a16="http://schemas.microsoft.com/office/drawing/2014/main" id="{F48BF931-C509-8F46-8576-3656F9F4BA19}"/>
              </a:ext>
            </a:extLst>
          </p:cNvPr>
          <p:cNvSpPr>
            <a:spLocks noGrp="1"/>
          </p:cNvSpPr>
          <p:nvPr>
            <p:ph type="body" sz="quarter" idx="23" hasCustomPrompt="1"/>
          </p:nvPr>
        </p:nvSpPr>
        <p:spPr>
          <a:xfrm>
            <a:off x="8001859" y="1600200"/>
            <a:ext cx="3593592" cy="914400"/>
          </a:xfrm>
          <a:noFill/>
        </p:spPr>
        <p:txBody>
          <a:bodyPr lIns="0" tIns="91440" rIns="182880" bIns="91440" anchor="b"/>
          <a:lstStyle>
            <a:lvl1pPr>
              <a:defRPr sz="1800">
                <a:solidFill>
                  <a:schemeClr val="accent4"/>
                </a:solidFill>
              </a:defRPr>
            </a:lvl1pPr>
            <a:lvl2pPr marL="0" indent="0">
              <a:buFont typeface="Open Sans" panose="020B0606030504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9" name="Rectangle 28">
            <a:extLst>
              <a:ext uri="{FF2B5EF4-FFF2-40B4-BE49-F238E27FC236}">
                <a16:creationId xmlns:a16="http://schemas.microsoft.com/office/drawing/2014/main" id="{97B963A1-3810-7A40-8918-6D6D68B4A836}"/>
              </a:ext>
              <a:ext uri="{C183D7F6-B498-43B3-948B-1728B52AA6E4}">
                <adec:decorative xmlns:adec="http://schemas.microsoft.com/office/drawing/2017/decorative" val="1"/>
              </a:ext>
            </a:extLst>
          </p:cNvPr>
          <p:cNvSpPr/>
          <p:nvPr/>
        </p:nvSpPr>
        <p:spPr>
          <a:xfrm>
            <a:off x="8001859" y="2509480"/>
            <a:ext cx="3593592"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5" name="page number">
            <a:extLst>
              <a:ext uri="{FF2B5EF4-FFF2-40B4-BE49-F238E27FC236}">
                <a16:creationId xmlns:a16="http://schemas.microsoft.com/office/drawing/2014/main" id="{7788490C-B63E-8E46-A9C1-9CF865F7FA57}"/>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Rectangle 1">
            <a:extLst>
              <a:ext uri="{FF2B5EF4-FFF2-40B4-BE49-F238E27FC236}">
                <a16:creationId xmlns:a16="http://schemas.microsoft.com/office/drawing/2014/main" id="{E17DA4B3-27AC-8A64-FD5E-59AEAE0D8559}"/>
              </a:ext>
              <a:ext uri="{C183D7F6-B498-43B3-948B-1728B52AA6E4}">
                <adec:decorative xmlns:adec="http://schemas.microsoft.com/office/drawing/2017/decorative" val="1"/>
              </a:ext>
            </a:extLst>
          </p:cNvPr>
          <p:cNvSpPr/>
          <p:nvPr/>
        </p:nvSpPr>
        <p:spPr>
          <a:xfrm>
            <a:off x="4297616" y="2509480"/>
            <a:ext cx="3593592"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7" name="Text Placeholder 6">
            <a:extLst>
              <a:ext uri="{FF2B5EF4-FFF2-40B4-BE49-F238E27FC236}">
                <a16:creationId xmlns:a16="http://schemas.microsoft.com/office/drawing/2014/main" id="{34AF0ECF-E71C-8AC9-36B9-29CB570B16D7}"/>
              </a:ext>
            </a:extLst>
          </p:cNvPr>
          <p:cNvSpPr>
            <a:spLocks noGrp="1"/>
          </p:cNvSpPr>
          <p:nvPr>
            <p:ph type="body" sz="quarter" idx="29"/>
          </p:nvPr>
        </p:nvSpPr>
        <p:spPr>
          <a:xfrm>
            <a:off x="592866" y="2649538"/>
            <a:ext cx="3594100" cy="3522662"/>
          </a:xfrm>
        </p:spPr>
        <p:txBody>
          <a:bodyPr/>
          <a:lstStyle>
            <a:lvl1pPr>
              <a:defRPr sz="16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1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Text Placeholder 6">
            <a:extLst>
              <a:ext uri="{FF2B5EF4-FFF2-40B4-BE49-F238E27FC236}">
                <a16:creationId xmlns:a16="http://schemas.microsoft.com/office/drawing/2014/main" id="{D43B6B0E-4AB9-6144-29E4-820FC763DE97}"/>
              </a:ext>
            </a:extLst>
          </p:cNvPr>
          <p:cNvSpPr>
            <a:spLocks noGrp="1"/>
          </p:cNvSpPr>
          <p:nvPr>
            <p:ph type="body" sz="quarter" idx="30"/>
          </p:nvPr>
        </p:nvSpPr>
        <p:spPr>
          <a:xfrm>
            <a:off x="4297616" y="2649538"/>
            <a:ext cx="3594100" cy="3522662"/>
          </a:xfrm>
        </p:spPr>
        <p:txBody>
          <a:bodyPr/>
          <a:lstStyle>
            <a:lvl1pPr>
              <a:defRPr sz="16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1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9" name="Text Placeholder 6">
            <a:extLst>
              <a:ext uri="{FF2B5EF4-FFF2-40B4-BE49-F238E27FC236}">
                <a16:creationId xmlns:a16="http://schemas.microsoft.com/office/drawing/2014/main" id="{FEE5625D-A2F8-6592-7C13-07EAF5CBBC33}"/>
              </a:ext>
            </a:extLst>
          </p:cNvPr>
          <p:cNvSpPr>
            <a:spLocks noGrp="1"/>
          </p:cNvSpPr>
          <p:nvPr>
            <p:ph type="body" sz="quarter" idx="31"/>
          </p:nvPr>
        </p:nvSpPr>
        <p:spPr>
          <a:xfrm>
            <a:off x="8001859" y="2649538"/>
            <a:ext cx="3594100" cy="3522662"/>
          </a:xfrm>
        </p:spPr>
        <p:txBody>
          <a:bodyPr/>
          <a:lstStyle>
            <a:lvl1pPr>
              <a:defRPr sz="16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1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Rectangle 13">
            <a:extLst>
              <a:ext uri="{FF2B5EF4-FFF2-40B4-BE49-F238E27FC236}">
                <a16:creationId xmlns:a16="http://schemas.microsoft.com/office/drawing/2014/main" id="{B164666E-28C9-844E-91D8-ECA2F1E57595}"/>
              </a:ext>
              <a:ext uri="{C183D7F6-B498-43B3-948B-1728B52AA6E4}">
                <adec:decorative xmlns:adec="http://schemas.microsoft.com/office/drawing/2017/decorative" val="1"/>
              </a:ext>
            </a:extLst>
          </p:cNvPr>
          <p:cNvSpPr/>
          <p:nvPr userDrawn="1"/>
        </p:nvSpPr>
        <p:spPr>
          <a:xfrm>
            <a:off x="592866" y="2509480"/>
            <a:ext cx="3593592"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6" name="Rectangle 15">
            <a:extLst>
              <a:ext uri="{FF2B5EF4-FFF2-40B4-BE49-F238E27FC236}">
                <a16:creationId xmlns:a16="http://schemas.microsoft.com/office/drawing/2014/main" id="{97B963A1-3810-7A40-8918-6D6D68B4A836}"/>
              </a:ext>
              <a:ext uri="{C183D7F6-B498-43B3-948B-1728B52AA6E4}">
                <adec:decorative xmlns:adec="http://schemas.microsoft.com/office/drawing/2017/decorative" val="1"/>
              </a:ext>
            </a:extLst>
          </p:cNvPr>
          <p:cNvSpPr/>
          <p:nvPr userDrawn="1"/>
        </p:nvSpPr>
        <p:spPr>
          <a:xfrm>
            <a:off x="8001859" y="2509480"/>
            <a:ext cx="3593592"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7" name="page number">
            <a:extLst>
              <a:ext uri="{FF2B5EF4-FFF2-40B4-BE49-F238E27FC236}">
                <a16:creationId xmlns:a16="http://schemas.microsoft.com/office/drawing/2014/main" id="{7788490C-B63E-8E46-A9C1-9CF865F7FA57}"/>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8" name="Rectangle 17">
            <a:extLst>
              <a:ext uri="{FF2B5EF4-FFF2-40B4-BE49-F238E27FC236}">
                <a16:creationId xmlns:a16="http://schemas.microsoft.com/office/drawing/2014/main" id="{E17DA4B3-27AC-8A64-FD5E-59AEAE0D8559}"/>
              </a:ext>
              <a:ext uri="{C183D7F6-B498-43B3-948B-1728B52AA6E4}">
                <adec:decorative xmlns:adec="http://schemas.microsoft.com/office/drawing/2017/decorative" val="1"/>
              </a:ext>
            </a:extLst>
          </p:cNvPr>
          <p:cNvSpPr/>
          <p:nvPr userDrawn="1"/>
        </p:nvSpPr>
        <p:spPr>
          <a:xfrm>
            <a:off x="4297616" y="2509480"/>
            <a:ext cx="3593592"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Tree>
    <p:extLst>
      <p:ext uri="{BB962C8B-B14F-4D97-AF65-F5344CB8AC3E}">
        <p14:creationId xmlns:p14="http://schemas.microsoft.com/office/powerpoint/2010/main" val="1880597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wo Content Dynamic – Lef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346AD2E-9306-49E7-A98B-7D26E458C2B2}"/>
              </a:ext>
            </a:extLst>
          </p:cNvPr>
          <p:cNvSpPr>
            <a:spLocks noGrp="1"/>
          </p:cNvSpPr>
          <p:nvPr>
            <p:ph type="title" hasCustomPrompt="1"/>
          </p:nvPr>
        </p:nvSpPr>
        <p:spPr/>
        <p:txBody>
          <a:bodyPr wrap="none"/>
          <a:lstStyle>
            <a:lvl1pPr>
              <a:defRPr>
                <a:solidFill>
                  <a:schemeClr val="accent2"/>
                </a:solidFill>
              </a:defRPr>
            </a:lvl1pPr>
          </a:lstStyle>
          <a:p>
            <a:r>
              <a:rPr lang="en-US"/>
              <a:t>Two-content Layout – Highlight Text on Left, Text/Graphic on Right</a:t>
            </a:r>
          </a:p>
        </p:txBody>
      </p:sp>
      <p:sp>
        <p:nvSpPr>
          <p:cNvPr id="14" name="Subtitle 2">
            <a:extLst>
              <a:ext uri="{FF2B5EF4-FFF2-40B4-BE49-F238E27FC236}">
                <a16:creationId xmlns:a16="http://schemas.microsoft.com/office/drawing/2014/main" id="{551435C2-3F7C-4835-8DB0-71E2C00537CF}"/>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7" name="Rectangle 6">
            <a:extLst>
              <a:ext uri="{FF2B5EF4-FFF2-40B4-BE49-F238E27FC236}">
                <a16:creationId xmlns:a16="http://schemas.microsoft.com/office/drawing/2014/main" id="{D864AC6E-1611-244C-BA28-696924BAB259}"/>
              </a:ext>
              <a:ext uri="{C183D7F6-B498-43B3-948B-1728B52AA6E4}">
                <adec:decorative xmlns:adec="http://schemas.microsoft.com/office/drawing/2017/decorative" val="1"/>
              </a:ext>
            </a:extLst>
          </p:cNvPr>
          <p:cNvSpPr/>
          <p:nvPr/>
        </p:nvSpPr>
        <p:spPr>
          <a:xfrm flipV="1">
            <a:off x="0"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4" name="Text Placeholder 3">
            <a:extLst>
              <a:ext uri="{FF2B5EF4-FFF2-40B4-BE49-F238E27FC236}">
                <a16:creationId xmlns:a16="http://schemas.microsoft.com/office/drawing/2014/main" id="{830FD232-93CB-4B54-A933-93C11B099F7A}"/>
              </a:ext>
            </a:extLst>
          </p:cNvPr>
          <p:cNvSpPr>
            <a:spLocks noGrp="1"/>
          </p:cNvSpPr>
          <p:nvPr>
            <p:ph type="body" sz="quarter" idx="20" hasCustomPrompt="1"/>
          </p:nvPr>
        </p:nvSpPr>
        <p:spPr>
          <a:xfrm>
            <a:off x="0" y="1609531"/>
            <a:ext cx="2894013" cy="4572000"/>
          </a:xfrm>
          <a:solidFill>
            <a:srgbClr val="F4F8FA"/>
          </a:solidFill>
        </p:spPr>
        <p:txBody>
          <a:bodyPr vert="horz" lIns="274320" tIns="457200" rIns="457200" bIns="457200" rtlCol="0">
            <a:noAutofit/>
          </a:bodyPr>
          <a:lstStyle>
            <a:lvl1pPr>
              <a:defRPr lang="en-US" sz="1800" dirty="0">
                <a:solidFill>
                  <a:schemeClr val="accent2"/>
                </a:solidFill>
              </a:defRPr>
            </a:lvl1pPr>
            <a:lvl2pPr>
              <a:buClr>
                <a:schemeClr val="accent2"/>
              </a:buClr>
              <a:defRPr lang="en-US" sz="1600" dirty="0" smtClean="0">
                <a:solidFill>
                  <a:schemeClr val="accent2"/>
                </a:solidFill>
              </a:defRPr>
            </a:lvl2pPr>
            <a:lvl3pPr>
              <a:buClr>
                <a:schemeClr val="accent2"/>
              </a:buClr>
              <a:defRPr lang="en-US" sz="1400" dirty="0" smtClean="0">
                <a:solidFill>
                  <a:schemeClr val="accent2"/>
                </a:solidFill>
              </a:defRPr>
            </a:lvl3pPr>
            <a:lvl4pPr>
              <a:buClr>
                <a:schemeClr val="accent2"/>
              </a:buClr>
              <a:defRPr lang="en-US" sz="1200" dirty="0" smtClean="0">
                <a:solidFill>
                  <a:schemeClr val="accent2"/>
                </a:solidFill>
              </a:defRPr>
            </a:lvl4pPr>
            <a:lvl5pPr>
              <a:buClr>
                <a:schemeClr val="accent2"/>
              </a:buClr>
              <a:defRPr lang="en-US" sz="1200" dirty="0">
                <a:solidFill>
                  <a:schemeClr val="accent2"/>
                </a:solidFill>
              </a:defRPr>
            </a:lvl5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577AE2CA-1B34-4F04-BD7F-F624F20E94FB}"/>
              </a:ext>
            </a:extLst>
          </p:cNvPr>
          <p:cNvSpPr>
            <a:spLocks noGrp="1"/>
          </p:cNvSpPr>
          <p:nvPr>
            <p:ph sz="quarter" idx="19" hasCustomPrompt="1"/>
          </p:nvPr>
        </p:nvSpPr>
        <p:spPr>
          <a:xfrm>
            <a:off x="3351213" y="1609531"/>
            <a:ext cx="8229600" cy="4572000"/>
          </a:xfrm>
        </p:spPr>
        <p:txBody>
          <a:bodyPr vert="horz" lIns="0" tIns="457200" rIns="0" bIns="0" rtlCol="0">
            <a:noAutofit/>
          </a:bodyPr>
          <a:lstStyle>
            <a:lvl1pPr>
              <a:defRPr lang="en-US" dirty="0" smtClean="0">
                <a:solidFill>
                  <a:schemeClr val="tx1"/>
                </a:solidFill>
              </a:defRPr>
            </a:lvl1pPr>
            <a:lvl2pPr>
              <a:defRPr lang="en-US" dirty="0" smtClean="0">
                <a:solidFill>
                  <a:schemeClr val="tx1"/>
                </a:solidFill>
              </a:defRPr>
            </a:lvl2pPr>
            <a:lvl3pPr>
              <a:defRPr lang="en-US" dirty="0" smtClean="0">
                <a:solidFill>
                  <a:schemeClr val="tx1"/>
                </a:solidFill>
              </a:defRPr>
            </a:lvl3pPr>
            <a:lvl4pPr>
              <a:defRPr lang="en-US" dirty="0" smtClean="0">
                <a:solidFill>
                  <a:schemeClr val="tx1"/>
                </a:solidFill>
              </a:defRPr>
            </a:lvl4pPr>
            <a:lvl5pPr>
              <a:defRPr lang="en-US" dirty="0" smtClean="0">
                <a:solidFill>
                  <a:schemeClr val="tx1"/>
                </a:solidFill>
              </a:defRPr>
            </a:lvl5pPr>
            <a:lvl6pPr>
              <a:defRPr lang="en-US" dirty="0" smtClean="0">
                <a:solidFill>
                  <a:schemeClr val="tx1"/>
                </a:solidFill>
              </a:defRPr>
            </a:lvl6pPr>
            <a:lvl7pPr>
              <a:defRPr lang="en-US" dirty="0" smtClean="0">
                <a:solidFill>
                  <a:schemeClr val="tx1"/>
                </a:solidFill>
              </a:defRPr>
            </a:lvl7pPr>
            <a:lvl8pPr>
              <a:defRPr lang="en-US" dirty="0">
                <a:solidFill>
                  <a:schemeClr val="tx1"/>
                </a:solidFill>
              </a:defRPr>
            </a:lvl8pPr>
          </a:lstStyle>
          <a:p>
            <a:pPr lvl="0"/>
            <a:r>
              <a:rPr lang="en-US" dirty="0"/>
              <a:t>Click to add graph, diagram or text</a:t>
            </a:r>
          </a:p>
          <a:p>
            <a:pPr lvl="1"/>
            <a:r>
              <a:rPr lang="en-US" dirty="0"/>
              <a:t>Second level</a:t>
            </a:r>
          </a:p>
          <a:p>
            <a:pPr lvl="2"/>
            <a:r>
              <a:rPr lang="en-US" dirty="0"/>
              <a:t>Third level</a:t>
            </a:r>
          </a:p>
          <a:p>
            <a:pPr lvl="3"/>
            <a:r>
              <a:rPr lang="en-US" dirty="0"/>
              <a:t>Fourth level</a:t>
            </a:r>
          </a:p>
          <a:p>
            <a:pPr lvl="4"/>
            <a:r>
              <a:rPr lang="en-US" dirty="0"/>
              <a:t>Fifth level</a:t>
            </a:r>
          </a:p>
          <a:p>
            <a:pPr marL="1270000" lvl="5" indent="-117475"/>
            <a:r>
              <a:rPr lang="en-US" dirty="0"/>
              <a:t>Sixth level</a:t>
            </a:r>
          </a:p>
          <a:p>
            <a:pPr marL="1438275" lvl="6" indent="-117475"/>
            <a:r>
              <a:rPr lang="en-US" dirty="0"/>
              <a:t>Seventh level</a:t>
            </a:r>
          </a:p>
          <a:p>
            <a:pPr marL="1554163" lvl="7" indent="-115888">
              <a:lnSpc>
                <a:spcPct val="90000"/>
              </a:lnSpc>
            </a:pPr>
            <a:r>
              <a:rPr lang="en-US" dirty="0"/>
              <a:t>Ninth level</a:t>
            </a:r>
          </a:p>
        </p:txBody>
      </p:sp>
      <p:sp>
        <p:nvSpPr>
          <p:cNvPr id="8" name="page number">
            <a:extLst>
              <a:ext uri="{FF2B5EF4-FFF2-40B4-BE49-F238E27FC236}">
                <a16:creationId xmlns:a16="http://schemas.microsoft.com/office/drawing/2014/main" id="{1A93E906-C928-C345-B032-1F5C677FAEDD}"/>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9" name="Rectangle 8">
            <a:extLst>
              <a:ext uri="{FF2B5EF4-FFF2-40B4-BE49-F238E27FC236}">
                <a16:creationId xmlns:a16="http://schemas.microsoft.com/office/drawing/2014/main" id="{D864AC6E-1611-244C-BA28-696924BAB259}"/>
              </a:ext>
              <a:ext uri="{C183D7F6-B498-43B3-948B-1728B52AA6E4}">
                <adec:decorative xmlns:adec="http://schemas.microsoft.com/office/drawing/2017/decorative" val="1"/>
              </a:ext>
            </a:extLst>
          </p:cNvPr>
          <p:cNvSpPr/>
          <p:nvPr userDrawn="1"/>
        </p:nvSpPr>
        <p:spPr>
          <a:xfrm flipV="1">
            <a:off x="0"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10" name="page number">
            <a:extLst>
              <a:ext uri="{FF2B5EF4-FFF2-40B4-BE49-F238E27FC236}">
                <a16:creationId xmlns:a16="http://schemas.microsoft.com/office/drawing/2014/main" id="{1A93E906-C928-C345-B032-1F5C677FAEDD}"/>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364695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wo Content Dynamic – R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92A934A-AC6B-460C-9C93-B13CF6B6263F}"/>
              </a:ext>
            </a:extLst>
          </p:cNvPr>
          <p:cNvSpPr>
            <a:spLocks noGrp="1"/>
          </p:cNvSpPr>
          <p:nvPr>
            <p:ph type="title" hasCustomPrompt="1"/>
          </p:nvPr>
        </p:nvSpPr>
        <p:spPr/>
        <p:txBody>
          <a:bodyPr wrap="none"/>
          <a:lstStyle>
            <a:lvl1pPr>
              <a:defRPr>
                <a:solidFill>
                  <a:schemeClr val="accent2"/>
                </a:solidFill>
              </a:defRPr>
            </a:lvl1pPr>
          </a:lstStyle>
          <a:p>
            <a:r>
              <a:rPr lang="en-US"/>
              <a:t>Two-content Layout – Highlight Text on Right, Text/Graphic on Left</a:t>
            </a:r>
          </a:p>
        </p:txBody>
      </p:sp>
      <p:sp>
        <p:nvSpPr>
          <p:cNvPr id="14" name="Subtitle 2">
            <a:extLst>
              <a:ext uri="{FF2B5EF4-FFF2-40B4-BE49-F238E27FC236}">
                <a16:creationId xmlns:a16="http://schemas.microsoft.com/office/drawing/2014/main" id="{F6F5131D-84AE-4294-83A1-243FE1C81A8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9" name="page number">
            <a:extLst>
              <a:ext uri="{FF2B5EF4-FFF2-40B4-BE49-F238E27FC236}">
                <a16:creationId xmlns:a16="http://schemas.microsoft.com/office/drawing/2014/main" id="{EA3FFB13-8625-D245-BD64-AAC7CCCB5B6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Rectangle 1">
            <a:extLst>
              <a:ext uri="{FF2B5EF4-FFF2-40B4-BE49-F238E27FC236}">
                <a16:creationId xmlns:a16="http://schemas.microsoft.com/office/drawing/2014/main" id="{85B60DB8-F067-969E-72B5-4E90025E5BF8}"/>
              </a:ext>
              <a:ext uri="{C183D7F6-B498-43B3-948B-1728B52AA6E4}">
                <adec:decorative xmlns:adec="http://schemas.microsoft.com/office/drawing/2017/decorative" val="1"/>
              </a:ext>
            </a:extLst>
          </p:cNvPr>
          <p:cNvSpPr/>
          <p:nvPr/>
        </p:nvSpPr>
        <p:spPr>
          <a:xfrm flipV="1">
            <a:off x="9294812"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4" name="Text Placeholder 3">
            <a:extLst>
              <a:ext uri="{FF2B5EF4-FFF2-40B4-BE49-F238E27FC236}">
                <a16:creationId xmlns:a16="http://schemas.microsoft.com/office/drawing/2014/main" id="{CEB93DEE-AB9E-C81E-DF9C-D1BE09F22E09}"/>
              </a:ext>
            </a:extLst>
          </p:cNvPr>
          <p:cNvSpPr>
            <a:spLocks noGrp="1"/>
          </p:cNvSpPr>
          <p:nvPr>
            <p:ph type="body" sz="quarter" idx="20" hasCustomPrompt="1"/>
          </p:nvPr>
        </p:nvSpPr>
        <p:spPr>
          <a:xfrm>
            <a:off x="9294812" y="1609531"/>
            <a:ext cx="2894013" cy="4572000"/>
          </a:xfrm>
          <a:solidFill>
            <a:srgbClr val="F4F8FA"/>
          </a:solidFill>
        </p:spPr>
        <p:txBody>
          <a:bodyPr vert="horz" lIns="274320" tIns="457200" rIns="457200" bIns="457200" rtlCol="0">
            <a:noAutofit/>
          </a:bodyPr>
          <a:lstStyle>
            <a:lvl1pPr>
              <a:defRPr lang="en-US" sz="1800" dirty="0">
                <a:solidFill>
                  <a:schemeClr val="accent2"/>
                </a:solidFill>
              </a:defRPr>
            </a:lvl1pPr>
            <a:lvl2pPr>
              <a:buClr>
                <a:schemeClr val="accent2"/>
              </a:buClr>
              <a:defRPr lang="en-US" sz="1600" dirty="0" smtClean="0">
                <a:solidFill>
                  <a:schemeClr val="accent2"/>
                </a:solidFill>
              </a:defRPr>
            </a:lvl2pPr>
            <a:lvl3pPr>
              <a:buClr>
                <a:schemeClr val="accent2"/>
              </a:buClr>
              <a:defRPr lang="en-US" sz="1400" dirty="0" smtClean="0">
                <a:solidFill>
                  <a:schemeClr val="accent2"/>
                </a:solidFill>
              </a:defRPr>
            </a:lvl3pPr>
            <a:lvl4pPr>
              <a:buClr>
                <a:schemeClr val="accent2"/>
              </a:buClr>
              <a:defRPr lang="en-US" sz="1200" dirty="0" smtClean="0">
                <a:solidFill>
                  <a:schemeClr val="accent2"/>
                </a:solidFill>
              </a:defRPr>
            </a:lvl4pPr>
            <a:lvl5pPr>
              <a:buClr>
                <a:schemeClr val="accent2"/>
              </a:buClr>
              <a:defRPr lang="en-US" sz="1200" dirty="0">
                <a:solidFill>
                  <a:schemeClr val="accent2"/>
                </a:solidFill>
              </a:defRPr>
            </a:lvl5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10">
            <a:extLst>
              <a:ext uri="{FF2B5EF4-FFF2-40B4-BE49-F238E27FC236}">
                <a16:creationId xmlns:a16="http://schemas.microsoft.com/office/drawing/2014/main" id="{DC18C6BC-2416-B51C-F45A-9BCC874B47ED}"/>
              </a:ext>
            </a:extLst>
          </p:cNvPr>
          <p:cNvSpPr>
            <a:spLocks noGrp="1"/>
          </p:cNvSpPr>
          <p:nvPr>
            <p:ph sz="quarter" idx="19" hasCustomPrompt="1"/>
          </p:nvPr>
        </p:nvSpPr>
        <p:spPr>
          <a:xfrm>
            <a:off x="0" y="1609531"/>
            <a:ext cx="8229600" cy="4572000"/>
          </a:xfrm>
        </p:spPr>
        <p:txBody>
          <a:bodyPr vert="horz" lIns="594360" tIns="457200" rIns="0" bIns="0" rtlCol="0">
            <a:noAutofit/>
          </a:bodyPr>
          <a:lstStyle>
            <a:lvl1pPr>
              <a:defRPr lang="en-US" dirty="0" smtClean="0">
                <a:solidFill>
                  <a:schemeClr val="tx1"/>
                </a:solidFill>
              </a:defRPr>
            </a:lvl1pPr>
            <a:lvl2pPr>
              <a:defRPr lang="en-US" dirty="0" smtClean="0">
                <a:solidFill>
                  <a:schemeClr val="tx1"/>
                </a:solidFill>
              </a:defRPr>
            </a:lvl2pPr>
            <a:lvl3pPr>
              <a:defRPr lang="en-US" dirty="0" smtClean="0">
                <a:solidFill>
                  <a:schemeClr val="tx1"/>
                </a:solidFill>
              </a:defRPr>
            </a:lvl3pPr>
            <a:lvl4pPr>
              <a:defRPr lang="en-US" dirty="0" smtClean="0">
                <a:solidFill>
                  <a:schemeClr val="tx1"/>
                </a:solidFill>
              </a:defRPr>
            </a:lvl4pPr>
            <a:lvl5pPr>
              <a:defRPr lang="en-US" dirty="0" smtClean="0">
                <a:solidFill>
                  <a:schemeClr val="tx1"/>
                </a:solidFill>
              </a:defRPr>
            </a:lvl5pPr>
            <a:lvl6pPr>
              <a:defRPr lang="en-US" dirty="0" smtClean="0">
                <a:solidFill>
                  <a:schemeClr val="tx1"/>
                </a:solidFill>
              </a:defRPr>
            </a:lvl6pPr>
            <a:lvl7pPr>
              <a:defRPr lang="en-US" dirty="0" smtClean="0">
                <a:solidFill>
                  <a:schemeClr val="tx1"/>
                </a:solidFill>
              </a:defRPr>
            </a:lvl7pPr>
            <a:lvl8pPr>
              <a:defRPr lang="en-US" dirty="0">
                <a:solidFill>
                  <a:schemeClr val="tx1"/>
                </a:solidFill>
              </a:defRPr>
            </a:lvl8pPr>
          </a:lstStyle>
          <a:p>
            <a:pPr lvl="0"/>
            <a:r>
              <a:rPr lang="en-US" dirty="0"/>
              <a:t>Click to add graph, diagram or text</a:t>
            </a:r>
          </a:p>
          <a:p>
            <a:pPr lvl="1"/>
            <a:r>
              <a:rPr lang="en-US" dirty="0"/>
              <a:t>Second level</a:t>
            </a:r>
          </a:p>
          <a:p>
            <a:pPr lvl="2"/>
            <a:r>
              <a:rPr lang="en-US" dirty="0"/>
              <a:t>Third level</a:t>
            </a:r>
          </a:p>
          <a:p>
            <a:pPr lvl="3"/>
            <a:r>
              <a:rPr lang="en-US" dirty="0"/>
              <a:t>Fourth level</a:t>
            </a:r>
          </a:p>
          <a:p>
            <a:pPr lvl="4"/>
            <a:r>
              <a:rPr lang="en-US" dirty="0"/>
              <a:t>Fifth level</a:t>
            </a:r>
          </a:p>
          <a:p>
            <a:pPr marL="1270000" lvl="5" indent="-117475"/>
            <a:r>
              <a:rPr lang="en-US" dirty="0"/>
              <a:t>Sixth level</a:t>
            </a:r>
          </a:p>
          <a:p>
            <a:pPr marL="1438275" lvl="6" indent="-117475"/>
            <a:r>
              <a:rPr lang="en-US" dirty="0"/>
              <a:t>Seventh level</a:t>
            </a:r>
          </a:p>
          <a:p>
            <a:pPr marL="1554163" lvl="7" indent="-115888">
              <a:lnSpc>
                <a:spcPct val="90000"/>
              </a:lnSpc>
            </a:pPr>
            <a:r>
              <a:rPr lang="en-US" dirty="0"/>
              <a:t>Ninth level</a:t>
            </a:r>
          </a:p>
        </p:txBody>
      </p:sp>
      <p:sp>
        <p:nvSpPr>
          <p:cNvPr id="8" name="page number">
            <a:extLst>
              <a:ext uri="{FF2B5EF4-FFF2-40B4-BE49-F238E27FC236}">
                <a16:creationId xmlns:a16="http://schemas.microsoft.com/office/drawing/2014/main" id="{EA3FFB13-8625-D245-BD64-AAC7CCCB5B6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0" name="Rectangle 9">
            <a:extLst>
              <a:ext uri="{FF2B5EF4-FFF2-40B4-BE49-F238E27FC236}">
                <a16:creationId xmlns:a16="http://schemas.microsoft.com/office/drawing/2014/main" id="{85B60DB8-F067-969E-72B5-4E90025E5BF8}"/>
              </a:ext>
              <a:ext uri="{C183D7F6-B498-43B3-948B-1728B52AA6E4}">
                <adec:decorative xmlns:adec="http://schemas.microsoft.com/office/drawing/2017/decorative" val="1"/>
              </a:ext>
            </a:extLst>
          </p:cNvPr>
          <p:cNvSpPr/>
          <p:nvPr userDrawn="1"/>
        </p:nvSpPr>
        <p:spPr>
          <a:xfrm flipV="1">
            <a:off x="9294812"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Tree>
    <p:extLst>
      <p:ext uri="{BB962C8B-B14F-4D97-AF65-F5344CB8AC3E}">
        <p14:creationId xmlns:p14="http://schemas.microsoft.com/office/powerpoint/2010/main" val="2136262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Diagram with Content on R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157BCD9-063B-4ED4-B68C-092EC2C342E6}"/>
              </a:ext>
            </a:extLst>
          </p:cNvPr>
          <p:cNvSpPr>
            <a:spLocks noGrp="1"/>
          </p:cNvSpPr>
          <p:nvPr>
            <p:ph type="title" hasCustomPrompt="1"/>
          </p:nvPr>
        </p:nvSpPr>
        <p:spPr/>
        <p:txBody>
          <a:bodyPr wrap="none"/>
          <a:lstStyle>
            <a:lvl1pPr>
              <a:defRPr>
                <a:solidFill>
                  <a:schemeClr val="accent2"/>
                </a:solidFill>
              </a:defRPr>
            </a:lvl1pPr>
          </a:lstStyle>
          <a:p>
            <a:r>
              <a:rPr lang="en-US"/>
              <a:t>Diagram with Content</a:t>
            </a:r>
          </a:p>
        </p:txBody>
      </p:sp>
      <p:sp>
        <p:nvSpPr>
          <p:cNvPr id="9" name="Subtitle 2">
            <a:extLst>
              <a:ext uri="{FF2B5EF4-FFF2-40B4-BE49-F238E27FC236}">
                <a16:creationId xmlns:a16="http://schemas.microsoft.com/office/drawing/2014/main" id="{A0D276D7-17CD-46AB-99B2-97FD34FEEFF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7" name="Rectangle 6">
            <a:extLst>
              <a:ext uri="{FF2B5EF4-FFF2-40B4-BE49-F238E27FC236}">
                <a16:creationId xmlns:a16="http://schemas.microsoft.com/office/drawing/2014/main" id="{F7E2C737-3A4D-924A-88B5-FA4D5C8A07C7}"/>
              </a:ext>
              <a:ext uri="{C183D7F6-B498-43B3-948B-1728B52AA6E4}">
                <adec:decorative xmlns:adec="http://schemas.microsoft.com/office/drawing/2017/decorative" val="1"/>
              </a:ext>
            </a:extLst>
          </p:cNvPr>
          <p:cNvSpPr/>
          <p:nvPr/>
        </p:nvSpPr>
        <p:spPr>
          <a:xfrm flipV="1">
            <a:off x="8380072" y="1589923"/>
            <a:ext cx="3808754" cy="8261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5" name="Text Placeholder 4">
            <a:extLst>
              <a:ext uri="{FF2B5EF4-FFF2-40B4-BE49-F238E27FC236}">
                <a16:creationId xmlns:a16="http://schemas.microsoft.com/office/drawing/2014/main" id="{7F7496CC-9DD2-4299-850C-005958FB65CC}"/>
              </a:ext>
            </a:extLst>
          </p:cNvPr>
          <p:cNvSpPr>
            <a:spLocks noGrp="1"/>
          </p:cNvSpPr>
          <p:nvPr>
            <p:ph type="body" sz="quarter" idx="17" hasCustomPrompt="1"/>
          </p:nvPr>
        </p:nvSpPr>
        <p:spPr>
          <a:xfrm>
            <a:off x="8380413" y="1600200"/>
            <a:ext cx="3808412" cy="4572000"/>
          </a:xfrm>
        </p:spPr>
        <p:txBody>
          <a:bodyPr tIns="457200" rIns="594360" bIns="457200"/>
          <a:lstStyle>
            <a:lvl1pPr>
              <a:defRPr sz="1600">
                <a:solidFill>
                  <a:schemeClr val="accent2"/>
                </a:solidFill>
              </a:defRPr>
            </a:lvl1pPr>
            <a:lvl2pPr>
              <a:buClr>
                <a:schemeClr val="accent2"/>
              </a:buClr>
              <a:defRPr sz="1400">
                <a:solidFill>
                  <a:schemeClr val="accent2"/>
                </a:solidFill>
              </a:defRPr>
            </a:lvl2pPr>
            <a:lvl3pPr>
              <a:buClr>
                <a:schemeClr val="accent2"/>
              </a:buClr>
              <a:defRPr sz="1200">
                <a:solidFill>
                  <a:schemeClr val="accent2"/>
                </a:solidFill>
              </a:defRPr>
            </a:lvl3pPr>
            <a:lvl4pPr>
              <a:buClr>
                <a:schemeClr val="accent2"/>
              </a:buClr>
              <a:defRPr sz="1100">
                <a:solidFill>
                  <a:schemeClr val="accent2"/>
                </a:solidFill>
              </a:defRPr>
            </a:lvl4pPr>
            <a:lvl5pPr>
              <a:buClr>
                <a:schemeClr val="accent2"/>
              </a:buClr>
              <a:defRPr sz="1100">
                <a:solidFill>
                  <a:schemeClr val="accent2"/>
                </a:solidFill>
              </a:defRPr>
            </a:lvl5pPr>
            <a:lvl6pPr>
              <a:buClr>
                <a:schemeClr val="accent2"/>
              </a:buClr>
              <a:defRPr sz="1100">
                <a:solidFill>
                  <a:schemeClr val="accent2"/>
                </a:solidFill>
              </a:defRPr>
            </a:lvl6pPr>
            <a:lvl7pPr>
              <a:buClr>
                <a:schemeClr val="accent2"/>
              </a:buClr>
              <a:defRPr sz="1100">
                <a:solidFill>
                  <a:schemeClr val="accent2"/>
                </a:solidFill>
              </a:defRPr>
            </a:lvl7pPr>
            <a:lvl8pPr>
              <a:buClr>
                <a:schemeClr val="accent2"/>
              </a:buClr>
              <a:defRPr sz="1100">
                <a:solidFill>
                  <a:schemeClr val="accent2"/>
                </a:solidFill>
              </a:defRPr>
            </a:lvl8pPr>
            <a:lvl9pPr>
              <a:buClr>
                <a:schemeClr val="accent2"/>
              </a:buClr>
              <a:defRPr sz="1100">
                <a:solidFill>
                  <a:schemeClr val="accent2"/>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1" name="page number">
            <a:extLst>
              <a:ext uri="{FF2B5EF4-FFF2-40B4-BE49-F238E27FC236}">
                <a16:creationId xmlns:a16="http://schemas.microsoft.com/office/drawing/2014/main" id="{0D34A4A0-0C07-994F-9539-A07F4B06F18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C05F02B7-B99F-8424-E971-B7478FAB40DE}"/>
              </a:ext>
            </a:extLst>
          </p:cNvPr>
          <p:cNvSpPr>
            <a:spLocks noGrp="1"/>
          </p:cNvSpPr>
          <p:nvPr>
            <p:ph sz="quarter" idx="14" hasCustomPrompt="1"/>
          </p:nvPr>
        </p:nvSpPr>
        <p:spPr bwMode="ltGray">
          <a:xfrm>
            <a:off x="608012" y="1600201"/>
            <a:ext cx="7398303" cy="4572000"/>
          </a:xfrm>
          <a:noFill/>
        </p:spPr>
        <p:txBody>
          <a:bodyPr vert="horz" lIns="594360" tIns="1371600" rIns="457200" bIns="457200" rtlCol="0">
            <a:noAutofit/>
          </a:bodyPr>
          <a:lstStyle>
            <a:lvl1pPr algn="ctr">
              <a:spcBef>
                <a:spcPts val="1200"/>
              </a:spcBef>
              <a:defRPr lang="en-US" sz="1100" dirty="0">
                <a:solidFill>
                  <a:schemeClr val="tx1"/>
                </a:solidFill>
              </a:defRPr>
            </a:lvl1pPr>
            <a:lvl2pPr>
              <a:buClr>
                <a:schemeClr val="bg1"/>
              </a:buClr>
              <a:defRPr lang="en-US" sz="1600" dirty="0">
                <a:solidFill>
                  <a:schemeClr val="bg1"/>
                </a:solidFill>
              </a:defRPr>
            </a:lvl2pPr>
            <a:lvl3pPr>
              <a:buClr>
                <a:schemeClr val="bg1"/>
              </a:buClr>
              <a:defRPr lang="en-US" sz="1400" dirty="0">
                <a:solidFill>
                  <a:schemeClr val="bg1"/>
                </a:solidFill>
              </a:defRPr>
            </a:lvl3pPr>
            <a:lvl4pPr>
              <a:buClr>
                <a:schemeClr val="bg1"/>
              </a:buClr>
              <a:defRPr lang="en-US" sz="1200" dirty="0">
                <a:solidFill>
                  <a:schemeClr val="bg1"/>
                </a:solidFill>
              </a:defRPr>
            </a:lvl4pPr>
            <a:lvl5pPr>
              <a:buClr>
                <a:schemeClr val="bg1"/>
              </a:buClr>
              <a:defRPr lang="en-US" sz="1200" dirty="0">
                <a:solidFill>
                  <a:schemeClr val="bg1"/>
                </a:solidFill>
              </a:defRPr>
            </a:lvl5pPr>
            <a:lvl6pPr>
              <a:buClrTx/>
              <a:defRPr sz="1800">
                <a:solidFill>
                  <a:schemeClr val="bg1"/>
                </a:solidFill>
              </a:defRPr>
            </a:lvl6pPr>
            <a:lvl7pPr>
              <a:buClrTx/>
              <a:defRPr sz="1400">
                <a:solidFill>
                  <a:schemeClr val="bg1"/>
                </a:solidFill>
              </a:defRPr>
            </a:lvl7pPr>
            <a:lvl8pPr>
              <a:buClrTx/>
              <a:defRPr sz="1200">
                <a:solidFill>
                  <a:schemeClr val="bg1"/>
                </a:solidFill>
              </a:defRPr>
            </a:lvl8pPr>
            <a:lvl9pPr>
              <a:buClrTx/>
              <a:defRPr sz="1800">
                <a:solidFill>
                  <a:schemeClr val="bg1"/>
                </a:solidFill>
              </a:defRPr>
            </a:lvl9pPr>
          </a:lstStyle>
          <a:p>
            <a:pPr lvl="0"/>
            <a:r>
              <a:rPr lang="en-US" dirty="0"/>
              <a:t>NOTE: This is intended for a diagram only.</a:t>
            </a:r>
            <a:br>
              <a:rPr lang="en-US" dirty="0"/>
            </a:br>
            <a:r>
              <a:rPr lang="en-US" dirty="0"/>
              <a:t>Not recommended to add text here, as it’s not formatted for it. </a:t>
            </a:r>
          </a:p>
        </p:txBody>
      </p:sp>
      <p:sp>
        <p:nvSpPr>
          <p:cNvPr id="8" name="Rectangle 7">
            <a:extLst>
              <a:ext uri="{FF2B5EF4-FFF2-40B4-BE49-F238E27FC236}">
                <a16:creationId xmlns:a16="http://schemas.microsoft.com/office/drawing/2014/main" id="{F7E2C737-3A4D-924A-88B5-FA4D5C8A07C7}"/>
              </a:ext>
              <a:ext uri="{C183D7F6-B498-43B3-948B-1728B52AA6E4}">
                <adec:decorative xmlns:adec="http://schemas.microsoft.com/office/drawing/2017/decorative" val="1"/>
              </a:ext>
            </a:extLst>
          </p:cNvPr>
          <p:cNvSpPr/>
          <p:nvPr userDrawn="1"/>
        </p:nvSpPr>
        <p:spPr>
          <a:xfrm flipV="1">
            <a:off x="8380072" y="1589923"/>
            <a:ext cx="3808754" cy="8261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10" name="page number">
            <a:extLst>
              <a:ext uri="{FF2B5EF4-FFF2-40B4-BE49-F238E27FC236}">
                <a16:creationId xmlns:a16="http://schemas.microsoft.com/office/drawing/2014/main" id="{0D34A4A0-0C07-994F-9539-A07F4B06F18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187675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Diagram with Outcome, Benefi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E15888C-CFB4-4BEC-9B94-46E698DFC481}"/>
              </a:ext>
            </a:extLst>
          </p:cNvPr>
          <p:cNvSpPr>
            <a:spLocks noGrp="1"/>
          </p:cNvSpPr>
          <p:nvPr>
            <p:ph type="title" hasCustomPrompt="1"/>
          </p:nvPr>
        </p:nvSpPr>
        <p:spPr/>
        <p:txBody>
          <a:bodyPr wrap="none"/>
          <a:lstStyle>
            <a:lvl1pPr>
              <a:defRPr>
                <a:solidFill>
                  <a:schemeClr val="accent2"/>
                </a:solidFill>
              </a:defRPr>
            </a:lvl1pPr>
          </a:lstStyle>
          <a:p>
            <a:r>
              <a:rPr lang="en-US"/>
              <a:t>Diagram with Outcome/Benefit Content</a:t>
            </a:r>
          </a:p>
        </p:txBody>
      </p:sp>
      <p:sp>
        <p:nvSpPr>
          <p:cNvPr id="19" name="Subtitle 2">
            <a:extLst>
              <a:ext uri="{FF2B5EF4-FFF2-40B4-BE49-F238E27FC236}">
                <a16:creationId xmlns:a16="http://schemas.microsoft.com/office/drawing/2014/main" id="{E9D6A872-88BD-4DFC-AFFD-1E9BEEB6533B}"/>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cxnSp>
        <p:nvCxnSpPr>
          <p:cNvPr id="138" name="Straight Connector 137">
            <a:extLst>
              <a:ext uri="{FF2B5EF4-FFF2-40B4-BE49-F238E27FC236}">
                <a16:creationId xmlns:a16="http://schemas.microsoft.com/office/drawing/2014/main" id="{56D4D92B-574E-4F63-A5BA-8F7282B54C27}"/>
              </a:ext>
              <a:ext uri="{C183D7F6-B498-43B3-948B-1728B52AA6E4}">
                <adec:decorative xmlns:adec="http://schemas.microsoft.com/office/drawing/2017/decorative" val="1"/>
              </a:ext>
            </a:extLst>
          </p:cNvPr>
          <p:cNvCxnSpPr>
            <a:cxnSpLocks/>
          </p:cNvCxnSpPr>
          <p:nvPr/>
        </p:nvCxnSpPr>
        <p:spPr>
          <a:xfrm>
            <a:off x="8380413" y="1608668"/>
            <a:ext cx="3808412" cy="0"/>
          </a:xfrm>
          <a:prstGeom prst="line">
            <a:avLst/>
          </a:prstGeom>
          <a:ln w="25400">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Text Placeholder 6">
            <a:extLst>
              <a:ext uri="{FF2B5EF4-FFF2-40B4-BE49-F238E27FC236}">
                <a16:creationId xmlns:a16="http://schemas.microsoft.com/office/drawing/2014/main" id="{9005EB21-86C3-42EF-BFE7-549D9EA3645A}"/>
              </a:ext>
            </a:extLst>
          </p:cNvPr>
          <p:cNvSpPr>
            <a:spLocks noGrp="1"/>
          </p:cNvSpPr>
          <p:nvPr>
            <p:ph type="body" sz="quarter" idx="17" hasCustomPrompt="1"/>
          </p:nvPr>
        </p:nvSpPr>
        <p:spPr>
          <a:xfrm>
            <a:off x="8380413" y="1699688"/>
            <a:ext cx="3200400" cy="298450"/>
          </a:xfrm>
        </p:spPr>
        <p:txBody>
          <a:bodyPr anchor="b"/>
          <a:lstStyle>
            <a:lvl1pPr>
              <a:defRPr sz="1800">
                <a:solidFill>
                  <a:schemeClr val="accent2"/>
                </a:solidFill>
              </a:defRPr>
            </a:lvl1pPr>
            <a:lvl5pPr>
              <a:defRPr/>
            </a:lvl5pPr>
          </a:lstStyle>
          <a:p>
            <a:pPr lvl="0"/>
            <a:r>
              <a:rPr lang="en-US"/>
              <a:t>Outcome</a:t>
            </a:r>
          </a:p>
        </p:txBody>
      </p:sp>
      <p:sp>
        <p:nvSpPr>
          <p:cNvPr id="4" name="Text Placeholder 3">
            <a:extLst>
              <a:ext uri="{FF2B5EF4-FFF2-40B4-BE49-F238E27FC236}">
                <a16:creationId xmlns:a16="http://schemas.microsoft.com/office/drawing/2014/main" id="{A8781D19-2DDB-4D83-983D-3D159A7DE7C0}"/>
              </a:ext>
            </a:extLst>
          </p:cNvPr>
          <p:cNvSpPr>
            <a:spLocks noGrp="1"/>
          </p:cNvSpPr>
          <p:nvPr>
            <p:ph type="body" sz="quarter" idx="20" hasCustomPrompt="1"/>
          </p:nvPr>
        </p:nvSpPr>
        <p:spPr>
          <a:xfrm>
            <a:off x="8378825" y="2063048"/>
            <a:ext cx="3201988" cy="1600200"/>
          </a:xfrm>
        </p:spPr>
        <p:txBody>
          <a:bodyPr/>
          <a:lstStyle>
            <a:lvl1pPr>
              <a:defRPr sz="1600">
                <a:solidFill>
                  <a:schemeClr val="tx1"/>
                </a:solidFill>
              </a:defRPr>
            </a:lvl1pPr>
            <a:lvl2pPr>
              <a:defRPr sz="1400">
                <a:solidFill>
                  <a:schemeClr val="tx1"/>
                </a:solidFill>
              </a:defRPr>
            </a:lvl2pPr>
            <a:lvl3pPr>
              <a:defRPr sz="1400">
                <a:solidFill>
                  <a:schemeClr val="tx1"/>
                </a:solidFill>
              </a:defRPr>
            </a:lvl3pPr>
          </a:lstStyle>
          <a:p>
            <a:pPr lvl="0"/>
            <a:r>
              <a:rPr lang="en-US" dirty="0"/>
              <a:t>Click to add text</a:t>
            </a:r>
          </a:p>
          <a:p>
            <a:pPr lvl="1"/>
            <a:r>
              <a:rPr lang="en-US" dirty="0"/>
              <a:t>Second level</a:t>
            </a:r>
          </a:p>
          <a:p>
            <a:pPr lvl="2"/>
            <a:r>
              <a:rPr lang="en-US" dirty="0"/>
              <a:t>Third level</a:t>
            </a:r>
          </a:p>
        </p:txBody>
      </p:sp>
      <p:cxnSp>
        <p:nvCxnSpPr>
          <p:cNvPr id="75" name="Straight Connector 74">
            <a:extLst>
              <a:ext uri="{FF2B5EF4-FFF2-40B4-BE49-F238E27FC236}">
                <a16:creationId xmlns:a16="http://schemas.microsoft.com/office/drawing/2014/main" id="{F789B473-DDE6-4450-A111-3761F341AAE3}"/>
              </a:ext>
              <a:ext uri="{C183D7F6-B498-43B3-948B-1728B52AA6E4}">
                <adec:decorative xmlns:adec="http://schemas.microsoft.com/office/drawing/2017/decorative" val="1"/>
              </a:ext>
            </a:extLst>
          </p:cNvPr>
          <p:cNvCxnSpPr>
            <a:cxnSpLocks/>
          </p:cNvCxnSpPr>
          <p:nvPr/>
        </p:nvCxnSpPr>
        <p:spPr>
          <a:xfrm>
            <a:off x="8380413" y="3872441"/>
            <a:ext cx="3808412" cy="0"/>
          </a:xfrm>
          <a:prstGeom prst="line">
            <a:avLst/>
          </a:prstGeom>
          <a:ln w="25400">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6" name="Text Placeholder 6">
            <a:extLst>
              <a:ext uri="{FF2B5EF4-FFF2-40B4-BE49-F238E27FC236}">
                <a16:creationId xmlns:a16="http://schemas.microsoft.com/office/drawing/2014/main" id="{0D0977FA-A4CA-4F1F-8109-D7498D165EDD}"/>
              </a:ext>
            </a:extLst>
          </p:cNvPr>
          <p:cNvSpPr>
            <a:spLocks noGrp="1"/>
          </p:cNvSpPr>
          <p:nvPr>
            <p:ph type="body" sz="quarter" idx="19" hasCustomPrompt="1"/>
          </p:nvPr>
        </p:nvSpPr>
        <p:spPr>
          <a:xfrm>
            <a:off x="8380413" y="3972469"/>
            <a:ext cx="3200400" cy="298450"/>
          </a:xfrm>
        </p:spPr>
        <p:txBody>
          <a:bodyPr anchor="b"/>
          <a:lstStyle>
            <a:lvl1pPr>
              <a:defRPr sz="1800">
                <a:solidFill>
                  <a:schemeClr val="accent4"/>
                </a:solidFill>
              </a:defRPr>
            </a:lvl1pPr>
            <a:lvl5pPr>
              <a:defRPr/>
            </a:lvl5pPr>
          </a:lstStyle>
          <a:p>
            <a:pPr lvl="0"/>
            <a:r>
              <a:rPr lang="en-US"/>
              <a:t>Benefit</a:t>
            </a:r>
          </a:p>
        </p:txBody>
      </p:sp>
      <p:sp>
        <p:nvSpPr>
          <p:cNvPr id="16" name="Text Placeholder 3">
            <a:extLst>
              <a:ext uri="{FF2B5EF4-FFF2-40B4-BE49-F238E27FC236}">
                <a16:creationId xmlns:a16="http://schemas.microsoft.com/office/drawing/2014/main" id="{BB1458BF-96C1-46C6-A67F-AD0FB4B4E5C0}"/>
              </a:ext>
            </a:extLst>
          </p:cNvPr>
          <p:cNvSpPr>
            <a:spLocks noGrp="1"/>
          </p:cNvSpPr>
          <p:nvPr>
            <p:ph type="body" sz="quarter" idx="21" hasCustomPrompt="1"/>
          </p:nvPr>
        </p:nvSpPr>
        <p:spPr>
          <a:xfrm>
            <a:off x="8378825" y="4347904"/>
            <a:ext cx="3201988" cy="1600200"/>
          </a:xfrm>
        </p:spPr>
        <p:txBody>
          <a:bodyPr/>
          <a:lstStyle>
            <a:lvl1pPr>
              <a:defRPr sz="1600">
                <a:solidFill>
                  <a:schemeClr val="tx1"/>
                </a:solidFill>
              </a:defRPr>
            </a:lvl1pPr>
            <a:lvl2pPr>
              <a:defRPr sz="1400">
                <a:solidFill>
                  <a:schemeClr val="tx1"/>
                </a:solidFill>
              </a:defRPr>
            </a:lvl2pPr>
            <a:lvl3pPr>
              <a:defRPr sz="1400">
                <a:solidFill>
                  <a:schemeClr val="tx1"/>
                </a:solidFill>
              </a:defRPr>
            </a:lvl3pPr>
          </a:lstStyle>
          <a:p>
            <a:pPr lvl="0"/>
            <a:r>
              <a:rPr lang="en-US"/>
              <a:t>Click to add text</a:t>
            </a:r>
          </a:p>
          <a:p>
            <a:pPr lvl="1"/>
            <a:r>
              <a:rPr lang="en-US"/>
              <a:t>Second level</a:t>
            </a:r>
          </a:p>
          <a:p>
            <a:pPr lvl="2"/>
            <a:r>
              <a:rPr lang="en-US"/>
              <a:t>Third level</a:t>
            </a:r>
          </a:p>
        </p:txBody>
      </p:sp>
      <p:sp>
        <p:nvSpPr>
          <p:cNvPr id="13" name="page number">
            <a:extLst>
              <a:ext uri="{FF2B5EF4-FFF2-40B4-BE49-F238E27FC236}">
                <a16:creationId xmlns:a16="http://schemas.microsoft.com/office/drawing/2014/main" id="{2520CB7B-27A1-0749-95BA-681D8A0535D2}"/>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81258617-CE72-E542-2E67-9B2874ED90B7}"/>
              </a:ext>
            </a:extLst>
          </p:cNvPr>
          <p:cNvSpPr>
            <a:spLocks noGrp="1"/>
          </p:cNvSpPr>
          <p:nvPr>
            <p:ph sz="quarter" idx="14" hasCustomPrompt="1"/>
          </p:nvPr>
        </p:nvSpPr>
        <p:spPr bwMode="ltGray">
          <a:xfrm>
            <a:off x="608012" y="1600201"/>
            <a:ext cx="7398303" cy="4572000"/>
          </a:xfrm>
          <a:noFill/>
        </p:spPr>
        <p:txBody>
          <a:bodyPr vert="horz" lIns="594360" tIns="1371600" rIns="457200" bIns="457200" rtlCol="0">
            <a:noAutofit/>
          </a:bodyPr>
          <a:lstStyle>
            <a:lvl1pPr algn="ctr">
              <a:spcBef>
                <a:spcPts val="1200"/>
              </a:spcBef>
              <a:defRPr lang="en-US" sz="1100" dirty="0">
                <a:solidFill>
                  <a:schemeClr val="tx1"/>
                </a:solidFill>
              </a:defRPr>
            </a:lvl1pPr>
            <a:lvl2pPr>
              <a:buClr>
                <a:schemeClr val="bg1"/>
              </a:buClr>
              <a:defRPr lang="en-US" sz="1600" dirty="0">
                <a:solidFill>
                  <a:schemeClr val="bg1"/>
                </a:solidFill>
              </a:defRPr>
            </a:lvl2pPr>
            <a:lvl3pPr>
              <a:buClr>
                <a:schemeClr val="bg1"/>
              </a:buClr>
              <a:defRPr lang="en-US" sz="1400" dirty="0">
                <a:solidFill>
                  <a:schemeClr val="bg1"/>
                </a:solidFill>
              </a:defRPr>
            </a:lvl3pPr>
            <a:lvl4pPr>
              <a:buClr>
                <a:schemeClr val="bg1"/>
              </a:buClr>
              <a:defRPr lang="en-US" sz="1200" dirty="0">
                <a:solidFill>
                  <a:schemeClr val="bg1"/>
                </a:solidFill>
              </a:defRPr>
            </a:lvl4pPr>
            <a:lvl5pPr>
              <a:buClr>
                <a:schemeClr val="bg1"/>
              </a:buClr>
              <a:defRPr lang="en-US" sz="1200" dirty="0">
                <a:solidFill>
                  <a:schemeClr val="bg1"/>
                </a:solidFill>
              </a:defRPr>
            </a:lvl5pPr>
            <a:lvl6pPr>
              <a:buClrTx/>
              <a:defRPr sz="1800">
                <a:solidFill>
                  <a:schemeClr val="bg1"/>
                </a:solidFill>
              </a:defRPr>
            </a:lvl6pPr>
            <a:lvl7pPr>
              <a:buClrTx/>
              <a:defRPr sz="1400">
                <a:solidFill>
                  <a:schemeClr val="bg1"/>
                </a:solidFill>
              </a:defRPr>
            </a:lvl7pPr>
            <a:lvl8pPr>
              <a:buClrTx/>
              <a:defRPr sz="1200">
                <a:solidFill>
                  <a:schemeClr val="bg1"/>
                </a:solidFill>
              </a:defRPr>
            </a:lvl8pPr>
            <a:lvl9pPr>
              <a:buClrTx/>
              <a:defRPr sz="1800">
                <a:solidFill>
                  <a:schemeClr val="bg1"/>
                </a:solidFill>
              </a:defRPr>
            </a:lvl9pPr>
          </a:lstStyle>
          <a:p>
            <a:pPr lvl="0"/>
            <a:r>
              <a:rPr lang="en-US"/>
              <a:t>NOTE: This is intended for a diagram only.</a:t>
            </a:r>
            <a:br>
              <a:rPr lang="en-US"/>
            </a:br>
            <a:r>
              <a:rPr lang="en-US"/>
              <a:t>Not recommended to add text here, as it’s not formatted for it. </a:t>
            </a:r>
          </a:p>
        </p:txBody>
      </p:sp>
      <p:cxnSp>
        <p:nvCxnSpPr>
          <p:cNvPr id="12" name="Straight Connector 11">
            <a:extLst>
              <a:ext uri="{FF2B5EF4-FFF2-40B4-BE49-F238E27FC236}">
                <a16:creationId xmlns:a16="http://schemas.microsoft.com/office/drawing/2014/main" id="{56D4D92B-574E-4F63-A5BA-8F7282B54C27}"/>
              </a:ext>
              <a:ext uri="{C183D7F6-B498-43B3-948B-1728B52AA6E4}">
                <adec:decorative xmlns:adec="http://schemas.microsoft.com/office/drawing/2017/decorative" val="1"/>
              </a:ext>
            </a:extLst>
          </p:cNvPr>
          <p:cNvCxnSpPr>
            <a:cxnSpLocks/>
          </p:cNvCxnSpPr>
          <p:nvPr userDrawn="1"/>
        </p:nvCxnSpPr>
        <p:spPr>
          <a:xfrm>
            <a:off x="8380413" y="1608668"/>
            <a:ext cx="3808412" cy="0"/>
          </a:xfrm>
          <a:prstGeom prst="line">
            <a:avLst/>
          </a:prstGeom>
          <a:ln w="25400">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789B473-DDE6-4450-A111-3761F341AAE3}"/>
              </a:ext>
              <a:ext uri="{C183D7F6-B498-43B3-948B-1728B52AA6E4}">
                <adec:decorative xmlns:adec="http://schemas.microsoft.com/office/drawing/2017/decorative" val="1"/>
              </a:ext>
            </a:extLst>
          </p:cNvPr>
          <p:cNvCxnSpPr>
            <a:cxnSpLocks/>
          </p:cNvCxnSpPr>
          <p:nvPr userDrawn="1"/>
        </p:nvCxnSpPr>
        <p:spPr>
          <a:xfrm>
            <a:off x="8380413" y="3872441"/>
            <a:ext cx="3808412" cy="0"/>
          </a:xfrm>
          <a:prstGeom prst="line">
            <a:avLst/>
          </a:prstGeom>
          <a:ln w="25400">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page number">
            <a:extLst>
              <a:ext uri="{FF2B5EF4-FFF2-40B4-BE49-F238E27FC236}">
                <a16:creationId xmlns:a16="http://schemas.microsoft.com/office/drawing/2014/main" id="{2520CB7B-27A1-0749-95BA-681D8A0535D2}"/>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545080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ustomer Success">
    <p:spTree>
      <p:nvGrpSpPr>
        <p:cNvPr id="1" name=""/>
        <p:cNvGrpSpPr/>
        <p:nvPr/>
      </p:nvGrpSpPr>
      <p:grpSpPr>
        <a:xfrm>
          <a:off x="0" y="0"/>
          <a:ext cx="0" cy="0"/>
          <a:chOff x="0" y="0"/>
          <a:chExt cx="0" cy="0"/>
        </a:xfrm>
      </p:grpSpPr>
      <p:sp>
        <p:nvSpPr>
          <p:cNvPr id="53" name="Title 1">
            <a:extLst>
              <a:ext uri="{FF2B5EF4-FFF2-40B4-BE49-F238E27FC236}">
                <a16:creationId xmlns:a16="http://schemas.microsoft.com/office/drawing/2014/main" id="{05E46EAA-9D16-0D47-AF18-92C449033DAC}"/>
              </a:ext>
            </a:extLst>
          </p:cNvPr>
          <p:cNvSpPr>
            <a:spLocks noGrp="1"/>
          </p:cNvSpPr>
          <p:nvPr>
            <p:ph type="title" hasCustomPrompt="1"/>
          </p:nvPr>
        </p:nvSpPr>
        <p:spPr>
          <a:xfrm>
            <a:off x="579809" y="412751"/>
            <a:ext cx="11001004" cy="381000"/>
          </a:xfrm>
        </p:spPr>
        <p:txBody>
          <a:bodyPr/>
          <a:lstStyle>
            <a:lvl1pPr>
              <a:defRPr>
                <a:solidFill>
                  <a:schemeClr val="accent2"/>
                </a:solidFill>
              </a:defRPr>
            </a:lvl1pPr>
          </a:lstStyle>
          <a:p>
            <a:r>
              <a:rPr lang="en-US"/>
              <a:t>Customer Success – add Company Name here</a:t>
            </a:r>
          </a:p>
        </p:txBody>
      </p:sp>
      <p:sp>
        <p:nvSpPr>
          <p:cNvPr id="52" name="Subtitle 2">
            <a:extLst>
              <a:ext uri="{FF2B5EF4-FFF2-40B4-BE49-F238E27FC236}">
                <a16:creationId xmlns:a16="http://schemas.microsoft.com/office/drawing/2014/main" id="{CEFD99AC-6466-F04E-8E45-7EEEEA01BA6C}"/>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the highlighted business impact</a:t>
            </a:r>
          </a:p>
        </p:txBody>
      </p:sp>
      <p:cxnSp>
        <p:nvCxnSpPr>
          <p:cNvPr id="30" name="Straight Connector 29">
            <a:extLst>
              <a:ext uri="{FF2B5EF4-FFF2-40B4-BE49-F238E27FC236}">
                <a16:creationId xmlns:a16="http://schemas.microsoft.com/office/drawing/2014/main" id="{14F46384-B6E3-0D43-924E-874DEC2344B1}"/>
              </a:ext>
              <a:ext uri="{C183D7F6-B498-43B3-948B-1728B52AA6E4}">
                <adec:decorative xmlns:adec="http://schemas.microsoft.com/office/drawing/2017/decorative" val="1"/>
              </a:ext>
            </a:extLst>
          </p:cNvPr>
          <p:cNvCxnSpPr>
            <a:cxnSpLocks/>
          </p:cNvCxnSpPr>
          <p:nvPr/>
        </p:nvCxnSpPr>
        <p:spPr>
          <a:xfrm>
            <a:off x="609600"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0" name="Content Placeholder 17">
            <a:extLst>
              <a:ext uri="{FF2B5EF4-FFF2-40B4-BE49-F238E27FC236}">
                <a16:creationId xmlns:a16="http://schemas.microsoft.com/office/drawing/2014/main" id="{767C0863-B9D1-344E-A978-CD49E9400F6F}"/>
              </a:ext>
            </a:extLst>
          </p:cNvPr>
          <p:cNvSpPr>
            <a:spLocks noGrp="1"/>
          </p:cNvSpPr>
          <p:nvPr>
            <p:ph sz="quarter" idx="16" hasCustomPrompt="1"/>
          </p:nvPr>
        </p:nvSpPr>
        <p:spPr>
          <a:xfrm>
            <a:off x="611645" y="1901093"/>
            <a:ext cx="3201848" cy="1214595"/>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dirty="0"/>
              <a:t>Click to add text</a:t>
            </a:r>
          </a:p>
          <a:p>
            <a:pPr lvl="1"/>
            <a:r>
              <a:rPr lang="en-US" dirty="0"/>
              <a:t>Second level</a:t>
            </a:r>
          </a:p>
        </p:txBody>
      </p:sp>
      <p:cxnSp>
        <p:nvCxnSpPr>
          <p:cNvPr id="39" name="Straight Connector 38">
            <a:extLst>
              <a:ext uri="{FF2B5EF4-FFF2-40B4-BE49-F238E27FC236}">
                <a16:creationId xmlns:a16="http://schemas.microsoft.com/office/drawing/2014/main" id="{33526770-8F35-FB4A-8638-521D0DA87F6C}"/>
              </a:ext>
              <a:ext uri="{C183D7F6-B498-43B3-948B-1728B52AA6E4}">
                <adec:decorative xmlns:adec="http://schemas.microsoft.com/office/drawing/2017/decorative" val="1"/>
              </a:ext>
            </a:extLst>
          </p:cNvPr>
          <p:cNvCxnSpPr>
            <a:cxnSpLocks/>
          </p:cNvCxnSpPr>
          <p:nvPr/>
        </p:nvCxnSpPr>
        <p:spPr>
          <a:xfrm>
            <a:off x="4412165"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7" name="Content Placeholder 17">
            <a:extLst>
              <a:ext uri="{FF2B5EF4-FFF2-40B4-BE49-F238E27FC236}">
                <a16:creationId xmlns:a16="http://schemas.microsoft.com/office/drawing/2014/main" id="{A2B343CF-FF49-7E4F-A7C9-0593553254F3}"/>
              </a:ext>
            </a:extLst>
          </p:cNvPr>
          <p:cNvSpPr>
            <a:spLocks noGrp="1"/>
          </p:cNvSpPr>
          <p:nvPr>
            <p:ph sz="quarter" idx="20" hasCustomPrompt="1"/>
          </p:nvPr>
        </p:nvSpPr>
        <p:spPr>
          <a:xfrm>
            <a:off x="4414210" y="1901094"/>
            <a:ext cx="3201848" cy="1225566"/>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31" name="Straight Connector 30">
            <a:extLst>
              <a:ext uri="{FF2B5EF4-FFF2-40B4-BE49-F238E27FC236}">
                <a16:creationId xmlns:a16="http://schemas.microsoft.com/office/drawing/2014/main" id="{73C08A52-2522-8C40-B8B1-C98FEBB888F7}"/>
              </a:ext>
              <a:ext uri="{C183D7F6-B498-43B3-948B-1728B52AA6E4}">
                <adec:decorative xmlns:adec="http://schemas.microsoft.com/office/drawing/2017/decorative" val="1"/>
              </a:ext>
            </a:extLst>
          </p:cNvPr>
          <p:cNvCxnSpPr>
            <a:cxnSpLocks/>
          </p:cNvCxnSpPr>
          <p:nvPr/>
        </p:nvCxnSpPr>
        <p:spPr>
          <a:xfrm>
            <a:off x="609600"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8" name="Content Placeholder 17">
            <a:extLst>
              <a:ext uri="{FF2B5EF4-FFF2-40B4-BE49-F238E27FC236}">
                <a16:creationId xmlns:a16="http://schemas.microsoft.com/office/drawing/2014/main" id="{65BA7F3E-AD8D-A54C-B026-DAA8FC9C0540}"/>
              </a:ext>
            </a:extLst>
          </p:cNvPr>
          <p:cNvSpPr>
            <a:spLocks noGrp="1"/>
          </p:cNvSpPr>
          <p:nvPr>
            <p:ph sz="quarter" idx="18" hasCustomPrompt="1"/>
          </p:nvPr>
        </p:nvSpPr>
        <p:spPr>
          <a:xfrm>
            <a:off x="611645" y="3693430"/>
            <a:ext cx="3201848" cy="1110049"/>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40" name="Straight Connector 39">
            <a:extLst>
              <a:ext uri="{FF2B5EF4-FFF2-40B4-BE49-F238E27FC236}">
                <a16:creationId xmlns:a16="http://schemas.microsoft.com/office/drawing/2014/main" id="{9B57CCC6-06B1-7342-99B0-BC7C8FBE5E73}"/>
              </a:ext>
              <a:ext uri="{C183D7F6-B498-43B3-948B-1728B52AA6E4}">
                <adec:decorative xmlns:adec="http://schemas.microsoft.com/office/drawing/2017/decorative" val="1"/>
              </a:ext>
            </a:extLst>
          </p:cNvPr>
          <p:cNvCxnSpPr>
            <a:cxnSpLocks/>
          </p:cNvCxnSpPr>
          <p:nvPr/>
        </p:nvCxnSpPr>
        <p:spPr>
          <a:xfrm>
            <a:off x="4412165"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6" name="Content Placeholder 17">
            <a:extLst>
              <a:ext uri="{FF2B5EF4-FFF2-40B4-BE49-F238E27FC236}">
                <a16:creationId xmlns:a16="http://schemas.microsoft.com/office/drawing/2014/main" id="{3265790D-1104-8D4D-A8C6-F7A7E77F664C}"/>
              </a:ext>
            </a:extLst>
          </p:cNvPr>
          <p:cNvSpPr>
            <a:spLocks noGrp="1"/>
          </p:cNvSpPr>
          <p:nvPr>
            <p:ph sz="quarter" idx="22" hasCustomPrompt="1"/>
          </p:nvPr>
        </p:nvSpPr>
        <p:spPr>
          <a:xfrm>
            <a:off x="4414210" y="3693430"/>
            <a:ext cx="3201848" cy="1132351"/>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55" name="Straight Connector 54">
            <a:extLst>
              <a:ext uri="{FF2B5EF4-FFF2-40B4-BE49-F238E27FC236}">
                <a16:creationId xmlns:a16="http://schemas.microsoft.com/office/drawing/2014/main" id="{23C87E7C-5ED2-214E-8A38-ED05177A65DC}"/>
              </a:ext>
              <a:ext uri="{C183D7F6-B498-43B3-948B-1728B52AA6E4}">
                <adec:decorative xmlns:adec="http://schemas.microsoft.com/office/drawing/2017/decorative" val="1"/>
              </a:ext>
            </a:extLst>
          </p:cNvPr>
          <p:cNvCxnSpPr>
            <a:cxnSpLocks/>
          </p:cNvCxnSpPr>
          <p:nvPr/>
        </p:nvCxnSpPr>
        <p:spPr>
          <a:xfrm>
            <a:off x="608739"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6" name="Text Placeholder 6">
            <a:extLst>
              <a:ext uri="{FF2B5EF4-FFF2-40B4-BE49-F238E27FC236}">
                <a16:creationId xmlns:a16="http://schemas.microsoft.com/office/drawing/2014/main" id="{F0EFE66F-363C-804E-BABD-F54C3E33FDEA}"/>
              </a:ext>
            </a:extLst>
          </p:cNvPr>
          <p:cNvSpPr>
            <a:spLocks noGrp="1"/>
          </p:cNvSpPr>
          <p:nvPr>
            <p:ph type="body" sz="quarter" idx="31" hasCustomPrompt="1"/>
          </p:nvPr>
        </p:nvSpPr>
        <p:spPr>
          <a:xfrm>
            <a:off x="613093" y="5327336"/>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One</a:t>
            </a:r>
          </a:p>
        </p:txBody>
      </p:sp>
      <p:sp>
        <p:nvSpPr>
          <p:cNvPr id="57" name="Text Placeholder 6">
            <a:extLst>
              <a:ext uri="{FF2B5EF4-FFF2-40B4-BE49-F238E27FC236}">
                <a16:creationId xmlns:a16="http://schemas.microsoft.com/office/drawing/2014/main" id="{0166C751-50F5-8B4F-9A97-B83901E78B00}"/>
              </a:ext>
            </a:extLst>
          </p:cNvPr>
          <p:cNvSpPr>
            <a:spLocks noGrp="1"/>
          </p:cNvSpPr>
          <p:nvPr>
            <p:ph type="body" sz="quarter" idx="33" hasCustomPrompt="1"/>
          </p:nvPr>
        </p:nvSpPr>
        <p:spPr>
          <a:xfrm>
            <a:off x="613093" y="5593624"/>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Two</a:t>
            </a:r>
          </a:p>
        </p:txBody>
      </p:sp>
      <p:sp>
        <p:nvSpPr>
          <p:cNvPr id="58" name="Text Placeholder 6">
            <a:extLst>
              <a:ext uri="{FF2B5EF4-FFF2-40B4-BE49-F238E27FC236}">
                <a16:creationId xmlns:a16="http://schemas.microsoft.com/office/drawing/2014/main" id="{0D57825D-E522-644D-8F4A-0B77A7036EBF}"/>
              </a:ext>
            </a:extLst>
          </p:cNvPr>
          <p:cNvSpPr>
            <a:spLocks noGrp="1"/>
          </p:cNvSpPr>
          <p:nvPr>
            <p:ph type="body" sz="quarter" idx="35" hasCustomPrompt="1"/>
          </p:nvPr>
        </p:nvSpPr>
        <p:spPr>
          <a:xfrm>
            <a:off x="613093" y="5859911"/>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Three</a:t>
            </a:r>
          </a:p>
        </p:txBody>
      </p:sp>
      <p:sp>
        <p:nvSpPr>
          <p:cNvPr id="61" name="Text Placeholder 6">
            <a:extLst>
              <a:ext uri="{FF2B5EF4-FFF2-40B4-BE49-F238E27FC236}">
                <a16:creationId xmlns:a16="http://schemas.microsoft.com/office/drawing/2014/main" id="{EBAAD5C6-0007-A84B-A2C2-FCC2F00B4295}"/>
              </a:ext>
            </a:extLst>
          </p:cNvPr>
          <p:cNvSpPr>
            <a:spLocks noGrp="1"/>
          </p:cNvSpPr>
          <p:nvPr>
            <p:ph type="body" sz="quarter" idx="36" hasCustomPrompt="1"/>
          </p:nvPr>
        </p:nvSpPr>
        <p:spPr>
          <a:xfrm>
            <a:off x="4400790" y="5327336"/>
            <a:ext cx="3227148"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One</a:t>
            </a:r>
          </a:p>
        </p:txBody>
      </p:sp>
      <p:sp>
        <p:nvSpPr>
          <p:cNvPr id="62" name="Text Placeholder 6">
            <a:extLst>
              <a:ext uri="{FF2B5EF4-FFF2-40B4-BE49-F238E27FC236}">
                <a16:creationId xmlns:a16="http://schemas.microsoft.com/office/drawing/2014/main" id="{A8B7A6ED-D85B-2E4C-BCD6-D130232A3F76}"/>
              </a:ext>
            </a:extLst>
          </p:cNvPr>
          <p:cNvSpPr>
            <a:spLocks noGrp="1"/>
          </p:cNvSpPr>
          <p:nvPr>
            <p:ph type="body" sz="quarter" idx="37" hasCustomPrompt="1"/>
          </p:nvPr>
        </p:nvSpPr>
        <p:spPr>
          <a:xfrm>
            <a:off x="4400790" y="5593624"/>
            <a:ext cx="3227148"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Two</a:t>
            </a:r>
          </a:p>
        </p:txBody>
      </p:sp>
      <p:sp>
        <p:nvSpPr>
          <p:cNvPr id="63" name="Text Placeholder 6">
            <a:extLst>
              <a:ext uri="{FF2B5EF4-FFF2-40B4-BE49-F238E27FC236}">
                <a16:creationId xmlns:a16="http://schemas.microsoft.com/office/drawing/2014/main" id="{C507BC1F-4225-8C48-9110-5D75D900FFC0}"/>
              </a:ext>
            </a:extLst>
          </p:cNvPr>
          <p:cNvSpPr>
            <a:spLocks noGrp="1"/>
          </p:cNvSpPr>
          <p:nvPr>
            <p:ph type="body" sz="quarter" idx="38" hasCustomPrompt="1"/>
          </p:nvPr>
        </p:nvSpPr>
        <p:spPr>
          <a:xfrm>
            <a:off x="4400790" y="5859911"/>
            <a:ext cx="3227148"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Three</a:t>
            </a:r>
          </a:p>
        </p:txBody>
      </p:sp>
      <p:sp>
        <p:nvSpPr>
          <p:cNvPr id="45" name="Picture Placeholder 8">
            <a:extLst>
              <a:ext uri="{FF2B5EF4-FFF2-40B4-BE49-F238E27FC236}">
                <a16:creationId xmlns:a16="http://schemas.microsoft.com/office/drawing/2014/main" id="{231A51E8-5046-A444-8DFA-A0B8E647C4F2}"/>
              </a:ext>
            </a:extLst>
          </p:cNvPr>
          <p:cNvSpPr>
            <a:spLocks noGrp="1"/>
          </p:cNvSpPr>
          <p:nvPr>
            <p:ph type="pic" sz="quarter" idx="25" hasCustomPrompt="1"/>
          </p:nvPr>
        </p:nvSpPr>
        <p:spPr>
          <a:xfrm>
            <a:off x="9207965" y="1600200"/>
            <a:ext cx="1841500" cy="660399"/>
          </a:xfrm>
        </p:spPr>
        <p:txBody>
          <a:bodyPr anchor="ctr"/>
          <a:lstStyle>
            <a:lvl1pPr algn="ctr">
              <a:lnSpc>
                <a:spcPct val="100000"/>
              </a:lnSpc>
              <a:spcBef>
                <a:spcPts val="0"/>
              </a:spcBef>
              <a:defRPr>
                <a:solidFill>
                  <a:schemeClr val="tx1"/>
                </a:solidFill>
              </a:defRPr>
            </a:lvl1pPr>
          </a:lstStyle>
          <a:p>
            <a:r>
              <a:rPr lang="en-US" dirty="0"/>
              <a:t>Insert Logo here</a:t>
            </a:r>
          </a:p>
        </p:txBody>
      </p:sp>
      <p:sp>
        <p:nvSpPr>
          <p:cNvPr id="44" name="Text Placeholder 10">
            <a:extLst>
              <a:ext uri="{FF2B5EF4-FFF2-40B4-BE49-F238E27FC236}">
                <a16:creationId xmlns:a16="http://schemas.microsoft.com/office/drawing/2014/main" id="{81E8E56D-8554-4E46-BBBC-E98827D1EE1F}"/>
              </a:ext>
            </a:extLst>
          </p:cNvPr>
          <p:cNvSpPr>
            <a:spLocks noGrp="1"/>
          </p:cNvSpPr>
          <p:nvPr>
            <p:ph type="body" sz="quarter" idx="27" hasCustomPrompt="1"/>
          </p:nvPr>
        </p:nvSpPr>
        <p:spPr>
          <a:xfrm>
            <a:off x="8509465" y="2347933"/>
            <a:ext cx="3206750" cy="241300"/>
          </a:xfrm>
        </p:spPr>
        <p:txBody>
          <a:bodyPr anchor="ctr"/>
          <a:lstStyle>
            <a:lvl1pPr algn="ctr">
              <a:lnSpc>
                <a:spcPct val="100000"/>
              </a:lnSpc>
              <a:spcBef>
                <a:spcPts val="0"/>
              </a:spcBef>
              <a:defRPr sz="1200">
                <a:solidFill>
                  <a:schemeClr val="tx1"/>
                </a:solidFill>
              </a:defRPr>
            </a:lvl1pPr>
            <a:lvl2pPr marL="0" indent="0" algn="ctr">
              <a:buFont typeface="Open Sans" panose="020B0606030504020204" pitchFamily="34" charset="0"/>
              <a:buChar char="​"/>
              <a:defRPr sz="1200">
                <a:solidFill>
                  <a:schemeClr val="accent1"/>
                </a:solidFill>
              </a:defRPr>
            </a:lvl2pPr>
            <a:lvl3pPr marL="0" indent="0" algn="ctr">
              <a:buFont typeface="Open Sans" panose="020B0606030504020204" pitchFamily="34" charset="0"/>
              <a:buChar char="​"/>
              <a:defRPr sz="1200">
                <a:solidFill>
                  <a:schemeClr val="accent1"/>
                </a:solidFill>
              </a:defRPr>
            </a:lvl3pPr>
            <a:lvl4pPr marL="0" indent="0" algn="ctr">
              <a:buFont typeface="Open Sans" panose="020B0606030504020204" pitchFamily="34" charset="0"/>
              <a:buChar char="​"/>
              <a:defRPr sz="1200">
                <a:solidFill>
                  <a:schemeClr val="accent1"/>
                </a:solidFill>
              </a:defRPr>
            </a:lvl4pPr>
            <a:lvl5pPr marL="0" indent="0" algn="ctr">
              <a:buFont typeface="Open Sans" panose="020B0606030504020204" pitchFamily="34" charset="0"/>
              <a:buChar char="​"/>
              <a:defRPr sz="1200">
                <a:solidFill>
                  <a:schemeClr val="accent1"/>
                </a:solidFill>
              </a:defRPr>
            </a:lvl5pPr>
          </a:lstStyle>
          <a:p>
            <a:pPr lvl="0"/>
            <a:r>
              <a:rPr lang="en-US"/>
              <a:t>Location</a:t>
            </a:r>
          </a:p>
        </p:txBody>
      </p:sp>
      <p:sp>
        <p:nvSpPr>
          <p:cNvPr id="43" name="Text Placeholder 10">
            <a:extLst>
              <a:ext uri="{FF2B5EF4-FFF2-40B4-BE49-F238E27FC236}">
                <a16:creationId xmlns:a16="http://schemas.microsoft.com/office/drawing/2014/main" id="{59903D24-0D11-174E-9765-B2914D00A88C}"/>
              </a:ext>
            </a:extLst>
          </p:cNvPr>
          <p:cNvSpPr>
            <a:spLocks noGrp="1"/>
          </p:cNvSpPr>
          <p:nvPr>
            <p:ph type="body" sz="quarter" idx="28" hasCustomPrompt="1"/>
          </p:nvPr>
        </p:nvSpPr>
        <p:spPr>
          <a:xfrm>
            <a:off x="8509465" y="2647290"/>
            <a:ext cx="3206750" cy="241300"/>
          </a:xfrm>
        </p:spPr>
        <p:txBody>
          <a:bodyPr anchor="ctr"/>
          <a:lstStyle>
            <a:lvl1pPr algn="ctr">
              <a:lnSpc>
                <a:spcPct val="100000"/>
              </a:lnSpc>
              <a:spcBef>
                <a:spcPts val="0"/>
              </a:spcBef>
              <a:defRPr sz="1200">
                <a:solidFill>
                  <a:schemeClr val="tx1"/>
                </a:solidFill>
              </a:defRPr>
            </a:lvl1pPr>
            <a:lvl2pPr marL="0" indent="0" algn="ctr">
              <a:buFont typeface="Open Sans" panose="020B0606030504020204" pitchFamily="34" charset="0"/>
              <a:buChar char="​"/>
              <a:defRPr sz="1200">
                <a:solidFill>
                  <a:schemeClr val="accent1"/>
                </a:solidFill>
              </a:defRPr>
            </a:lvl2pPr>
            <a:lvl3pPr marL="0" indent="0" algn="ctr">
              <a:buFont typeface="Open Sans" panose="020B0606030504020204" pitchFamily="34" charset="0"/>
              <a:buChar char="​"/>
              <a:defRPr sz="1200">
                <a:solidFill>
                  <a:schemeClr val="accent1"/>
                </a:solidFill>
              </a:defRPr>
            </a:lvl3pPr>
            <a:lvl4pPr marL="0" indent="0" algn="ctr">
              <a:buFont typeface="Open Sans" panose="020B0606030504020204" pitchFamily="34" charset="0"/>
              <a:buChar char="​"/>
              <a:defRPr sz="1200">
                <a:solidFill>
                  <a:schemeClr val="accent1"/>
                </a:solidFill>
              </a:defRPr>
            </a:lvl4pPr>
            <a:lvl5pPr marL="0" indent="0" algn="ctr">
              <a:buFont typeface="Open Sans" panose="020B0606030504020204" pitchFamily="34" charset="0"/>
              <a:buChar char="​"/>
              <a:defRPr sz="1200">
                <a:solidFill>
                  <a:schemeClr val="accent1"/>
                </a:solidFill>
              </a:defRPr>
            </a:lvl5pPr>
          </a:lstStyle>
          <a:p>
            <a:pPr lvl="0"/>
            <a:r>
              <a:rPr lang="en-US"/>
              <a:t>Industry</a:t>
            </a:r>
          </a:p>
        </p:txBody>
      </p:sp>
      <p:sp>
        <p:nvSpPr>
          <p:cNvPr id="42" name="Picture Placeholder 5">
            <a:extLst>
              <a:ext uri="{FF2B5EF4-FFF2-40B4-BE49-F238E27FC236}">
                <a16:creationId xmlns:a16="http://schemas.microsoft.com/office/drawing/2014/main" id="{2EDE5296-3D34-0C47-A404-38FF5A22C6D8}"/>
              </a:ext>
            </a:extLst>
          </p:cNvPr>
          <p:cNvSpPr>
            <a:spLocks noGrp="1"/>
          </p:cNvSpPr>
          <p:nvPr>
            <p:ph type="pic" sz="quarter" idx="24"/>
          </p:nvPr>
        </p:nvSpPr>
        <p:spPr>
          <a:xfrm>
            <a:off x="8515815" y="2971800"/>
            <a:ext cx="3194050" cy="1828800"/>
          </a:xfrm>
        </p:spPr>
        <p:txBody>
          <a:bodyPr/>
          <a:lstStyle>
            <a:lvl1pPr>
              <a:lnSpc>
                <a:spcPct val="100000"/>
              </a:lnSpc>
              <a:spcBef>
                <a:spcPts val="0"/>
              </a:spcBef>
              <a:defRPr>
                <a:solidFill>
                  <a:schemeClr val="tx1"/>
                </a:solidFill>
              </a:defRPr>
            </a:lvl1pPr>
          </a:lstStyle>
          <a:p>
            <a:r>
              <a:rPr lang="en-GB" dirty="0"/>
              <a:t>Click icon to add picture</a:t>
            </a:r>
            <a:endParaRPr lang="en-US" dirty="0"/>
          </a:p>
        </p:txBody>
      </p:sp>
      <p:sp>
        <p:nvSpPr>
          <p:cNvPr id="41" name="Text Placeholder 10">
            <a:extLst>
              <a:ext uri="{FF2B5EF4-FFF2-40B4-BE49-F238E27FC236}">
                <a16:creationId xmlns:a16="http://schemas.microsoft.com/office/drawing/2014/main" id="{C7B1EDB8-ADF5-9C41-B4C4-26AA9C0B9D24}"/>
              </a:ext>
            </a:extLst>
          </p:cNvPr>
          <p:cNvSpPr>
            <a:spLocks noGrp="1"/>
          </p:cNvSpPr>
          <p:nvPr>
            <p:ph type="body" sz="quarter" idx="26" hasCustomPrompt="1"/>
          </p:nvPr>
        </p:nvSpPr>
        <p:spPr>
          <a:xfrm>
            <a:off x="8515815" y="5022214"/>
            <a:ext cx="3200400" cy="1153795"/>
          </a:xfrm>
        </p:spPr>
        <p:txBody>
          <a:bodyPr/>
          <a:lstStyle>
            <a:lvl1pPr algn="ctr">
              <a:lnSpc>
                <a:spcPct val="100000"/>
              </a:lnSpc>
              <a:spcBef>
                <a:spcPts val="0"/>
              </a:spcBef>
              <a:defRPr sz="1400">
                <a:solidFill>
                  <a:schemeClr val="tx1"/>
                </a:solidFill>
              </a:defRPr>
            </a:lvl1pPr>
            <a:lvl2pPr marL="0" indent="0" algn="ctr">
              <a:lnSpc>
                <a:spcPct val="100000"/>
              </a:lnSpc>
              <a:spcBef>
                <a:spcPts val="0"/>
              </a:spcBef>
              <a:buFont typeface="Open Sans" panose="020B0606030504020204" pitchFamily="34" charset="0"/>
              <a:buChar char="​"/>
              <a:defRPr sz="1200">
                <a:solidFill>
                  <a:schemeClr val="tx1"/>
                </a:solidFill>
              </a:defRPr>
            </a:lvl2pPr>
            <a:lvl3pPr marL="0" indent="0" algn="ctr">
              <a:buFont typeface="Open Sans" panose="020B0606030504020204" pitchFamily="34" charset="0"/>
              <a:buNone/>
              <a:defRPr sz="1200">
                <a:solidFill>
                  <a:schemeClr val="accent1"/>
                </a:solidFill>
              </a:defRPr>
            </a:lvl3pPr>
            <a:lvl4pPr marL="0" indent="0" algn="ctr">
              <a:buFont typeface="Open Sans" panose="020B0606030504020204" pitchFamily="34" charset="0"/>
              <a:buChar char="​"/>
              <a:defRPr sz="1200">
                <a:solidFill>
                  <a:schemeClr val="accent1"/>
                </a:solidFill>
              </a:defRPr>
            </a:lvl4pPr>
            <a:lvl5pPr marL="0" indent="0" algn="ctr">
              <a:buFont typeface="Open Sans" panose="020B0606030504020204" pitchFamily="34" charset="0"/>
              <a:buChar char="​"/>
              <a:defRPr sz="1200">
                <a:solidFill>
                  <a:schemeClr val="accent1"/>
                </a:solidFill>
              </a:defRPr>
            </a:lvl5pPr>
          </a:lstStyle>
          <a:p>
            <a:pPr lvl="0"/>
            <a:r>
              <a:rPr lang="en-US"/>
              <a:t>Click to add text</a:t>
            </a:r>
          </a:p>
          <a:p>
            <a:pPr lvl="1"/>
            <a:r>
              <a:rPr lang="en-US"/>
              <a:t>Second level</a:t>
            </a:r>
          </a:p>
        </p:txBody>
      </p:sp>
      <p:sp>
        <p:nvSpPr>
          <p:cNvPr id="33" name="page number">
            <a:extLst>
              <a:ext uri="{FF2B5EF4-FFF2-40B4-BE49-F238E27FC236}">
                <a16:creationId xmlns:a16="http://schemas.microsoft.com/office/drawing/2014/main" id="{CB20449E-0760-3743-8E7C-7D6BA7165F7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cxnSp>
        <p:nvCxnSpPr>
          <p:cNvPr id="2" name="Straight Connector 1">
            <a:extLst>
              <a:ext uri="{FF2B5EF4-FFF2-40B4-BE49-F238E27FC236}">
                <a16:creationId xmlns:a16="http://schemas.microsoft.com/office/drawing/2014/main" id="{5CABBF0D-1BD1-F9E7-64FF-6B8D87E611B7}"/>
              </a:ext>
              <a:ext uri="{C183D7F6-B498-43B3-948B-1728B52AA6E4}">
                <adec:decorative xmlns:adec="http://schemas.microsoft.com/office/drawing/2017/decorative" val="1"/>
              </a:ext>
            </a:extLst>
          </p:cNvPr>
          <p:cNvCxnSpPr>
            <a:cxnSpLocks/>
          </p:cNvCxnSpPr>
          <p:nvPr/>
        </p:nvCxnSpPr>
        <p:spPr>
          <a:xfrm>
            <a:off x="4412165"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 name="Text Placeholder 15">
            <a:extLst>
              <a:ext uri="{FF2B5EF4-FFF2-40B4-BE49-F238E27FC236}">
                <a16:creationId xmlns:a16="http://schemas.microsoft.com/office/drawing/2014/main" id="{2906119E-8D41-BF4A-7D53-2FBB71F653C6}"/>
              </a:ext>
            </a:extLst>
          </p:cNvPr>
          <p:cNvSpPr>
            <a:spLocks noGrp="1"/>
          </p:cNvSpPr>
          <p:nvPr>
            <p:ph type="body" sz="quarter" idx="41" hasCustomPrompt="1"/>
          </p:nvPr>
        </p:nvSpPr>
        <p:spPr>
          <a:xfrm>
            <a:off x="608013" y="1552575"/>
            <a:ext cx="3201987" cy="219075"/>
          </a:xfrm>
        </p:spPr>
        <p:txBody>
          <a:bodyPr anchor="b" anchorCtr="0"/>
          <a:lstStyle>
            <a:lvl1pPr>
              <a:defRPr sz="1200" cap="all" baseline="0">
                <a:solidFill>
                  <a:schemeClr val="accent2"/>
                </a:solidFill>
              </a:defRPr>
            </a:lvl1pPr>
          </a:lstStyle>
          <a:p>
            <a:pPr lvl="0"/>
            <a:r>
              <a:rPr lang="en-US" dirty="0"/>
              <a:t>About</a:t>
            </a:r>
          </a:p>
        </p:txBody>
      </p:sp>
      <p:sp>
        <p:nvSpPr>
          <p:cNvPr id="18" name="Text Placeholder 17">
            <a:extLst>
              <a:ext uri="{FF2B5EF4-FFF2-40B4-BE49-F238E27FC236}">
                <a16:creationId xmlns:a16="http://schemas.microsoft.com/office/drawing/2014/main" id="{D52D6E64-9DD1-43CD-C247-B83E374482F5}"/>
              </a:ext>
            </a:extLst>
          </p:cNvPr>
          <p:cNvSpPr>
            <a:spLocks noGrp="1"/>
          </p:cNvSpPr>
          <p:nvPr>
            <p:ph type="body" sz="quarter" idx="42" hasCustomPrompt="1"/>
          </p:nvPr>
        </p:nvSpPr>
        <p:spPr>
          <a:xfrm>
            <a:off x="4411663" y="1552575"/>
            <a:ext cx="3201987" cy="219075"/>
          </a:xfrm>
        </p:spPr>
        <p:txBody>
          <a:bodyPr anchor="b" anchorCtr="0"/>
          <a:lstStyle>
            <a:lvl1pPr>
              <a:defRPr sz="1200" cap="all" baseline="0">
                <a:solidFill>
                  <a:schemeClr val="accent2"/>
                </a:solidFill>
              </a:defRPr>
            </a:lvl1pPr>
          </a:lstStyle>
          <a:p>
            <a:pPr lvl="0"/>
            <a:r>
              <a:rPr lang="en-US" dirty="0"/>
              <a:t>solution</a:t>
            </a:r>
          </a:p>
        </p:txBody>
      </p:sp>
      <p:sp>
        <p:nvSpPr>
          <p:cNvPr id="20" name="Text Placeholder 19">
            <a:extLst>
              <a:ext uri="{FF2B5EF4-FFF2-40B4-BE49-F238E27FC236}">
                <a16:creationId xmlns:a16="http://schemas.microsoft.com/office/drawing/2014/main" id="{D02A9C0F-4D4C-0EEC-0E20-65368D11774B}"/>
              </a:ext>
            </a:extLst>
          </p:cNvPr>
          <p:cNvSpPr>
            <a:spLocks noGrp="1"/>
          </p:cNvSpPr>
          <p:nvPr>
            <p:ph type="body" sz="quarter" idx="43" hasCustomPrompt="1"/>
          </p:nvPr>
        </p:nvSpPr>
        <p:spPr>
          <a:xfrm>
            <a:off x="608013" y="3338514"/>
            <a:ext cx="3201987" cy="219075"/>
          </a:xfrm>
        </p:spPr>
        <p:txBody>
          <a:bodyPr anchor="b" anchorCtr="0"/>
          <a:lstStyle>
            <a:lvl1pPr>
              <a:defRPr sz="1200" cap="all" baseline="0">
                <a:solidFill>
                  <a:schemeClr val="accent3"/>
                </a:solidFill>
              </a:defRPr>
            </a:lvl1pPr>
          </a:lstStyle>
          <a:p>
            <a:pPr lvl="0"/>
            <a:r>
              <a:rPr lang="en-US" dirty="0"/>
              <a:t>challenges</a:t>
            </a:r>
          </a:p>
        </p:txBody>
      </p:sp>
      <p:sp>
        <p:nvSpPr>
          <p:cNvPr id="22" name="Text Placeholder 21">
            <a:extLst>
              <a:ext uri="{FF2B5EF4-FFF2-40B4-BE49-F238E27FC236}">
                <a16:creationId xmlns:a16="http://schemas.microsoft.com/office/drawing/2014/main" id="{1DEF5052-BBAD-A22B-0D68-BBBFD706375E}"/>
              </a:ext>
            </a:extLst>
          </p:cNvPr>
          <p:cNvSpPr>
            <a:spLocks noGrp="1"/>
          </p:cNvSpPr>
          <p:nvPr>
            <p:ph type="body" sz="quarter" idx="44" hasCustomPrompt="1"/>
          </p:nvPr>
        </p:nvSpPr>
        <p:spPr>
          <a:xfrm>
            <a:off x="4427538" y="3338514"/>
            <a:ext cx="3201987" cy="219075"/>
          </a:xfrm>
        </p:spPr>
        <p:txBody>
          <a:bodyPr anchor="b" anchorCtr="0"/>
          <a:lstStyle>
            <a:lvl1pPr>
              <a:defRPr sz="1200" cap="all" baseline="0">
                <a:solidFill>
                  <a:schemeClr val="accent3"/>
                </a:solidFill>
              </a:defRPr>
            </a:lvl1pPr>
          </a:lstStyle>
          <a:p>
            <a:pPr lvl="0"/>
            <a:r>
              <a:rPr lang="en-US"/>
              <a:t>impact</a:t>
            </a:r>
          </a:p>
        </p:txBody>
      </p:sp>
      <p:sp>
        <p:nvSpPr>
          <p:cNvPr id="24" name="Text Placeholder 23">
            <a:extLst>
              <a:ext uri="{FF2B5EF4-FFF2-40B4-BE49-F238E27FC236}">
                <a16:creationId xmlns:a16="http://schemas.microsoft.com/office/drawing/2014/main" id="{9FFF9CD2-0893-33FB-480A-506C7095C2FA}"/>
              </a:ext>
            </a:extLst>
          </p:cNvPr>
          <p:cNvSpPr>
            <a:spLocks noGrp="1"/>
          </p:cNvSpPr>
          <p:nvPr>
            <p:ph type="body" sz="quarter" idx="45" hasCustomPrompt="1"/>
          </p:nvPr>
        </p:nvSpPr>
        <p:spPr>
          <a:xfrm>
            <a:off x="608013" y="5022850"/>
            <a:ext cx="3200400" cy="227013"/>
          </a:xfrm>
        </p:spPr>
        <p:txBody>
          <a:bodyPr anchor="b" anchorCtr="0"/>
          <a:lstStyle>
            <a:lvl1pPr>
              <a:defRPr sz="1200" cap="all" baseline="0">
                <a:solidFill>
                  <a:schemeClr val="accent4"/>
                </a:solidFill>
              </a:defRPr>
            </a:lvl1pPr>
          </a:lstStyle>
          <a:p>
            <a:pPr lvl="0"/>
            <a:r>
              <a:rPr lang="en-US"/>
              <a:t>products</a:t>
            </a:r>
          </a:p>
        </p:txBody>
      </p:sp>
      <p:sp>
        <p:nvSpPr>
          <p:cNvPr id="26" name="Text Placeholder 25">
            <a:extLst>
              <a:ext uri="{FF2B5EF4-FFF2-40B4-BE49-F238E27FC236}">
                <a16:creationId xmlns:a16="http://schemas.microsoft.com/office/drawing/2014/main" id="{F2B49FE0-BA78-9DF9-AB7D-9F52651E93AD}"/>
              </a:ext>
            </a:extLst>
          </p:cNvPr>
          <p:cNvSpPr>
            <a:spLocks noGrp="1"/>
          </p:cNvSpPr>
          <p:nvPr>
            <p:ph type="body" sz="quarter" idx="46" hasCustomPrompt="1"/>
          </p:nvPr>
        </p:nvSpPr>
        <p:spPr>
          <a:xfrm>
            <a:off x="4427538" y="5022850"/>
            <a:ext cx="3200400" cy="227013"/>
          </a:xfrm>
        </p:spPr>
        <p:txBody>
          <a:bodyPr anchor="b" anchorCtr="0"/>
          <a:lstStyle>
            <a:lvl1pPr>
              <a:defRPr sz="1200" cap="all" baseline="0">
                <a:solidFill>
                  <a:schemeClr val="accent4"/>
                </a:solidFill>
              </a:defRPr>
            </a:lvl1pPr>
          </a:lstStyle>
          <a:p>
            <a:pPr lvl="0"/>
            <a:r>
              <a:rPr lang="en-US"/>
              <a:t>Strategic priorities</a:t>
            </a:r>
          </a:p>
        </p:txBody>
      </p:sp>
      <p:cxnSp>
        <p:nvCxnSpPr>
          <p:cNvPr id="32" name="Straight Connector 31">
            <a:extLst>
              <a:ext uri="{FF2B5EF4-FFF2-40B4-BE49-F238E27FC236}">
                <a16:creationId xmlns:a16="http://schemas.microsoft.com/office/drawing/2014/main" id="{14F46384-B6E3-0D43-924E-874DEC2344B1}"/>
              </a:ext>
              <a:ext uri="{C183D7F6-B498-43B3-948B-1728B52AA6E4}">
                <adec:decorative xmlns:adec="http://schemas.microsoft.com/office/drawing/2017/decorative" val="1"/>
              </a:ext>
            </a:extLst>
          </p:cNvPr>
          <p:cNvCxnSpPr>
            <a:cxnSpLocks/>
          </p:cNvCxnSpPr>
          <p:nvPr userDrawn="1"/>
        </p:nvCxnSpPr>
        <p:spPr>
          <a:xfrm>
            <a:off x="609600"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3526770-8F35-FB4A-8638-521D0DA87F6C}"/>
              </a:ext>
              <a:ext uri="{C183D7F6-B498-43B3-948B-1728B52AA6E4}">
                <adec:decorative xmlns:adec="http://schemas.microsoft.com/office/drawing/2017/decorative" val="1"/>
              </a:ext>
            </a:extLst>
          </p:cNvPr>
          <p:cNvCxnSpPr>
            <a:cxnSpLocks/>
          </p:cNvCxnSpPr>
          <p:nvPr userDrawn="1"/>
        </p:nvCxnSpPr>
        <p:spPr>
          <a:xfrm>
            <a:off x="4412165"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73C08A52-2522-8C40-B8B1-C98FEBB888F7}"/>
              </a:ext>
              <a:ext uri="{C183D7F6-B498-43B3-948B-1728B52AA6E4}">
                <adec:decorative xmlns:adec="http://schemas.microsoft.com/office/drawing/2017/decorative" val="1"/>
              </a:ext>
            </a:extLst>
          </p:cNvPr>
          <p:cNvCxnSpPr>
            <a:cxnSpLocks/>
          </p:cNvCxnSpPr>
          <p:nvPr userDrawn="1"/>
        </p:nvCxnSpPr>
        <p:spPr>
          <a:xfrm>
            <a:off x="609600"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B57CCC6-06B1-7342-99B0-BC7C8FBE5E73}"/>
              </a:ext>
              <a:ext uri="{C183D7F6-B498-43B3-948B-1728B52AA6E4}">
                <adec:decorative xmlns:adec="http://schemas.microsoft.com/office/drawing/2017/decorative" val="1"/>
              </a:ext>
            </a:extLst>
          </p:cNvPr>
          <p:cNvCxnSpPr>
            <a:cxnSpLocks/>
          </p:cNvCxnSpPr>
          <p:nvPr userDrawn="1"/>
        </p:nvCxnSpPr>
        <p:spPr>
          <a:xfrm>
            <a:off x="4412165"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3C87E7C-5ED2-214E-8A38-ED05177A65DC}"/>
              </a:ext>
              <a:ext uri="{C183D7F6-B498-43B3-948B-1728B52AA6E4}">
                <adec:decorative xmlns:adec="http://schemas.microsoft.com/office/drawing/2017/decorative" val="1"/>
              </a:ext>
            </a:extLst>
          </p:cNvPr>
          <p:cNvCxnSpPr>
            <a:cxnSpLocks/>
          </p:cNvCxnSpPr>
          <p:nvPr userDrawn="1"/>
        </p:nvCxnSpPr>
        <p:spPr>
          <a:xfrm>
            <a:off x="608739"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8" name="page number">
            <a:extLst>
              <a:ext uri="{FF2B5EF4-FFF2-40B4-BE49-F238E27FC236}">
                <a16:creationId xmlns:a16="http://schemas.microsoft.com/office/drawing/2014/main" id="{CB20449E-0760-3743-8E7C-7D6BA7165F7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cxnSp>
        <p:nvCxnSpPr>
          <p:cNvPr id="49" name="Straight Connector 48">
            <a:extLst>
              <a:ext uri="{FF2B5EF4-FFF2-40B4-BE49-F238E27FC236}">
                <a16:creationId xmlns:a16="http://schemas.microsoft.com/office/drawing/2014/main" id="{5CABBF0D-1BD1-F9E7-64FF-6B8D87E611B7}"/>
              </a:ext>
              <a:ext uri="{C183D7F6-B498-43B3-948B-1728B52AA6E4}">
                <adec:decorative xmlns:adec="http://schemas.microsoft.com/office/drawing/2017/decorative" val="1"/>
              </a:ext>
            </a:extLst>
          </p:cNvPr>
          <p:cNvCxnSpPr>
            <a:cxnSpLocks/>
          </p:cNvCxnSpPr>
          <p:nvPr userDrawn="1"/>
        </p:nvCxnSpPr>
        <p:spPr>
          <a:xfrm>
            <a:off x="4412165"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7219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hree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4C5A99F-0678-4DC4-A266-1AD031E9C8E4}"/>
              </a:ext>
            </a:extLst>
          </p:cNvPr>
          <p:cNvSpPr>
            <a:spLocks noGrp="1"/>
          </p:cNvSpPr>
          <p:nvPr>
            <p:ph type="title" hasCustomPrompt="1"/>
          </p:nvPr>
        </p:nvSpPr>
        <p:spPr/>
        <p:txBody>
          <a:bodyPr/>
          <a:lstStyle>
            <a:lvl1pPr>
              <a:defRPr>
                <a:solidFill>
                  <a:schemeClr val="accent2"/>
                </a:solidFill>
              </a:defRPr>
            </a:lvl1pPr>
          </a:lstStyle>
          <a:p>
            <a:r>
              <a:rPr lang="en-US"/>
              <a:t>Three Icon Placeholders with Text Descriptions</a:t>
            </a:r>
          </a:p>
        </p:txBody>
      </p:sp>
      <p:sp>
        <p:nvSpPr>
          <p:cNvPr id="12" name="Subtitle 2">
            <a:extLst>
              <a:ext uri="{FF2B5EF4-FFF2-40B4-BE49-F238E27FC236}">
                <a16:creationId xmlns:a16="http://schemas.microsoft.com/office/drawing/2014/main" id="{4EBF1472-E940-4CC7-B5D3-349346A425A8}"/>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1" name="Oval 20">
            <a:extLst>
              <a:ext uri="{FF2B5EF4-FFF2-40B4-BE49-F238E27FC236}">
                <a16:creationId xmlns:a16="http://schemas.microsoft.com/office/drawing/2014/main" id="{B1C210DC-5DBB-4F0D-875F-CD8AAAB938CE}"/>
              </a:ext>
              <a:ext uri="{C183D7F6-B498-43B3-948B-1728B52AA6E4}">
                <adec:decorative xmlns:adec="http://schemas.microsoft.com/office/drawing/2017/decorative" val="1"/>
              </a:ext>
            </a:extLst>
          </p:cNvPr>
          <p:cNvSpPr/>
          <p:nvPr/>
        </p:nvSpPr>
        <p:spPr bwMode="gray">
          <a:xfrm>
            <a:off x="1981877" y="2055429"/>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13" name="Text Placeholder 3">
            <a:extLst>
              <a:ext uri="{FF2B5EF4-FFF2-40B4-BE49-F238E27FC236}">
                <a16:creationId xmlns:a16="http://schemas.microsoft.com/office/drawing/2014/main" id="{83C9F48F-8CFB-DD45-AE7E-6A5DE26F9510}"/>
              </a:ext>
            </a:extLst>
          </p:cNvPr>
          <p:cNvSpPr>
            <a:spLocks noGrp="1"/>
          </p:cNvSpPr>
          <p:nvPr>
            <p:ph type="body" sz="quarter" idx="21" hasCustomPrompt="1"/>
          </p:nvPr>
        </p:nvSpPr>
        <p:spPr>
          <a:xfrm>
            <a:off x="2188103" y="2419650"/>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4" name="Text Placeholder 3">
            <a:extLst>
              <a:ext uri="{FF2B5EF4-FFF2-40B4-BE49-F238E27FC236}">
                <a16:creationId xmlns:a16="http://schemas.microsoft.com/office/drawing/2014/main" id="{B9CC9B40-9AF4-4EF7-8384-2ACE79EA95C9}"/>
              </a:ext>
            </a:extLst>
          </p:cNvPr>
          <p:cNvSpPr>
            <a:spLocks noGrp="1"/>
          </p:cNvSpPr>
          <p:nvPr>
            <p:ph type="body" sz="quarter" idx="18" hasCustomPrompt="1"/>
          </p:nvPr>
        </p:nvSpPr>
        <p:spPr>
          <a:xfrm>
            <a:off x="1525905" y="4267940"/>
            <a:ext cx="2744788" cy="1458912"/>
          </a:xfrm>
        </p:spPr>
        <p:txBody>
          <a:bodyPr/>
          <a:lstStyle>
            <a:lvl1pPr algn="ctr">
              <a:lnSpc>
                <a:spcPct val="100000"/>
              </a:lnSpc>
              <a:spcBef>
                <a:spcPts val="600"/>
              </a:spcBef>
              <a:defRPr sz="2400">
                <a:solidFill>
                  <a:schemeClr val="accent4"/>
                </a:solidFill>
              </a:defRPr>
            </a:lvl1pPr>
            <a:lvl2pPr marL="0" indent="0" algn="ctr">
              <a:lnSpc>
                <a:spcPct val="100000"/>
              </a:lnSpc>
              <a:spcBef>
                <a:spcPts val="600"/>
              </a:spcBef>
              <a:buFont typeface="Open Sans" panose="020B0606030504020204" pitchFamily="34" charset="0"/>
              <a:buChar char="​"/>
              <a:defRPr>
                <a:solidFill>
                  <a:schemeClr val="tx1"/>
                </a:solidFill>
              </a:defRPr>
            </a:lvl2pPr>
          </a:lstStyle>
          <a:p>
            <a:pPr lvl="0"/>
            <a:r>
              <a:rPr lang="en-US" dirty="0"/>
              <a:t>Click to add text here</a:t>
            </a:r>
          </a:p>
          <a:p>
            <a:pPr lvl="1"/>
            <a:r>
              <a:rPr lang="en-US" dirty="0"/>
              <a:t>Second level</a:t>
            </a:r>
          </a:p>
        </p:txBody>
      </p:sp>
      <p:sp>
        <p:nvSpPr>
          <p:cNvPr id="23" name="Oval 22">
            <a:extLst>
              <a:ext uri="{FF2B5EF4-FFF2-40B4-BE49-F238E27FC236}">
                <a16:creationId xmlns:a16="http://schemas.microsoft.com/office/drawing/2014/main" id="{6FECF9D0-D7A8-43DD-B38D-E1090C0B322F}"/>
              </a:ext>
              <a:ext uri="{C183D7F6-B498-43B3-948B-1728B52AA6E4}">
                <adec:decorative xmlns:adec="http://schemas.microsoft.com/office/drawing/2017/decorative" val="1"/>
              </a:ext>
            </a:extLst>
          </p:cNvPr>
          <p:cNvSpPr/>
          <p:nvPr/>
        </p:nvSpPr>
        <p:spPr bwMode="gray">
          <a:xfrm>
            <a:off x="5184924" y="2055429"/>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6" name="Text Placeholder 3">
            <a:extLst>
              <a:ext uri="{FF2B5EF4-FFF2-40B4-BE49-F238E27FC236}">
                <a16:creationId xmlns:a16="http://schemas.microsoft.com/office/drawing/2014/main" id="{04DBEFEC-821B-4F4E-8D5E-E6843BF1AEAD}"/>
              </a:ext>
            </a:extLst>
          </p:cNvPr>
          <p:cNvSpPr>
            <a:spLocks noGrp="1"/>
          </p:cNvSpPr>
          <p:nvPr>
            <p:ph type="body" sz="quarter" idx="22" hasCustomPrompt="1"/>
          </p:nvPr>
        </p:nvSpPr>
        <p:spPr>
          <a:xfrm>
            <a:off x="5408612" y="2419650"/>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14" name="Text Placeholder 3">
            <a:extLst>
              <a:ext uri="{FF2B5EF4-FFF2-40B4-BE49-F238E27FC236}">
                <a16:creationId xmlns:a16="http://schemas.microsoft.com/office/drawing/2014/main" id="{D69CA39A-E967-4A68-A944-35C345A456D5}"/>
              </a:ext>
            </a:extLst>
          </p:cNvPr>
          <p:cNvSpPr>
            <a:spLocks noGrp="1"/>
          </p:cNvSpPr>
          <p:nvPr>
            <p:ph type="body" sz="quarter" idx="19" hasCustomPrompt="1"/>
          </p:nvPr>
        </p:nvSpPr>
        <p:spPr>
          <a:xfrm>
            <a:off x="4721225" y="4267940"/>
            <a:ext cx="2744788" cy="1458912"/>
          </a:xfrm>
        </p:spPr>
        <p:txBody>
          <a:bodyPr/>
          <a:lstStyle>
            <a:lvl1pPr algn="ctr">
              <a:lnSpc>
                <a:spcPct val="100000"/>
              </a:lnSpc>
              <a:spcBef>
                <a:spcPts val="600"/>
              </a:spcBef>
              <a:defRPr sz="2400">
                <a:solidFill>
                  <a:schemeClr val="accent3"/>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 here</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2" name="Oval 21">
            <a:extLst>
              <a:ext uri="{FF2B5EF4-FFF2-40B4-BE49-F238E27FC236}">
                <a16:creationId xmlns:a16="http://schemas.microsoft.com/office/drawing/2014/main" id="{446F04B0-7860-407F-85B7-42E38FAFE34B}"/>
              </a:ext>
              <a:ext uri="{C183D7F6-B498-43B3-948B-1728B52AA6E4}">
                <adec:decorative xmlns:adec="http://schemas.microsoft.com/office/drawing/2017/decorative" val="1"/>
              </a:ext>
            </a:extLst>
          </p:cNvPr>
          <p:cNvSpPr/>
          <p:nvPr/>
        </p:nvSpPr>
        <p:spPr bwMode="gray">
          <a:xfrm>
            <a:off x="8389301" y="2055429"/>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5" name="Text Placeholder 3">
            <a:extLst>
              <a:ext uri="{FF2B5EF4-FFF2-40B4-BE49-F238E27FC236}">
                <a16:creationId xmlns:a16="http://schemas.microsoft.com/office/drawing/2014/main" id="{41A16A22-350B-4B24-A3CD-4D5DE470DEEB}"/>
              </a:ext>
            </a:extLst>
          </p:cNvPr>
          <p:cNvSpPr>
            <a:spLocks noGrp="1"/>
          </p:cNvSpPr>
          <p:nvPr>
            <p:ph type="body" sz="quarter" idx="20" hasCustomPrompt="1"/>
          </p:nvPr>
        </p:nvSpPr>
        <p:spPr>
          <a:xfrm>
            <a:off x="7923213" y="4267940"/>
            <a:ext cx="2744788" cy="1458912"/>
          </a:xfrm>
        </p:spPr>
        <p:txBody>
          <a:bodyPr/>
          <a:lstStyle>
            <a:lvl1pPr algn="ctr">
              <a:lnSpc>
                <a:spcPct val="100000"/>
              </a:lnSpc>
              <a:spcBef>
                <a:spcPts val="600"/>
              </a:spcBef>
              <a:defRPr sz="2400">
                <a:solidFill>
                  <a:schemeClr val="accent2"/>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 here</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17" name="Text Placeholder 3">
            <a:extLst>
              <a:ext uri="{FF2B5EF4-FFF2-40B4-BE49-F238E27FC236}">
                <a16:creationId xmlns:a16="http://schemas.microsoft.com/office/drawing/2014/main" id="{0545A424-E307-E14F-A89B-1A531D114FD0}"/>
              </a:ext>
            </a:extLst>
          </p:cNvPr>
          <p:cNvSpPr>
            <a:spLocks noGrp="1"/>
          </p:cNvSpPr>
          <p:nvPr>
            <p:ph type="body" sz="quarter" idx="23" hasCustomPrompt="1"/>
          </p:nvPr>
        </p:nvSpPr>
        <p:spPr>
          <a:xfrm>
            <a:off x="8609012" y="2419650"/>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19" name="page number">
            <a:extLst>
              <a:ext uri="{FF2B5EF4-FFF2-40B4-BE49-F238E27FC236}">
                <a16:creationId xmlns:a16="http://schemas.microsoft.com/office/drawing/2014/main" id="{6122FC91-666D-7A42-9D21-9800CF4E370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8" name="Oval 17">
            <a:extLst>
              <a:ext uri="{FF2B5EF4-FFF2-40B4-BE49-F238E27FC236}">
                <a16:creationId xmlns:a16="http://schemas.microsoft.com/office/drawing/2014/main" id="{B1C210DC-5DBB-4F0D-875F-CD8AAAB938CE}"/>
              </a:ext>
              <a:ext uri="{C183D7F6-B498-43B3-948B-1728B52AA6E4}">
                <adec:decorative xmlns:adec="http://schemas.microsoft.com/office/drawing/2017/decorative" val="1"/>
              </a:ext>
            </a:extLst>
          </p:cNvPr>
          <p:cNvSpPr/>
          <p:nvPr userDrawn="1"/>
        </p:nvSpPr>
        <p:spPr bwMode="gray">
          <a:xfrm>
            <a:off x="1981877" y="2055429"/>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20" name="Oval 19">
            <a:extLst>
              <a:ext uri="{FF2B5EF4-FFF2-40B4-BE49-F238E27FC236}">
                <a16:creationId xmlns:a16="http://schemas.microsoft.com/office/drawing/2014/main" id="{6FECF9D0-D7A8-43DD-B38D-E1090C0B322F}"/>
              </a:ext>
              <a:ext uri="{C183D7F6-B498-43B3-948B-1728B52AA6E4}">
                <adec:decorative xmlns:adec="http://schemas.microsoft.com/office/drawing/2017/decorative" val="1"/>
              </a:ext>
            </a:extLst>
          </p:cNvPr>
          <p:cNvSpPr/>
          <p:nvPr userDrawn="1"/>
        </p:nvSpPr>
        <p:spPr bwMode="gray">
          <a:xfrm>
            <a:off x="5184924" y="2055429"/>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4" name="Oval 23">
            <a:extLst>
              <a:ext uri="{FF2B5EF4-FFF2-40B4-BE49-F238E27FC236}">
                <a16:creationId xmlns:a16="http://schemas.microsoft.com/office/drawing/2014/main" id="{446F04B0-7860-407F-85B7-42E38FAFE34B}"/>
              </a:ext>
              <a:ext uri="{C183D7F6-B498-43B3-948B-1728B52AA6E4}">
                <adec:decorative xmlns:adec="http://schemas.microsoft.com/office/drawing/2017/decorative" val="1"/>
              </a:ext>
            </a:extLst>
          </p:cNvPr>
          <p:cNvSpPr/>
          <p:nvPr userDrawn="1"/>
        </p:nvSpPr>
        <p:spPr bwMode="gray">
          <a:xfrm>
            <a:off x="8389301" y="2055429"/>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5" name="page number">
            <a:extLst>
              <a:ext uri="{FF2B5EF4-FFF2-40B4-BE49-F238E27FC236}">
                <a16:creationId xmlns:a16="http://schemas.microsoft.com/office/drawing/2014/main" id="{6122FC91-666D-7A42-9D21-9800CF4E370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563020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Four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A6ED71B-2619-4816-B753-5E850ED08FBC}"/>
              </a:ext>
            </a:extLst>
          </p:cNvPr>
          <p:cNvSpPr>
            <a:spLocks noGrp="1"/>
          </p:cNvSpPr>
          <p:nvPr>
            <p:ph type="title" hasCustomPrompt="1"/>
          </p:nvPr>
        </p:nvSpPr>
        <p:spPr/>
        <p:txBody>
          <a:bodyPr/>
          <a:lstStyle>
            <a:lvl1pPr>
              <a:defRPr>
                <a:solidFill>
                  <a:schemeClr val="accent2"/>
                </a:solidFill>
              </a:defRPr>
            </a:lvl1pPr>
          </a:lstStyle>
          <a:p>
            <a:r>
              <a:rPr lang="en-US"/>
              <a:t>Four Icon Placeholders with Text Descriptions</a:t>
            </a:r>
          </a:p>
        </p:txBody>
      </p:sp>
      <p:sp>
        <p:nvSpPr>
          <p:cNvPr id="14" name="Subtitle 2">
            <a:extLst>
              <a:ext uri="{FF2B5EF4-FFF2-40B4-BE49-F238E27FC236}">
                <a16:creationId xmlns:a16="http://schemas.microsoft.com/office/drawing/2014/main" id="{BB679D5C-AEFA-4052-96E3-7DF67D7C105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84" name="Oval 83">
            <a:extLst>
              <a:ext uri="{FF2B5EF4-FFF2-40B4-BE49-F238E27FC236}">
                <a16:creationId xmlns:a16="http://schemas.microsoft.com/office/drawing/2014/main" id="{085441A7-EBA5-4ABB-8D29-CE4338F0F9B5}"/>
              </a:ext>
              <a:ext uri="{C183D7F6-B498-43B3-948B-1728B52AA6E4}">
                <adec:decorative xmlns:adec="http://schemas.microsoft.com/office/drawing/2017/decorative" val="1"/>
              </a:ext>
            </a:extLst>
          </p:cNvPr>
          <p:cNvSpPr/>
          <p:nvPr/>
        </p:nvSpPr>
        <p:spPr bwMode="gray">
          <a:xfrm>
            <a:off x="1065749" y="2060872"/>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13" name="Text Placeholder 3">
            <a:extLst>
              <a:ext uri="{FF2B5EF4-FFF2-40B4-BE49-F238E27FC236}">
                <a16:creationId xmlns:a16="http://schemas.microsoft.com/office/drawing/2014/main" id="{372EA9D9-DD59-0A4A-94D5-AC136E79CD72}"/>
              </a:ext>
            </a:extLst>
          </p:cNvPr>
          <p:cNvSpPr>
            <a:spLocks noGrp="1"/>
          </p:cNvSpPr>
          <p:nvPr>
            <p:ph type="body" sz="quarter" idx="23" hasCustomPrompt="1"/>
          </p:nvPr>
        </p:nvSpPr>
        <p:spPr>
          <a:xfrm>
            <a:off x="1273703" y="2425093"/>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15" name="Text Placeholder 3">
            <a:extLst>
              <a:ext uri="{FF2B5EF4-FFF2-40B4-BE49-F238E27FC236}">
                <a16:creationId xmlns:a16="http://schemas.microsoft.com/office/drawing/2014/main" id="{83A73281-E5F0-4C3B-BE4E-A12D56CC1003}"/>
              </a:ext>
            </a:extLst>
          </p:cNvPr>
          <p:cNvSpPr>
            <a:spLocks noGrp="1"/>
          </p:cNvSpPr>
          <p:nvPr>
            <p:ph type="body" sz="quarter" idx="19" hasCustomPrompt="1"/>
          </p:nvPr>
        </p:nvSpPr>
        <p:spPr>
          <a:xfrm>
            <a:off x="842673" y="4269508"/>
            <a:ext cx="2286000" cy="1458912"/>
          </a:xfrm>
        </p:spPr>
        <p:txBody>
          <a:bodyPr/>
          <a:lstStyle>
            <a:lvl1pPr algn="ctr">
              <a:lnSpc>
                <a:spcPct val="100000"/>
              </a:lnSpc>
              <a:spcBef>
                <a:spcPts val="600"/>
              </a:spcBef>
              <a:defRPr sz="2400">
                <a:solidFill>
                  <a:schemeClr val="accent4"/>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87" name="Oval 86">
            <a:extLst>
              <a:ext uri="{FF2B5EF4-FFF2-40B4-BE49-F238E27FC236}">
                <a16:creationId xmlns:a16="http://schemas.microsoft.com/office/drawing/2014/main" id="{45D908EF-1F96-4808-A8DB-F55AB9E8E436}"/>
              </a:ext>
              <a:ext uri="{C183D7F6-B498-43B3-948B-1728B52AA6E4}">
                <adec:decorative xmlns:adec="http://schemas.microsoft.com/office/drawing/2017/decorative" val="1"/>
              </a:ext>
            </a:extLst>
          </p:cNvPr>
          <p:cNvSpPr/>
          <p:nvPr/>
        </p:nvSpPr>
        <p:spPr bwMode="gray">
          <a:xfrm>
            <a:off x="3806932" y="2060872"/>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16" name="Text Placeholder 3">
            <a:extLst>
              <a:ext uri="{FF2B5EF4-FFF2-40B4-BE49-F238E27FC236}">
                <a16:creationId xmlns:a16="http://schemas.microsoft.com/office/drawing/2014/main" id="{F7F1E977-D1E8-7040-8576-578BD8CB8424}"/>
              </a:ext>
            </a:extLst>
          </p:cNvPr>
          <p:cNvSpPr>
            <a:spLocks noGrp="1"/>
          </p:cNvSpPr>
          <p:nvPr>
            <p:ph type="body" sz="quarter" idx="24" hasCustomPrompt="1"/>
          </p:nvPr>
        </p:nvSpPr>
        <p:spPr>
          <a:xfrm>
            <a:off x="4000597" y="2425093"/>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1" name="Text Placeholder 3">
            <a:extLst>
              <a:ext uri="{FF2B5EF4-FFF2-40B4-BE49-F238E27FC236}">
                <a16:creationId xmlns:a16="http://schemas.microsoft.com/office/drawing/2014/main" id="{70078EAE-661A-4C72-917B-F0225239F68A}"/>
              </a:ext>
            </a:extLst>
          </p:cNvPr>
          <p:cNvSpPr>
            <a:spLocks noGrp="1"/>
          </p:cNvSpPr>
          <p:nvPr>
            <p:ph type="body" sz="quarter" idx="20" hasCustomPrompt="1"/>
          </p:nvPr>
        </p:nvSpPr>
        <p:spPr>
          <a:xfrm>
            <a:off x="3579813" y="4269508"/>
            <a:ext cx="2286000" cy="1458912"/>
          </a:xfrm>
        </p:spPr>
        <p:txBody>
          <a:bodyPr/>
          <a:lstStyle>
            <a:lvl1pPr algn="ctr">
              <a:lnSpc>
                <a:spcPct val="100000"/>
              </a:lnSpc>
              <a:spcBef>
                <a:spcPts val="600"/>
              </a:spcBef>
              <a:defRPr sz="2400">
                <a:solidFill>
                  <a:schemeClr val="accent3"/>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86" name="Oval 85">
            <a:extLst>
              <a:ext uri="{FF2B5EF4-FFF2-40B4-BE49-F238E27FC236}">
                <a16:creationId xmlns:a16="http://schemas.microsoft.com/office/drawing/2014/main" id="{5670C03F-6336-45E3-A9F4-0CD130D80D1B}"/>
              </a:ext>
              <a:ext uri="{C183D7F6-B498-43B3-948B-1728B52AA6E4}">
                <adec:decorative xmlns:adec="http://schemas.microsoft.com/office/drawing/2017/decorative" val="1"/>
              </a:ext>
            </a:extLst>
          </p:cNvPr>
          <p:cNvSpPr/>
          <p:nvPr/>
        </p:nvSpPr>
        <p:spPr bwMode="gray">
          <a:xfrm>
            <a:off x="6562100" y="2060872"/>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17" name="Text Placeholder 3">
            <a:extLst>
              <a:ext uri="{FF2B5EF4-FFF2-40B4-BE49-F238E27FC236}">
                <a16:creationId xmlns:a16="http://schemas.microsoft.com/office/drawing/2014/main" id="{6B608689-50E6-784F-8AFD-D13D124BAA5B}"/>
              </a:ext>
            </a:extLst>
          </p:cNvPr>
          <p:cNvSpPr>
            <a:spLocks noGrp="1"/>
          </p:cNvSpPr>
          <p:nvPr>
            <p:ph type="body" sz="quarter" idx="25" hasCustomPrompt="1"/>
          </p:nvPr>
        </p:nvSpPr>
        <p:spPr>
          <a:xfrm>
            <a:off x="6772120" y="2425093"/>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2" name="Text Placeholder 3">
            <a:extLst>
              <a:ext uri="{FF2B5EF4-FFF2-40B4-BE49-F238E27FC236}">
                <a16:creationId xmlns:a16="http://schemas.microsoft.com/office/drawing/2014/main" id="{566D6B40-9CB0-4B56-A3E1-9A7F945F094A}"/>
              </a:ext>
            </a:extLst>
          </p:cNvPr>
          <p:cNvSpPr>
            <a:spLocks noGrp="1"/>
          </p:cNvSpPr>
          <p:nvPr>
            <p:ph type="body" sz="quarter" idx="21" hasCustomPrompt="1"/>
          </p:nvPr>
        </p:nvSpPr>
        <p:spPr>
          <a:xfrm>
            <a:off x="6323013" y="4269508"/>
            <a:ext cx="2286000" cy="1458912"/>
          </a:xfrm>
        </p:spPr>
        <p:txBody>
          <a:bodyPr/>
          <a:lstStyle>
            <a:lvl1pPr algn="ctr">
              <a:lnSpc>
                <a:spcPct val="100000"/>
              </a:lnSpc>
              <a:spcBef>
                <a:spcPts val="600"/>
              </a:spcBef>
              <a:defRPr sz="2400">
                <a:solidFill>
                  <a:schemeClr val="accent2"/>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85" name="Oval 84">
            <a:extLst>
              <a:ext uri="{FF2B5EF4-FFF2-40B4-BE49-F238E27FC236}">
                <a16:creationId xmlns:a16="http://schemas.microsoft.com/office/drawing/2014/main" id="{3019BB56-AE7C-42CA-A8FF-432F4F176B8B}"/>
              </a:ext>
              <a:ext uri="{C183D7F6-B498-43B3-948B-1728B52AA6E4}">
                <adec:decorative xmlns:adec="http://schemas.microsoft.com/office/drawing/2017/decorative" val="1"/>
              </a:ext>
            </a:extLst>
          </p:cNvPr>
          <p:cNvSpPr/>
          <p:nvPr/>
        </p:nvSpPr>
        <p:spPr bwMode="gray">
          <a:xfrm>
            <a:off x="9302132" y="2060872"/>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8" name="Text Placeholder 3">
            <a:extLst>
              <a:ext uri="{FF2B5EF4-FFF2-40B4-BE49-F238E27FC236}">
                <a16:creationId xmlns:a16="http://schemas.microsoft.com/office/drawing/2014/main" id="{290217BC-3881-DF41-A8F3-900AF04F1B7D}"/>
              </a:ext>
            </a:extLst>
          </p:cNvPr>
          <p:cNvSpPr>
            <a:spLocks noGrp="1"/>
          </p:cNvSpPr>
          <p:nvPr>
            <p:ph type="body" sz="quarter" idx="26" hasCustomPrompt="1"/>
          </p:nvPr>
        </p:nvSpPr>
        <p:spPr>
          <a:xfrm>
            <a:off x="9538248" y="2425093"/>
            <a:ext cx="1396669" cy="1100516"/>
          </a:xfrm>
        </p:spPr>
        <p:txBody>
          <a:bodyPr anchor="ctr" anchorCtr="0"/>
          <a:lstStyle>
            <a:lvl1pPr algn="ctr">
              <a:lnSpc>
                <a:spcPct val="100000"/>
              </a:lnSpc>
              <a:spcBef>
                <a:spcPts val="600"/>
              </a:spcBef>
              <a:defRPr sz="1800">
                <a:solidFill>
                  <a:schemeClr val="accent5"/>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3" name="Text Placeholder 3">
            <a:extLst>
              <a:ext uri="{FF2B5EF4-FFF2-40B4-BE49-F238E27FC236}">
                <a16:creationId xmlns:a16="http://schemas.microsoft.com/office/drawing/2014/main" id="{16F5CA9C-E491-4F70-B6EE-A50641060112}"/>
              </a:ext>
            </a:extLst>
          </p:cNvPr>
          <p:cNvSpPr>
            <a:spLocks noGrp="1"/>
          </p:cNvSpPr>
          <p:nvPr>
            <p:ph type="body" sz="quarter" idx="22" hasCustomPrompt="1"/>
          </p:nvPr>
        </p:nvSpPr>
        <p:spPr>
          <a:xfrm>
            <a:off x="9066213" y="4269508"/>
            <a:ext cx="2286000" cy="1458912"/>
          </a:xfrm>
        </p:spPr>
        <p:txBody>
          <a:bodyPr/>
          <a:lstStyle>
            <a:lvl1pPr algn="ctr">
              <a:lnSpc>
                <a:spcPct val="100000"/>
              </a:lnSpc>
              <a:spcBef>
                <a:spcPts val="600"/>
              </a:spcBef>
              <a:defRPr sz="2400">
                <a:solidFill>
                  <a:schemeClr val="accent5"/>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0" name="page number">
            <a:extLst>
              <a:ext uri="{FF2B5EF4-FFF2-40B4-BE49-F238E27FC236}">
                <a16:creationId xmlns:a16="http://schemas.microsoft.com/office/drawing/2014/main" id="{1D45AB97-9B77-2244-B7BA-E18EA4CD43EA}"/>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9" name="Oval 18">
            <a:extLst>
              <a:ext uri="{FF2B5EF4-FFF2-40B4-BE49-F238E27FC236}">
                <a16:creationId xmlns:a16="http://schemas.microsoft.com/office/drawing/2014/main" id="{085441A7-EBA5-4ABB-8D29-CE4338F0F9B5}"/>
              </a:ext>
              <a:ext uri="{C183D7F6-B498-43B3-948B-1728B52AA6E4}">
                <adec:decorative xmlns:adec="http://schemas.microsoft.com/office/drawing/2017/decorative" val="1"/>
              </a:ext>
            </a:extLst>
          </p:cNvPr>
          <p:cNvSpPr/>
          <p:nvPr userDrawn="1"/>
        </p:nvSpPr>
        <p:spPr bwMode="gray">
          <a:xfrm>
            <a:off x="1065749" y="2060872"/>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24" name="Oval 23">
            <a:extLst>
              <a:ext uri="{FF2B5EF4-FFF2-40B4-BE49-F238E27FC236}">
                <a16:creationId xmlns:a16="http://schemas.microsoft.com/office/drawing/2014/main" id="{45D908EF-1F96-4808-A8DB-F55AB9E8E436}"/>
              </a:ext>
              <a:ext uri="{C183D7F6-B498-43B3-948B-1728B52AA6E4}">
                <adec:decorative xmlns:adec="http://schemas.microsoft.com/office/drawing/2017/decorative" val="1"/>
              </a:ext>
            </a:extLst>
          </p:cNvPr>
          <p:cNvSpPr/>
          <p:nvPr userDrawn="1"/>
        </p:nvSpPr>
        <p:spPr bwMode="gray">
          <a:xfrm>
            <a:off x="3806932" y="2060872"/>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25" name="Oval 24">
            <a:extLst>
              <a:ext uri="{FF2B5EF4-FFF2-40B4-BE49-F238E27FC236}">
                <a16:creationId xmlns:a16="http://schemas.microsoft.com/office/drawing/2014/main" id="{5670C03F-6336-45E3-A9F4-0CD130D80D1B}"/>
              </a:ext>
              <a:ext uri="{C183D7F6-B498-43B3-948B-1728B52AA6E4}">
                <adec:decorative xmlns:adec="http://schemas.microsoft.com/office/drawing/2017/decorative" val="1"/>
              </a:ext>
            </a:extLst>
          </p:cNvPr>
          <p:cNvSpPr/>
          <p:nvPr userDrawn="1"/>
        </p:nvSpPr>
        <p:spPr bwMode="gray">
          <a:xfrm>
            <a:off x="6562100" y="2060872"/>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26" name="Oval 25">
            <a:extLst>
              <a:ext uri="{FF2B5EF4-FFF2-40B4-BE49-F238E27FC236}">
                <a16:creationId xmlns:a16="http://schemas.microsoft.com/office/drawing/2014/main" id="{3019BB56-AE7C-42CA-A8FF-432F4F176B8B}"/>
              </a:ext>
              <a:ext uri="{C183D7F6-B498-43B3-948B-1728B52AA6E4}">
                <adec:decorative xmlns:adec="http://schemas.microsoft.com/office/drawing/2017/decorative" val="1"/>
              </a:ext>
            </a:extLst>
          </p:cNvPr>
          <p:cNvSpPr/>
          <p:nvPr userDrawn="1"/>
        </p:nvSpPr>
        <p:spPr bwMode="gray">
          <a:xfrm>
            <a:off x="9302132" y="2060872"/>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7" name="page number">
            <a:extLst>
              <a:ext uri="{FF2B5EF4-FFF2-40B4-BE49-F238E27FC236}">
                <a16:creationId xmlns:a16="http://schemas.microsoft.com/office/drawing/2014/main" id="{1D45AB97-9B77-2244-B7BA-E18EA4CD43EA}"/>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989959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Five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Five Icon Placeholders with Text Descriptions</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2" name="Oval 21">
            <a:extLst>
              <a:ext uri="{FF2B5EF4-FFF2-40B4-BE49-F238E27FC236}">
                <a16:creationId xmlns:a16="http://schemas.microsoft.com/office/drawing/2014/main" id="{A1FDF9D3-5B68-4A75-97BF-2C5113CFAA66}"/>
              </a:ext>
              <a:ext uri="{C183D7F6-B498-43B3-948B-1728B52AA6E4}">
                <adec:decorative xmlns:adec="http://schemas.microsoft.com/office/drawing/2017/decorative" val="1"/>
              </a:ext>
            </a:extLst>
          </p:cNvPr>
          <p:cNvSpPr/>
          <p:nvPr/>
        </p:nvSpPr>
        <p:spPr bwMode="gray">
          <a:xfrm>
            <a:off x="609800" y="2064663"/>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15" name="Text Placeholder 3">
            <a:extLst>
              <a:ext uri="{FF2B5EF4-FFF2-40B4-BE49-F238E27FC236}">
                <a16:creationId xmlns:a16="http://schemas.microsoft.com/office/drawing/2014/main" id="{AE3C6552-FD35-F64A-AB25-15819DA5EE24}"/>
              </a:ext>
            </a:extLst>
          </p:cNvPr>
          <p:cNvSpPr>
            <a:spLocks noGrp="1"/>
          </p:cNvSpPr>
          <p:nvPr>
            <p:ph type="body" sz="quarter" idx="24" hasCustomPrompt="1"/>
          </p:nvPr>
        </p:nvSpPr>
        <p:spPr>
          <a:xfrm>
            <a:off x="820549" y="2428884"/>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17" name="Text Placeholder 3">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610850" y="4282873"/>
            <a:ext cx="1828800" cy="1458912"/>
          </a:xfrm>
        </p:spPr>
        <p:txBody>
          <a:bodyPr/>
          <a:lstStyle>
            <a:lvl1pPr algn="ctr">
              <a:lnSpc>
                <a:spcPct val="100000"/>
              </a:lnSpc>
              <a:spcBef>
                <a:spcPts val="600"/>
              </a:spcBef>
              <a:defRPr sz="2000">
                <a:solidFill>
                  <a:schemeClr val="accent4"/>
                </a:solidFill>
              </a:defRPr>
            </a:lvl1pPr>
            <a:lvl2pPr marL="0" indent="0" algn="ctr">
              <a:lnSpc>
                <a:spcPct val="100000"/>
              </a:lnSpc>
              <a:spcBef>
                <a:spcPts val="600"/>
              </a:spcBef>
              <a:buFont typeface="Open Sans" panose="020B0606030504020204" pitchFamily="34" charset="0"/>
              <a:buChar char="​"/>
              <a:defRPr sz="1600">
                <a:solidFill>
                  <a:schemeClr val="tx1"/>
                </a:solidFill>
              </a:defRPr>
            </a:lvl2pPr>
          </a:lstStyle>
          <a:p>
            <a:pPr lvl="0"/>
            <a:r>
              <a:rPr lang="en-US" dirty="0"/>
              <a:t>Click to add text</a:t>
            </a:r>
          </a:p>
          <a:p>
            <a:pPr lvl="1"/>
            <a:r>
              <a:rPr lang="en-US" dirty="0"/>
              <a:t>Second level</a:t>
            </a:r>
          </a:p>
        </p:txBody>
      </p:sp>
      <p:sp>
        <p:nvSpPr>
          <p:cNvPr id="24" name="Oval 23">
            <a:extLst>
              <a:ext uri="{FF2B5EF4-FFF2-40B4-BE49-F238E27FC236}">
                <a16:creationId xmlns:a16="http://schemas.microsoft.com/office/drawing/2014/main" id="{C551C90A-573F-4E4A-9359-5C7B0F546BF9}"/>
              </a:ext>
              <a:ext uri="{C183D7F6-B498-43B3-948B-1728B52AA6E4}">
                <adec:decorative xmlns:adec="http://schemas.microsoft.com/office/drawing/2017/decorative" val="1"/>
              </a:ext>
            </a:extLst>
          </p:cNvPr>
          <p:cNvSpPr/>
          <p:nvPr/>
        </p:nvSpPr>
        <p:spPr bwMode="gray">
          <a:xfrm>
            <a:off x="2892452" y="2064663"/>
            <a:ext cx="1828959" cy="1828959"/>
          </a:xfrm>
          <a:prstGeom prst="ellipse">
            <a:avLst/>
          </a:prstGeom>
          <a:noFill/>
          <a:ln w="38100">
            <a:solidFill>
              <a:schemeClr val="accent3"/>
            </a:solidFill>
          </a:ln>
          <a:effectLst/>
        </p:spPr>
        <p:txBody>
          <a:bodyPr vert="horz" wrap="square" lIns="0" tIns="0" rIns="0" bIns="0" numCol="1" anchor="ctr" anchorCtr="0" compatLnSpc="1">
            <a:prstTxWarp prst="textNoShape">
              <a:avLst/>
            </a:prstTxWarp>
          </a:bodyPr>
          <a:lstStyle/>
          <a:p>
            <a:pPr lvl="0" algn="ctr"/>
            <a:endParaRPr lang="en-US" dirty="0">
              <a:solidFill>
                <a:schemeClr val="bg1"/>
              </a:solidFill>
            </a:endParaRPr>
          </a:p>
        </p:txBody>
      </p:sp>
      <p:sp>
        <p:nvSpPr>
          <p:cNvPr id="19" name="Text Placeholder 3">
            <a:extLst>
              <a:ext uri="{FF2B5EF4-FFF2-40B4-BE49-F238E27FC236}">
                <a16:creationId xmlns:a16="http://schemas.microsoft.com/office/drawing/2014/main" id="{C54AA791-D396-204E-9DF4-50E16614DD73}"/>
              </a:ext>
            </a:extLst>
          </p:cNvPr>
          <p:cNvSpPr>
            <a:spLocks noGrp="1"/>
          </p:cNvSpPr>
          <p:nvPr>
            <p:ph type="body" sz="quarter" idx="26" hasCustomPrompt="1"/>
          </p:nvPr>
        </p:nvSpPr>
        <p:spPr>
          <a:xfrm>
            <a:off x="3110473" y="2428884"/>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9" name="Text Placeholder 3">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2894013" y="4282873"/>
            <a:ext cx="1828800" cy="1458912"/>
          </a:xfrm>
        </p:spPr>
        <p:txBody>
          <a:bodyPr/>
          <a:lstStyle>
            <a:lvl1pPr algn="ctr">
              <a:lnSpc>
                <a:spcPct val="100000"/>
              </a:lnSpc>
              <a:spcBef>
                <a:spcPts val="600"/>
              </a:spcBef>
              <a:defRPr sz="2000">
                <a:solidFill>
                  <a:schemeClr val="accent3"/>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5" name="Oval 24">
            <a:extLst>
              <a:ext uri="{FF2B5EF4-FFF2-40B4-BE49-F238E27FC236}">
                <a16:creationId xmlns:a16="http://schemas.microsoft.com/office/drawing/2014/main" id="{AF79E162-3D8F-4829-A4AD-02A03597B11A}"/>
              </a:ext>
              <a:ext uri="{C183D7F6-B498-43B3-948B-1728B52AA6E4}">
                <adec:decorative xmlns:adec="http://schemas.microsoft.com/office/drawing/2017/decorative" val="1"/>
              </a:ext>
            </a:extLst>
          </p:cNvPr>
          <p:cNvSpPr/>
          <p:nvPr/>
        </p:nvSpPr>
        <p:spPr bwMode="gray">
          <a:xfrm>
            <a:off x="5201380" y="2064663"/>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18" name="Text Placeholder 3">
            <a:extLst>
              <a:ext uri="{FF2B5EF4-FFF2-40B4-BE49-F238E27FC236}">
                <a16:creationId xmlns:a16="http://schemas.microsoft.com/office/drawing/2014/main" id="{F6390E06-1436-004E-875E-AAE40E05D76F}"/>
              </a:ext>
            </a:extLst>
          </p:cNvPr>
          <p:cNvSpPr>
            <a:spLocks noGrp="1"/>
          </p:cNvSpPr>
          <p:nvPr>
            <p:ph type="body" sz="quarter" idx="25" hasCustomPrompt="1"/>
          </p:nvPr>
        </p:nvSpPr>
        <p:spPr>
          <a:xfrm>
            <a:off x="5412658" y="2428884"/>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8" name="Text Placeholder 3">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5185093" y="4282873"/>
            <a:ext cx="1828800" cy="1458912"/>
          </a:xfrm>
        </p:spPr>
        <p:txBody>
          <a:bodyPr/>
          <a:lstStyle>
            <a:lvl1pPr algn="ctr">
              <a:lnSpc>
                <a:spcPct val="100000"/>
              </a:lnSpc>
              <a:spcBef>
                <a:spcPts val="600"/>
              </a:spcBef>
              <a:defRPr sz="2000">
                <a:solidFill>
                  <a:schemeClr val="accent2"/>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93" name="Oval 92">
            <a:extLst>
              <a:ext uri="{FF2B5EF4-FFF2-40B4-BE49-F238E27FC236}">
                <a16:creationId xmlns:a16="http://schemas.microsoft.com/office/drawing/2014/main" id="{026B9B36-08E7-4664-970C-13123F24C793}"/>
              </a:ext>
              <a:ext uri="{C183D7F6-B498-43B3-948B-1728B52AA6E4}">
                <adec:decorative xmlns:adec="http://schemas.microsoft.com/office/drawing/2017/decorative" val="1"/>
              </a:ext>
            </a:extLst>
          </p:cNvPr>
          <p:cNvSpPr/>
          <p:nvPr/>
        </p:nvSpPr>
        <p:spPr bwMode="gray">
          <a:xfrm>
            <a:off x="7464921" y="2064663"/>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lt1"/>
              </a:solidFill>
            </a:endParaRPr>
          </a:p>
        </p:txBody>
      </p:sp>
      <p:sp>
        <p:nvSpPr>
          <p:cNvPr id="20" name="Text Placeholder 3">
            <a:extLst>
              <a:ext uri="{FF2B5EF4-FFF2-40B4-BE49-F238E27FC236}">
                <a16:creationId xmlns:a16="http://schemas.microsoft.com/office/drawing/2014/main" id="{D673B6CF-B10C-8742-A91F-672EAD5163E0}"/>
              </a:ext>
            </a:extLst>
          </p:cNvPr>
          <p:cNvSpPr>
            <a:spLocks noGrp="1"/>
          </p:cNvSpPr>
          <p:nvPr>
            <p:ph type="body" sz="quarter" idx="27" hasCustomPrompt="1"/>
          </p:nvPr>
        </p:nvSpPr>
        <p:spPr>
          <a:xfrm>
            <a:off x="7677080" y="2428884"/>
            <a:ext cx="1396669" cy="1100516"/>
          </a:xfrm>
        </p:spPr>
        <p:txBody>
          <a:bodyPr anchor="ctr" anchorCtr="0"/>
          <a:lstStyle>
            <a:lvl1pPr algn="ctr">
              <a:lnSpc>
                <a:spcPct val="100000"/>
              </a:lnSpc>
              <a:spcBef>
                <a:spcPts val="600"/>
              </a:spcBef>
              <a:defRPr sz="1800">
                <a:solidFill>
                  <a:schemeClr val="accent5"/>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30" name="Text Placeholder 3">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7470001" y="4282873"/>
            <a:ext cx="1894336" cy="1458912"/>
          </a:xfrm>
        </p:spPr>
        <p:txBody>
          <a:bodyPr/>
          <a:lstStyle>
            <a:lvl1pPr algn="ctr">
              <a:lnSpc>
                <a:spcPct val="100000"/>
              </a:lnSpc>
              <a:spcBef>
                <a:spcPts val="600"/>
              </a:spcBef>
              <a:defRPr sz="2000">
                <a:solidFill>
                  <a:schemeClr val="accent5"/>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3" name="Oval 22">
            <a:extLst>
              <a:ext uri="{FF2B5EF4-FFF2-40B4-BE49-F238E27FC236}">
                <a16:creationId xmlns:a16="http://schemas.microsoft.com/office/drawing/2014/main" id="{7EAB1992-E472-4489-8A4E-A8FE45DE10CF}"/>
              </a:ext>
              <a:ext uri="{C183D7F6-B498-43B3-948B-1728B52AA6E4}">
                <adec:decorative xmlns:adec="http://schemas.microsoft.com/office/drawing/2017/decorative" val="1"/>
              </a:ext>
            </a:extLst>
          </p:cNvPr>
          <p:cNvSpPr/>
          <p:nvPr/>
        </p:nvSpPr>
        <p:spPr bwMode="gray">
          <a:xfrm>
            <a:off x="9744473" y="2064663"/>
            <a:ext cx="1828959" cy="1828959"/>
          </a:xfrm>
          <a:prstGeom prst="ellipse">
            <a:avLst/>
          </a:prstGeom>
          <a:noFill/>
          <a:ln w="381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6"/>
              </a:solidFill>
            </a:endParaRPr>
          </a:p>
        </p:txBody>
      </p:sp>
      <p:sp>
        <p:nvSpPr>
          <p:cNvPr id="21" name="Text Placeholder 3">
            <a:extLst>
              <a:ext uri="{FF2B5EF4-FFF2-40B4-BE49-F238E27FC236}">
                <a16:creationId xmlns:a16="http://schemas.microsoft.com/office/drawing/2014/main" id="{FF3DA55F-C9CF-8945-A9DE-F606579BFE23}"/>
              </a:ext>
            </a:extLst>
          </p:cNvPr>
          <p:cNvSpPr>
            <a:spLocks noGrp="1"/>
          </p:cNvSpPr>
          <p:nvPr>
            <p:ph type="body" sz="quarter" idx="28" hasCustomPrompt="1"/>
          </p:nvPr>
        </p:nvSpPr>
        <p:spPr>
          <a:xfrm>
            <a:off x="9980612" y="2428884"/>
            <a:ext cx="1396669" cy="1100516"/>
          </a:xfrm>
        </p:spPr>
        <p:txBody>
          <a:bodyPr anchor="ctr" anchorCtr="0"/>
          <a:lstStyle>
            <a:lvl1pPr algn="ctr">
              <a:lnSpc>
                <a:spcPct val="100000"/>
              </a:lnSpc>
              <a:spcBef>
                <a:spcPts val="600"/>
              </a:spcBef>
              <a:defRPr sz="1800">
                <a:solidFill>
                  <a:schemeClr val="bg2">
                    <a:lumMod val="25000"/>
                  </a:schemeClr>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32" name="Text Placeholder 3">
            <a:extLst>
              <a:ext uri="{FF2B5EF4-FFF2-40B4-BE49-F238E27FC236}">
                <a16:creationId xmlns:a16="http://schemas.microsoft.com/office/drawing/2014/main" id="{CDC9B65E-8BAA-4676-9F32-44EC3772D342}"/>
              </a:ext>
            </a:extLst>
          </p:cNvPr>
          <p:cNvSpPr>
            <a:spLocks noGrp="1"/>
          </p:cNvSpPr>
          <p:nvPr>
            <p:ph type="body" sz="quarter" idx="23" hasCustomPrompt="1"/>
          </p:nvPr>
        </p:nvSpPr>
        <p:spPr>
          <a:xfrm>
            <a:off x="9752013" y="4282873"/>
            <a:ext cx="1828800" cy="1458912"/>
          </a:xfrm>
        </p:spPr>
        <p:txBody>
          <a:bodyPr/>
          <a:lstStyle>
            <a:lvl1pPr algn="ctr">
              <a:lnSpc>
                <a:spcPct val="100000"/>
              </a:lnSpc>
              <a:spcBef>
                <a:spcPts val="600"/>
              </a:spcBef>
              <a:defRPr sz="2000">
                <a:solidFill>
                  <a:schemeClr val="bg2">
                    <a:lumMod val="25000"/>
                  </a:schemeClr>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7" name="page number">
            <a:extLst>
              <a:ext uri="{FF2B5EF4-FFF2-40B4-BE49-F238E27FC236}">
                <a16:creationId xmlns:a16="http://schemas.microsoft.com/office/drawing/2014/main" id="{6D94DD40-25D8-6A48-98B5-B2B0FB64FDA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6" name="Oval 25">
            <a:extLst>
              <a:ext uri="{FF2B5EF4-FFF2-40B4-BE49-F238E27FC236}">
                <a16:creationId xmlns:a16="http://schemas.microsoft.com/office/drawing/2014/main" id="{A1FDF9D3-5B68-4A75-97BF-2C5113CFAA66}"/>
              </a:ext>
              <a:ext uri="{C183D7F6-B498-43B3-948B-1728B52AA6E4}">
                <adec:decorative xmlns:adec="http://schemas.microsoft.com/office/drawing/2017/decorative" val="1"/>
              </a:ext>
            </a:extLst>
          </p:cNvPr>
          <p:cNvSpPr/>
          <p:nvPr userDrawn="1"/>
        </p:nvSpPr>
        <p:spPr bwMode="gray">
          <a:xfrm>
            <a:off x="609800" y="2064663"/>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31" name="Oval 30">
            <a:extLst>
              <a:ext uri="{FF2B5EF4-FFF2-40B4-BE49-F238E27FC236}">
                <a16:creationId xmlns:a16="http://schemas.microsoft.com/office/drawing/2014/main" id="{C551C90A-573F-4E4A-9359-5C7B0F546BF9}"/>
              </a:ext>
              <a:ext uri="{C183D7F6-B498-43B3-948B-1728B52AA6E4}">
                <adec:decorative xmlns:adec="http://schemas.microsoft.com/office/drawing/2017/decorative" val="1"/>
              </a:ext>
            </a:extLst>
          </p:cNvPr>
          <p:cNvSpPr/>
          <p:nvPr userDrawn="1"/>
        </p:nvSpPr>
        <p:spPr bwMode="gray">
          <a:xfrm>
            <a:off x="2892452" y="2064663"/>
            <a:ext cx="1828959" cy="1828959"/>
          </a:xfrm>
          <a:prstGeom prst="ellipse">
            <a:avLst/>
          </a:prstGeom>
          <a:noFill/>
          <a:ln w="38100">
            <a:solidFill>
              <a:schemeClr val="accent3"/>
            </a:solidFill>
          </a:ln>
          <a:effectLst/>
        </p:spPr>
        <p:txBody>
          <a:bodyPr vert="horz" wrap="square" lIns="91440" tIns="45720" rIns="91440" bIns="45720" numCol="1" anchor="ctr" anchorCtr="0" compatLnSpc="1">
            <a:prstTxWarp prst="textNoShape">
              <a:avLst/>
            </a:prstTxWarp>
          </a:bodyPr>
          <a:lstStyle/>
          <a:p>
            <a:pPr lvl="0" algn="ctr"/>
            <a:endParaRPr lang="en-US" dirty="0">
              <a:solidFill>
                <a:schemeClr val="bg1"/>
              </a:solidFill>
            </a:endParaRPr>
          </a:p>
        </p:txBody>
      </p:sp>
      <p:sp>
        <p:nvSpPr>
          <p:cNvPr id="33" name="Oval 32">
            <a:extLst>
              <a:ext uri="{FF2B5EF4-FFF2-40B4-BE49-F238E27FC236}">
                <a16:creationId xmlns:a16="http://schemas.microsoft.com/office/drawing/2014/main" id="{AF79E162-3D8F-4829-A4AD-02A03597B11A}"/>
              </a:ext>
              <a:ext uri="{C183D7F6-B498-43B3-948B-1728B52AA6E4}">
                <adec:decorative xmlns:adec="http://schemas.microsoft.com/office/drawing/2017/decorative" val="1"/>
              </a:ext>
            </a:extLst>
          </p:cNvPr>
          <p:cNvSpPr/>
          <p:nvPr userDrawn="1"/>
        </p:nvSpPr>
        <p:spPr bwMode="gray">
          <a:xfrm>
            <a:off x="5201380" y="2064663"/>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34" name="Oval 33">
            <a:extLst>
              <a:ext uri="{FF2B5EF4-FFF2-40B4-BE49-F238E27FC236}">
                <a16:creationId xmlns:a16="http://schemas.microsoft.com/office/drawing/2014/main" id="{026B9B36-08E7-4664-970C-13123F24C793}"/>
              </a:ext>
              <a:ext uri="{C183D7F6-B498-43B3-948B-1728B52AA6E4}">
                <adec:decorative xmlns:adec="http://schemas.microsoft.com/office/drawing/2017/decorative" val="1"/>
              </a:ext>
            </a:extLst>
          </p:cNvPr>
          <p:cNvSpPr/>
          <p:nvPr userDrawn="1"/>
        </p:nvSpPr>
        <p:spPr bwMode="gray">
          <a:xfrm>
            <a:off x="7464921" y="2064663"/>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lt1"/>
              </a:solidFill>
            </a:endParaRPr>
          </a:p>
        </p:txBody>
      </p:sp>
      <p:sp>
        <p:nvSpPr>
          <p:cNvPr id="35" name="Oval 34">
            <a:extLst>
              <a:ext uri="{FF2B5EF4-FFF2-40B4-BE49-F238E27FC236}">
                <a16:creationId xmlns:a16="http://schemas.microsoft.com/office/drawing/2014/main" id="{7EAB1992-E472-4489-8A4E-A8FE45DE10CF}"/>
              </a:ext>
              <a:ext uri="{C183D7F6-B498-43B3-948B-1728B52AA6E4}">
                <adec:decorative xmlns:adec="http://schemas.microsoft.com/office/drawing/2017/decorative" val="1"/>
              </a:ext>
            </a:extLst>
          </p:cNvPr>
          <p:cNvSpPr/>
          <p:nvPr userDrawn="1"/>
        </p:nvSpPr>
        <p:spPr bwMode="gray">
          <a:xfrm>
            <a:off x="9744473" y="2064663"/>
            <a:ext cx="1828959" cy="1828959"/>
          </a:xfrm>
          <a:prstGeom prst="ellipse">
            <a:avLst/>
          </a:prstGeom>
          <a:noFill/>
          <a:ln w="381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6"/>
              </a:solidFill>
            </a:endParaRPr>
          </a:p>
        </p:txBody>
      </p:sp>
      <p:sp>
        <p:nvSpPr>
          <p:cNvPr id="36" name="page number">
            <a:extLst>
              <a:ext uri="{FF2B5EF4-FFF2-40B4-BE49-F238E27FC236}">
                <a16:creationId xmlns:a16="http://schemas.microsoft.com/office/drawing/2014/main" id="{6D94DD40-25D8-6A48-98B5-B2B0FB64FDA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783593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Five Numbered ">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2EE46A-2B6A-D0CE-D67A-E39C4516F8BB}"/>
              </a:ext>
            </a:extLst>
          </p:cNvPr>
          <p:cNvSpPr/>
          <p:nvPr/>
        </p:nvSpPr>
        <p:spPr>
          <a:xfrm>
            <a:off x="2894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5" name="Rectangle 4">
            <a:extLst>
              <a:ext uri="{FF2B5EF4-FFF2-40B4-BE49-F238E27FC236}">
                <a16:creationId xmlns:a16="http://schemas.microsoft.com/office/drawing/2014/main" id="{1DC9EA80-9EA8-343E-F517-1CAD885879D6}"/>
              </a:ext>
            </a:extLst>
          </p:cNvPr>
          <p:cNvSpPr/>
          <p:nvPr/>
        </p:nvSpPr>
        <p:spPr>
          <a:xfrm>
            <a:off x="518509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6" name="Rectangle 5">
            <a:extLst>
              <a:ext uri="{FF2B5EF4-FFF2-40B4-BE49-F238E27FC236}">
                <a16:creationId xmlns:a16="http://schemas.microsoft.com/office/drawing/2014/main" id="{A8D23D95-E4CC-0B03-48A9-0EC81B2368E5}"/>
              </a:ext>
            </a:extLst>
          </p:cNvPr>
          <p:cNvSpPr/>
          <p:nvPr/>
        </p:nvSpPr>
        <p:spPr>
          <a:xfrm>
            <a:off x="747000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7" name="Rectangle 6">
            <a:extLst>
              <a:ext uri="{FF2B5EF4-FFF2-40B4-BE49-F238E27FC236}">
                <a16:creationId xmlns:a16="http://schemas.microsoft.com/office/drawing/2014/main" id="{3737E5D6-04BF-01BC-A221-0F1D603C51D8}"/>
              </a:ext>
            </a:extLst>
          </p:cNvPr>
          <p:cNvSpPr/>
          <p:nvPr/>
        </p:nvSpPr>
        <p:spPr>
          <a:xfrm>
            <a:off x="9752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 name="Rectangle 1">
            <a:extLst>
              <a:ext uri="{FF2B5EF4-FFF2-40B4-BE49-F238E27FC236}">
                <a16:creationId xmlns:a16="http://schemas.microsoft.com/office/drawing/2014/main" id="{65142366-F01F-D56A-11BB-7D669E9AD2B4}"/>
              </a:ext>
            </a:extLst>
          </p:cNvPr>
          <p:cNvSpPr/>
          <p:nvPr/>
        </p:nvSpPr>
        <p:spPr>
          <a:xfrm>
            <a:off x="61085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Five Column Text with Number Icons Click to Add Title</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cxnSp>
        <p:nvCxnSpPr>
          <p:cNvPr id="15" name="Straight Connector 14">
            <a:extLst>
              <a:ext uri="{FF2B5EF4-FFF2-40B4-BE49-F238E27FC236}">
                <a16:creationId xmlns:a16="http://schemas.microsoft.com/office/drawing/2014/main" id="{182EA033-41AE-6148-A260-889FF59E41C9}"/>
              </a:ext>
            </a:extLst>
          </p:cNvPr>
          <p:cNvCxnSpPr/>
          <p:nvPr/>
        </p:nvCxnSpPr>
        <p:spPr bwMode="gray">
          <a:xfrm>
            <a:off x="610850" y="2512464"/>
            <a:ext cx="1828800"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610851" y="2529075"/>
            <a:ext cx="1828800" cy="2871263"/>
          </a:xfrm>
          <a:noFill/>
          <a:ln>
            <a:noFill/>
          </a:ln>
        </p:spPr>
        <p:txBody>
          <a:bodyPr lIns="182880" tIns="548640" rIns="182880" bIns="182880"/>
          <a:lstStyle>
            <a:lvl1pPr algn="ctr">
              <a:lnSpc>
                <a:spcPct val="90000"/>
              </a:lnSpc>
              <a:spcBef>
                <a:spcPts val="600"/>
              </a:spcBef>
              <a:buNone/>
              <a:defRPr sz="2000">
                <a:solidFill>
                  <a:schemeClr val="accent4"/>
                </a:solidFill>
              </a:defRPr>
            </a:lvl1pPr>
            <a:lvl2pPr marL="0" indent="0" algn="ctr">
              <a:lnSpc>
                <a:spcPct val="100000"/>
              </a:lnSpc>
              <a:spcBef>
                <a:spcPts val="600"/>
              </a:spcBef>
              <a:buFont typeface="Open Sans" panose="020B0606030504020204" pitchFamily="34" charset="0"/>
              <a:buChar char="​"/>
              <a:defRPr sz="1600">
                <a:solidFill>
                  <a:schemeClr val="tx1"/>
                </a:solidFill>
              </a:defRPr>
            </a:lvl2pPr>
          </a:lstStyle>
          <a:p>
            <a:pPr lvl="0"/>
            <a:r>
              <a:rPr lang="en-US" dirty="0"/>
              <a:t>Click to add text</a:t>
            </a:r>
          </a:p>
          <a:p>
            <a:pPr lvl="1"/>
            <a:r>
              <a:rPr lang="en-US" dirty="0"/>
              <a:t>Second level</a:t>
            </a:r>
          </a:p>
        </p:txBody>
      </p:sp>
      <p:cxnSp>
        <p:nvCxnSpPr>
          <p:cNvPr id="19" name="Straight Connector 18">
            <a:extLst>
              <a:ext uri="{FF2B5EF4-FFF2-40B4-BE49-F238E27FC236}">
                <a16:creationId xmlns:a16="http://schemas.microsoft.com/office/drawing/2014/main" id="{662FF207-1B75-1940-91E1-2692254C727F}"/>
              </a:ext>
            </a:extLst>
          </p:cNvPr>
          <p:cNvCxnSpPr/>
          <p:nvPr/>
        </p:nvCxnSpPr>
        <p:spPr bwMode="gray">
          <a:xfrm>
            <a:off x="2894013" y="2512464"/>
            <a:ext cx="1828800"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9" name="Text Placeholder 3">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2894013" y="2529075"/>
            <a:ext cx="1828800" cy="2871263"/>
          </a:xfrm>
          <a:noFill/>
          <a:ln>
            <a:noFill/>
          </a:ln>
        </p:spPr>
        <p:txBody>
          <a:bodyPr lIns="182880" tIns="548640" rIns="182880" bIns="182880"/>
          <a:lstStyle>
            <a:lvl1pPr algn="ctr">
              <a:lnSpc>
                <a:spcPct val="90000"/>
              </a:lnSpc>
              <a:spcBef>
                <a:spcPts val="600"/>
              </a:spcBef>
              <a:defRPr sz="2000">
                <a:solidFill>
                  <a:schemeClr val="accent3"/>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18" name="Straight Connector 17">
            <a:extLst>
              <a:ext uri="{FF2B5EF4-FFF2-40B4-BE49-F238E27FC236}">
                <a16:creationId xmlns:a16="http://schemas.microsoft.com/office/drawing/2014/main" id="{903341DC-DE80-5E4C-A4C9-C984D7074760}"/>
              </a:ext>
            </a:extLst>
          </p:cNvPr>
          <p:cNvCxnSpPr/>
          <p:nvPr/>
        </p:nvCxnSpPr>
        <p:spPr bwMode="gray">
          <a:xfrm>
            <a:off x="5185093" y="2512464"/>
            <a:ext cx="1828800"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8" name="Text Placeholder 3">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5185093" y="2529075"/>
            <a:ext cx="1828800" cy="2871263"/>
          </a:xfrm>
          <a:noFill/>
          <a:ln>
            <a:noFill/>
          </a:ln>
        </p:spPr>
        <p:txBody>
          <a:bodyPr lIns="182880" tIns="548640" rIns="182880" bIns="182880"/>
          <a:lstStyle>
            <a:lvl1pPr algn="ctr">
              <a:lnSpc>
                <a:spcPct val="90000"/>
              </a:lnSpc>
              <a:spcBef>
                <a:spcPts val="600"/>
              </a:spcBef>
              <a:buNone/>
              <a:defRPr sz="2000">
                <a:solidFill>
                  <a:schemeClr val="accent2"/>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20" name="Straight Connector 19">
            <a:extLst>
              <a:ext uri="{FF2B5EF4-FFF2-40B4-BE49-F238E27FC236}">
                <a16:creationId xmlns:a16="http://schemas.microsoft.com/office/drawing/2014/main" id="{128E238A-DE09-DD4F-A6F3-2F244E7301C3}"/>
              </a:ext>
            </a:extLst>
          </p:cNvPr>
          <p:cNvCxnSpPr/>
          <p:nvPr/>
        </p:nvCxnSpPr>
        <p:spPr bwMode="gray">
          <a:xfrm>
            <a:off x="7470001" y="2512464"/>
            <a:ext cx="1828800"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0" name="Text Placeholder 3">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7470001" y="2529075"/>
            <a:ext cx="1828800" cy="2871263"/>
          </a:xfrm>
          <a:noFill/>
          <a:ln>
            <a:noFill/>
          </a:ln>
        </p:spPr>
        <p:txBody>
          <a:bodyPr lIns="182880" tIns="548640" rIns="182880" bIns="182880"/>
          <a:lstStyle>
            <a:lvl1pPr algn="ctr">
              <a:lnSpc>
                <a:spcPct val="90000"/>
              </a:lnSpc>
              <a:spcBef>
                <a:spcPts val="600"/>
              </a:spcBef>
              <a:buNone/>
              <a:defRPr sz="2000">
                <a:solidFill>
                  <a:schemeClr val="accent5"/>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21" name="Straight Connector 20">
            <a:extLst>
              <a:ext uri="{FF2B5EF4-FFF2-40B4-BE49-F238E27FC236}">
                <a16:creationId xmlns:a16="http://schemas.microsoft.com/office/drawing/2014/main" id="{E8B64954-CA3A-494E-B70D-3405C9F592D8}"/>
              </a:ext>
            </a:extLst>
          </p:cNvPr>
          <p:cNvCxnSpPr/>
          <p:nvPr/>
        </p:nvCxnSpPr>
        <p:spPr bwMode="gray">
          <a:xfrm>
            <a:off x="9752013" y="2512464"/>
            <a:ext cx="1828800" cy="0"/>
          </a:xfrm>
          <a:prstGeom prst="line">
            <a:avLst/>
          </a:prstGeom>
          <a:ln w="25400">
            <a:solidFill>
              <a:srgbClr val="53565A"/>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2" name="Text Placeholder 3">
            <a:extLst>
              <a:ext uri="{FF2B5EF4-FFF2-40B4-BE49-F238E27FC236}">
                <a16:creationId xmlns:a16="http://schemas.microsoft.com/office/drawing/2014/main" id="{CDC9B65E-8BAA-4676-9F32-44EC3772D342}"/>
              </a:ext>
            </a:extLst>
          </p:cNvPr>
          <p:cNvSpPr>
            <a:spLocks noGrp="1"/>
          </p:cNvSpPr>
          <p:nvPr>
            <p:ph type="body" sz="quarter" idx="23" hasCustomPrompt="1"/>
          </p:nvPr>
        </p:nvSpPr>
        <p:spPr>
          <a:xfrm>
            <a:off x="9752013" y="2529075"/>
            <a:ext cx="1828800" cy="2871263"/>
          </a:xfrm>
          <a:noFill/>
          <a:ln>
            <a:noFill/>
          </a:ln>
        </p:spPr>
        <p:txBody>
          <a:bodyPr lIns="182880" tIns="548640" rIns="182880" bIns="182880"/>
          <a:lstStyle>
            <a:lvl1pPr algn="ctr">
              <a:lnSpc>
                <a:spcPct val="90000"/>
              </a:lnSpc>
              <a:spcBef>
                <a:spcPts val="600"/>
              </a:spcBef>
              <a:buNone/>
              <a:defRPr sz="2000">
                <a:solidFill>
                  <a:schemeClr val="bg2">
                    <a:lumMod val="25000"/>
                  </a:schemeClr>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3" name="page number">
            <a:extLst>
              <a:ext uri="{FF2B5EF4-FFF2-40B4-BE49-F238E27FC236}">
                <a16:creationId xmlns:a16="http://schemas.microsoft.com/office/drawing/2014/main" id="{778B9E91-325F-BB46-BB33-20219DF70C9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37" name="Oval 36">
            <a:extLst>
              <a:ext uri="{FF2B5EF4-FFF2-40B4-BE49-F238E27FC236}">
                <a16:creationId xmlns:a16="http://schemas.microsoft.com/office/drawing/2014/main" id="{FF6B89BA-DE17-014A-9ED8-790359ADE9FE}"/>
              </a:ext>
              <a:ext uri="{C183D7F6-B498-43B3-948B-1728B52AA6E4}">
                <adec:decorative xmlns:adec="http://schemas.microsoft.com/office/drawing/2017/decorative" val="1"/>
              </a:ext>
            </a:extLst>
          </p:cNvPr>
          <p:cNvSpPr/>
          <p:nvPr/>
        </p:nvSpPr>
        <p:spPr bwMode="gray">
          <a:xfrm>
            <a:off x="1131007" y="2118221"/>
            <a:ext cx="788487" cy="788487"/>
          </a:xfrm>
          <a:prstGeom prst="ellipse">
            <a:avLst/>
          </a:prstGeom>
          <a:solidFill>
            <a:schemeClr val="bg1"/>
          </a:solidFill>
          <a:ln w="254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accent4"/>
                </a:solidFill>
              </a:rPr>
              <a:t>1</a:t>
            </a:r>
          </a:p>
        </p:txBody>
      </p:sp>
      <p:sp>
        <p:nvSpPr>
          <p:cNvPr id="39" name="Oval 38">
            <a:extLst>
              <a:ext uri="{FF2B5EF4-FFF2-40B4-BE49-F238E27FC236}">
                <a16:creationId xmlns:a16="http://schemas.microsoft.com/office/drawing/2014/main" id="{C609A2D8-18F0-8A47-BD8C-DD1AF0B615E1}"/>
              </a:ext>
              <a:ext uri="{C183D7F6-B498-43B3-948B-1728B52AA6E4}">
                <adec:decorative xmlns:adec="http://schemas.microsoft.com/office/drawing/2017/decorative" val="1"/>
              </a:ext>
            </a:extLst>
          </p:cNvPr>
          <p:cNvSpPr/>
          <p:nvPr/>
        </p:nvSpPr>
        <p:spPr bwMode="gray">
          <a:xfrm>
            <a:off x="3414170" y="2118221"/>
            <a:ext cx="788487" cy="788487"/>
          </a:xfrm>
          <a:prstGeom prst="ellipse">
            <a:avLst/>
          </a:prstGeom>
          <a:solidFill>
            <a:schemeClr val="bg1"/>
          </a:solidFill>
          <a:ln w="25400">
            <a:solidFill>
              <a:schemeClr val="accent3"/>
            </a:solidFill>
          </a:ln>
          <a:effectLst/>
        </p:spPr>
        <p:txBody>
          <a:bodyPr vert="horz" wrap="square" lIns="0" tIns="0" rIns="0" bIns="0" numCol="1" anchor="ctr" anchorCtr="0" compatLnSpc="1">
            <a:prstTxWarp prst="textNoShape">
              <a:avLst/>
            </a:prstTxWarp>
          </a:bodyPr>
          <a:lstStyle/>
          <a:p>
            <a:pPr lvl="0" algn="ctr"/>
            <a:r>
              <a:rPr lang="en-US" dirty="0">
                <a:solidFill>
                  <a:schemeClr val="accent3"/>
                </a:solidFill>
              </a:rPr>
              <a:t>2</a:t>
            </a:r>
          </a:p>
        </p:txBody>
      </p:sp>
      <p:sp>
        <p:nvSpPr>
          <p:cNvPr id="38" name="Oval 37">
            <a:extLst>
              <a:ext uri="{FF2B5EF4-FFF2-40B4-BE49-F238E27FC236}">
                <a16:creationId xmlns:a16="http://schemas.microsoft.com/office/drawing/2014/main" id="{5B0E1473-AF0F-7C48-8FAF-3848C1B61D3D}"/>
              </a:ext>
              <a:ext uri="{C183D7F6-B498-43B3-948B-1728B52AA6E4}">
                <adec:decorative xmlns:adec="http://schemas.microsoft.com/office/drawing/2017/decorative" val="1"/>
              </a:ext>
            </a:extLst>
          </p:cNvPr>
          <p:cNvSpPr/>
          <p:nvPr/>
        </p:nvSpPr>
        <p:spPr bwMode="gray">
          <a:xfrm>
            <a:off x="5705250" y="2118221"/>
            <a:ext cx="788487" cy="788487"/>
          </a:xfrm>
          <a:prstGeom prst="ellipse">
            <a:avLst/>
          </a:prstGeom>
          <a:solidFill>
            <a:schemeClr val="bg1"/>
          </a:solidFill>
          <a:ln w="254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2"/>
                </a:solidFill>
              </a:rPr>
              <a:t>3</a:t>
            </a:r>
          </a:p>
        </p:txBody>
      </p:sp>
      <p:sp>
        <p:nvSpPr>
          <p:cNvPr id="40" name="Oval 39">
            <a:extLst>
              <a:ext uri="{FF2B5EF4-FFF2-40B4-BE49-F238E27FC236}">
                <a16:creationId xmlns:a16="http://schemas.microsoft.com/office/drawing/2014/main" id="{E4E1A06A-E5D9-064B-85F4-74B463C7BDD3}"/>
              </a:ext>
              <a:ext uri="{C183D7F6-B498-43B3-948B-1728B52AA6E4}">
                <adec:decorative xmlns:adec="http://schemas.microsoft.com/office/drawing/2017/decorative" val="1"/>
              </a:ext>
            </a:extLst>
          </p:cNvPr>
          <p:cNvSpPr/>
          <p:nvPr/>
        </p:nvSpPr>
        <p:spPr bwMode="gray">
          <a:xfrm>
            <a:off x="7990158" y="2118221"/>
            <a:ext cx="788487" cy="788487"/>
          </a:xfrm>
          <a:prstGeom prst="ellipse">
            <a:avLst/>
          </a:prstGeom>
          <a:solidFill>
            <a:schemeClr val="bg1"/>
          </a:solidFill>
          <a:ln w="254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5"/>
                </a:solidFill>
              </a:rPr>
              <a:t>4</a:t>
            </a:r>
          </a:p>
        </p:txBody>
      </p:sp>
      <p:sp>
        <p:nvSpPr>
          <p:cNvPr id="41" name="Oval 40">
            <a:extLst>
              <a:ext uri="{FF2B5EF4-FFF2-40B4-BE49-F238E27FC236}">
                <a16:creationId xmlns:a16="http://schemas.microsoft.com/office/drawing/2014/main" id="{B7824627-50AB-F94E-9519-EADC5841F8D3}"/>
              </a:ext>
              <a:ext uri="{C183D7F6-B498-43B3-948B-1728B52AA6E4}">
                <adec:decorative xmlns:adec="http://schemas.microsoft.com/office/drawing/2017/decorative" val="1"/>
              </a:ext>
            </a:extLst>
          </p:cNvPr>
          <p:cNvSpPr/>
          <p:nvPr/>
        </p:nvSpPr>
        <p:spPr bwMode="gray">
          <a:xfrm>
            <a:off x="10272170" y="2118221"/>
            <a:ext cx="788487" cy="788487"/>
          </a:xfrm>
          <a:prstGeom prst="ellipse">
            <a:avLst/>
          </a:prstGeom>
          <a:solidFill>
            <a:schemeClr val="bg1"/>
          </a:solidFill>
          <a:ln w="254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bg2">
                    <a:lumMod val="25000"/>
                  </a:schemeClr>
                </a:solidFill>
              </a:rPr>
              <a:t>5</a:t>
            </a:r>
          </a:p>
        </p:txBody>
      </p:sp>
      <p:sp>
        <p:nvSpPr>
          <p:cNvPr id="25" name="Rectangle 24">
            <a:extLst>
              <a:ext uri="{FF2B5EF4-FFF2-40B4-BE49-F238E27FC236}">
                <a16:creationId xmlns:a16="http://schemas.microsoft.com/office/drawing/2014/main" id="{C52EE46A-2B6A-D0CE-D67A-E39C4516F8BB}"/>
              </a:ext>
            </a:extLst>
          </p:cNvPr>
          <p:cNvSpPr/>
          <p:nvPr userDrawn="1"/>
        </p:nvSpPr>
        <p:spPr>
          <a:xfrm>
            <a:off x="2894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6" name="Rectangle 25">
            <a:extLst>
              <a:ext uri="{FF2B5EF4-FFF2-40B4-BE49-F238E27FC236}">
                <a16:creationId xmlns:a16="http://schemas.microsoft.com/office/drawing/2014/main" id="{1DC9EA80-9EA8-343E-F517-1CAD885879D6}"/>
              </a:ext>
            </a:extLst>
          </p:cNvPr>
          <p:cNvSpPr/>
          <p:nvPr userDrawn="1"/>
        </p:nvSpPr>
        <p:spPr>
          <a:xfrm>
            <a:off x="518509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7" name="Rectangle 26">
            <a:extLst>
              <a:ext uri="{FF2B5EF4-FFF2-40B4-BE49-F238E27FC236}">
                <a16:creationId xmlns:a16="http://schemas.microsoft.com/office/drawing/2014/main" id="{A8D23D95-E4CC-0B03-48A9-0EC81B2368E5}"/>
              </a:ext>
            </a:extLst>
          </p:cNvPr>
          <p:cNvSpPr/>
          <p:nvPr userDrawn="1"/>
        </p:nvSpPr>
        <p:spPr>
          <a:xfrm>
            <a:off x="747000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1" name="Rectangle 30">
            <a:extLst>
              <a:ext uri="{FF2B5EF4-FFF2-40B4-BE49-F238E27FC236}">
                <a16:creationId xmlns:a16="http://schemas.microsoft.com/office/drawing/2014/main" id="{3737E5D6-04BF-01BC-A221-0F1D603C51D8}"/>
              </a:ext>
            </a:extLst>
          </p:cNvPr>
          <p:cNvSpPr/>
          <p:nvPr userDrawn="1"/>
        </p:nvSpPr>
        <p:spPr>
          <a:xfrm>
            <a:off x="9752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3" name="Rectangle 32">
            <a:extLst>
              <a:ext uri="{FF2B5EF4-FFF2-40B4-BE49-F238E27FC236}">
                <a16:creationId xmlns:a16="http://schemas.microsoft.com/office/drawing/2014/main" id="{65142366-F01F-D56A-11BB-7D669E9AD2B4}"/>
              </a:ext>
            </a:extLst>
          </p:cNvPr>
          <p:cNvSpPr/>
          <p:nvPr userDrawn="1"/>
        </p:nvSpPr>
        <p:spPr>
          <a:xfrm>
            <a:off x="61085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cxnSp>
        <p:nvCxnSpPr>
          <p:cNvPr id="34" name="Straight Connector 33">
            <a:extLst>
              <a:ext uri="{FF2B5EF4-FFF2-40B4-BE49-F238E27FC236}">
                <a16:creationId xmlns:a16="http://schemas.microsoft.com/office/drawing/2014/main" id="{182EA033-41AE-6148-A260-889FF59E41C9}"/>
              </a:ext>
            </a:extLst>
          </p:cNvPr>
          <p:cNvCxnSpPr/>
          <p:nvPr userDrawn="1"/>
        </p:nvCxnSpPr>
        <p:spPr bwMode="gray">
          <a:xfrm>
            <a:off x="610850" y="2512464"/>
            <a:ext cx="1828800"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62FF207-1B75-1940-91E1-2692254C727F}"/>
              </a:ext>
            </a:extLst>
          </p:cNvPr>
          <p:cNvCxnSpPr/>
          <p:nvPr userDrawn="1"/>
        </p:nvCxnSpPr>
        <p:spPr bwMode="gray">
          <a:xfrm>
            <a:off x="2894013" y="2512464"/>
            <a:ext cx="1828800"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03341DC-DE80-5E4C-A4C9-C984D7074760}"/>
              </a:ext>
            </a:extLst>
          </p:cNvPr>
          <p:cNvCxnSpPr/>
          <p:nvPr userDrawn="1"/>
        </p:nvCxnSpPr>
        <p:spPr bwMode="gray">
          <a:xfrm>
            <a:off x="5185093" y="2512464"/>
            <a:ext cx="1828800"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28E238A-DE09-DD4F-A6F3-2F244E7301C3}"/>
              </a:ext>
            </a:extLst>
          </p:cNvPr>
          <p:cNvCxnSpPr/>
          <p:nvPr userDrawn="1"/>
        </p:nvCxnSpPr>
        <p:spPr bwMode="gray">
          <a:xfrm>
            <a:off x="7470001" y="2512464"/>
            <a:ext cx="1828800"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8B64954-CA3A-494E-B70D-3405C9F592D8}"/>
              </a:ext>
            </a:extLst>
          </p:cNvPr>
          <p:cNvCxnSpPr/>
          <p:nvPr userDrawn="1"/>
        </p:nvCxnSpPr>
        <p:spPr bwMode="gray">
          <a:xfrm>
            <a:off x="9752013" y="2512464"/>
            <a:ext cx="1828800" cy="0"/>
          </a:xfrm>
          <a:prstGeom prst="line">
            <a:avLst/>
          </a:prstGeom>
          <a:ln w="25400">
            <a:solidFill>
              <a:srgbClr val="53565A"/>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4" name="page number">
            <a:extLst>
              <a:ext uri="{FF2B5EF4-FFF2-40B4-BE49-F238E27FC236}">
                <a16:creationId xmlns:a16="http://schemas.microsoft.com/office/drawing/2014/main" id="{778B9E91-325F-BB46-BB33-20219DF70C9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5" name="Oval 44">
            <a:extLst>
              <a:ext uri="{FF2B5EF4-FFF2-40B4-BE49-F238E27FC236}">
                <a16:creationId xmlns:a16="http://schemas.microsoft.com/office/drawing/2014/main" id="{FF6B89BA-DE17-014A-9ED8-790359ADE9FE}"/>
              </a:ext>
              <a:ext uri="{C183D7F6-B498-43B3-948B-1728B52AA6E4}">
                <adec:decorative xmlns:adec="http://schemas.microsoft.com/office/drawing/2017/decorative" val="1"/>
              </a:ext>
            </a:extLst>
          </p:cNvPr>
          <p:cNvSpPr/>
          <p:nvPr userDrawn="1"/>
        </p:nvSpPr>
        <p:spPr bwMode="gray">
          <a:xfrm>
            <a:off x="1131007" y="2118221"/>
            <a:ext cx="788487" cy="788487"/>
          </a:xfrm>
          <a:prstGeom prst="ellipse">
            <a:avLst/>
          </a:prstGeom>
          <a:solidFill>
            <a:schemeClr val="bg1"/>
          </a:solidFill>
          <a:ln w="254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accent4"/>
                </a:solidFill>
              </a:rPr>
              <a:t>1</a:t>
            </a:r>
          </a:p>
        </p:txBody>
      </p:sp>
      <p:sp>
        <p:nvSpPr>
          <p:cNvPr id="46" name="Oval 45">
            <a:extLst>
              <a:ext uri="{FF2B5EF4-FFF2-40B4-BE49-F238E27FC236}">
                <a16:creationId xmlns:a16="http://schemas.microsoft.com/office/drawing/2014/main" id="{C609A2D8-18F0-8A47-BD8C-DD1AF0B615E1}"/>
              </a:ext>
              <a:ext uri="{C183D7F6-B498-43B3-948B-1728B52AA6E4}">
                <adec:decorative xmlns:adec="http://schemas.microsoft.com/office/drawing/2017/decorative" val="1"/>
              </a:ext>
            </a:extLst>
          </p:cNvPr>
          <p:cNvSpPr/>
          <p:nvPr userDrawn="1"/>
        </p:nvSpPr>
        <p:spPr bwMode="gray">
          <a:xfrm>
            <a:off x="3414170" y="2118221"/>
            <a:ext cx="788487" cy="788487"/>
          </a:xfrm>
          <a:prstGeom prst="ellipse">
            <a:avLst/>
          </a:prstGeom>
          <a:solidFill>
            <a:schemeClr val="bg1"/>
          </a:solidFill>
          <a:ln w="25400">
            <a:solidFill>
              <a:schemeClr val="accent3"/>
            </a:solidFill>
          </a:ln>
          <a:effectLst/>
        </p:spPr>
        <p:txBody>
          <a:bodyPr vert="horz" wrap="square" lIns="91440" tIns="45720" rIns="91440" bIns="45720" numCol="1" anchor="ctr" anchorCtr="0" compatLnSpc="1">
            <a:prstTxWarp prst="textNoShape">
              <a:avLst/>
            </a:prstTxWarp>
          </a:bodyPr>
          <a:lstStyle/>
          <a:p>
            <a:pPr lvl="0" algn="ctr"/>
            <a:r>
              <a:rPr lang="en-US" dirty="0">
                <a:solidFill>
                  <a:schemeClr val="accent3"/>
                </a:solidFill>
              </a:rPr>
              <a:t>2</a:t>
            </a:r>
          </a:p>
        </p:txBody>
      </p:sp>
      <p:sp>
        <p:nvSpPr>
          <p:cNvPr id="47" name="Oval 46">
            <a:extLst>
              <a:ext uri="{FF2B5EF4-FFF2-40B4-BE49-F238E27FC236}">
                <a16:creationId xmlns:a16="http://schemas.microsoft.com/office/drawing/2014/main" id="{5B0E1473-AF0F-7C48-8FAF-3848C1B61D3D}"/>
              </a:ext>
              <a:ext uri="{C183D7F6-B498-43B3-948B-1728B52AA6E4}">
                <adec:decorative xmlns:adec="http://schemas.microsoft.com/office/drawing/2017/decorative" val="1"/>
              </a:ext>
            </a:extLst>
          </p:cNvPr>
          <p:cNvSpPr/>
          <p:nvPr userDrawn="1"/>
        </p:nvSpPr>
        <p:spPr bwMode="gray">
          <a:xfrm>
            <a:off x="5705250" y="2118221"/>
            <a:ext cx="788487" cy="788487"/>
          </a:xfrm>
          <a:prstGeom prst="ellipse">
            <a:avLst/>
          </a:prstGeom>
          <a:solidFill>
            <a:schemeClr val="bg1"/>
          </a:solidFill>
          <a:ln w="254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2"/>
                </a:solidFill>
              </a:rPr>
              <a:t>3</a:t>
            </a:r>
          </a:p>
        </p:txBody>
      </p:sp>
      <p:sp>
        <p:nvSpPr>
          <p:cNvPr id="48" name="Oval 47">
            <a:extLst>
              <a:ext uri="{FF2B5EF4-FFF2-40B4-BE49-F238E27FC236}">
                <a16:creationId xmlns:a16="http://schemas.microsoft.com/office/drawing/2014/main" id="{E4E1A06A-E5D9-064B-85F4-74B463C7BDD3}"/>
              </a:ext>
              <a:ext uri="{C183D7F6-B498-43B3-948B-1728B52AA6E4}">
                <adec:decorative xmlns:adec="http://schemas.microsoft.com/office/drawing/2017/decorative" val="1"/>
              </a:ext>
            </a:extLst>
          </p:cNvPr>
          <p:cNvSpPr/>
          <p:nvPr userDrawn="1"/>
        </p:nvSpPr>
        <p:spPr bwMode="gray">
          <a:xfrm>
            <a:off x="7990158" y="2118221"/>
            <a:ext cx="788487" cy="788487"/>
          </a:xfrm>
          <a:prstGeom prst="ellipse">
            <a:avLst/>
          </a:prstGeom>
          <a:solidFill>
            <a:schemeClr val="bg1"/>
          </a:solidFill>
          <a:ln w="254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5"/>
                </a:solidFill>
              </a:rPr>
              <a:t>4</a:t>
            </a:r>
          </a:p>
        </p:txBody>
      </p:sp>
      <p:sp>
        <p:nvSpPr>
          <p:cNvPr id="49" name="Oval 48">
            <a:extLst>
              <a:ext uri="{FF2B5EF4-FFF2-40B4-BE49-F238E27FC236}">
                <a16:creationId xmlns:a16="http://schemas.microsoft.com/office/drawing/2014/main" id="{B7824627-50AB-F94E-9519-EADC5841F8D3}"/>
              </a:ext>
              <a:ext uri="{C183D7F6-B498-43B3-948B-1728B52AA6E4}">
                <adec:decorative xmlns:adec="http://schemas.microsoft.com/office/drawing/2017/decorative" val="1"/>
              </a:ext>
            </a:extLst>
          </p:cNvPr>
          <p:cNvSpPr/>
          <p:nvPr userDrawn="1"/>
        </p:nvSpPr>
        <p:spPr bwMode="gray">
          <a:xfrm>
            <a:off x="10272170" y="2118221"/>
            <a:ext cx="788487" cy="788487"/>
          </a:xfrm>
          <a:prstGeom prst="ellipse">
            <a:avLst/>
          </a:prstGeom>
          <a:solidFill>
            <a:schemeClr val="bg1"/>
          </a:solidFill>
          <a:ln w="254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bg2">
                    <a:lumMod val="25000"/>
                  </a:schemeClr>
                </a:solidFill>
              </a:rPr>
              <a:t>5</a:t>
            </a:r>
          </a:p>
        </p:txBody>
      </p:sp>
    </p:spTree>
    <p:extLst>
      <p:ext uri="{BB962C8B-B14F-4D97-AF65-F5344CB8AC3E}">
        <p14:creationId xmlns:p14="http://schemas.microsoft.com/office/powerpoint/2010/main" val="545820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har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Sample Chart Layout for Text – Click to Add a Title</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35" name="Text Placeholder 3" descr="Row 1 label">
            <a:extLst>
              <a:ext uri="{FF2B5EF4-FFF2-40B4-BE49-F238E27FC236}">
                <a16:creationId xmlns:a16="http://schemas.microsoft.com/office/drawing/2014/main" id="{7077ED63-7149-B64F-804C-21E2E59DF7DB}"/>
              </a:ext>
            </a:extLst>
          </p:cNvPr>
          <p:cNvSpPr>
            <a:spLocks noGrp="1"/>
          </p:cNvSpPr>
          <p:nvPr>
            <p:ph type="body" sz="quarter" idx="30" hasCustomPrompt="1"/>
          </p:nvPr>
        </p:nvSpPr>
        <p:spPr>
          <a:xfrm>
            <a:off x="271464" y="1546789"/>
            <a:ext cx="574570" cy="439174"/>
          </a:xfrm>
          <a:solidFill>
            <a:schemeClr val="bg1"/>
          </a:solid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Open Sans" panose="020B0606030504020204" pitchFamily="34" charset="0"/>
              <a:buChar char="​"/>
              <a:defRPr sz="1400"/>
            </a:lvl2pPr>
          </a:lstStyle>
          <a:p>
            <a:pPr lvl="0"/>
            <a:r>
              <a:rPr lang="en-US" dirty="0"/>
              <a:t>Click to add text</a:t>
            </a:r>
          </a:p>
        </p:txBody>
      </p:sp>
      <p:sp>
        <p:nvSpPr>
          <p:cNvPr id="34" name="Text Placeholder 3" descr="Row 1 text box is a long horizontal box the width of the slide acting as a header. ">
            <a:extLst>
              <a:ext uri="{FF2B5EF4-FFF2-40B4-BE49-F238E27FC236}">
                <a16:creationId xmlns:a16="http://schemas.microsoft.com/office/drawing/2014/main" id="{03CB2304-DD0F-674C-91F7-863CDF3757FC}"/>
              </a:ext>
            </a:extLst>
          </p:cNvPr>
          <p:cNvSpPr>
            <a:spLocks noGrp="1"/>
          </p:cNvSpPr>
          <p:nvPr>
            <p:ph type="body" sz="quarter" idx="29" hasCustomPrompt="1"/>
          </p:nvPr>
        </p:nvSpPr>
        <p:spPr>
          <a:xfrm>
            <a:off x="1034040" y="1561701"/>
            <a:ext cx="10630969" cy="429469"/>
          </a:xfrm>
          <a:solidFill>
            <a:srgbClr val="F4F8FA"/>
          </a:solidFill>
          <a:ln w="12700">
            <a:solidFill>
              <a:schemeClr val="accent3">
                <a:alpha val="25000"/>
              </a:schemeClr>
            </a:solidFill>
          </a:ln>
        </p:spPr>
        <p:txBody>
          <a:bodyPr tIns="91440"/>
          <a:lstStyle>
            <a:lvl1pPr algn="ctr">
              <a:lnSpc>
                <a:spcPct val="100000"/>
              </a:lnSpc>
              <a:spcBef>
                <a:spcPts val="600"/>
              </a:spcBef>
              <a:buNone/>
              <a:defRPr sz="1600">
                <a:solidFill>
                  <a:schemeClr val="tx1"/>
                </a:solidFill>
              </a:defRPr>
            </a:lvl1pPr>
            <a:lvl2pPr marL="0" indent="0" algn="ctr">
              <a:lnSpc>
                <a:spcPct val="100000"/>
              </a:lnSpc>
              <a:spcBef>
                <a:spcPts val="600"/>
              </a:spcBef>
              <a:buFont typeface="Open Sans" panose="020B0606030504020204" pitchFamily="34" charset="0"/>
              <a:buChar char="​"/>
              <a:defRPr sz="1400"/>
            </a:lvl2pPr>
          </a:lstStyle>
          <a:p>
            <a:pPr lvl="0"/>
            <a:r>
              <a:rPr lang="en-US"/>
              <a:t>Click to add text</a:t>
            </a:r>
          </a:p>
        </p:txBody>
      </p:sp>
      <p:sp>
        <p:nvSpPr>
          <p:cNvPr id="36" name="Text Placeholder 3" descr="Row 2 label; this row shows 4 content boxes labeled A through D, each is a different color and holds text.">
            <a:extLst>
              <a:ext uri="{FF2B5EF4-FFF2-40B4-BE49-F238E27FC236}">
                <a16:creationId xmlns:a16="http://schemas.microsoft.com/office/drawing/2014/main" id="{3E62FD32-E978-1A49-AA98-60CD14AE003D}"/>
              </a:ext>
            </a:extLst>
          </p:cNvPr>
          <p:cNvSpPr>
            <a:spLocks noGrp="1"/>
          </p:cNvSpPr>
          <p:nvPr>
            <p:ph type="body" sz="quarter" idx="31" hasCustomPrompt="1"/>
          </p:nvPr>
        </p:nvSpPr>
        <p:spPr>
          <a:xfrm>
            <a:off x="285750" y="3304775"/>
            <a:ext cx="560283" cy="658026"/>
          </a:xfrm>
          <a:solidFill>
            <a:schemeClr val="bg1"/>
          </a:solid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Open Sans" panose="020B0606030504020204" pitchFamily="34" charset="0"/>
              <a:buChar char="​"/>
              <a:defRPr sz="1400"/>
            </a:lvl2pPr>
          </a:lstStyle>
          <a:p>
            <a:pPr lvl="0"/>
            <a:r>
              <a:rPr lang="en-US" dirty="0"/>
              <a:t>Click to add text</a:t>
            </a:r>
          </a:p>
        </p:txBody>
      </p:sp>
      <p:cxnSp>
        <p:nvCxnSpPr>
          <p:cNvPr id="4" name="Straight Connector 3">
            <a:extLst>
              <a:ext uri="{FF2B5EF4-FFF2-40B4-BE49-F238E27FC236}">
                <a16:creationId xmlns:a16="http://schemas.microsoft.com/office/drawing/2014/main" id="{7E322B01-8AA4-6B48-98B8-90F64F16E3E4}"/>
              </a:ext>
              <a:ext uri="{C183D7F6-B498-43B3-948B-1728B52AA6E4}">
                <adec:decorative xmlns:adec="http://schemas.microsoft.com/office/drawing/2017/decorative" val="1"/>
              </a:ext>
            </a:extLst>
          </p:cNvPr>
          <p:cNvCxnSpPr/>
          <p:nvPr/>
        </p:nvCxnSpPr>
        <p:spPr bwMode="gray">
          <a:xfrm>
            <a:off x="1093076" y="2680138"/>
            <a:ext cx="2459421"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7" name="Text Placeholder 3" descr="Row 2, box 1: text in plum">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1102407" y="2699834"/>
            <a:ext cx="2459421" cy="1949198"/>
          </a:xfrm>
          <a:noFill/>
          <a:ln w="15875">
            <a:noFill/>
          </a:ln>
        </p:spPr>
        <p:txBody>
          <a:bodyPr tIns="365760"/>
          <a:lstStyle>
            <a:lvl1pPr algn="ctr">
              <a:lnSpc>
                <a:spcPct val="100000"/>
              </a:lnSpc>
              <a:spcBef>
                <a:spcPts val="600"/>
              </a:spcBef>
              <a:buNone/>
              <a:defRPr sz="1800">
                <a:solidFill>
                  <a:schemeClr val="accent4"/>
                </a:solidFill>
              </a:defRPr>
            </a:lvl1pPr>
            <a:lvl2pPr marL="0" indent="0" algn="ctr">
              <a:lnSpc>
                <a:spcPct val="100000"/>
              </a:lnSpc>
              <a:spcBef>
                <a:spcPts val="600"/>
              </a:spcBef>
              <a:buFont typeface="Open Sans" panose="020B0606030504020204" pitchFamily="34" charset="0"/>
              <a:buChar char="​"/>
              <a:defRPr sz="1400">
                <a:solidFill>
                  <a:schemeClr val="tx1"/>
                </a:solidFill>
              </a:defRPr>
            </a:lvl2pPr>
          </a:lstStyle>
          <a:p>
            <a:pPr lvl="0"/>
            <a:r>
              <a:rPr lang="en-US" dirty="0"/>
              <a:t>Click to add text</a:t>
            </a:r>
          </a:p>
          <a:p>
            <a:pPr lvl="1"/>
            <a:r>
              <a:rPr lang="en-US" dirty="0"/>
              <a:t>Second level</a:t>
            </a:r>
          </a:p>
        </p:txBody>
      </p:sp>
      <p:cxnSp>
        <p:nvCxnSpPr>
          <p:cNvPr id="32" name="Straight Connector 31">
            <a:extLst>
              <a:ext uri="{FF2B5EF4-FFF2-40B4-BE49-F238E27FC236}">
                <a16:creationId xmlns:a16="http://schemas.microsoft.com/office/drawing/2014/main" id="{65C97932-042E-C845-9300-586CA61AB8C0}"/>
              </a:ext>
              <a:ext uri="{C183D7F6-B498-43B3-948B-1728B52AA6E4}">
                <adec:decorative xmlns:adec="http://schemas.microsoft.com/office/drawing/2017/decorative" val="1"/>
              </a:ext>
            </a:extLst>
          </p:cNvPr>
          <p:cNvCxnSpPr/>
          <p:nvPr/>
        </p:nvCxnSpPr>
        <p:spPr bwMode="gray">
          <a:xfrm>
            <a:off x="3805092" y="2680138"/>
            <a:ext cx="2459421"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9" name="Text Placeholder 3" descr="Row 2, box 3: text in indigo">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3816081" y="2699834"/>
            <a:ext cx="2459421" cy="1949198"/>
          </a:xfrm>
          <a:noFill/>
          <a:ln w="15875">
            <a:noFill/>
          </a:ln>
        </p:spPr>
        <p:txBody>
          <a:bodyPr tIns="365760"/>
          <a:lstStyle>
            <a:lvl1pPr algn="ctr">
              <a:lnSpc>
                <a:spcPct val="100000"/>
              </a:lnSpc>
              <a:spcBef>
                <a:spcPts val="600"/>
              </a:spcBef>
              <a:defRPr sz="1800">
                <a:solidFill>
                  <a:schemeClr val="accent3"/>
                </a:solidFill>
              </a:defRPr>
            </a:lvl1pPr>
            <a:lvl2pPr marL="285750" indent="-285750" algn="ctr">
              <a:lnSpc>
                <a:spcPct val="100000"/>
              </a:lnSpc>
              <a:spcBef>
                <a:spcPts val="600"/>
              </a:spcBef>
              <a:buFont typeface="Open Sans" panose="020B0606030504020204" pitchFamily="34" charset="0"/>
              <a:buChar char="​"/>
              <a:defRPr lang="en-US" sz="14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25" name="Straight Connector 24">
            <a:extLst>
              <a:ext uri="{FF2B5EF4-FFF2-40B4-BE49-F238E27FC236}">
                <a16:creationId xmlns:a16="http://schemas.microsoft.com/office/drawing/2014/main" id="{1AEFB321-2C32-7945-A5C9-A9F00AE58896}"/>
              </a:ext>
              <a:ext uri="{C183D7F6-B498-43B3-948B-1728B52AA6E4}">
                <adec:decorative xmlns:adec="http://schemas.microsoft.com/office/drawing/2017/decorative" val="1"/>
              </a:ext>
            </a:extLst>
          </p:cNvPr>
          <p:cNvCxnSpPr/>
          <p:nvPr/>
        </p:nvCxnSpPr>
        <p:spPr bwMode="gray">
          <a:xfrm>
            <a:off x="6517108" y="2680138"/>
            <a:ext cx="2459421"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8" name="Text Placeholder 3" descr="Row 2, box 2: text in ocean">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6529755" y="2699834"/>
            <a:ext cx="2459421" cy="1949198"/>
          </a:xfrm>
          <a:noFill/>
          <a:ln w="15875">
            <a:noFill/>
          </a:ln>
        </p:spPr>
        <p:txBody>
          <a:bodyPr tIns="365760"/>
          <a:lstStyle>
            <a:lvl1pPr algn="ctr">
              <a:lnSpc>
                <a:spcPct val="100000"/>
              </a:lnSpc>
              <a:spcBef>
                <a:spcPts val="600"/>
              </a:spcBef>
              <a:buNone/>
              <a:defRPr sz="1800">
                <a:solidFill>
                  <a:schemeClr val="accent2"/>
                </a:solidFill>
              </a:defRPr>
            </a:lvl1pPr>
            <a:lvl2pPr marL="285750" indent="-285750" algn="ctr">
              <a:lnSpc>
                <a:spcPct val="100000"/>
              </a:lnSpc>
              <a:spcBef>
                <a:spcPts val="600"/>
              </a:spcBef>
              <a:buFont typeface="Open Sans" panose="020B0606030504020204" pitchFamily="34" charset="0"/>
              <a:buChar char="​"/>
              <a:defRPr lang="en-US" sz="1400" kern="120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38" name="Straight Connector 37">
            <a:extLst>
              <a:ext uri="{FF2B5EF4-FFF2-40B4-BE49-F238E27FC236}">
                <a16:creationId xmlns:a16="http://schemas.microsoft.com/office/drawing/2014/main" id="{D68A42CD-A1AD-9149-80A3-4BFE5D75E3AB}"/>
              </a:ext>
              <a:ext uri="{C183D7F6-B498-43B3-948B-1728B52AA6E4}">
                <adec:decorative xmlns:adec="http://schemas.microsoft.com/office/drawing/2017/decorative" val="1"/>
              </a:ext>
            </a:extLst>
          </p:cNvPr>
          <p:cNvCxnSpPr/>
          <p:nvPr/>
        </p:nvCxnSpPr>
        <p:spPr bwMode="gray">
          <a:xfrm>
            <a:off x="9229123" y="2680138"/>
            <a:ext cx="2459421"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0" name="Text Placeholder 3" descr="Row 2, box 4: text in dark green">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9243428" y="2699834"/>
            <a:ext cx="2459421" cy="1949198"/>
          </a:xfrm>
          <a:noFill/>
          <a:ln w="15875">
            <a:noFill/>
          </a:ln>
        </p:spPr>
        <p:txBody>
          <a:bodyPr tIns="365760"/>
          <a:lstStyle>
            <a:lvl1pPr algn="ctr">
              <a:lnSpc>
                <a:spcPct val="100000"/>
              </a:lnSpc>
              <a:spcBef>
                <a:spcPts val="600"/>
              </a:spcBef>
              <a:buNone/>
              <a:defRPr sz="1800">
                <a:solidFill>
                  <a:schemeClr val="accent5"/>
                </a:solidFill>
              </a:defRPr>
            </a:lvl1pPr>
            <a:lvl2pPr marL="285750" indent="-285750" algn="ctr">
              <a:lnSpc>
                <a:spcPct val="100000"/>
              </a:lnSpc>
              <a:spcBef>
                <a:spcPts val="600"/>
              </a:spcBef>
              <a:buFont typeface="Open Sans" panose="020B0606030504020204" pitchFamily="34" charset="0"/>
              <a:buChar char="​"/>
              <a:defRPr lang="en-US" sz="14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37" name="Text Placeholder 3" descr="Row 3 label: this row shows six, small content boxes in a horiztonal row">
            <a:extLst>
              <a:ext uri="{FF2B5EF4-FFF2-40B4-BE49-F238E27FC236}">
                <a16:creationId xmlns:a16="http://schemas.microsoft.com/office/drawing/2014/main" id="{EF286E42-C44A-274D-B9C1-D21F1AD1DEB2}"/>
              </a:ext>
            </a:extLst>
          </p:cNvPr>
          <p:cNvSpPr>
            <a:spLocks noGrp="1"/>
          </p:cNvSpPr>
          <p:nvPr>
            <p:ph type="body" sz="quarter" idx="32" hasCustomPrompt="1"/>
          </p:nvPr>
        </p:nvSpPr>
        <p:spPr>
          <a:xfrm>
            <a:off x="300038" y="5065521"/>
            <a:ext cx="545995" cy="658026"/>
          </a:xfrm>
          <a:solidFill>
            <a:schemeClr val="bg1"/>
          </a:solid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Open Sans" panose="020B0606030504020204" pitchFamily="34" charset="0"/>
              <a:buChar char="​"/>
              <a:defRPr sz="1400"/>
            </a:lvl2pPr>
          </a:lstStyle>
          <a:p>
            <a:pPr lvl="0"/>
            <a:r>
              <a:rPr lang="en-US"/>
              <a:t>Click to add text</a:t>
            </a:r>
          </a:p>
        </p:txBody>
      </p:sp>
      <p:sp>
        <p:nvSpPr>
          <p:cNvPr id="20" name="Text Placeholder 3" descr="Row 3, text box 1">
            <a:extLst>
              <a:ext uri="{FF2B5EF4-FFF2-40B4-BE49-F238E27FC236}">
                <a16:creationId xmlns:a16="http://schemas.microsoft.com/office/drawing/2014/main" id="{828E38C7-4E21-F24B-B372-9632EC441D7F}"/>
              </a:ext>
            </a:extLst>
          </p:cNvPr>
          <p:cNvSpPr>
            <a:spLocks noGrp="1"/>
          </p:cNvSpPr>
          <p:nvPr>
            <p:ph type="body" sz="quarter" idx="23" hasCustomPrompt="1"/>
          </p:nvPr>
        </p:nvSpPr>
        <p:spPr>
          <a:xfrm>
            <a:off x="1115051"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21" name="Text Placeholder 3" descr="Row 3, text box 2">
            <a:extLst>
              <a:ext uri="{FF2B5EF4-FFF2-40B4-BE49-F238E27FC236}">
                <a16:creationId xmlns:a16="http://schemas.microsoft.com/office/drawing/2014/main" id="{8B2FDC15-7948-0244-83E4-0CDCDBC619B3}"/>
              </a:ext>
            </a:extLst>
          </p:cNvPr>
          <p:cNvSpPr>
            <a:spLocks noGrp="1"/>
          </p:cNvSpPr>
          <p:nvPr>
            <p:ph type="body" sz="quarter" idx="24" hasCustomPrompt="1"/>
          </p:nvPr>
        </p:nvSpPr>
        <p:spPr>
          <a:xfrm>
            <a:off x="2886312"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26" name="Text Placeholder 3" descr="Row 3, text box 3">
            <a:extLst>
              <a:ext uri="{FF2B5EF4-FFF2-40B4-BE49-F238E27FC236}">
                <a16:creationId xmlns:a16="http://schemas.microsoft.com/office/drawing/2014/main" id="{E4B34A83-BA8A-6844-8A56-BBD517A5B6FD}"/>
              </a:ext>
            </a:extLst>
          </p:cNvPr>
          <p:cNvSpPr>
            <a:spLocks noGrp="1"/>
          </p:cNvSpPr>
          <p:nvPr>
            <p:ph type="body" sz="quarter" idx="25" hasCustomPrompt="1"/>
          </p:nvPr>
        </p:nvSpPr>
        <p:spPr>
          <a:xfrm>
            <a:off x="4657573"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27" name="Text Placeholder 3" descr="Row 3, text box 4">
            <a:extLst>
              <a:ext uri="{FF2B5EF4-FFF2-40B4-BE49-F238E27FC236}">
                <a16:creationId xmlns:a16="http://schemas.microsoft.com/office/drawing/2014/main" id="{532716FA-3DC7-AF41-8C5F-F9D040A43930}"/>
              </a:ext>
            </a:extLst>
          </p:cNvPr>
          <p:cNvSpPr>
            <a:spLocks noGrp="1"/>
          </p:cNvSpPr>
          <p:nvPr>
            <p:ph type="body" sz="quarter" idx="26" hasCustomPrompt="1"/>
          </p:nvPr>
        </p:nvSpPr>
        <p:spPr>
          <a:xfrm>
            <a:off x="6428834"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31" name="Text Placeholder 3" descr="Row 3, text box 5">
            <a:extLst>
              <a:ext uri="{FF2B5EF4-FFF2-40B4-BE49-F238E27FC236}">
                <a16:creationId xmlns:a16="http://schemas.microsoft.com/office/drawing/2014/main" id="{6EA6D41F-30CE-1443-9F1F-896A2907ECBD}"/>
              </a:ext>
            </a:extLst>
          </p:cNvPr>
          <p:cNvSpPr>
            <a:spLocks noGrp="1"/>
          </p:cNvSpPr>
          <p:nvPr>
            <p:ph type="body" sz="quarter" idx="27" hasCustomPrompt="1"/>
          </p:nvPr>
        </p:nvSpPr>
        <p:spPr>
          <a:xfrm>
            <a:off x="8200095"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33" name="Text Placeholder 3" descr="Row 3, text box 6">
            <a:extLst>
              <a:ext uri="{FF2B5EF4-FFF2-40B4-BE49-F238E27FC236}">
                <a16:creationId xmlns:a16="http://schemas.microsoft.com/office/drawing/2014/main" id="{62388AAB-5BA2-4747-B0D0-B11DA9195125}"/>
              </a:ext>
            </a:extLst>
          </p:cNvPr>
          <p:cNvSpPr>
            <a:spLocks noGrp="1"/>
          </p:cNvSpPr>
          <p:nvPr>
            <p:ph type="body" sz="quarter" idx="28" hasCustomPrompt="1"/>
          </p:nvPr>
        </p:nvSpPr>
        <p:spPr>
          <a:xfrm>
            <a:off x="9971354"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24" name="page number">
            <a:extLst>
              <a:ext uri="{FF2B5EF4-FFF2-40B4-BE49-F238E27FC236}">
                <a16:creationId xmlns:a16="http://schemas.microsoft.com/office/drawing/2014/main" id="{D09494D0-773E-A04D-BC5F-65AA87B8246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cxnSp>
        <p:nvCxnSpPr>
          <p:cNvPr id="23" name="Straight Connector 22">
            <a:extLst>
              <a:ext uri="{FF2B5EF4-FFF2-40B4-BE49-F238E27FC236}">
                <a16:creationId xmlns:a16="http://schemas.microsoft.com/office/drawing/2014/main" id="{7E322B01-8AA4-6B48-98B8-90F64F16E3E4}"/>
              </a:ext>
              <a:ext uri="{C183D7F6-B498-43B3-948B-1728B52AA6E4}">
                <adec:decorative xmlns:adec="http://schemas.microsoft.com/office/drawing/2017/decorative" val="1"/>
              </a:ext>
            </a:extLst>
          </p:cNvPr>
          <p:cNvCxnSpPr/>
          <p:nvPr userDrawn="1"/>
        </p:nvCxnSpPr>
        <p:spPr bwMode="gray">
          <a:xfrm>
            <a:off x="1093076" y="2680138"/>
            <a:ext cx="2459421"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65C97932-042E-C845-9300-586CA61AB8C0}"/>
              </a:ext>
              <a:ext uri="{C183D7F6-B498-43B3-948B-1728B52AA6E4}">
                <adec:decorative xmlns:adec="http://schemas.microsoft.com/office/drawing/2017/decorative" val="1"/>
              </a:ext>
            </a:extLst>
          </p:cNvPr>
          <p:cNvCxnSpPr/>
          <p:nvPr userDrawn="1"/>
        </p:nvCxnSpPr>
        <p:spPr bwMode="gray">
          <a:xfrm>
            <a:off x="3805092" y="2680138"/>
            <a:ext cx="2459421"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1AEFB321-2C32-7945-A5C9-A9F00AE58896}"/>
              </a:ext>
              <a:ext uri="{C183D7F6-B498-43B3-948B-1728B52AA6E4}">
                <adec:decorative xmlns:adec="http://schemas.microsoft.com/office/drawing/2017/decorative" val="1"/>
              </a:ext>
            </a:extLst>
          </p:cNvPr>
          <p:cNvCxnSpPr/>
          <p:nvPr userDrawn="1"/>
        </p:nvCxnSpPr>
        <p:spPr bwMode="gray">
          <a:xfrm>
            <a:off x="6517108" y="2680138"/>
            <a:ext cx="2459421"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68A42CD-A1AD-9149-80A3-4BFE5D75E3AB}"/>
              </a:ext>
              <a:ext uri="{C183D7F6-B498-43B3-948B-1728B52AA6E4}">
                <adec:decorative xmlns:adec="http://schemas.microsoft.com/office/drawing/2017/decorative" val="1"/>
              </a:ext>
            </a:extLst>
          </p:cNvPr>
          <p:cNvCxnSpPr/>
          <p:nvPr userDrawn="1"/>
        </p:nvCxnSpPr>
        <p:spPr bwMode="gray">
          <a:xfrm>
            <a:off x="9229123" y="2680138"/>
            <a:ext cx="2459421"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2" name="page number">
            <a:extLst>
              <a:ext uri="{FF2B5EF4-FFF2-40B4-BE49-F238E27FC236}">
                <a16:creationId xmlns:a16="http://schemas.microsoft.com/office/drawing/2014/main" id="{D09494D0-773E-A04D-BC5F-65AA87B8246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742928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Big Statement - Leaf">
    <p:spTree>
      <p:nvGrpSpPr>
        <p:cNvPr id="1" name=""/>
        <p:cNvGrpSpPr/>
        <p:nvPr/>
      </p:nvGrpSpPr>
      <p:grpSpPr>
        <a:xfrm>
          <a:off x="0" y="0"/>
          <a:ext cx="0" cy="0"/>
          <a:chOff x="0" y="0"/>
          <a:chExt cx="0" cy="0"/>
        </a:xfrm>
      </p:grpSpPr>
      <p:grpSp>
        <p:nvGrpSpPr>
          <p:cNvPr id="34" name="Group 33">
            <a:extLst>
              <a:ext uri="{FF2B5EF4-FFF2-40B4-BE49-F238E27FC236}">
                <a16:creationId xmlns:a16="http://schemas.microsoft.com/office/drawing/2014/main" id="{AE796DBB-7792-6B1A-4BD6-1B6B3F4B736A}"/>
              </a:ext>
            </a:extLst>
          </p:cNvPr>
          <p:cNvGrpSpPr/>
          <p:nvPr/>
        </p:nvGrpSpPr>
        <p:grpSpPr>
          <a:xfrm>
            <a:off x="5111737" y="1408637"/>
            <a:ext cx="7077088" cy="4553747"/>
            <a:chOff x="5111737" y="1408637"/>
            <a:chExt cx="7077088" cy="4553747"/>
          </a:xfrm>
        </p:grpSpPr>
        <p:sp>
          <p:nvSpPr>
            <p:cNvPr id="33" name="Freeform: Shape 32">
              <a:extLst>
                <a:ext uri="{FF2B5EF4-FFF2-40B4-BE49-F238E27FC236}">
                  <a16:creationId xmlns:a16="http://schemas.microsoft.com/office/drawing/2014/main" id="{E4086297-1AF3-2A2B-2613-14EDF97D3E23}"/>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5000">
                  <a:srgbClr val="61A30E"/>
                </a:gs>
                <a:gs pos="80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30" name="Freeform: Shape 29">
              <a:extLst>
                <a:ext uri="{FF2B5EF4-FFF2-40B4-BE49-F238E27FC236}">
                  <a16:creationId xmlns:a16="http://schemas.microsoft.com/office/drawing/2014/main" id="{6E43FCC5-AD89-BD2E-37A1-C8E7D4E39967}"/>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5000">
                  <a:srgbClr val="61A30E"/>
                </a:gs>
                <a:gs pos="80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grpSp>
      <p:sp>
        <p:nvSpPr>
          <p:cNvPr id="9" name="Text Placeholder 862">
            <a:extLst>
              <a:ext uri="{FF2B5EF4-FFF2-40B4-BE49-F238E27FC236}">
                <a16:creationId xmlns:a16="http://schemas.microsoft.com/office/drawing/2014/main" id="{65A5776C-9EB9-F84B-B0C4-411FA1106F62}"/>
              </a:ext>
            </a:extLst>
          </p:cNvPr>
          <p:cNvSpPr>
            <a:spLocks noGrp="1"/>
          </p:cNvSpPr>
          <p:nvPr>
            <p:ph type="body" sz="quarter" idx="12" hasCustomPrompt="1"/>
          </p:nvPr>
        </p:nvSpPr>
        <p:spPr>
          <a:xfrm>
            <a:off x="586477" y="2233670"/>
            <a:ext cx="6519403" cy="2285999"/>
          </a:xfrm>
        </p:spPr>
        <p:txBody>
          <a:bodyPr anchor="ctr"/>
          <a:lstStyle>
            <a:lvl1pPr>
              <a:lnSpc>
                <a:spcPct val="100000"/>
              </a:lnSpc>
              <a:spcBef>
                <a:spcPts val="0"/>
              </a:spcBef>
              <a:defRPr sz="3600">
                <a:solidFill>
                  <a:schemeClr val="accent4"/>
                </a:solidFill>
              </a:defRPr>
            </a:lvl1pPr>
            <a:lvl2pPr marL="273050" indent="0">
              <a:buNone/>
              <a:defRPr/>
            </a:lvl2pPr>
          </a:lstStyle>
          <a:p>
            <a:pPr lvl="0"/>
            <a:r>
              <a:rPr lang="en-US" dirty="0"/>
              <a:t>Slide with large text placeholder, green theme.</a:t>
            </a:r>
          </a:p>
        </p:txBody>
      </p:sp>
      <p:sp>
        <p:nvSpPr>
          <p:cNvPr id="15" name="page number">
            <a:extLst>
              <a:ext uri="{FF2B5EF4-FFF2-40B4-BE49-F238E27FC236}">
                <a16:creationId xmlns:a16="http://schemas.microsoft.com/office/drawing/2014/main" id="{55FF2E89-7A98-C14C-B802-9BBF588108E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1" name="page number">
            <a:extLst>
              <a:ext uri="{FF2B5EF4-FFF2-40B4-BE49-F238E27FC236}">
                <a16:creationId xmlns:a16="http://schemas.microsoft.com/office/drawing/2014/main" id="{55FF2E89-7A98-C14C-B802-9BBF588108E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4270682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Big Statement - Aqua">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FAE981AE-FE9F-186D-50E0-7F14F9BF53B6}"/>
              </a:ext>
            </a:extLst>
          </p:cNvPr>
          <p:cNvGrpSpPr/>
          <p:nvPr/>
        </p:nvGrpSpPr>
        <p:grpSpPr>
          <a:xfrm>
            <a:off x="5111737" y="1408637"/>
            <a:ext cx="7077088" cy="4553747"/>
            <a:chOff x="5111737" y="1408637"/>
            <a:chExt cx="7077088" cy="4553747"/>
          </a:xfrm>
        </p:grpSpPr>
        <p:sp>
          <p:nvSpPr>
            <p:cNvPr id="3" name="Freeform: Shape 2">
              <a:extLst>
                <a:ext uri="{FF2B5EF4-FFF2-40B4-BE49-F238E27FC236}">
                  <a16:creationId xmlns:a16="http://schemas.microsoft.com/office/drawing/2014/main" id="{4C6C08E0-382E-E034-0786-953B81FE7655}"/>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21000">
                  <a:schemeClr val="accent2"/>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13" name="Freeform: Shape 12">
              <a:extLst>
                <a:ext uri="{FF2B5EF4-FFF2-40B4-BE49-F238E27FC236}">
                  <a16:creationId xmlns:a16="http://schemas.microsoft.com/office/drawing/2014/main" id="{E200D762-9980-0F2F-A4D2-E7F64294A756}"/>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21000">
                  <a:schemeClr val="accent2"/>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grpSp>
      <p:sp>
        <p:nvSpPr>
          <p:cNvPr id="9" name="Text Placeholder 862">
            <a:extLst>
              <a:ext uri="{FF2B5EF4-FFF2-40B4-BE49-F238E27FC236}">
                <a16:creationId xmlns:a16="http://schemas.microsoft.com/office/drawing/2014/main" id="{113BEA88-710C-A54D-A13C-5E36B6B878B7}"/>
              </a:ext>
            </a:extLst>
          </p:cNvPr>
          <p:cNvSpPr>
            <a:spLocks noGrp="1"/>
          </p:cNvSpPr>
          <p:nvPr>
            <p:ph type="body" sz="quarter" idx="12" hasCustomPrompt="1"/>
          </p:nvPr>
        </p:nvSpPr>
        <p:spPr>
          <a:xfrm>
            <a:off x="580171" y="2233670"/>
            <a:ext cx="6525709" cy="2285999"/>
          </a:xfrm>
        </p:spPr>
        <p:txBody>
          <a:bodyPr anchor="ctr"/>
          <a:lstStyle>
            <a:lvl1pPr>
              <a:lnSpc>
                <a:spcPct val="100000"/>
              </a:lnSpc>
              <a:spcBef>
                <a:spcPts val="0"/>
              </a:spcBef>
              <a:defRPr sz="3600">
                <a:solidFill>
                  <a:schemeClr val="accent2"/>
                </a:solidFill>
              </a:defRPr>
            </a:lvl1pPr>
            <a:lvl2pPr marL="273050" indent="0">
              <a:buNone/>
              <a:defRPr/>
            </a:lvl2pPr>
          </a:lstStyle>
          <a:p>
            <a:pPr lvl="0"/>
            <a:r>
              <a:rPr lang="en-US" dirty="0"/>
              <a:t>Slide with large text placeholder, blue theme.</a:t>
            </a:r>
          </a:p>
        </p:txBody>
      </p:sp>
      <p:sp>
        <p:nvSpPr>
          <p:cNvPr id="16" name="page number">
            <a:extLst>
              <a:ext uri="{FF2B5EF4-FFF2-40B4-BE49-F238E27FC236}">
                <a16:creationId xmlns:a16="http://schemas.microsoft.com/office/drawing/2014/main" id="{3A15EC20-3B57-4E4E-872C-A34852CBEF1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1" name="page number">
            <a:extLst>
              <a:ext uri="{FF2B5EF4-FFF2-40B4-BE49-F238E27FC236}">
                <a16:creationId xmlns:a16="http://schemas.microsoft.com/office/drawing/2014/main" id="{3A15EC20-3B57-4E4E-872C-A34852CBEF1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6763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Big Statement - Plum">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76AE21A-751A-3AAB-6E34-CE624563FF91}"/>
              </a:ext>
            </a:extLst>
          </p:cNvPr>
          <p:cNvGrpSpPr/>
          <p:nvPr/>
        </p:nvGrpSpPr>
        <p:grpSpPr>
          <a:xfrm>
            <a:off x="5111737" y="1408637"/>
            <a:ext cx="7077088" cy="4553747"/>
            <a:chOff x="5111737" y="1408637"/>
            <a:chExt cx="7077088" cy="4553747"/>
          </a:xfrm>
        </p:grpSpPr>
        <p:sp>
          <p:nvSpPr>
            <p:cNvPr id="13" name="Freeform: Shape 12">
              <a:extLst>
                <a:ext uri="{FF2B5EF4-FFF2-40B4-BE49-F238E27FC236}">
                  <a16:creationId xmlns:a16="http://schemas.microsoft.com/office/drawing/2014/main" id="{FCFA1240-3D0D-AB66-BC3F-80EED3546482}"/>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6000">
                  <a:schemeClr val="accent5"/>
                </a:gs>
                <a:gs pos="7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14" name="Freeform: Shape 13">
              <a:extLst>
                <a:ext uri="{FF2B5EF4-FFF2-40B4-BE49-F238E27FC236}">
                  <a16:creationId xmlns:a16="http://schemas.microsoft.com/office/drawing/2014/main" id="{A884ED15-B8BE-771F-D78D-1BE6D9F66CCF}"/>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21000">
                  <a:schemeClr val="accent5"/>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grpSp>
      <p:sp>
        <p:nvSpPr>
          <p:cNvPr id="10" name="Text Placeholder 862">
            <a:extLst>
              <a:ext uri="{FF2B5EF4-FFF2-40B4-BE49-F238E27FC236}">
                <a16:creationId xmlns:a16="http://schemas.microsoft.com/office/drawing/2014/main" id="{BB1BA4EC-6D18-954E-81DD-4678CFBE6FFB}"/>
              </a:ext>
            </a:extLst>
          </p:cNvPr>
          <p:cNvSpPr>
            <a:spLocks noGrp="1"/>
          </p:cNvSpPr>
          <p:nvPr>
            <p:ph type="body" sz="quarter" idx="12" hasCustomPrompt="1"/>
          </p:nvPr>
        </p:nvSpPr>
        <p:spPr>
          <a:xfrm>
            <a:off x="586477" y="2233670"/>
            <a:ext cx="6519403" cy="2285999"/>
          </a:xfrm>
        </p:spPr>
        <p:txBody>
          <a:bodyPr anchor="ctr"/>
          <a:lstStyle>
            <a:lvl1pPr>
              <a:lnSpc>
                <a:spcPct val="100000"/>
              </a:lnSpc>
              <a:spcBef>
                <a:spcPts val="0"/>
              </a:spcBef>
              <a:defRPr sz="3600">
                <a:solidFill>
                  <a:schemeClr val="accent5"/>
                </a:solidFill>
              </a:defRPr>
            </a:lvl1pPr>
            <a:lvl2pPr marL="273050" indent="0">
              <a:buNone/>
              <a:defRPr/>
            </a:lvl2pPr>
          </a:lstStyle>
          <a:p>
            <a:pPr lvl="0"/>
            <a:r>
              <a:rPr lang="en-US" dirty="0"/>
              <a:t>Slide with large text placeholder, purple theme.</a:t>
            </a:r>
          </a:p>
        </p:txBody>
      </p:sp>
      <p:sp>
        <p:nvSpPr>
          <p:cNvPr id="16" name="page number">
            <a:extLst>
              <a:ext uri="{FF2B5EF4-FFF2-40B4-BE49-F238E27FC236}">
                <a16:creationId xmlns:a16="http://schemas.microsoft.com/office/drawing/2014/main" id="{312DD3E6-E621-1B4F-9197-621CC0C346A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1" name="page number">
            <a:extLst>
              <a:ext uri="{FF2B5EF4-FFF2-40B4-BE49-F238E27FC236}">
                <a16:creationId xmlns:a16="http://schemas.microsoft.com/office/drawing/2014/main" id="{312DD3E6-E621-1B4F-9197-621CC0C346A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828199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Big Statement 2 - Leaf ">
    <p:spTree>
      <p:nvGrpSpPr>
        <p:cNvPr id="1" name=""/>
        <p:cNvGrpSpPr/>
        <p:nvPr/>
      </p:nvGrpSpPr>
      <p:grpSpPr>
        <a:xfrm>
          <a:off x="0" y="0"/>
          <a:ext cx="0" cy="0"/>
          <a:chOff x="0" y="0"/>
          <a:chExt cx="0" cy="0"/>
        </a:xfrm>
      </p:grpSpPr>
      <p:sp>
        <p:nvSpPr>
          <p:cNvPr id="61" name="Freeform: Shape 60">
            <a:extLst>
              <a:ext uri="{FF2B5EF4-FFF2-40B4-BE49-F238E27FC236}">
                <a16:creationId xmlns:a16="http://schemas.microsoft.com/office/drawing/2014/main" id="{552AB5D8-753F-CA24-2C8A-45BC9791756E}"/>
              </a:ext>
            </a:extLst>
          </p:cNvPr>
          <p:cNvSpPr/>
          <p:nvPr userDrawn="1"/>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45000">
                <a:srgbClr val="299B75"/>
              </a:gs>
              <a:gs pos="80000">
                <a:srgbClr val="61A30E"/>
              </a:gs>
            </a:gsLst>
            <a:lin ang="0" scaled="1"/>
          </a:gradFill>
          <a:ln w="0" cap="flat">
            <a:noFill/>
            <a:prstDash val="solid"/>
            <a:miter/>
          </a:ln>
        </p:spPr>
        <p:txBody>
          <a:bodyPr rtlCol="0" anchor="ctr"/>
          <a:lstStyle/>
          <a:p>
            <a:endParaRPr lang="en-US" dirty="0"/>
          </a:p>
        </p:txBody>
      </p:sp>
      <p:sp>
        <p:nvSpPr>
          <p:cNvPr id="37" name="Freeform: Shape 36">
            <a:extLst>
              <a:ext uri="{FF2B5EF4-FFF2-40B4-BE49-F238E27FC236}">
                <a16:creationId xmlns:a16="http://schemas.microsoft.com/office/drawing/2014/main" id="{1A0A18CC-E157-AD15-E51D-50F3DC99465B}"/>
              </a:ext>
            </a:extLst>
          </p:cNvPr>
          <p:cNvSpPr/>
          <p:nvPr userDrawn="1"/>
        </p:nvSpPr>
        <p:spPr>
          <a:xfrm>
            <a:off x="6457030" y="355921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rgbClr val="61A30E"/>
              </a:gs>
              <a:gs pos="83000">
                <a:srgbClr val="0095C4"/>
              </a:gs>
            </a:gsLst>
            <a:lin ang="18900033" scaled="1"/>
          </a:gradFill>
          <a:ln w="0" cap="flat">
            <a:noFill/>
            <a:prstDash val="solid"/>
            <a:miter/>
          </a:ln>
        </p:spPr>
        <p:txBody>
          <a:bodyPr rtlCol="0" anchor="ctr"/>
          <a:lstStyle/>
          <a:p>
            <a:endParaRPr lang="en-US" dirty="0"/>
          </a:p>
        </p:txBody>
      </p:sp>
      <p:sp>
        <p:nvSpPr>
          <p:cNvPr id="28" name="Title 1">
            <a:extLst>
              <a:ext uri="{FF2B5EF4-FFF2-40B4-BE49-F238E27FC236}">
                <a16:creationId xmlns:a16="http://schemas.microsoft.com/office/drawing/2014/main" id="{426C215B-BC62-3CF9-EDF0-6413174A435A}"/>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a:t>Big Statement – </a:t>
            </a:r>
            <a:br>
              <a:rPr lang="en-US"/>
            </a:br>
            <a:r>
              <a:rPr lang="en-US"/>
              <a:t>Green Theme</a:t>
            </a:r>
          </a:p>
        </p:txBody>
      </p:sp>
      <p:sp>
        <p:nvSpPr>
          <p:cNvPr id="29" name="Subtitle">
            <a:extLst>
              <a:ext uri="{FF2B5EF4-FFF2-40B4-BE49-F238E27FC236}">
                <a16:creationId xmlns:a16="http://schemas.microsoft.com/office/drawing/2014/main" id="{615FECE3-9918-4B48-E68F-739600E4B93A}"/>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7" name="page number">
            <a:extLst>
              <a:ext uri="{FF2B5EF4-FFF2-40B4-BE49-F238E27FC236}">
                <a16:creationId xmlns:a16="http://schemas.microsoft.com/office/drawing/2014/main" id="{4144FBF0-61D7-2140-A159-ECF2E9CDDA2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334703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Big Statement 2 - Aqua">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DC6694C6-6A30-F4F5-68A3-ABC8048E7AE9}"/>
              </a:ext>
            </a:extLst>
          </p:cNvPr>
          <p:cNvSpPr/>
          <p:nvPr/>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18" name="Freeform: Shape 17">
            <a:extLst>
              <a:ext uri="{FF2B5EF4-FFF2-40B4-BE49-F238E27FC236}">
                <a16:creationId xmlns:a16="http://schemas.microsoft.com/office/drawing/2014/main" id="{C43BE5DC-D92A-9A5C-C8AE-7A979F11542A}"/>
              </a:ext>
            </a:extLst>
          </p:cNvPr>
          <p:cNvSpPr/>
          <p:nvPr/>
        </p:nvSpPr>
        <p:spPr>
          <a:xfrm>
            <a:off x="6457030" y="356429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chemeClr val="accent2"/>
              </a:gs>
              <a:gs pos="83000">
                <a:srgbClr val="0095C4"/>
              </a:gs>
            </a:gsLst>
            <a:lin ang="18900033" scaled="1"/>
          </a:gradFill>
          <a:ln w="0" cap="flat">
            <a:noFill/>
            <a:prstDash val="solid"/>
            <a:miter/>
          </a:ln>
        </p:spPr>
        <p:txBody>
          <a:bodyPr rtlCol="0" anchor="ctr"/>
          <a:lstStyle/>
          <a:p>
            <a:endParaRPr lang="en-US" dirty="0"/>
          </a:p>
        </p:txBody>
      </p:sp>
      <p:sp>
        <p:nvSpPr>
          <p:cNvPr id="8" name="page number">
            <a:extLst>
              <a:ext uri="{FF2B5EF4-FFF2-40B4-BE49-F238E27FC236}">
                <a16:creationId xmlns:a16="http://schemas.microsoft.com/office/drawing/2014/main" id="{45469056-638C-FF40-8AA5-0675077535BA}"/>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9" name="Title 1">
            <a:extLst>
              <a:ext uri="{FF2B5EF4-FFF2-40B4-BE49-F238E27FC236}">
                <a16:creationId xmlns:a16="http://schemas.microsoft.com/office/drawing/2014/main" id="{001CFD5C-7C19-8E30-BF20-52E7629C490B}"/>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a:t>Big Statement –</a:t>
            </a:r>
            <a:br>
              <a:rPr lang="en-US"/>
            </a:br>
            <a:r>
              <a:rPr lang="en-US"/>
              <a:t>Blue Theme</a:t>
            </a:r>
          </a:p>
        </p:txBody>
      </p:sp>
      <p:sp>
        <p:nvSpPr>
          <p:cNvPr id="30" name="Subtitle">
            <a:extLst>
              <a:ext uri="{FF2B5EF4-FFF2-40B4-BE49-F238E27FC236}">
                <a16:creationId xmlns:a16="http://schemas.microsoft.com/office/drawing/2014/main" id="{2765CEAA-0CA6-BE98-B450-1301D576C6A5}"/>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0" name="Freeform: Shape 5">
            <a:extLst>
              <a:ext uri="{FF2B5EF4-FFF2-40B4-BE49-F238E27FC236}">
                <a16:creationId xmlns:a16="http://schemas.microsoft.com/office/drawing/2014/main" id="{DC6694C6-6A30-F4F5-68A3-ABC8048E7AE9}"/>
              </a:ext>
            </a:extLst>
          </p:cNvPr>
          <p:cNvSpPr/>
          <p:nvPr userDrawn="1"/>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12" name="page number">
            <a:extLst>
              <a:ext uri="{FF2B5EF4-FFF2-40B4-BE49-F238E27FC236}">
                <a16:creationId xmlns:a16="http://schemas.microsoft.com/office/drawing/2014/main" id="{45469056-638C-FF40-8AA5-0675077535BA}"/>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220227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Big Statement 2 - Plum">
    <p:spTree>
      <p:nvGrpSpPr>
        <p:cNvPr id="1" name=""/>
        <p:cNvGrpSpPr/>
        <p:nvPr/>
      </p:nvGrpSpPr>
      <p:grpSpPr>
        <a:xfrm>
          <a:off x="0" y="0"/>
          <a:ext cx="0" cy="0"/>
          <a:chOff x="0" y="0"/>
          <a:chExt cx="0" cy="0"/>
        </a:xfrm>
      </p:grpSpPr>
      <p:sp>
        <p:nvSpPr>
          <p:cNvPr id="32" name="Freeform: Shape 31">
            <a:extLst>
              <a:ext uri="{FF2B5EF4-FFF2-40B4-BE49-F238E27FC236}">
                <a16:creationId xmlns:a16="http://schemas.microsoft.com/office/drawing/2014/main" id="{23AA4DDC-2936-0AB6-8344-5481913C661E}"/>
              </a:ext>
            </a:extLst>
          </p:cNvPr>
          <p:cNvSpPr/>
          <p:nvPr/>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5"/>
              </a:gs>
            </a:gsLst>
            <a:lin ang="0" scaled="1"/>
          </a:gradFill>
          <a:ln w="0"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C2AE01D1-6E35-D230-30F3-0D3E2F8A5364}"/>
              </a:ext>
            </a:extLst>
          </p:cNvPr>
          <p:cNvSpPr/>
          <p:nvPr/>
        </p:nvSpPr>
        <p:spPr>
          <a:xfrm>
            <a:off x="6457030" y="356429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chemeClr val="accent5"/>
              </a:gs>
              <a:gs pos="83000">
                <a:srgbClr val="0095C4"/>
              </a:gs>
            </a:gsLst>
            <a:lin ang="18900033" scaled="1"/>
          </a:gradFill>
          <a:ln w="0" cap="flat">
            <a:noFill/>
            <a:prstDash val="solid"/>
            <a:miter/>
          </a:ln>
        </p:spPr>
        <p:txBody>
          <a:bodyPr rtlCol="0" anchor="ctr"/>
          <a:lstStyle/>
          <a:p>
            <a:endParaRPr lang="en-US" dirty="0"/>
          </a:p>
        </p:txBody>
      </p:sp>
      <p:sp>
        <p:nvSpPr>
          <p:cNvPr id="7" name="page number">
            <a:extLst>
              <a:ext uri="{FF2B5EF4-FFF2-40B4-BE49-F238E27FC236}">
                <a16:creationId xmlns:a16="http://schemas.microsoft.com/office/drawing/2014/main" id="{2A1148C9-BE55-F64C-8A6E-A5239BDB408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Title 1">
            <a:extLst>
              <a:ext uri="{FF2B5EF4-FFF2-40B4-BE49-F238E27FC236}">
                <a16:creationId xmlns:a16="http://schemas.microsoft.com/office/drawing/2014/main" id="{98CA9A76-8DB9-793E-B69C-4DDA15EBC5E2}"/>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dirty="0"/>
              <a:t>Big Statement – </a:t>
            </a:r>
            <a:br>
              <a:rPr lang="en-US" dirty="0"/>
            </a:br>
            <a:r>
              <a:rPr lang="en-US" dirty="0"/>
              <a:t>Purple Theme</a:t>
            </a:r>
          </a:p>
        </p:txBody>
      </p:sp>
      <p:sp>
        <p:nvSpPr>
          <p:cNvPr id="3" name="Subtitle">
            <a:extLst>
              <a:ext uri="{FF2B5EF4-FFF2-40B4-BE49-F238E27FC236}">
                <a16:creationId xmlns:a16="http://schemas.microsoft.com/office/drawing/2014/main" id="{E9F2B30E-136B-200F-6F46-63B36E449AFD}"/>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9" name="Freeform: Shape 31">
            <a:extLst>
              <a:ext uri="{FF2B5EF4-FFF2-40B4-BE49-F238E27FC236}">
                <a16:creationId xmlns:a16="http://schemas.microsoft.com/office/drawing/2014/main" id="{23AA4DDC-2936-0AB6-8344-5481913C661E}"/>
              </a:ext>
            </a:extLst>
          </p:cNvPr>
          <p:cNvSpPr/>
          <p:nvPr userDrawn="1"/>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5"/>
              </a:gs>
            </a:gsLst>
            <a:lin ang="0" scaled="1"/>
          </a:gradFill>
          <a:ln w="0" cap="flat">
            <a:noFill/>
            <a:prstDash val="solid"/>
            <a:miter/>
          </a:ln>
        </p:spPr>
        <p:txBody>
          <a:bodyPr rtlCol="0" anchor="ctr"/>
          <a:lstStyle/>
          <a:p>
            <a:endParaRPr lang="en-US" dirty="0"/>
          </a:p>
        </p:txBody>
      </p:sp>
      <p:sp>
        <p:nvSpPr>
          <p:cNvPr id="11" name="page number">
            <a:extLst>
              <a:ext uri="{FF2B5EF4-FFF2-40B4-BE49-F238E27FC236}">
                <a16:creationId xmlns:a16="http://schemas.microsoft.com/office/drawing/2014/main" id="{2A1148C9-BE55-F64C-8A6E-A5239BDB4089}"/>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013995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Big Statement with Photo">
    <p:spTree>
      <p:nvGrpSpPr>
        <p:cNvPr id="1" name=""/>
        <p:cNvGrpSpPr/>
        <p:nvPr/>
      </p:nvGrpSpPr>
      <p:grpSpPr>
        <a:xfrm>
          <a:off x="0" y="0"/>
          <a:ext cx="0" cy="0"/>
          <a:chOff x="0" y="0"/>
          <a:chExt cx="0" cy="0"/>
        </a:xfrm>
      </p:grpSpPr>
      <p:sp>
        <p:nvSpPr>
          <p:cNvPr id="17" name="Text Placeholder 862">
            <a:extLst>
              <a:ext uri="{FF2B5EF4-FFF2-40B4-BE49-F238E27FC236}">
                <a16:creationId xmlns:a16="http://schemas.microsoft.com/office/drawing/2014/main" id="{C8F55BC8-3E55-49EB-BF20-18EB4F7F5970}"/>
              </a:ext>
            </a:extLst>
          </p:cNvPr>
          <p:cNvSpPr>
            <a:spLocks noGrp="1"/>
          </p:cNvSpPr>
          <p:nvPr>
            <p:ph type="body" sz="quarter" idx="12" hasCustomPrompt="1"/>
          </p:nvPr>
        </p:nvSpPr>
        <p:spPr>
          <a:xfrm>
            <a:off x="608014" y="2514600"/>
            <a:ext cx="5485844" cy="1828799"/>
          </a:xfrm>
        </p:spPr>
        <p:txBody>
          <a:bodyPr anchor="ctr"/>
          <a:lstStyle>
            <a:lvl1pPr>
              <a:lnSpc>
                <a:spcPct val="100000"/>
              </a:lnSpc>
              <a:spcBef>
                <a:spcPts val="0"/>
              </a:spcBef>
              <a:defRPr sz="3600">
                <a:solidFill>
                  <a:schemeClr val="accent2"/>
                </a:solidFill>
              </a:defRPr>
            </a:lvl1pPr>
            <a:lvl2pPr marL="273050" indent="0">
              <a:buNone/>
              <a:defRPr/>
            </a:lvl2pPr>
          </a:lstStyle>
          <a:p>
            <a:pPr lvl="0"/>
            <a:r>
              <a:rPr lang="en-US"/>
              <a:t>Click to add text</a:t>
            </a:r>
          </a:p>
        </p:txBody>
      </p:sp>
      <p:sp>
        <p:nvSpPr>
          <p:cNvPr id="4" name="Picture Placeholder 3">
            <a:extLst>
              <a:ext uri="{FF2B5EF4-FFF2-40B4-BE49-F238E27FC236}">
                <a16:creationId xmlns:a16="http://schemas.microsoft.com/office/drawing/2014/main" id="{05DD6E7D-B875-48DF-B6A8-450BD6AE1716}"/>
              </a:ext>
            </a:extLst>
          </p:cNvPr>
          <p:cNvSpPr>
            <a:spLocks noGrp="1"/>
          </p:cNvSpPr>
          <p:nvPr>
            <p:ph type="pic" sz="quarter" idx="11" hasCustomPrompt="1"/>
          </p:nvPr>
        </p:nvSpPr>
        <p:spPr>
          <a:xfrm>
            <a:off x="6785687" y="69850"/>
            <a:ext cx="5403138" cy="6788150"/>
          </a:xfrm>
        </p:spPr>
        <p:txBody>
          <a:bodyPr lIns="640080" tIns="0" rIns="640080" anchor="ctr"/>
          <a:lstStyle>
            <a:lvl1pPr algn="ctr">
              <a:defRPr>
                <a:solidFill>
                  <a:schemeClr val="tx1"/>
                </a:solidFill>
              </a:defRPr>
            </a:lvl1pPr>
          </a:lstStyle>
          <a:p>
            <a:r>
              <a:rPr lang="en-US" dirty="0"/>
              <a:t>Click on the icon to insert a picture from your computer</a:t>
            </a:r>
          </a:p>
        </p:txBody>
      </p:sp>
      <p:sp>
        <p:nvSpPr>
          <p:cNvPr id="6" name="page number">
            <a:extLst>
              <a:ext uri="{FF2B5EF4-FFF2-40B4-BE49-F238E27FC236}">
                <a16:creationId xmlns:a16="http://schemas.microsoft.com/office/drawing/2014/main" id="{1AAC44A2-B8BC-4B45-BE44-C4C65AFCB660}"/>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5" name="page number">
            <a:extLst>
              <a:ext uri="{FF2B5EF4-FFF2-40B4-BE49-F238E27FC236}">
                <a16:creationId xmlns:a16="http://schemas.microsoft.com/office/drawing/2014/main" id="{1AAC44A2-B8BC-4B45-BE44-C4C65AFCB660}"/>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856434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Big Statistic">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9B88A46-F304-51F6-1AAF-726E7309052D}"/>
              </a:ext>
            </a:extLst>
          </p:cNvPr>
          <p:cNvSpPr/>
          <p:nvPr/>
        </p:nvSpPr>
        <p:spPr>
          <a:xfrm>
            <a:off x="0" y="4332288"/>
            <a:ext cx="12188825" cy="2525712"/>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 name="Oval 2">
            <a:extLst>
              <a:ext uri="{FF2B5EF4-FFF2-40B4-BE49-F238E27FC236}">
                <a16:creationId xmlns:a16="http://schemas.microsoft.com/office/drawing/2014/main" id="{24AFE851-C873-10C5-E165-301FDB834692}"/>
              </a:ext>
            </a:extLst>
          </p:cNvPr>
          <p:cNvSpPr/>
          <p:nvPr/>
        </p:nvSpPr>
        <p:spPr>
          <a:xfrm>
            <a:off x="667600" y="722997"/>
            <a:ext cx="4470400" cy="447040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5" name="Text Placeholder 14" descr="Doughnut chart label 3">
            <a:extLst>
              <a:ext uri="{FF2B5EF4-FFF2-40B4-BE49-F238E27FC236}">
                <a16:creationId xmlns:a16="http://schemas.microsoft.com/office/drawing/2014/main" id="{E4BDA96F-134D-4855-8751-F1043ABF3B47}"/>
              </a:ext>
            </a:extLst>
          </p:cNvPr>
          <p:cNvSpPr>
            <a:spLocks noGrp="1"/>
          </p:cNvSpPr>
          <p:nvPr>
            <p:ph type="body" sz="quarter" idx="11" hasCustomPrompt="1"/>
          </p:nvPr>
        </p:nvSpPr>
        <p:spPr>
          <a:xfrm>
            <a:off x="6096000" y="2514599"/>
            <a:ext cx="5027613" cy="1371601"/>
          </a:xfrm>
        </p:spPr>
        <p:txBody>
          <a:bodyPr anchor="ctr"/>
          <a:lstStyle>
            <a:lvl1pPr>
              <a:spcBef>
                <a:spcPts val="0"/>
              </a:spcBef>
              <a:defRPr sz="3600">
                <a:solidFill>
                  <a:schemeClr val="accent2"/>
                </a:solidFill>
              </a:defRPr>
            </a:lvl1pPr>
          </a:lstStyle>
          <a:p>
            <a:pPr lvl="0"/>
            <a:r>
              <a:rPr lang="en-US" dirty="0"/>
              <a:t>Doughnut Chart slide, click to add text here</a:t>
            </a:r>
          </a:p>
        </p:txBody>
      </p:sp>
      <p:sp>
        <p:nvSpPr>
          <p:cNvPr id="13" name="Text Placeholder 12" descr="Doughnut chart label 1">
            <a:extLst>
              <a:ext uri="{FF2B5EF4-FFF2-40B4-BE49-F238E27FC236}">
                <a16:creationId xmlns:a16="http://schemas.microsoft.com/office/drawing/2014/main" id="{8C4F4198-4BE0-4282-8B86-20DED598DC17}"/>
              </a:ext>
            </a:extLst>
          </p:cNvPr>
          <p:cNvSpPr>
            <a:spLocks noGrp="1"/>
          </p:cNvSpPr>
          <p:nvPr>
            <p:ph type="body" sz="quarter" idx="18"/>
          </p:nvPr>
        </p:nvSpPr>
        <p:spPr>
          <a:xfrm>
            <a:off x="608330" y="5507147"/>
            <a:ext cx="1371064" cy="423862"/>
          </a:xfrm>
        </p:spPr>
        <p:txBody>
          <a:bodyPr/>
          <a:lstStyle>
            <a:lvl1pPr algn="l">
              <a:defRPr sz="1200">
                <a:solidFill>
                  <a:schemeClr val="tx1"/>
                </a:solidFill>
              </a:defRPr>
            </a:lvl1pPr>
          </a:lstStyle>
          <a:p>
            <a:pPr lvl="0"/>
            <a:r>
              <a:rPr lang="en-GB"/>
              <a:t>Click to edit Master text styles</a:t>
            </a:r>
          </a:p>
        </p:txBody>
      </p:sp>
      <p:sp>
        <p:nvSpPr>
          <p:cNvPr id="70" name="Text Placeholder 12" descr="Doughnut chart label 2">
            <a:extLst>
              <a:ext uri="{FF2B5EF4-FFF2-40B4-BE49-F238E27FC236}">
                <a16:creationId xmlns:a16="http://schemas.microsoft.com/office/drawing/2014/main" id="{4B5F4E67-F2E8-4777-B495-668C321DCBAF}"/>
              </a:ext>
            </a:extLst>
          </p:cNvPr>
          <p:cNvSpPr>
            <a:spLocks noGrp="1"/>
          </p:cNvSpPr>
          <p:nvPr>
            <p:ph type="body" sz="quarter" idx="19"/>
          </p:nvPr>
        </p:nvSpPr>
        <p:spPr>
          <a:xfrm>
            <a:off x="2436416" y="5507147"/>
            <a:ext cx="1371064" cy="423862"/>
          </a:xfrm>
        </p:spPr>
        <p:txBody>
          <a:bodyPr/>
          <a:lstStyle>
            <a:lvl1pPr algn="l">
              <a:defRPr sz="1200">
                <a:solidFill>
                  <a:schemeClr val="tx1"/>
                </a:solidFill>
              </a:defRPr>
            </a:lvl1pPr>
          </a:lstStyle>
          <a:p>
            <a:pPr lvl="0"/>
            <a:r>
              <a:rPr lang="en-GB"/>
              <a:t>Click to edit Master text styles</a:t>
            </a:r>
          </a:p>
        </p:txBody>
      </p:sp>
      <p:sp>
        <p:nvSpPr>
          <p:cNvPr id="71" name="Text Placeholder 12" descr="Doughnut chart label 4">
            <a:extLst>
              <a:ext uri="{FF2B5EF4-FFF2-40B4-BE49-F238E27FC236}">
                <a16:creationId xmlns:a16="http://schemas.microsoft.com/office/drawing/2014/main" id="{704846F3-64ED-4181-8AEC-68B9734DA96D}"/>
              </a:ext>
            </a:extLst>
          </p:cNvPr>
          <p:cNvSpPr>
            <a:spLocks noGrp="1"/>
          </p:cNvSpPr>
          <p:nvPr>
            <p:ph type="body" sz="quarter" idx="20"/>
          </p:nvPr>
        </p:nvSpPr>
        <p:spPr>
          <a:xfrm>
            <a:off x="4261103" y="5507147"/>
            <a:ext cx="1371064" cy="423862"/>
          </a:xfrm>
        </p:spPr>
        <p:txBody>
          <a:bodyPr/>
          <a:lstStyle>
            <a:lvl1pPr algn="l">
              <a:defRPr sz="1200">
                <a:solidFill>
                  <a:schemeClr val="tx1"/>
                </a:solidFill>
              </a:defRPr>
            </a:lvl1pPr>
          </a:lstStyle>
          <a:p>
            <a:pPr lvl="0"/>
            <a:r>
              <a:rPr lang="en-GB"/>
              <a:t>Click to edit Master text styles</a:t>
            </a:r>
          </a:p>
        </p:txBody>
      </p:sp>
      <p:sp>
        <p:nvSpPr>
          <p:cNvPr id="72" name="Text Placeholder 12" descr="Doughnut chart label 5">
            <a:extLst>
              <a:ext uri="{FF2B5EF4-FFF2-40B4-BE49-F238E27FC236}">
                <a16:creationId xmlns:a16="http://schemas.microsoft.com/office/drawing/2014/main" id="{DD17F439-D919-44B7-889F-96A1DAF172D4}"/>
              </a:ext>
            </a:extLst>
          </p:cNvPr>
          <p:cNvSpPr>
            <a:spLocks noGrp="1"/>
          </p:cNvSpPr>
          <p:nvPr>
            <p:ph type="body" sz="quarter" idx="21"/>
          </p:nvPr>
        </p:nvSpPr>
        <p:spPr>
          <a:xfrm>
            <a:off x="6088109" y="5507147"/>
            <a:ext cx="1371064" cy="423862"/>
          </a:xfrm>
        </p:spPr>
        <p:txBody>
          <a:bodyPr/>
          <a:lstStyle>
            <a:lvl1pPr algn="l">
              <a:defRPr sz="1200">
                <a:solidFill>
                  <a:schemeClr val="tx1"/>
                </a:solidFill>
              </a:defRPr>
            </a:lvl1pPr>
          </a:lstStyle>
          <a:p>
            <a:pPr lvl="0"/>
            <a:r>
              <a:rPr lang="en-GB"/>
              <a:t>Click to edit Master text styles</a:t>
            </a:r>
          </a:p>
        </p:txBody>
      </p:sp>
      <p:sp>
        <p:nvSpPr>
          <p:cNvPr id="73" name="Text Placeholder 12" descr="Doughnut chart label 6">
            <a:extLst>
              <a:ext uri="{FF2B5EF4-FFF2-40B4-BE49-F238E27FC236}">
                <a16:creationId xmlns:a16="http://schemas.microsoft.com/office/drawing/2014/main" id="{0DA74846-CC03-44FE-9AE5-4975E808F8A0}"/>
              </a:ext>
            </a:extLst>
          </p:cNvPr>
          <p:cNvSpPr>
            <a:spLocks noGrp="1"/>
          </p:cNvSpPr>
          <p:nvPr>
            <p:ph type="body" sz="quarter" idx="22"/>
          </p:nvPr>
        </p:nvSpPr>
        <p:spPr>
          <a:xfrm>
            <a:off x="7920672" y="5507147"/>
            <a:ext cx="1371064" cy="423862"/>
          </a:xfrm>
        </p:spPr>
        <p:txBody>
          <a:bodyPr/>
          <a:lstStyle>
            <a:lvl1pPr algn="l">
              <a:defRPr sz="1200">
                <a:solidFill>
                  <a:schemeClr val="tx1"/>
                </a:solidFill>
              </a:defRPr>
            </a:lvl1pPr>
          </a:lstStyle>
          <a:p>
            <a:pPr lvl="0"/>
            <a:r>
              <a:rPr lang="en-GB"/>
              <a:t>Click to edit Master text styles</a:t>
            </a:r>
          </a:p>
        </p:txBody>
      </p:sp>
      <p:sp>
        <p:nvSpPr>
          <p:cNvPr id="16" name="page number">
            <a:extLst>
              <a:ext uri="{FF2B5EF4-FFF2-40B4-BE49-F238E27FC236}">
                <a16:creationId xmlns:a16="http://schemas.microsoft.com/office/drawing/2014/main" id="{5FED840F-E343-734C-96BA-0EFF5AE5DADC}"/>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9" name="Graphic 8">
            <a:extLst>
              <a:ext uri="{FF2B5EF4-FFF2-40B4-BE49-F238E27FC236}">
                <a16:creationId xmlns:a16="http://schemas.microsoft.com/office/drawing/2014/main" id="{51D71EBD-582E-1FCD-4FB5-19DB293014E0}"/>
              </a:ext>
            </a:extLst>
          </p:cNvPr>
          <p:cNvGrpSpPr/>
          <p:nvPr/>
        </p:nvGrpSpPr>
        <p:grpSpPr>
          <a:xfrm>
            <a:off x="265625" y="6323271"/>
            <a:ext cx="1249223" cy="369648"/>
            <a:chOff x="265625" y="6323271"/>
            <a:chExt cx="1249223" cy="369648"/>
          </a:xfrm>
          <a:solidFill>
            <a:srgbClr val="000000"/>
          </a:solidFill>
        </p:grpSpPr>
        <p:grpSp>
          <p:nvGrpSpPr>
            <p:cNvPr id="10" name="Graphic 8">
              <a:extLst>
                <a:ext uri="{FF2B5EF4-FFF2-40B4-BE49-F238E27FC236}">
                  <a16:creationId xmlns:a16="http://schemas.microsoft.com/office/drawing/2014/main" id="{D35F1425-35AB-A636-90BD-74567B35A7DA}"/>
                </a:ext>
              </a:extLst>
            </p:cNvPr>
            <p:cNvGrpSpPr/>
            <p:nvPr/>
          </p:nvGrpSpPr>
          <p:grpSpPr>
            <a:xfrm>
              <a:off x="745455" y="6594444"/>
              <a:ext cx="722662" cy="98475"/>
              <a:chOff x="745455" y="6594444"/>
              <a:chExt cx="722662" cy="98475"/>
            </a:xfrm>
            <a:solidFill>
              <a:srgbClr val="000000"/>
            </a:solidFill>
          </p:grpSpPr>
          <p:sp>
            <p:nvSpPr>
              <p:cNvPr id="22" name="Freeform 49">
                <a:extLst>
                  <a:ext uri="{FF2B5EF4-FFF2-40B4-BE49-F238E27FC236}">
                    <a16:creationId xmlns:a16="http://schemas.microsoft.com/office/drawing/2014/main" id="{72251ED7-7751-A756-FB41-95D0A573AE7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50">
                <a:extLst>
                  <a:ext uri="{FF2B5EF4-FFF2-40B4-BE49-F238E27FC236}">
                    <a16:creationId xmlns:a16="http://schemas.microsoft.com/office/drawing/2014/main" id="{4F380DE5-9091-5FB2-3647-07110D57135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51">
                <a:extLst>
                  <a:ext uri="{FF2B5EF4-FFF2-40B4-BE49-F238E27FC236}">
                    <a16:creationId xmlns:a16="http://schemas.microsoft.com/office/drawing/2014/main" id="{63D834CB-F2F1-9CF3-3306-BA788EF4C863}"/>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52">
                <a:extLst>
                  <a:ext uri="{FF2B5EF4-FFF2-40B4-BE49-F238E27FC236}">
                    <a16:creationId xmlns:a16="http://schemas.microsoft.com/office/drawing/2014/main" id="{9DF9D2C4-19CD-6D6F-D1D1-11CE96C0E99D}"/>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53">
                <a:extLst>
                  <a:ext uri="{FF2B5EF4-FFF2-40B4-BE49-F238E27FC236}">
                    <a16:creationId xmlns:a16="http://schemas.microsoft.com/office/drawing/2014/main" id="{78F9C88E-5836-8A77-4538-E2CB490964F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54">
                <a:extLst>
                  <a:ext uri="{FF2B5EF4-FFF2-40B4-BE49-F238E27FC236}">
                    <a16:creationId xmlns:a16="http://schemas.microsoft.com/office/drawing/2014/main" id="{2234677F-1EF1-C24A-2456-FB35C738163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55">
                <a:extLst>
                  <a:ext uri="{FF2B5EF4-FFF2-40B4-BE49-F238E27FC236}">
                    <a16:creationId xmlns:a16="http://schemas.microsoft.com/office/drawing/2014/main" id="{626F9D8A-D6B5-1888-E8B1-9C3B8C259EF5}"/>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56">
                <a:extLst>
                  <a:ext uri="{FF2B5EF4-FFF2-40B4-BE49-F238E27FC236}">
                    <a16:creationId xmlns:a16="http://schemas.microsoft.com/office/drawing/2014/main" id="{7096839D-686D-9DA0-39C1-FF38ACD7988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57">
                <a:extLst>
                  <a:ext uri="{FF2B5EF4-FFF2-40B4-BE49-F238E27FC236}">
                    <a16:creationId xmlns:a16="http://schemas.microsoft.com/office/drawing/2014/main" id="{58CEFB5A-654F-87FC-D4AD-C96299F7F5D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58">
                <a:extLst>
                  <a:ext uri="{FF2B5EF4-FFF2-40B4-BE49-F238E27FC236}">
                    <a16:creationId xmlns:a16="http://schemas.microsoft.com/office/drawing/2014/main" id="{CFBE9921-9212-4D37-DEE1-045D1791052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1" name="Graphic 8">
              <a:extLst>
                <a:ext uri="{FF2B5EF4-FFF2-40B4-BE49-F238E27FC236}">
                  <a16:creationId xmlns:a16="http://schemas.microsoft.com/office/drawing/2014/main" id="{1E38B9D4-555F-EEC6-42D8-A5C4F792F610}"/>
                </a:ext>
              </a:extLst>
            </p:cNvPr>
            <p:cNvGrpSpPr/>
            <p:nvPr/>
          </p:nvGrpSpPr>
          <p:grpSpPr>
            <a:xfrm>
              <a:off x="265625" y="6323271"/>
              <a:ext cx="1249223" cy="190348"/>
              <a:chOff x="265625" y="6323271"/>
              <a:chExt cx="1249223" cy="190348"/>
            </a:xfrm>
            <a:solidFill>
              <a:srgbClr val="000000"/>
            </a:solidFill>
          </p:grpSpPr>
          <p:sp>
            <p:nvSpPr>
              <p:cNvPr id="12" name="Freeform 60">
                <a:extLst>
                  <a:ext uri="{FF2B5EF4-FFF2-40B4-BE49-F238E27FC236}">
                    <a16:creationId xmlns:a16="http://schemas.microsoft.com/office/drawing/2014/main" id="{9D3B5F0D-70BB-140A-76C7-DFCFF0777F32}"/>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4" name="Freeform 61">
                <a:extLst>
                  <a:ext uri="{FF2B5EF4-FFF2-40B4-BE49-F238E27FC236}">
                    <a16:creationId xmlns:a16="http://schemas.microsoft.com/office/drawing/2014/main" id="{4C7E6602-CB3B-E010-2E47-5CF99A73449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7" name="Freeform 62">
                <a:extLst>
                  <a:ext uri="{FF2B5EF4-FFF2-40B4-BE49-F238E27FC236}">
                    <a16:creationId xmlns:a16="http://schemas.microsoft.com/office/drawing/2014/main" id="{9D8567F3-62AD-F216-0AF6-E4169127352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8" name="Freeform 63">
                <a:extLst>
                  <a:ext uri="{FF2B5EF4-FFF2-40B4-BE49-F238E27FC236}">
                    <a16:creationId xmlns:a16="http://schemas.microsoft.com/office/drawing/2014/main" id="{2FEEA58D-D9DD-FFD2-C302-3DD4E8DAF5F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9" name="Freeform 64">
                <a:extLst>
                  <a:ext uri="{FF2B5EF4-FFF2-40B4-BE49-F238E27FC236}">
                    <a16:creationId xmlns:a16="http://schemas.microsoft.com/office/drawing/2014/main" id="{3C5437F9-4193-4740-1635-D710F784A6A4}"/>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0" name="Freeform 65">
                <a:extLst>
                  <a:ext uri="{FF2B5EF4-FFF2-40B4-BE49-F238E27FC236}">
                    <a16:creationId xmlns:a16="http://schemas.microsoft.com/office/drawing/2014/main" id="{42E15317-316C-8EDA-CD39-0C8616D5890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1" name="Freeform 66">
                <a:extLst>
                  <a:ext uri="{FF2B5EF4-FFF2-40B4-BE49-F238E27FC236}">
                    <a16:creationId xmlns:a16="http://schemas.microsoft.com/office/drawing/2014/main" id="{F53C646D-9387-7EA5-512E-D7BE25FBA13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5" name="Oval 34">
            <a:extLst>
              <a:ext uri="{FF2B5EF4-FFF2-40B4-BE49-F238E27FC236}">
                <a16:creationId xmlns:a16="http://schemas.microsoft.com/office/drawing/2014/main" id="{24AFE851-C873-10C5-E165-301FDB834692}"/>
              </a:ext>
            </a:extLst>
          </p:cNvPr>
          <p:cNvSpPr/>
          <p:nvPr userDrawn="1"/>
        </p:nvSpPr>
        <p:spPr>
          <a:xfrm>
            <a:off x="667600" y="722997"/>
            <a:ext cx="4470400" cy="447040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6" name="page number">
            <a:extLst>
              <a:ext uri="{FF2B5EF4-FFF2-40B4-BE49-F238E27FC236}">
                <a16:creationId xmlns:a16="http://schemas.microsoft.com/office/drawing/2014/main" id="{5FED840F-E343-734C-96BA-0EFF5AE5DADC}"/>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39" name="Graphic 8">
            <a:extLst>
              <a:ext uri="{FF2B5EF4-FFF2-40B4-BE49-F238E27FC236}">
                <a16:creationId xmlns:a16="http://schemas.microsoft.com/office/drawing/2014/main" id="{51D71EBD-582E-1FCD-4FB5-19DB293014E0}"/>
              </a:ext>
            </a:extLst>
          </p:cNvPr>
          <p:cNvGrpSpPr/>
          <p:nvPr userDrawn="1"/>
        </p:nvGrpSpPr>
        <p:grpSpPr>
          <a:xfrm>
            <a:off x="265625" y="6323271"/>
            <a:ext cx="1249223" cy="369648"/>
            <a:chOff x="265625" y="6323271"/>
            <a:chExt cx="1249223" cy="369648"/>
          </a:xfrm>
          <a:solidFill>
            <a:srgbClr val="000000"/>
          </a:solidFill>
        </p:grpSpPr>
        <p:grpSp>
          <p:nvGrpSpPr>
            <p:cNvPr id="40" name="Graphic 8">
              <a:extLst>
                <a:ext uri="{FF2B5EF4-FFF2-40B4-BE49-F238E27FC236}">
                  <a16:creationId xmlns:a16="http://schemas.microsoft.com/office/drawing/2014/main" id="{D35F1425-35AB-A636-90BD-74567B35A7DA}"/>
                </a:ext>
              </a:extLst>
            </p:cNvPr>
            <p:cNvGrpSpPr/>
            <p:nvPr/>
          </p:nvGrpSpPr>
          <p:grpSpPr>
            <a:xfrm>
              <a:off x="745455" y="6594444"/>
              <a:ext cx="722662" cy="98475"/>
              <a:chOff x="745455" y="6594444"/>
              <a:chExt cx="722662" cy="98475"/>
            </a:xfrm>
            <a:solidFill>
              <a:srgbClr val="000000"/>
            </a:solidFill>
          </p:grpSpPr>
          <p:sp>
            <p:nvSpPr>
              <p:cNvPr id="49" name="Freeform 49">
                <a:extLst>
                  <a:ext uri="{FF2B5EF4-FFF2-40B4-BE49-F238E27FC236}">
                    <a16:creationId xmlns:a16="http://schemas.microsoft.com/office/drawing/2014/main" id="{72251ED7-7751-A756-FB41-95D0A573AE7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0" name="Freeform 50">
                <a:extLst>
                  <a:ext uri="{FF2B5EF4-FFF2-40B4-BE49-F238E27FC236}">
                    <a16:creationId xmlns:a16="http://schemas.microsoft.com/office/drawing/2014/main" id="{4F380DE5-9091-5FB2-3647-07110D57135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1" name="Freeform 51">
                <a:extLst>
                  <a:ext uri="{FF2B5EF4-FFF2-40B4-BE49-F238E27FC236}">
                    <a16:creationId xmlns:a16="http://schemas.microsoft.com/office/drawing/2014/main" id="{63D834CB-F2F1-9CF3-3306-BA788EF4C863}"/>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2" name="Freeform 52">
                <a:extLst>
                  <a:ext uri="{FF2B5EF4-FFF2-40B4-BE49-F238E27FC236}">
                    <a16:creationId xmlns:a16="http://schemas.microsoft.com/office/drawing/2014/main" id="{9DF9D2C4-19CD-6D6F-D1D1-11CE96C0E99D}"/>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3" name="Freeform 53">
                <a:extLst>
                  <a:ext uri="{FF2B5EF4-FFF2-40B4-BE49-F238E27FC236}">
                    <a16:creationId xmlns:a16="http://schemas.microsoft.com/office/drawing/2014/main" id="{78F9C88E-5836-8A77-4538-E2CB490964F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4" name="Freeform 54">
                <a:extLst>
                  <a:ext uri="{FF2B5EF4-FFF2-40B4-BE49-F238E27FC236}">
                    <a16:creationId xmlns:a16="http://schemas.microsoft.com/office/drawing/2014/main" id="{2234677F-1EF1-C24A-2456-FB35C738163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5" name="Freeform 55">
                <a:extLst>
                  <a:ext uri="{FF2B5EF4-FFF2-40B4-BE49-F238E27FC236}">
                    <a16:creationId xmlns:a16="http://schemas.microsoft.com/office/drawing/2014/main" id="{626F9D8A-D6B5-1888-E8B1-9C3B8C259EF5}"/>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6" name="Freeform 56">
                <a:extLst>
                  <a:ext uri="{FF2B5EF4-FFF2-40B4-BE49-F238E27FC236}">
                    <a16:creationId xmlns:a16="http://schemas.microsoft.com/office/drawing/2014/main" id="{7096839D-686D-9DA0-39C1-FF38ACD7988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7">
                <a:extLst>
                  <a:ext uri="{FF2B5EF4-FFF2-40B4-BE49-F238E27FC236}">
                    <a16:creationId xmlns:a16="http://schemas.microsoft.com/office/drawing/2014/main" id="{58CEFB5A-654F-87FC-D4AD-C96299F7F5D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8">
                <a:extLst>
                  <a:ext uri="{FF2B5EF4-FFF2-40B4-BE49-F238E27FC236}">
                    <a16:creationId xmlns:a16="http://schemas.microsoft.com/office/drawing/2014/main" id="{CFBE9921-9212-4D37-DEE1-045D1791052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1" name="Graphic 8">
              <a:extLst>
                <a:ext uri="{FF2B5EF4-FFF2-40B4-BE49-F238E27FC236}">
                  <a16:creationId xmlns:a16="http://schemas.microsoft.com/office/drawing/2014/main" id="{1E38B9D4-555F-EEC6-42D8-A5C4F792F610}"/>
                </a:ext>
              </a:extLst>
            </p:cNvPr>
            <p:cNvGrpSpPr/>
            <p:nvPr/>
          </p:nvGrpSpPr>
          <p:grpSpPr>
            <a:xfrm>
              <a:off x="265625" y="6323271"/>
              <a:ext cx="1249223" cy="190348"/>
              <a:chOff x="265625" y="6323271"/>
              <a:chExt cx="1249223" cy="190348"/>
            </a:xfrm>
            <a:solidFill>
              <a:srgbClr val="000000"/>
            </a:solidFill>
          </p:grpSpPr>
          <p:sp>
            <p:nvSpPr>
              <p:cNvPr id="42" name="Freeform 60">
                <a:extLst>
                  <a:ext uri="{FF2B5EF4-FFF2-40B4-BE49-F238E27FC236}">
                    <a16:creationId xmlns:a16="http://schemas.microsoft.com/office/drawing/2014/main" id="{9D3B5F0D-70BB-140A-76C7-DFCFF0777F32}"/>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3" name="Freeform 61">
                <a:extLst>
                  <a:ext uri="{FF2B5EF4-FFF2-40B4-BE49-F238E27FC236}">
                    <a16:creationId xmlns:a16="http://schemas.microsoft.com/office/drawing/2014/main" id="{4C7E6602-CB3B-E010-2E47-5CF99A73449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4" name="Freeform 62">
                <a:extLst>
                  <a:ext uri="{FF2B5EF4-FFF2-40B4-BE49-F238E27FC236}">
                    <a16:creationId xmlns:a16="http://schemas.microsoft.com/office/drawing/2014/main" id="{9D8567F3-62AD-F216-0AF6-E4169127352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5" name="Freeform 63">
                <a:extLst>
                  <a:ext uri="{FF2B5EF4-FFF2-40B4-BE49-F238E27FC236}">
                    <a16:creationId xmlns:a16="http://schemas.microsoft.com/office/drawing/2014/main" id="{2FEEA58D-D9DD-FFD2-C302-3DD4E8DAF5F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6" name="Freeform 64">
                <a:extLst>
                  <a:ext uri="{FF2B5EF4-FFF2-40B4-BE49-F238E27FC236}">
                    <a16:creationId xmlns:a16="http://schemas.microsoft.com/office/drawing/2014/main" id="{3C5437F9-4193-4740-1635-D710F784A6A4}"/>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7" name="Freeform 65">
                <a:extLst>
                  <a:ext uri="{FF2B5EF4-FFF2-40B4-BE49-F238E27FC236}">
                    <a16:creationId xmlns:a16="http://schemas.microsoft.com/office/drawing/2014/main" id="{42E15317-316C-8EDA-CD39-0C8616D5890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8" name="Freeform 66">
                <a:extLst>
                  <a:ext uri="{FF2B5EF4-FFF2-40B4-BE49-F238E27FC236}">
                    <a16:creationId xmlns:a16="http://schemas.microsoft.com/office/drawing/2014/main" id="{F53C646D-9387-7EA5-512E-D7BE25FBA13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23" name="Chart Placeholder 22">
            <a:extLst>
              <a:ext uri="{FF2B5EF4-FFF2-40B4-BE49-F238E27FC236}">
                <a16:creationId xmlns:a16="http://schemas.microsoft.com/office/drawing/2014/main" id="{4093E53D-7586-4113-99BD-F45F1343692F}"/>
              </a:ext>
            </a:extLst>
          </p:cNvPr>
          <p:cNvSpPr>
            <a:spLocks noGrp="1"/>
          </p:cNvSpPr>
          <p:nvPr>
            <p:ph type="chart" sz="quarter" idx="13" hasCustomPrompt="1"/>
          </p:nvPr>
        </p:nvSpPr>
        <p:spPr bwMode="gray">
          <a:xfrm>
            <a:off x="662672" y="722997"/>
            <a:ext cx="4480256" cy="4480256"/>
          </a:xfrm>
        </p:spPr>
        <p:txBody>
          <a:bodyPr anchor="ctr"/>
          <a:lstStyle>
            <a:lvl1pPr algn="ctr">
              <a:defRPr>
                <a:solidFill>
                  <a:schemeClr val="tx1"/>
                </a:solidFill>
              </a:defRPr>
            </a:lvl1pPr>
          </a:lstStyle>
          <a:p>
            <a:r>
              <a:rPr lang="en-US" dirty="0"/>
              <a:t>Click to insert a </a:t>
            </a:r>
            <a:br>
              <a:rPr lang="en-US" dirty="0"/>
            </a:br>
            <a:r>
              <a:rPr lang="en-US" dirty="0"/>
              <a:t>Doughnut chart</a:t>
            </a:r>
          </a:p>
        </p:txBody>
      </p:sp>
      <p:sp>
        <p:nvSpPr>
          <p:cNvPr id="5" name="TextBox 4">
            <a:extLst>
              <a:ext uri="{FF2B5EF4-FFF2-40B4-BE49-F238E27FC236}">
                <a16:creationId xmlns:a16="http://schemas.microsoft.com/office/drawing/2014/main" id="{9EE7E0D9-D41D-881D-F813-4A2FF0C435F7}"/>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2996566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4" name="page number">
            <a:extLst>
              <a:ext uri="{FF2B5EF4-FFF2-40B4-BE49-F238E27FC236}">
                <a16:creationId xmlns:a16="http://schemas.microsoft.com/office/drawing/2014/main" id="{BE17F87B-8433-6C45-84D8-13DF5C0ADDB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3" name="page number">
            <a:extLst>
              <a:ext uri="{FF2B5EF4-FFF2-40B4-BE49-F238E27FC236}">
                <a16:creationId xmlns:a16="http://schemas.microsoft.com/office/drawing/2014/main" id="{BE17F87B-8433-6C45-84D8-13DF5C0ADDB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3584932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Thank You / Closing - Leaf">
    <p:spTree>
      <p:nvGrpSpPr>
        <p:cNvPr id="1" name=""/>
        <p:cNvGrpSpPr/>
        <p:nvPr/>
      </p:nvGrpSpPr>
      <p:grpSpPr>
        <a:xfrm>
          <a:off x="0" y="0"/>
          <a:ext cx="0" cy="0"/>
          <a:chOff x="0" y="0"/>
          <a:chExt cx="0" cy="0"/>
        </a:xfrm>
      </p:grpSpPr>
      <p:sp>
        <p:nvSpPr>
          <p:cNvPr id="49" name="Freeform: Shape 48">
            <a:extLst>
              <a:ext uri="{FF2B5EF4-FFF2-40B4-BE49-F238E27FC236}">
                <a16:creationId xmlns:a16="http://schemas.microsoft.com/office/drawing/2014/main" id="{56DE6961-EE11-6DE7-194F-886ED937142D}"/>
              </a:ext>
            </a:extLst>
          </p:cNvPr>
          <p:cNvSpPr/>
          <p:nvPr/>
        </p:nvSpPr>
        <p:spPr>
          <a:xfrm>
            <a:off x="0" y="0"/>
            <a:ext cx="6635783" cy="4452826"/>
          </a:xfrm>
          <a:custGeom>
            <a:avLst/>
            <a:gdLst>
              <a:gd name="connsiteX0" fmla="*/ 0 w 6635783"/>
              <a:gd name="connsiteY0" fmla="*/ 0 h 4452826"/>
              <a:gd name="connsiteX1" fmla="*/ 6635783 w 6635783"/>
              <a:gd name="connsiteY1" fmla="*/ 0 h 4452826"/>
              <a:gd name="connsiteX2" fmla="*/ 2550426 w 6635783"/>
              <a:gd name="connsiteY2" fmla="*/ 4085358 h 4452826"/>
              <a:gd name="connsiteX3" fmla="*/ 1663310 w 6635783"/>
              <a:gd name="connsiteY3" fmla="*/ 4452826 h 4452826"/>
              <a:gd name="connsiteX4" fmla="*/ 0 w 6635783"/>
              <a:gd name="connsiteY4" fmla="*/ 4452826 h 4452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5783" h="4452826">
                <a:moveTo>
                  <a:pt x="0" y="0"/>
                </a:moveTo>
                <a:lnTo>
                  <a:pt x="6635783" y="0"/>
                </a:lnTo>
                <a:lnTo>
                  <a:pt x="2550426" y="4085358"/>
                </a:lnTo>
                <a:cubicBezTo>
                  <a:pt x="2315128" y="4320656"/>
                  <a:pt x="1996025" y="4452826"/>
                  <a:pt x="1663310" y="4452826"/>
                </a:cubicBezTo>
                <a:lnTo>
                  <a:pt x="0" y="4452826"/>
                </a:lnTo>
                <a:close/>
              </a:path>
            </a:pathLst>
          </a:custGeom>
          <a:gradFill>
            <a:gsLst>
              <a:gs pos="12000">
                <a:srgbClr val="61A30E"/>
              </a:gs>
              <a:gs pos="85000">
                <a:srgbClr val="0095C4"/>
              </a:gs>
            </a:gsLst>
            <a:lin ang="18899976" scaled="1"/>
          </a:gradFill>
          <a:ln w="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F8F365AF-9910-BF20-6CFB-24D4C0928B4D}"/>
              </a:ext>
            </a:extLst>
          </p:cNvPr>
          <p:cNvSpPr/>
          <p:nvPr/>
        </p:nvSpPr>
        <p:spPr>
          <a:xfrm>
            <a:off x="0" y="0"/>
            <a:ext cx="12188827" cy="6858000"/>
          </a:xfrm>
          <a:custGeom>
            <a:avLst/>
            <a:gdLst>
              <a:gd name="connsiteX0" fmla="*/ 8298300 w 12219884"/>
              <a:gd name="connsiteY0" fmla="*/ 0 h 6858000"/>
              <a:gd name="connsiteX1" fmla="*/ 12219884 w 12219884"/>
              <a:gd name="connsiteY1" fmla="*/ 0 h 6858000"/>
              <a:gd name="connsiteX2" fmla="*/ 12219884 w 12219884"/>
              <a:gd name="connsiteY2" fmla="*/ 6858000 h 6858000"/>
              <a:gd name="connsiteX3" fmla="*/ 0 w 12219884"/>
              <a:gd name="connsiteY3" fmla="*/ 6858000 h 6858000"/>
              <a:gd name="connsiteX4" fmla="*/ 0 w 12219884"/>
              <a:gd name="connsiteY4" fmla="*/ 5087251 h 6858000"/>
              <a:gd name="connsiteX5" fmla="*/ 2577461 w 12219884"/>
              <a:gd name="connsiteY5" fmla="*/ 5085576 h 6858000"/>
              <a:gd name="connsiteX6" fmla="*/ 3686387 w 12219884"/>
              <a:gd name="connsiteY6" fmla="*/ 46262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19884" h="6858000">
                <a:moveTo>
                  <a:pt x="8298300" y="0"/>
                </a:moveTo>
                <a:lnTo>
                  <a:pt x="12219884" y="0"/>
                </a:lnTo>
                <a:lnTo>
                  <a:pt x="12219884" y="6858000"/>
                </a:lnTo>
                <a:lnTo>
                  <a:pt x="0" y="6858000"/>
                </a:lnTo>
                <a:lnTo>
                  <a:pt x="0" y="5087251"/>
                </a:lnTo>
                <a:lnTo>
                  <a:pt x="2577461" y="5085576"/>
                </a:lnTo>
                <a:cubicBezTo>
                  <a:pt x="2993418" y="5085576"/>
                  <a:pt x="3392312" y="4920346"/>
                  <a:pt x="3686387" y="4626273"/>
                </a:cubicBezTo>
                <a:close/>
              </a:path>
            </a:pathLst>
          </a:custGeom>
          <a:solidFill>
            <a:schemeClr val="bg1"/>
          </a:solidFill>
          <a:ln w="0" cap="flat">
            <a:noFill/>
            <a:prstDash val="solid"/>
            <a:miter/>
          </a:ln>
          <a:effectLst/>
        </p:spPr>
        <p:txBody>
          <a:bodyPr rtlCol="0" anchor="ctr"/>
          <a:lstStyle/>
          <a:p>
            <a:endParaRPr lang="en-US" dirty="0"/>
          </a:p>
        </p:txBody>
      </p:sp>
      <p:sp>
        <p:nvSpPr>
          <p:cNvPr id="10" name="TextBox 9">
            <a:extLst>
              <a:ext uri="{FF2B5EF4-FFF2-40B4-BE49-F238E27FC236}">
                <a16:creationId xmlns:a16="http://schemas.microsoft.com/office/drawing/2014/main" id="{01F07DE2-A4BE-3B43-A385-D616B948566C}"/>
              </a:ext>
            </a:extLst>
          </p:cNvPr>
          <p:cNvSpPr txBox="1"/>
          <p:nvPr/>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grpSp>
        <p:nvGrpSpPr>
          <p:cNvPr id="11" name="Graphic 8">
            <a:extLst>
              <a:ext uri="{FF2B5EF4-FFF2-40B4-BE49-F238E27FC236}">
                <a16:creationId xmlns:a16="http://schemas.microsoft.com/office/drawing/2014/main" id="{6CCAFF07-C864-65F7-E8B7-2C5633311999}"/>
              </a:ext>
            </a:extLst>
          </p:cNvPr>
          <p:cNvGrpSpPr/>
          <p:nvPr/>
        </p:nvGrpSpPr>
        <p:grpSpPr>
          <a:xfrm>
            <a:off x="265625" y="6323271"/>
            <a:ext cx="1249223" cy="369648"/>
            <a:chOff x="265625" y="6323271"/>
            <a:chExt cx="1249223" cy="369648"/>
          </a:xfrm>
          <a:solidFill>
            <a:srgbClr val="000000"/>
          </a:solidFill>
        </p:grpSpPr>
        <p:grpSp>
          <p:nvGrpSpPr>
            <p:cNvPr id="12" name="Graphic 8">
              <a:extLst>
                <a:ext uri="{FF2B5EF4-FFF2-40B4-BE49-F238E27FC236}">
                  <a16:creationId xmlns:a16="http://schemas.microsoft.com/office/drawing/2014/main" id="{AE286926-0755-5C11-7A0A-71094C615B03}"/>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41302BC0-EF33-69DC-5657-3D7BE117EB0F}"/>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BEAD69D2-73E4-A144-E3E4-00652D470A7C}"/>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1D44DE0F-E65D-8F5E-DDB1-448E05AF8B4D}"/>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300A7CEA-47C8-F052-0ABC-CC3EB17C99C8}"/>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B263CA39-11CD-CCFC-8658-51B68E806BF2}"/>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454151A7-9F9E-00A6-12C4-7BF08E75C919}"/>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1677C85A-569D-FF5C-4327-E5F7B4ABB32F}"/>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E88D3A2E-3EBA-D825-F133-2DE36CA58E5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3803B19A-69EA-855A-98FD-BD1186959E33}"/>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EBFA825D-97CB-A8C0-AFB9-8046277D8437}"/>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5" name="Graphic 8">
              <a:extLst>
                <a:ext uri="{FF2B5EF4-FFF2-40B4-BE49-F238E27FC236}">
                  <a16:creationId xmlns:a16="http://schemas.microsoft.com/office/drawing/2014/main" id="{3A2519BE-9221-F0E4-149B-1E0F287B15F2}"/>
                </a:ext>
              </a:extLst>
            </p:cNvPr>
            <p:cNvGrpSpPr/>
            <p:nvPr/>
          </p:nvGrpSpPr>
          <p:grpSpPr>
            <a:xfrm>
              <a:off x="265625" y="6323271"/>
              <a:ext cx="1249223" cy="190348"/>
              <a:chOff x="265625" y="6323271"/>
              <a:chExt cx="1249223" cy="190348"/>
            </a:xfrm>
            <a:solidFill>
              <a:srgbClr val="000000"/>
            </a:solidFill>
          </p:grpSpPr>
          <p:sp>
            <p:nvSpPr>
              <p:cNvPr id="16" name="Freeform 15">
                <a:extLst>
                  <a:ext uri="{FF2B5EF4-FFF2-40B4-BE49-F238E27FC236}">
                    <a16:creationId xmlns:a16="http://schemas.microsoft.com/office/drawing/2014/main" id="{E24DA16D-AFE1-058B-85D1-9EA36D66A8E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7" name="Freeform 16">
                <a:extLst>
                  <a:ext uri="{FF2B5EF4-FFF2-40B4-BE49-F238E27FC236}">
                    <a16:creationId xmlns:a16="http://schemas.microsoft.com/office/drawing/2014/main" id="{55335D38-CD27-91AC-1D9C-2ECBE6EA600D}"/>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93057BCE-C1E5-5093-0F75-68335E992A19}"/>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7CA24CC9-729F-DCB8-F923-0F15F8C9188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BAE7E7AF-181B-E7F5-FE78-4DDD4C4C35B5}"/>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5473C35A-2B1B-B305-B605-0C9EA6533ED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150F0538-4DA7-4B39-5875-633FB664361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2" name="Freeform: Shape 1">
            <a:extLst>
              <a:ext uri="{FF2B5EF4-FFF2-40B4-BE49-F238E27FC236}">
                <a16:creationId xmlns:a16="http://schemas.microsoft.com/office/drawing/2014/main" id="{1C5EE576-7D35-4E9E-7E82-8116BB430A44}"/>
              </a:ext>
            </a:extLst>
          </p:cNvPr>
          <p:cNvSpPr/>
          <p:nvPr/>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4"/>
              </a:gs>
            </a:gsLst>
            <a:lin ang="0" scaled="1"/>
          </a:gradFill>
          <a:ln w="0" cap="flat">
            <a:noFill/>
            <a:prstDash val="solid"/>
            <a:miter/>
          </a:ln>
        </p:spPr>
        <p:txBody>
          <a:bodyPr rtlCol="0" anchor="ctr"/>
          <a:lstStyle/>
          <a:p>
            <a:endParaRPr lang="en-US" dirty="0"/>
          </a:p>
        </p:txBody>
      </p:sp>
      <p:sp>
        <p:nvSpPr>
          <p:cNvPr id="34" name="Freeform: Shape 1">
            <a:extLst>
              <a:ext uri="{FF2B5EF4-FFF2-40B4-BE49-F238E27FC236}">
                <a16:creationId xmlns:a16="http://schemas.microsoft.com/office/drawing/2014/main" id="{1C5EE576-7D35-4E9E-7E82-8116BB430A44}"/>
              </a:ext>
            </a:extLst>
          </p:cNvPr>
          <p:cNvSpPr/>
          <p:nvPr userDrawn="1"/>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4"/>
              </a:gs>
            </a:gsLst>
            <a:lin ang="0" scaled="1"/>
          </a:gradFill>
          <a:ln w="0" cap="flat">
            <a:noFill/>
            <a:prstDash val="solid"/>
            <a:miter/>
          </a:ln>
        </p:spPr>
        <p:txBody>
          <a:bodyPr rtlCol="0" anchor="ctr"/>
          <a:lstStyle/>
          <a:p>
            <a:endParaRPr lang="en-US" dirty="0"/>
          </a:p>
        </p:txBody>
      </p:sp>
      <p:sp>
        <p:nvSpPr>
          <p:cNvPr id="3" name="TextBox 2">
            <a:extLst>
              <a:ext uri="{FF2B5EF4-FFF2-40B4-BE49-F238E27FC236}">
                <a16:creationId xmlns:a16="http://schemas.microsoft.com/office/drawing/2014/main" id="{73C0D969-A405-CD2A-A392-B917B8B613B7}"/>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1100038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Thank You / Closing - Aqua">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11BDF268-11B0-0052-054F-E2A7324524A8}"/>
              </a:ext>
            </a:extLst>
          </p:cNvPr>
          <p:cNvSpPr/>
          <p:nvPr/>
        </p:nvSpPr>
        <p:spPr>
          <a:xfrm>
            <a:off x="0" y="0"/>
            <a:ext cx="6635783" cy="4452826"/>
          </a:xfrm>
          <a:custGeom>
            <a:avLst/>
            <a:gdLst>
              <a:gd name="connsiteX0" fmla="*/ 0 w 6635783"/>
              <a:gd name="connsiteY0" fmla="*/ 0 h 4452826"/>
              <a:gd name="connsiteX1" fmla="*/ 6635783 w 6635783"/>
              <a:gd name="connsiteY1" fmla="*/ 0 h 4452826"/>
              <a:gd name="connsiteX2" fmla="*/ 2550426 w 6635783"/>
              <a:gd name="connsiteY2" fmla="*/ 4085358 h 4452826"/>
              <a:gd name="connsiteX3" fmla="*/ 1663310 w 6635783"/>
              <a:gd name="connsiteY3" fmla="*/ 4452826 h 4452826"/>
              <a:gd name="connsiteX4" fmla="*/ 0 w 6635783"/>
              <a:gd name="connsiteY4" fmla="*/ 4452826 h 4452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5783" h="4452826">
                <a:moveTo>
                  <a:pt x="0" y="0"/>
                </a:moveTo>
                <a:lnTo>
                  <a:pt x="6635783" y="0"/>
                </a:lnTo>
                <a:lnTo>
                  <a:pt x="2550426" y="4085358"/>
                </a:lnTo>
                <a:cubicBezTo>
                  <a:pt x="2315128" y="4320656"/>
                  <a:pt x="1996025" y="4452826"/>
                  <a:pt x="1663310" y="4452826"/>
                </a:cubicBezTo>
                <a:lnTo>
                  <a:pt x="0" y="4452826"/>
                </a:lnTo>
                <a:close/>
              </a:path>
            </a:pathLst>
          </a:custGeom>
          <a:gradFill>
            <a:gsLst>
              <a:gs pos="12000">
                <a:schemeClr val="accent2"/>
              </a:gs>
              <a:gs pos="85000">
                <a:srgbClr val="0095C4"/>
              </a:gs>
            </a:gsLst>
            <a:lin ang="18899976" scaled="1"/>
          </a:gradFill>
          <a:ln w="0" cap="flat">
            <a:noFill/>
            <a:prstDash val="solid"/>
            <a:miter/>
          </a:ln>
        </p:spPr>
        <p:txBody>
          <a:bodyPr rtlCol="0" anchor="ctr"/>
          <a:lstStyle/>
          <a:p>
            <a:endParaRPr lang="en-US" dirty="0"/>
          </a:p>
        </p:txBody>
      </p:sp>
      <p:sp>
        <p:nvSpPr>
          <p:cNvPr id="30" name="Freeform: Shape 29">
            <a:extLst>
              <a:ext uri="{FF2B5EF4-FFF2-40B4-BE49-F238E27FC236}">
                <a16:creationId xmlns:a16="http://schemas.microsoft.com/office/drawing/2014/main" id="{FFB6A110-E961-EB34-6F92-35210D5B70F6}"/>
              </a:ext>
            </a:extLst>
          </p:cNvPr>
          <p:cNvSpPr/>
          <p:nvPr/>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2"/>
              </a:gs>
            </a:gsLst>
            <a:lin ang="0" scaled="1"/>
          </a:gradFill>
          <a:ln w="0" cap="flat">
            <a:noFill/>
            <a:prstDash val="solid"/>
            <a:miter/>
          </a:ln>
        </p:spPr>
        <p:txBody>
          <a:bodyPr rtlCol="0" anchor="ctr"/>
          <a:lstStyle/>
          <a:p>
            <a:endParaRPr lang="en-US" dirty="0"/>
          </a:p>
        </p:txBody>
      </p:sp>
      <p:sp>
        <p:nvSpPr>
          <p:cNvPr id="13" name="TextBox 12">
            <a:extLst>
              <a:ext uri="{FF2B5EF4-FFF2-40B4-BE49-F238E27FC236}">
                <a16:creationId xmlns:a16="http://schemas.microsoft.com/office/drawing/2014/main" id="{1BD12A38-34FF-DD48-95F6-31F5ED4772C8}"/>
              </a:ext>
            </a:extLst>
          </p:cNvPr>
          <p:cNvSpPr txBox="1"/>
          <p:nvPr/>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sp>
        <p:nvSpPr>
          <p:cNvPr id="2" name="TextBox 1">
            <a:extLst>
              <a:ext uri="{FF2B5EF4-FFF2-40B4-BE49-F238E27FC236}">
                <a16:creationId xmlns:a16="http://schemas.microsoft.com/office/drawing/2014/main" id="{6870951A-A1C2-4343-3CAE-6020736681CC}"/>
              </a:ext>
            </a:extLst>
          </p:cNvPr>
          <p:cNvSpPr txBox="1"/>
          <p:nvPr/>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Broadcom Proprietary and Confidential. Copyright © 2024 Broadcom.  </a:t>
            </a:r>
          </a:p>
        </p:txBody>
      </p:sp>
      <p:sp>
        <p:nvSpPr>
          <p:cNvPr id="3" name="TextBox 2">
            <a:extLst>
              <a:ext uri="{FF2B5EF4-FFF2-40B4-BE49-F238E27FC236}">
                <a16:creationId xmlns:a16="http://schemas.microsoft.com/office/drawing/2014/main" id="{26F24270-F144-4E34-E75B-7BF480C1A43F}"/>
              </a:ext>
            </a:extLst>
          </p:cNvPr>
          <p:cNvSpPr txBox="1"/>
          <p:nvPr/>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All Rights Reserved. The term “Broadcom” refers to Broadcom Inc. and/or its subsidiaries.</a:t>
            </a:r>
          </a:p>
        </p:txBody>
      </p:sp>
      <p:grpSp>
        <p:nvGrpSpPr>
          <p:cNvPr id="4" name="Graphic 8">
            <a:extLst>
              <a:ext uri="{FF2B5EF4-FFF2-40B4-BE49-F238E27FC236}">
                <a16:creationId xmlns:a16="http://schemas.microsoft.com/office/drawing/2014/main" id="{51193D83-E1DC-D884-497D-C36876692E8C}"/>
              </a:ext>
            </a:extLst>
          </p:cNvPr>
          <p:cNvGrpSpPr/>
          <p:nvPr/>
        </p:nvGrpSpPr>
        <p:grpSpPr>
          <a:xfrm>
            <a:off x="265625" y="6323271"/>
            <a:ext cx="1249223" cy="369648"/>
            <a:chOff x="265625" y="6323271"/>
            <a:chExt cx="1249223" cy="369648"/>
          </a:xfrm>
          <a:solidFill>
            <a:srgbClr val="000000"/>
          </a:solidFill>
        </p:grpSpPr>
        <p:grpSp>
          <p:nvGrpSpPr>
            <p:cNvPr id="5" name="Graphic 8">
              <a:extLst>
                <a:ext uri="{FF2B5EF4-FFF2-40B4-BE49-F238E27FC236}">
                  <a16:creationId xmlns:a16="http://schemas.microsoft.com/office/drawing/2014/main" id="{6288BEE3-23F3-B6B1-B482-0F9A9F569EA0}"/>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90DE5843-3B4A-E700-B0DB-5D9A3AD21F9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BDE397DD-E9E8-91B5-8C3B-45ED0D0B04B1}"/>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6E6BB379-A9C5-4D4D-9C59-B482A1CFFCF1}"/>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3" name="Freeform 22">
                <a:extLst>
                  <a:ext uri="{FF2B5EF4-FFF2-40B4-BE49-F238E27FC236}">
                    <a16:creationId xmlns:a16="http://schemas.microsoft.com/office/drawing/2014/main" id="{5BF377CA-F78E-1D05-7E30-F0B6B3DB3F0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8C25C045-0720-3CF6-0232-C3865968DD47}"/>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492D9964-F2E9-F1D3-0D41-4D1006001336}"/>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B018C7F5-E13A-499D-ABFD-F4667F22C04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0E76BD13-FD6A-3266-F187-4A6360DA733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254CDF54-5CC7-42D5-FF3B-EA1A9615C9EB}"/>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CA008CD7-A5BA-D93B-24CF-53A3613EEB9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6" name="Graphic 8">
              <a:extLst>
                <a:ext uri="{FF2B5EF4-FFF2-40B4-BE49-F238E27FC236}">
                  <a16:creationId xmlns:a16="http://schemas.microsoft.com/office/drawing/2014/main" id="{0E16E021-24D5-689F-4C32-B7C3B76D27F1}"/>
                </a:ext>
              </a:extLst>
            </p:cNvPr>
            <p:cNvGrpSpPr/>
            <p:nvPr/>
          </p:nvGrpSpPr>
          <p:grpSpPr>
            <a:xfrm>
              <a:off x="265625" y="6323271"/>
              <a:ext cx="1249223" cy="190348"/>
              <a:chOff x="265625" y="6323271"/>
              <a:chExt cx="1249223" cy="190348"/>
            </a:xfrm>
            <a:solidFill>
              <a:srgbClr val="000000"/>
            </a:solidFill>
          </p:grpSpPr>
          <p:sp>
            <p:nvSpPr>
              <p:cNvPr id="7" name="Freeform 6">
                <a:extLst>
                  <a:ext uri="{FF2B5EF4-FFF2-40B4-BE49-F238E27FC236}">
                    <a16:creationId xmlns:a16="http://schemas.microsoft.com/office/drawing/2014/main" id="{E90104B9-EB0A-6BF7-8DA0-69BE6F5CEC5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8" name="Freeform 7">
                <a:extLst>
                  <a:ext uri="{FF2B5EF4-FFF2-40B4-BE49-F238E27FC236}">
                    <a16:creationId xmlns:a16="http://schemas.microsoft.com/office/drawing/2014/main" id="{14FF2423-AC5E-7429-E3BB-D400CC6C4F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9" name="Freeform 8">
                <a:extLst>
                  <a:ext uri="{FF2B5EF4-FFF2-40B4-BE49-F238E27FC236}">
                    <a16:creationId xmlns:a16="http://schemas.microsoft.com/office/drawing/2014/main" id="{278A855B-3ED8-07E8-9617-3CABB4692131}"/>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630E10BD-35C4-2EB3-CD9E-CB79BB947F2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7" name="Freeform 16">
                <a:extLst>
                  <a:ext uri="{FF2B5EF4-FFF2-40B4-BE49-F238E27FC236}">
                    <a16:creationId xmlns:a16="http://schemas.microsoft.com/office/drawing/2014/main" id="{4D6F1BE7-A87D-4DD0-910A-5119820395C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A59043ED-8660-66C4-91BC-AF45873D847E}"/>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C479B44E-348E-907C-601F-D41A24CC5E58}"/>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2" name="Freeform: Shape 14">
            <a:extLst>
              <a:ext uri="{FF2B5EF4-FFF2-40B4-BE49-F238E27FC236}">
                <a16:creationId xmlns:a16="http://schemas.microsoft.com/office/drawing/2014/main" id="{CD863588-1EDA-72EC-6D61-3E8A0E7CB273}"/>
              </a:ext>
            </a:extLst>
          </p:cNvPr>
          <p:cNvSpPr/>
          <p:nvPr userDrawn="1"/>
        </p:nvSpPr>
        <p:spPr>
          <a:xfrm>
            <a:off x="0" y="0"/>
            <a:ext cx="12188827" cy="6858000"/>
          </a:xfrm>
          <a:custGeom>
            <a:avLst/>
            <a:gdLst>
              <a:gd name="connsiteX0" fmla="*/ 8298300 w 12219884"/>
              <a:gd name="connsiteY0" fmla="*/ 0 h 6858000"/>
              <a:gd name="connsiteX1" fmla="*/ 12219884 w 12219884"/>
              <a:gd name="connsiteY1" fmla="*/ 0 h 6858000"/>
              <a:gd name="connsiteX2" fmla="*/ 12219884 w 12219884"/>
              <a:gd name="connsiteY2" fmla="*/ 6858000 h 6858000"/>
              <a:gd name="connsiteX3" fmla="*/ 0 w 12219884"/>
              <a:gd name="connsiteY3" fmla="*/ 6858000 h 6858000"/>
              <a:gd name="connsiteX4" fmla="*/ 0 w 12219884"/>
              <a:gd name="connsiteY4" fmla="*/ 5087251 h 6858000"/>
              <a:gd name="connsiteX5" fmla="*/ 2577461 w 12219884"/>
              <a:gd name="connsiteY5" fmla="*/ 5085576 h 6858000"/>
              <a:gd name="connsiteX6" fmla="*/ 3686387 w 12219884"/>
              <a:gd name="connsiteY6" fmla="*/ 46262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19884" h="6858000">
                <a:moveTo>
                  <a:pt x="8298300" y="0"/>
                </a:moveTo>
                <a:lnTo>
                  <a:pt x="12219884" y="0"/>
                </a:lnTo>
                <a:lnTo>
                  <a:pt x="12219884" y="6858000"/>
                </a:lnTo>
                <a:lnTo>
                  <a:pt x="0" y="6858000"/>
                </a:lnTo>
                <a:lnTo>
                  <a:pt x="0" y="5087251"/>
                </a:lnTo>
                <a:lnTo>
                  <a:pt x="2577461" y="5085576"/>
                </a:lnTo>
                <a:cubicBezTo>
                  <a:pt x="2993418" y="5085576"/>
                  <a:pt x="3392312" y="4920346"/>
                  <a:pt x="3686387" y="4626273"/>
                </a:cubicBezTo>
                <a:close/>
              </a:path>
            </a:pathLst>
          </a:custGeom>
          <a:solidFill>
            <a:schemeClr val="bg1"/>
          </a:solidFill>
          <a:ln w="0" cap="flat">
            <a:noFill/>
            <a:prstDash val="solid"/>
            <a:miter/>
          </a:ln>
          <a:effectLst/>
        </p:spPr>
        <p:txBody>
          <a:bodyPr rtlCol="0" anchor="ctr"/>
          <a:lstStyle/>
          <a:p>
            <a:endParaRPr lang="en-US" dirty="0"/>
          </a:p>
        </p:txBody>
      </p:sp>
      <p:sp>
        <p:nvSpPr>
          <p:cNvPr id="33" name="Freeform: Shape 29">
            <a:extLst>
              <a:ext uri="{FF2B5EF4-FFF2-40B4-BE49-F238E27FC236}">
                <a16:creationId xmlns:a16="http://schemas.microsoft.com/office/drawing/2014/main" id="{FFB6A110-E961-EB34-6F92-35210D5B70F6}"/>
              </a:ext>
            </a:extLst>
          </p:cNvPr>
          <p:cNvSpPr/>
          <p:nvPr userDrawn="1"/>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2"/>
              </a:gs>
            </a:gsLst>
            <a:lin ang="0" scaled="1"/>
          </a:gradFill>
          <a:ln w="0" cap="flat">
            <a:noFill/>
            <a:prstDash val="solid"/>
            <a:miter/>
          </a:ln>
        </p:spPr>
        <p:txBody>
          <a:bodyPr rtlCol="0" anchor="ctr"/>
          <a:lstStyle/>
          <a:p>
            <a:endParaRPr lang="en-US" dirty="0"/>
          </a:p>
        </p:txBody>
      </p:sp>
      <p:sp>
        <p:nvSpPr>
          <p:cNvPr id="34" name="TextBox 33">
            <a:extLst>
              <a:ext uri="{FF2B5EF4-FFF2-40B4-BE49-F238E27FC236}">
                <a16:creationId xmlns:a16="http://schemas.microsoft.com/office/drawing/2014/main" id="{1BD12A38-34FF-DD48-95F6-31F5ED4772C8}"/>
              </a:ext>
            </a:extLst>
          </p:cNvPr>
          <p:cNvSpPr txBox="1"/>
          <p:nvPr userDrawn="1"/>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grpSp>
        <p:nvGrpSpPr>
          <p:cNvPr id="37" name="Graphic 8">
            <a:extLst>
              <a:ext uri="{FF2B5EF4-FFF2-40B4-BE49-F238E27FC236}">
                <a16:creationId xmlns:a16="http://schemas.microsoft.com/office/drawing/2014/main" id="{51193D83-E1DC-D884-497D-C36876692E8C}"/>
              </a:ext>
            </a:extLst>
          </p:cNvPr>
          <p:cNvGrpSpPr/>
          <p:nvPr userDrawn="1"/>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6288BEE3-23F3-B6B1-B482-0F9A9F569EA0}"/>
                </a:ext>
              </a:extLst>
            </p:cNvPr>
            <p:cNvGrpSpPr/>
            <p:nvPr/>
          </p:nvGrpSpPr>
          <p:grpSpPr>
            <a:xfrm>
              <a:off x="745455" y="6594444"/>
              <a:ext cx="722662" cy="98475"/>
              <a:chOff x="745455" y="6594444"/>
              <a:chExt cx="722662" cy="98475"/>
            </a:xfrm>
            <a:solidFill>
              <a:srgbClr val="000000"/>
            </a:solidFill>
          </p:grpSpPr>
          <p:sp>
            <p:nvSpPr>
              <p:cNvPr id="47" name="Freeform 46">
                <a:extLst>
                  <a:ext uri="{FF2B5EF4-FFF2-40B4-BE49-F238E27FC236}">
                    <a16:creationId xmlns:a16="http://schemas.microsoft.com/office/drawing/2014/main" id="{90DE5843-3B4A-E700-B0DB-5D9A3AD21F9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BDE397DD-E9E8-91B5-8C3B-45ED0D0B04B1}"/>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6E6BB379-A9C5-4D4D-9C59-B482A1CFFCF1}"/>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5BF377CA-F78E-1D05-7E30-F0B6B3DB3F0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8C25C045-0720-3CF6-0232-C3865968DD47}"/>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492D9964-F2E9-F1D3-0D41-4D1006001336}"/>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B018C7F5-E13A-499D-ABFD-F4667F22C04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0E76BD13-FD6A-3266-F187-4A6360DA733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254CDF54-5CC7-42D5-FF3B-EA1A9615C9EB}"/>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CA008CD7-A5BA-D93B-24CF-53A3613EEB9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0E16E021-24D5-689F-4C32-B7C3B76D27F1}"/>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E90104B9-EB0A-6BF7-8DA0-69BE6F5CEC5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14FF2423-AC5E-7429-E3BB-D400CC6C4F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278A855B-3ED8-07E8-9617-3CABB4692131}"/>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630E10BD-35C4-2EB3-CD9E-CB79BB947F2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4D6F1BE7-A87D-4DD0-910A-5119820395C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A59043ED-8660-66C4-91BC-AF45873D847E}"/>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C479B44E-348E-907C-601F-D41A24CC5E58}"/>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10" name="TextBox 9">
            <a:extLst>
              <a:ext uri="{FF2B5EF4-FFF2-40B4-BE49-F238E27FC236}">
                <a16:creationId xmlns:a16="http://schemas.microsoft.com/office/drawing/2014/main" id="{39FCD237-E611-CAC8-3736-F49AF3DA231A}"/>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853787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Thank You / Closing - Plum">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AED7BA03-D917-7BF7-506D-6901DD40B1DF}"/>
              </a:ext>
            </a:extLst>
          </p:cNvPr>
          <p:cNvSpPr/>
          <p:nvPr/>
        </p:nvSpPr>
        <p:spPr>
          <a:xfrm>
            <a:off x="0" y="0"/>
            <a:ext cx="6635783" cy="4452826"/>
          </a:xfrm>
          <a:custGeom>
            <a:avLst/>
            <a:gdLst>
              <a:gd name="connsiteX0" fmla="*/ 0 w 6635783"/>
              <a:gd name="connsiteY0" fmla="*/ 0 h 4452826"/>
              <a:gd name="connsiteX1" fmla="*/ 6635783 w 6635783"/>
              <a:gd name="connsiteY1" fmla="*/ 0 h 4452826"/>
              <a:gd name="connsiteX2" fmla="*/ 2550426 w 6635783"/>
              <a:gd name="connsiteY2" fmla="*/ 4085358 h 4452826"/>
              <a:gd name="connsiteX3" fmla="*/ 1663310 w 6635783"/>
              <a:gd name="connsiteY3" fmla="*/ 4452826 h 4452826"/>
              <a:gd name="connsiteX4" fmla="*/ 0 w 6635783"/>
              <a:gd name="connsiteY4" fmla="*/ 4452826 h 4452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5783" h="4452826">
                <a:moveTo>
                  <a:pt x="0" y="0"/>
                </a:moveTo>
                <a:lnTo>
                  <a:pt x="6635783" y="0"/>
                </a:lnTo>
                <a:lnTo>
                  <a:pt x="2550426" y="4085358"/>
                </a:lnTo>
                <a:cubicBezTo>
                  <a:pt x="2315128" y="4320656"/>
                  <a:pt x="1996025" y="4452826"/>
                  <a:pt x="1663310" y="4452826"/>
                </a:cubicBezTo>
                <a:lnTo>
                  <a:pt x="0" y="4452826"/>
                </a:lnTo>
                <a:close/>
              </a:path>
            </a:pathLst>
          </a:custGeom>
          <a:gradFill>
            <a:gsLst>
              <a:gs pos="12000">
                <a:schemeClr val="accent5"/>
              </a:gs>
              <a:gs pos="85000">
                <a:srgbClr val="0095C4"/>
              </a:gs>
            </a:gsLst>
            <a:lin ang="18899976" scaled="1"/>
          </a:gradFill>
          <a:ln w="0" cap="flat">
            <a:noFill/>
            <a:prstDash val="solid"/>
            <a:miter/>
          </a:ln>
        </p:spPr>
        <p:txBody>
          <a:bodyPr rtlCol="0" anchor="ctr"/>
          <a:lstStyle/>
          <a:p>
            <a:endParaRPr lang="en-US" dirty="0"/>
          </a:p>
        </p:txBody>
      </p:sp>
      <p:sp>
        <p:nvSpPr>
          <p:cNvPr id="10" name="TextBox 9">
            <a:extLst>
              <a:ext uri="{FF2B5EF4-FFF2-40B4-BE49-F238E27FC236}">
                <a16:creationId xmlns:a16="http://schemas.microsoft.com/office/drawing/2014/main" id="{53EB9DBD-7EC8-8749-8D2B-52C66972D46E}"/>
              </a:ext>
            </a:extLst>
          </p:cNvPr>
          <p:cNvSpPr txBox="1"/>
          <p:nvPr/>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sp>
        <p:nvSpPr>
          <p:cNvPr id="2" name="TextBox 1">
            <a:extLst>
              <a:ext uri="{FF2B5EF4-FFF2-40B4-BE49-F238E27FC236}">
                <a16:creationId xmlns:a16="http://schemas.microsoft.com/office/drawing/2014/main" id="{9DB548BE-0CE3-CE23-414D-C93C2FDD312A}"/>
              </a:ext>
            </a:extLst>
          </p:cNvPr>
          <p:cNvSpPr txBox="1"/>
          <p:nvPr/>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Broadcom Proprietary and Confidential. Copyright © 2024 Broadcom.  </a:t>
            </a:r>
          </a:p>
        </p:txBody>
      </p:sp>
      <p:sp>
        <p:nvSpPr>
          <p:cNvPr id="3" name="TextBox 2">
            <a:extLst>
              <a:ext uri="{FF2B5EF4-FFF2-40B4-BE49-F238E27FC236}">
                <a16:creationId xmlns:a16="http://schemas.microsoft.com/office/drawing/2014/main" id="{BD199895-20CD-709C-3907-26845A30404E}"/>
              </a:ext>
            </a:extLst>
          </p:cNvPr>
          <p:cNvSpPr txBox="1"/>
          <p:nvPr/>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All Rights Reserved. The term “Broadcom” refers to Broadcom Inc. and/or its subsidiaries.</a:t>
            </a:r>
          </a:p>
        </p:txBody>
      </p:sp>
      <p:grpSp>
        <p:nvGrpSpPr>
          <p:cNvPr id="4" name="Graphic 8">
            <a:extLst>
              <a:ext uri="{FF2B5EF4-FFF2-40B4-BE49-F238E27FC236}">
                <a16:creationId xmlns:a16="http://schemas.microsoft.com/office/drawing/2014/main" id="{8112DCCF-A410-8E64-BF5C-1AED8279B1FF}"/>
              </a:ext>
            </a:extLst>
          </p:cNvPr>
          <p:cNvGrpSpPr/>
          <p:nvPr/>
        </p:nvGrpSpPr>
        <p:grpSpPr>
          <a:xfrm>
            <a:off x="265625" y="6323271"/>
            <a:ext cx="1249223" cy="369648"/>
            <a:chOff x="265625" y="6323271"/>
            <a:chExt cx="1249223" cy="369648"/>
          </a:xfrm>
          <a:solidFill>
            <a:srgbClr val="000000"/>
          </a:solidFill>
        </p:grpSpPr>
        <p:grpSp>
          <p:nvGrpSpPr>
            <p:cNvPr id="5" name="Graphic 8">
              <a:extLst>
                <a:ext uri="{FF2B5EF4-FFF2-40B4-BE49-F238E27FC236}">
                  <a16:creationId xmlns:a16="http://schemas.microsoft.com/office/drawing/2014/main" id="{A780A5E4-1B39-5A5D-52AB-EFC20E62EA25}"/>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E0903C10-9C43-4029-1989-8796170B6B2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9527ED7E-456D-AB30-D2D0-4C61F6B8397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0499A972-1ADB-ED5A-C815-DB3F2191D94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3" name="Freeform 22">
                <a:extLst>
                  <a:ext uri="{FF2B5EF4-FFF2-40B4-BE49-F238E27FC236}">
                    <a16:creationId xmlns:a16="http://schemas.microsoft.com/office/drawing/2014/main" id="{D803CC09-D71F-9E10-DA97-C55AD0BCE24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13B2A944-7BD4-DD11-180F-B80BF28EB678}"/>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CC8B82B9-ED10-F9AC-D3B8-E0275C3CBDE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4627E22E-2D4D-FEA9-006A-7DD242E2518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4169526B-DAA6-4992-5CF6-225DE8545F4E}"/>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4555D210-195A-A18A-E0CE-77874E51EB4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83DDD2B8-EB7C-AACE-B23F-6FA8B1A57F12}"/>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6" name="Graphic 8">
              <a:extLst>
                <a:ext uri="{FF2B5EF4-FFF2-40B4-BE49-F238E27FC236}">
                  <a16:creationId xmlns:a16="http://schemas.microsoft.com/office/drawing/2014/main" id="{33CF0C83-9B67-4AA2-133D-C3006C860F5E}"/>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0811D246-0428-1254-CBB5-CB40B6BB8558}"/>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B0FE8401-7316-2698-D80B-7C0E88A325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5" name="Freeform 14">
                <a:extLst>
                  <a:ext uri="{FF2B5EF4-FFF2-40B4-BE49-F238E27FC236}">
                    <a16:creationId xmlns:a16="http://schemas.microsoft.com/office/drawing/2014/main" id="{2241BCF0-F50B-2C01-4E3D-8987EE3AEBC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E45D38ED-BA90-5035-9D1B-207CDE6D1DD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7" name="Freeform 16">
                <a:extLst>
                  <a:ext uri="{FF2B5EF4-FFF2-40B4-BE49-F238E27FC236}">
                    <a16:creationId xmlns:a16="http://schemas.microsoft.com/office/drawing/2014/main" id="{495663DE-6FC0-F26D-5DE1-C203DA0E3D8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EEE0604B-AD28-DEF4-B2C5-6D7AB5FD3A55}"/>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676B44DF-1000-68A6-6AF7-E8182D7C4F2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13" name="Freeform: Shape 12">
            <a:extLst>
              <a:ext uri="{FF2B5EF4-FFF2-40B4-BE49-F238E27FC236}">
                <a16:creationId xmlns:a16="http://schemas.microsoft.com/office/drawing/2014/main" id="{C039270F-3B2C-5A52-9E64-757A7B136566}"/>
              </a:ext>
            </a:extLst>
          </p:cNvPr>
          <p:cNvSpPr/>
          <p:nvPr/>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5"/>
              </a:gs>
            </a:gsLst>
            <a:lin ang="0" scaled="1"/>
          </a:gradFill>
          <a:ln w="0" cap="flat">
            <a:noFill/>
            <a:prstDash val="solid"/>
            <a:miter/>
          </a:ln>
        </p:spPr>
        <p:txBody>
          <a:bodyPr rtlCol="0" anchor="ctr"/>
          <a:lstStyle/>
          <a:p>
            <a:endParaRPr lang="en-US" dirty="0"/>
          </a:p>
        </p:txBody>
      </p:sp>
      <p:sp>
        <p:nvSpPr>
          <p:cNvPr id="31" name="Freeform: Shape 7">
            <a:extLst>
              <a:ext uri="{FF2B5EF4-FFF2-40B4-BE49-F238E27FC236}">
                <a16:creationId xmlns:a16="http://schemas.microsoft.com/office/drawing/2014/main" id="{6317424D-DA75-A15F-0C19-096E89461340}"/>
              </a:ext>
            </a:extLst>
          </p:cNvPr>
          <p:cNvSpPr/>
          <p:nvPr userDrawn="1"/>
        </p:nvSpPr>
        <p:spPr>
          <a:xfrm>
            <a:off x="0" y="0"/>
            <a:ext cx="12188827" cy="6858000"/>
          </a:xfrm>
          <a:custGeom>
            <a:avLst/>
            <a:gdLst>
              <a:gd name="connsiteX0" fmla="*/ 8298300 w 12219884"/>
              <a:gd name="connsiteY0" fmla="*/ 0 h 6858000"/>
              <a:gd name="connsiteX1" fmla="*/ 12219884 w 12219884"/>
              <a:gd name="connsiteY1" fmla="*/ 0 h 6858000"/>
              <a:gd name="connsiteX2" fmla="*/ 12219884 w 12219884"/>
              <a:gd name="connsiteY2" fmla="*/ 6858000 h 6858000"/>
              <a:gd name="connsiteX3" fmla="*/ 0 w 12219884"/>
              <a:gd name="connsiteY3" fmla="*/ 6858000 h 6858000"/>
              <a:gd name="connsiteX4" fmla="*/ 0 w 12219884"/>
              <a:gd name="connsiteY4" fmla="*/ 5087251 h 6858000"/>
              <a:gd name="connsiteX5" fmla="*/ 2577461 w 12219884"/>
              <a:gd name="connsiteY5" fmla="*/ 5085576 h 6858000"/>
              <a:gd name="connsiteX6" fmla="*/ 3686387 w 12219884"/>
              <a:gd name="connsiteY6" fmla="*/ 46262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19884" h="6858000">
                <a:moveTo>
                  <a:pt x="8298300" y="0"/>
                </a:moveTo>
                <a:lnTo>
                  <a:pt x="12219884" y="0"/>
                </a:lnTo>
                <a:lnTo>
                  <a:pt x="12219884" y="6858000"/>
                </a:lnTo>
                <a:lnTo>
                  <a:pt x="0" y="6858000"/>
                </a:lnTo>
                <a:lnTo>
                  <a:pt x="0" y="5087251"/>
                </a:lnTo>
                <a:lnTo>
                  <a:pt x="2577461" y="5085576"/>
                </a:lnTo>
                <a:cubicBezTo>
                  <a:pt x="2993418" y="5085576"/>
                  <a:pt x="3392312" y="4920346"/>
                  <a:pt x="3686387" y="4626273"/>
                </a:cubicBezTo>
                <a:close/>
              </a:path>
            </a:pathLst>
          </a:custGeom>
          <a:solidFill>
            <a:schemeClr val="bg1"/>
          </a:solidFill>
          <a:ln w="0" cap="flat">
            <a:noFill/>
            <a:prstDash val="solid"/>
            <a:miter/>
          </a:ln>
          <a:effectLst/>
        </p:spPr>
        <p:txBody>
          <a:bodyPr rtlCol="0" anchor="ctr"/>
          <a:lstStyle/>
          <a:p>
            <a:endParaRPr lang="en-US" dirty="0"/>
          </a:p>
        </p:txBody>
      </p:sp>
      <p:sp>
        <p:nvSpPr>
          <p:cNvPr id="32" name="TextBox 31">
            <a:extLst>
              <a:ext uri="{FF2B5EF4-FFF2-40B4-BE49-F238E27FC236}">
                <a16:creationId xmlns:a16="http://schemas.microsoft.com/office/drawing/2014/main" id="{53EB9DBD-7EC8-8749-8D2B-52C66972D46E}"/>
              </a:ext>
            </a:extLst>
          </p:cNvPr>
          <p:cNvSpPr txBox="1"/>
          <p:nvPr userDrawn="1"/>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grpSp>
        <p:nvGrpSpPr>
          <p:cNvPr id="35" name="Graphic 8">
            <a:extLst>
              <a:ext uri="{FF2B5EF4-FFF2-40B4-BE49-F238E27FC236}">
                <a16:creationId xmlns:a16="http://schemas.microsoft.com/office/drawing/2014/main" id="{8112DCCF-A410-8E64-BF5C-1AED8279B1FF}"/>
              </a:ext>
            </a:extLst>
          </p:cNvPr>
          <p:cNvGrpSpPr/>
          <p:nvPr userDrawn="1"/>
        </p:nvGrpSpPr>
        <p:grpSpPr>
          <a:xfrm>
            <a:off x="265625" y="6323271"/>
            <a:ext cx="1249223" cy="369648"/>
            <a:chOff x="265625" y="6323271"/>
            <a:chExt cx="1249223" cy="369648"/>
          </a:xfrm>
          <a:solidFill>
            <a:srgbClr val="000000"/>
          </a:solidFill>
        </p:grpSpPr>
        <p:grpSp>
          <p:nvGrpSpPr>
            <p:cNvPr id="36" name="Graphic 8">
              <a:extLst>
                <a:ext uri="{FF2B5EF4-FFF2-40B4-BE49-F238E27FC236}">
                  <a16:creationId xmlns:a16="http://schemas.microsoft.com/office/drawing/2014/main" id="{A780A5E4-1B39-5A5D-52AB-EFC20E62EA25}"/>
                </a:ext>
              </a:extLst>
            </p:cNvPr>
            <p:cNvGrpSpPr/>
            <p:nvPr/>
          </p:nvGrpSpPr>
          <p:grpSpPr>
            <a:xfrm>
              <a:off x="745455" y="6594444"/>
              <a:ext cx="722662" cy="98475"/>
              <a:chOff x="745455" y="6594444"/>
              <a:chExt cx="722662" cy="98475"/>
            </a:xfrm>
            <a:solidFill>
              <a:srgbClr val="000000"/>
            </a:solidFill>
          </p:grpSpPr>
          <p:sp>
            <p:nvSpPr>
              <p:cNvPr id="45" name="Freeform 44">
                <a:extLst>
                  <a:ext uri="{FF2B5EF4-FFF2-40B4-BE49-F238E27FC236}">
                    <a16:creationId xmlns:a16="http://schemas.microsoft.com/office/drawing/2014/main" id="{E0903C10-9C43-4029-1989-8796170B6B2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9527ED7E-456D-AB30-D2D0-4C61F6B8397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0499A972-1ADB-ED5A-C815-DB3F2191D94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D803CC09-D71F-9E10-DA97-C55AD0BCE24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13B2A944-7BD4-DD11-180F-B80BF28EB678}"/>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CC8B82B9-ED10-F9AC-D3B8-E0275C3CBDE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4627E22E-2D4D-FEA9-006A-7DD242E2518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4169526B-DAA6-4992-5CF6-225DE8545F4E}"/>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4555D210-195A-A18A-E0CE-77874E51EB4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83DDD2B8-EB7C-AACE-B23F-6FA8B1A57F12}"/>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7" name="Graphic 8">
              <a:extLst>
                <a:ext uri="{FF2B5EF4-FFF2-40B4-BE49-F238E27FC236}">
                  <a16:creationId xmlns:a16="http://schemas.microsoft.com/office/drawing/2014/main" id="{33CF0C83-9B67-4AA2-133D-C3006C860F5E}"/>
                </a:ext>
              </a:extLst>
            </p:cNvPr>
            <p:cNvGrpSpPr/>
            <p:nvPr/>
          </p:nvGrpSpPr>
          <p:grpSpPr>
            <a:xfrm>
              <a:off x="265625" y="6323271"/>
              <a:ext cx="1249223" cy="190348"/>
              <a:chOff x="265625" y="6323271"/>
              <a:chExt cx="1249223" cy="190348"/>
            </a:xfrm>
            <a:solidFill>
              <a:srgbClr val="000000"/>
            </a:solidFill>
          </p:grpSpPr>
          <p:sp>
            <p:nvSpPr>
              <p:cNvPr id="38" name="Freeform 37">
                <a:extLst>
                  <a:ext uri="{FF2B5EF4-FFF2-40B4-BE49-F238E27FC236}">
                    <a16:creationId xmlns:a16="http://schemas.microsoft.com/office/drawing/2014/main" id="{0811D246-0428-1254-CBB5-CB40B6BB8558}"/>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39" name="Freeform 38">
                <a:extLst>
                  <a:ext uri="{FF2B5EF4-FFF2-40B4-BE49-F238E27FC236}">
                    <a16:creationId xmlns:a16="http://schemas.microsoft.com/office/drawing/2014/main" id="{B0FE8401-7316-2698-D80B-7C0E88A325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0" name="Freeform 39">
                <a:extLst>
                  <a:ext uri="{FF2B5EF4-FFF2-40B4-BE49-F238E27FC236}">
                    <a16:creationId xmlns:a16="http://schemas.microsoft.com/office/drawing/2014/main" id="{2241BCF0-F50B-2C01-4E3D-8987EE3AEBC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E45D38ED-BA90-5035-9D1B-207CDE6D1DD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495663DE-6FC0-F26D-5DE1-C203DA0E3D8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EEE0604B-AD28-DEF4-B2C5-6D7AB5FD3A55}"/>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676B44DF-1000-68A6-6AF7-E8182D7C4F2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5" name="Freeform: Shape 12">
            <a:extLst>
              <a:ext uri="{FF2B5EF4-FFF2-40B4-BE49-F238E27FC236}">
                <a16:creationId xmlns:a16="http://schemas.microsoft.com/office/drawing/2014/main" id="{C039270F-3B2C-5A52-9E64-757A7B136566}"/>
              </a:ext>
            </a:extLst>
          </p:cNvPr>
          <p:cNvSpPr/>
          <p:nvPr userDrawn="1"/>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5"/>
              </a:gs>
            </a:gsLst>
            <a:lin ang="0" scaled="1"/>
          </a:gradFill>
          <a:ln w="0" cap="flat">
            <a:noFill/>
            <a:prstDash val="solid"/>
            <a:miter/>
          </a:ln>
        </p:spPr>
        <p:txBody>
          <a:bodyPr rtlCol="0" anchor="ctr"/>
          <a:lstStyle/>
          <a:p>
            <a:endParaRPr lang="en-US" dirty="0"/>
          </a:p>
        </p:txBody>
      </p:sp>
      <p:sp>
        <p:nvSpPr>
          <p:cNvPr id="9" name="TextBox 8">
            <a:extLst>
              <a:ext uri="{FF2B5EF4-FFF2-40B4-BE49-F238E27FC236}">
                <a16:creationId xmlns:a16="http://schemas.microsoft.com/office/drawing/2014/main" id="{6B6C42D0-DC6D-DA1A-9109-B30DDBCA1FD2}"/>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2213449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and Subtitle">
  <p:cSld name="1_Title and Subtitle">
    <p:spTree>
      <p:nvGrpSpPr>
        <p:cNvPr id="1" name="Shape 103"/>
        <p:cNvGrpSpPr/>
        <p:nvPr/>
      </p:nvGrpSpPr>
      <p:grpSpPr>
        <a:xfrm>
          <a:off x="0" y="0"/>
          <a:ext cx="0" cy="0"/>
          <a:chOff x="0" y="0"/>
          <a:chExt cx="0" cy="0"/>
        </a:xfrm>
      </p:grpSpPr>
      <p:sp>
        <p:nvSpPr>
          <p:cNvPr id="104" name="Google Shape;104;p63"/>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105" name="Google Shape;105;p63"/>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b="0" i="0">
                <a:solidFill>
                  <a:schemeClr val="dk1"/>
                </a:solidFill>
                <a:latin typeface="Arial" panose="020B0604020202020204" pitchFamily="34" charset="0"/>
                <a:ea typeface="Arial" panose="020B0604020202020204" pitchFamily="34" charset="0"/>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dirty="0"/>
          </a:p>
        </p:txBody>
      </p:sp>
      <p:sp>
        <p:nvSpPr>
          <p:cNvPr id="106" name="Google Shape;106;p63"/>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b="0" i="0">
                <a:solidFill>
                  <a:schemeClr val="dk2"/>
                </a:solidFill>
                <a:latin typeface="Arial" panose="020B0604020202020204" pitchFamily="34" charset="0"/>
                <a:ea typeface="Arial"/>
                <a:cs typeface="Arial"/>
                <a:sym typeface="Arial"/>
              </a:rPr>
              <a:t>‹#›</a:t>
            </a:fld>
            <a:endParaRPr sz="800" b="0" i="0" dirty="0">
              <a:solidFill>
                <a:schemeClr val="dk2"/>
              </a:solidFill>
              <a:latin typeface="Arial" panose="020B0604020202020204" pitchFamily="34" charset="0"/>
              <a:ea typeface="Arial"/>
              <a:cs typeface="Arial"/>
              <a:sym typeface="Arial"/>
            </a:endParaRPr>
          </a:p>
        </p:txBody>
      </p:sp>
    </p:spTree>
    <p:extLst>
      <p:ext uri="{BB962C8B-B14F-4D97-AF65-F5344CB8AC3E}">
        <p14:creationId xmlns:p14="http://schemas.microsoft.com/office/powerpoint/2010/main" val="3475170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Diagram with Content on Right">
  <p:cSld name="1_Diagram with Content on Right">
    <p:spTree>
      <p:nvGrpSpPr>
        <p:cNvPr id="1" name="Shape 96"/>
        <p:cNvGrpSpPr/>
        <p:nvPr/>
      </p:nvGrpSpPr>
      <p:grpSpPr>
        <a:xfrm>
          <a:off x="0" y="0"/>
          <a:ext cx="0" cy="0"/>
          <a:chOff x="0" y="0"/>
          <a:chExt cx="0" cy="0"/>
        </a:xfrm>
      </p:grpSpPr>
      <p:sp>
        <p:nvSpPr>
          <p:cNvPr id="97" name="Google Shape;97;p53"/>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98" name="Google Shape;98;p53"/>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b="0" i="0">
                <a:solidFill>
                  <a:schemeClr val="dk1"/>
                </a:solidFill>
                <a:latin typeface="Arial" panose="020B0604020202020204" pitchFamily="34" charset="0"/>
                <a:ea typeface="Arial" panose="020B0604020202020204" pitchFamily="34" charset="0"/>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dirty="0"/>
          </a:p>
        </p:txBody>
      </p:sp>
      <p:sp>
        <p:nvSpPr>
          <p:cNvPr id="99" name="Google Shape;99;p53"/>
          <p:cNvSpPr/>
          <p:nvPr/>
        </p:nvSpPr>
        <p:spPr>
          <a:xfrm rot="10800000" flipH="1">
            <a:off x="8380072" y="1589923"/>
            <a:ext cx="3808754" cy="8261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0" i="0" dirty="0">
              <a:solidFill>
                <a:schemeClr val="lt1"/>
              </a:solidFill>
              <a:latin typeface="Arial" panose="020B0604020202020204" pitchFamily="34" charset="0"/>
              <a:ea typeface="Arial"/>
              <a:cs typeface="Arial"/>
              <a:sym typeface="Arial"/>
            </a:endParaRPr>
          </a:p>
          <a:p>
            <a:pPr marL="0" marR="0" lvl="0" indent="0" algn="ctr" rtl="0">
              <a:spcBef>
                <a:spcPts val="600"/>
              </a:spcBef>
              <a:spcAft>
                <a:spcPts val="0"/>
              </a:spcAft>
              <a:buNone/>
            </a:pPr>
            <a:endParaRPr sz="1200" b="0" i="0" dirty="0">
              <a:solidFill>
                <a:schemeClr val="lt1"/>
              </a:solidFill>
              <a:latin typeface="Arial" panose="020B0604020202020204" pitchFamily="34" charset="0"/>
              <a:ea typeface="Arial"/>
              <a:cs typeface="Arial"/>
              <a:sym typeface="Arial"/>
            </a:endParaRPr>
          </a:p>
        </p:txBody>
      </p:sp>
      <p:sp>
        <p:nvSpPr>
          <p:cNvPr id="100" name="Google Shape;100;p53"/>
          <p:cNvSpPr txBox="1">
            <a:spLocks noGrp="1"/>
          </p:cNvSpPr>
          <p:nvPr>
            <p:ph type="body" idx="2"/>
          </p:nvPr>
        </p:nvSpPr>
        <p:spPr>
          <a:xfrm>
            <a:off x="8380413" y="1600200"/>
            <a:ext cx="3808412" cy="4572000"/>
          </a:xfrm>
          <a:prstGeom prst="rect">
            <a:avLst/>
          </a:prstGeom>
          <a:noFill/>
          <a:ln>
            <a:noFill/>
          </a:ln>
        </p:spPr>
        <p:txBody>
          <a:bodyPr spcFirstLastPara="1" wrap="square" lIns="0" tIns="457200" rIns="594350" bIns="457200" anchor="t" anchorCtr="0">
            <a:noAutofit/>
          </a:bodyPr>
          <a:lstStyle>
            <a:lvl1pPr marL="457200" lvl="0" indent="-320040" algn="l">
              <a:lnSpc>
                <a:spcPct val="100000"/>
              </a:lnSpc>
              <a:spcBef>
                <a:spcPts val="0"/>
              </a:spcBef>
              <a:spcAft>
                <a:spcPts val="0"/>
              </a:spcAft>
              <a:buSzPts val="1440"/>
              <a:buChar char="​"/>
              <a:defRPr sz="1600" b="0" i="0">
                <a:solidFill>
                  <a:schemeClr val="accent2"/>
                </a:solidFill>
                <a:latin typeface="Arial" panose="020B0604020202020204" pitchFamily="34" charset="0"/>
              </a:defRPr>
            </a:lvl1pPr>
            <a:lvl2pPr marL="914400" lvl="1" indent="-308610" algn="l">
              <a:lnSpc>
                <a:spcPct val="100000"/>
              </a:lnSpc>
              <a:spcBef>
                <a:spcPts val="1200"/>
              </a:spcBef>
              <a:spcAft>
                <a:spcPts val="0"/>
              </a:spcAft>
              <a:buClr>
                <a:schemeClr val="accent2"/>
              </a:buClr>
              <a:buSzPts val="1260"/>
              <a:buChar char="•"/>
              <a:defRPr sz="1400">
                <a:solidFill>
                  <a:schemeClr val="accent2"/>
                </a:solidFill>
              </a:defRPr>
            </a:lvl2pPr>
            <a:lvl3pPr marL="1371600" lvl="2" indent="-297180" algn="l">
              <a:lnSpc>
                <a:spcPct val="100000"/>
              </a:lnSpc>
              <a:spcBef>
                <a:spcPts val="1200"/>
              </a:spcBef>
              <a:spcAft>
                <a:spcPts val="0"/>
              </a:spcAft>
              <a:buClr>
                <a:schemeClr val="accent2"/>
              </a:buClr>
              <a:buSzPts val="1080"/>
              <a:buChar char="–"/>
              <a:defRPr sz="1200">
                <a:solidFill>
                  <a:schemeClr val="accent2"/>
                </a:solidFill>
              </a:defRPr>
            </a:lvl3pPr>
            <a:lvl4pPr marL="1828800" lvl="3" indent="-291464" algn="l">
              <a:lnSpc>
                <a:spcPct val="100000"/>
              </a:lnSpc>
              <a:spcBef>
                <a:spcPts val="1200"/>
              </a:spcBef>
              <a:spcAft>
                <a:spcPts val="0"/>
              </a:spcAft>
              <a:buClr>
                <a:schemeClr val="accent2"/>
              </a:buClr>
              <a:buSzPts val="990"/>
              <a:buChar char="•"/>
              <a:defRPr sz="1100">
                <a:solidFill>
                  <a:schemeClr val="accent2"/>
                </a:solidFill>
              </a:defRPr>
            </a:lvl4pPr>
            <a:lvl5pPr marL="2286000" lvl="4" indent="-291464" algn="l">
              <a:lnSpc>
                <a:spcPct val="100000"/>
              </a:lnSpc>
              <a:spcBef>
                <a:spcPts val="1200"/>
              </a:spcBef>
              <a:spcAft>
                <a:spcPts val="0"/>
              </a:spcAft>
              <a:buClr>
                <a:schemeClr val="accent2"/>
              </a:buClr>
              <a:buSzPts val="990"/>
              <a:buChar char="–"/>
              <a:defRPr sz="1100">
                <a:solidFill>
                  <a:schemeClr val="accent2"/>
                </a:solidFill>
              </a:defRPr>
            </a:lvl5pPr>
            <a:lvl6pPr marL="2743200" lvl="5" indent="-291464" algn="l">
              <a:lnSpc>
                <a:spcPct val="100000"/>
              </a:lnSpc>
              <a:spcBef>
                <a:spcPts val="1200"/>
              </a:spcBef>
              <a:spcAft>
                <a:spcPts val="0"/>
              </a:spcAft>
              <a:buClr>
                <a:schemeClr val="accent2"/>
              </a:buClr>
              <a:buSzPts val="990"/>
              <a:buChar char="•"/>
              <a:defRPr sz="1100">
                <a:solidFill>
                  <a:schemeClr val="accent2"/>
                </a:solidFill>
              </a:defRPr>
            </a:lvl6pPr>
            <a:lvl7pPr marL="3200400" lvl="6" indent="-291464" algn="l">
              <a:lnSpc>
                <a:spcPct val="100000"/>
              </a:lnSpc>
              <a:spcBef>
                <a:spcPts val="1200"/>
              </a:spcBef>
              <a:spcAft>
                <a:spcPts val="0"/>
              </a:spcAft>
              <a:buClr>
                <a:schemeClr val="accent2"/>
              </a:buClr>
              <a:buSzPts val="990"/>
              <a:buChar char="-"/>
              <a:defRPr sz="1100">
                <a:solidFill>
                  <a:schemeClr val="accent2"/>
                </a:solidFill>
              </a:defRPr>
            </a:lvl7pPr>
            <a:lvl8pPr marL="3657600" lvl="7" indent="-291465" algn="l">
              <a:lnSpc>
                <a:spcPct val="100000"/>
              </a:lnSpc>
              <a:spcBef>
                <a:spcPts val="1200"/>
              </a:spcBef>
              <a:spcAft>
                <a:spcPts val="0"/>
              </a:spcAft>
              <a:buClr>
                <a:schemeClr val="accent2"/>
              </a:buClr>
              <a:buSzPts val="990"/>
              <a:buChar char="•"/>
              <a:defRPr sz="1100">
                <a:solidFill>
                  <a:schemeClr val="accent2"/>
                </a:solidFill>
              </a:defRPr>
            </a:lvl8pPr>
            <a:lvl9pPr marL="4114800" lvl="8" indent="-291465" algn="l">
              <a:lnSpc>
                <a:spcPct val="100000"/>
              </a:lnSpc>
              <a:spcBef>
                <a:spcPts val="1200"/>
              </a:spcBef>
              <a:spcAft>
                <a:spcPts val="1200"/>
              </a:spcAft>
              <a:buClr>
                <a:schemeClr val="accent2"/>
              </a:buClr>
              <a:buSzPts val="990"/>
              <a:buChar char="-"/>
              <a:defRPr sz="1100">
                <a:solidFill>
                  <a:schemeClr val="accent2"/>
                </a:solidFill>
              </a:defRPr>
            </a:lvl9pPr>
          </a:lstStyle>
          <a:p>
            <a:endParaRPr dirty="0"/>
          </a:p>
        </p:txBody>
      </p:sp>
      <p:sp>
        <p:nvSpPr>
          <p:cNvPr id="101" name="Google Shape;101;p53"/>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b="0" i="0">
                <a:solidFill>
                  <a:schemeClr val="dk2"/>
                </a:solidFill>
                <a:latin typeface="Arial" panose="020B0604020202020204" pitchFamily="34" charset="0"/>
                <a:ea typeface="Arial"/>
                <a:cs typeface="Arial"/>
                <a:sym typeface="Arial"/>
              </a:rPr>
              <a:t>‹#›</a:t>
            </a:fld>
            <a:endParaRPr sz="800" b="0" i="0" dirty="0">
              <a:solidFill>
                <a:schemeClr val="dk2"/>
              </a:solidFill>
              <a:latin typeface="Arial" panose="020B0604020202020204" pitchFamily="34" charset="0"/>
              <a:ea typeface="Arial"/>
              <a:cs typeface="Arial"/>
              <a:sym typeface="Arial"/>
            </a:endParaRPr>
          </a:p>
        </p:txBody>
      </p:sp>
      <p:sp>
        <p:nvSpPr>
          <p:cNvPr id="102" name="Google Shape;102;p53"/>
          <p:cNvSpPr txBox="1">
            <a:spLocks noGrp="1"/>
          </p:cNvSpPr>
          <p:nvPr>
            <p:ph type="body" idx="3"/>
          </p:nvPr>
        </p:nvSpPr>
        <p:spPr>
          <a:xfrm>
            <a:off x="608012" y="1600201"/>
            <a:ext cx="7398303" cy="4572000"/>
          </a:xfrm>
          <a:prstGeom prst="rect">
            <a:avLst/>
          </a:prstGeom>
          <a:noFill/>
          <a:ln>
            <a:noFill/>
          </a:ln>
        </p:spPr>
        <p:txBody>
          <a:bodyPr spcFirstLastPara="1" wrap="square" lIns="594350" tIns="1371600" rIns="457200" bIns="457200" anchor="t" anchorCtr="0">
            <a:noAutofit/>
          </a:bodyPr>
          <a:lstStyle>
            <a:lvl1pPr marL="457200" lvl="0" indent="-291465" algn="ctr">
              <a:lnSpc>
                <a:spcPct val="100000"/>
              </a:lnSpc>
              <a:spcBef>
                <a:spcPts val="1200"/>
              </a:spcBef>
              <a:spcAft>
                <a:spcPts val="0"/>
              </a:spcAft>
              <a:buSzPts val="990"/>
              <a:buChar char="​"/>
              <a:defRPr sz="1100" b="0" i="0">
                <a:solidFill>
                  <a:schemeClr val="dk1"/>
                </a:solidFill>
                <a:latin typeface="Arial" panose="020B0604020202020204" pitchFamily="34" charset="0"/>
              </a:defRPr>
            </a:lvl1pPr>
            <a:lvl2pPr marL="914400" lvl="1" indent="-320040" algn="l">
              <a:lnSpc>
                <a:spcPct val="100000"/>
              </a:lnSpc>
              <a:spcBef>
                <a:spcPts val="1200"/>
              </a:spcBef>
              <a:spcAft>
                <a:spcPts val="0"/>
              </a:spcAft>
              <a:buClr>
                <a:schemeClr val="lt1"/>
              </a:buClr>
              <a:buSzPts val="1440"/>
              <a:buChar char="•"/>
              <a:defRPr sz="1600">
                <a:solidFill>
                  <a:schemeClr val="lt1"/>
                </a:solidFill>
              </a:defRPr>
            </a:lvl2pPr>
            <a:lvl3pPr marL="1371600" lvl="2" indent="-308610" algn="l">
              <a:lnSpc>
                <a:spcPct val="100000"/>
              </a:lnSpc>
              <a:spcBef>
                <a:spcPts val="1200"/>
              </a:spcBef>
              <a:spcAft>
                <a:spcPts val="0"/>
              </a:spcAft>
              <a:buClr>
                <a:schemeClr val="lt1"/>
              </a:buClr>
              <a:buSzPts val="1260"/>
              <a:buChar char="–"/>
              <a:defRPr sz="1400">
                <a:solidFill>
                  <a:schemeClr val="lt1"/>
                </a:solidFill>
              </a:defRPr>
            </a:lvl3pPr>
            <a:lvl4pPr marL="1828800" lvl="3" indent="-297180" algn="l">
              <a:lnSpc>
                <a:spcPct val="100000"/>
              </a:lnSpc>
              <a:spcBef>
                <a:spcPts val="1200"/>
              </a:spcBef>
              <a:spcAft>
                <a:spcPts val="0"/>
              </a:spcAft>
              <a:buClr>
                <a:schemeClr val="lt1"/>
              </a:buClr>
              <a:buSzPts val="1080"/>
              <a:buChar char="•"/>
              <a:defRPr sz="1200">
                <a:solidFill>
                  <a:schemeClr val="lt1"/>
                </a:solidFill>
              </a:defRPr>
            </a:lvl4pPr>
            <a:lvl5pPr marL="2286000" lvl="4" indent="-297179" algn="l">
              <a:lnSpc>
                <a:spcPct val="100000"/>
              </a:lnSpc>
              <a:spcBef>
                <a:spcPts val="1200"/>
              </a:spcBef>
              <a:spcAft>
                <a:spcPts val="0"/>
              </a:spcAft>
              <a:buClr>
                <a:schemeClr val="lt1"/>
              </a:buClr>
              <a:buSzPts val="1080"/>
              <a:buChar char="–"/>
              <a:defRPr sz="1200">
                <a:solidFill>
                  <a:schemeClr val="lt1"/>
                </a:solidFill>
              </a:defRPr>
            </a:lvl5pPr>
            <a:lvl6pPr marL="2743200" lvl="5" indent="-331470" algn="l">
              <a:lnSpc>
                <a:spcPct val="100000"/>
              </a:lnSpc>
              <a:spcBef>
                <a:spcPts val="1200"/>
              </a:spcBef>
              <a:spcAft>
                <a:spcPts val="0"/>
              </a:spcAft>
              <a:buClr>
                <a:schemeClr val="lt1"/>
              </a:buClr>
              <a:buSzPts val="1620"/>
              <a:buChar char="•"/>
              <a:defRPr sz="1800">
                <a:solidFill>
                  <a:schemeClr val="lt1"/>
                </a:solidFill>
              </a:defRPr>
            </a:lvl6pPr>
            <a:lvl7pPr marL="3200400" lvl="6" indent="-308610" algn="l">
              <a:lnSpc>
                <a:spcPct val="100000"/>
              </a:lnSpc>
              <a:spcBef>
                <a:spcPts val="1200"/>
              </a:spcBef>
              <a:spcAft>
                <a:spcPts val="0"/>
              </a:spcAft>
              <a:buClr>
                <a:schemeClr val="lt1"/>
              </a:buClr>
              <a:buSzPts val="1260"/>
              <a:buChar char="-"/>
              <a:defRPr sz="1400">
                <a:solidFill>
                  <a:schemeClr val="lt1"/>
                </a:solidFill>
              </a:defRPr>
            </a:lvl7pPr>
            <a:lvl8pPr marL="3657600" lvl="7" indent="-297179" algn="l">
              <a:lnSpc>
                <a:spcPct val="100000"/>
              </a:lnSpc>
              <a:spcBef>
                <a:spcPts val="1200"/>
              </a:spcBef>
              <a:spcAft>
                <a:spcPts val="0"/>
              </a:spcAft>
              <a:buClr>
                <a:schemeClr val="lt1"/>
              </a:buClr>
              <a:buSzPts val="1080"/>
              <a:buChar char="•"/>
              <a:defRPr sz="1200">
                <a:solidFill>
                  <a:schemeClr val="lt1"/>
                </a:solidFill>
              </a:defRPr>
            </a:lvl8pPr>
            <a:lvl9pPr marL="4114800" lvl="8" indent="-331470" algn="l">
              <a:lnSpc>
                <a:spcPct val="100000"/>
              </a:lnSpc>
              <a:spcBef>
                <a:spcPts val="1200"/>
              </a:spcBef>
              <a:spcAft>
                <a:spcPts val="1200"/>
              </a:spcAft>
              <a:buClr>
                <a:schemeClr val="lt1"/>
              </a:buClr>
              <a:buSzPts val="1620"/>
              <a:buChar char="-"/>
              <a:defRPr sz="1800">
                <a:solidFill>
                  <a:schemeClr val="lt1"/>
                </a:solidFill>
              </a:defRPr>
            </a:lvl9pPr>
          </a:lstStyle>
          <a:p>
            <a:endParaRPr dirty="0"/>
          </a:p>
        </p:txBody>
      </p:sp>
    </p:spTree>
    <p:extLst>
      <p:ext uri="{BB962C8B-B14F-4D97-AF65-F5344CB8AC3E}">
        <p14:creationId xmlns:p14="http://schemas.microsoft.com/office/powerpoint/2010/main" val="937418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1_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24E83-0498-4D8B-94A0-3FF7CDD8F127}"/>
              </a:ext>
            </a:extLst>
          </p:cNvPr>
          <p:cNvSpPr>
            <a:spLocks noGrp="1"/>
          </p:cNvSpPr>
          <p:nvPr>
            <p:ph type="title" hasCustomPrompt="1"/>
          </p:nvPr>
        </p:nvSpPr>
        <p:spPr/>
        <p:txBody>
          <a:bodyPr/>
          <a:lstStyle>
            <a:lvl1pPr>
              <a:defRPr>
                <a:solidFill>
                  <a:schemeClr val="accent2"/>
                </a:solidFill>
              </a:defRPr>
            </a:lvl1pPr>
          </a:lstStyle>
          <a:p>
            <a:r>
              <a:rPr lang="en-US"/>
              <a:t>Single Content Layout Click to Add One Line Title</a:t>
            </a:r>
          </a:p>
        </p:txBody>
      </p:sp>
      <p:sp>
        <p:nvSpPr>
          <p:cNvPr id="8" name="Subtitle 2">
            <a:extLst>
              <a:ext uri="{FF2B5EF4-FFF2-40B4-BE49-F238E27FC236}">
                <a16:creationId xmlns:a16="http://schemas.microsoft.com/office/drawing/2014/main" id="{216D2F66-BB7F-4F0E-A224-A105F87676EF}"/>
              </a:ext>
            </a:extLst>
          </p:cNvPr>
          <p:cNvSpPr>
            <a:spLocks noGrp="1"/>
          </p:cNvSpPr>
          <p:nvPr>
            <p:ph type="subTitle" idx="10" hasCustomPrompt="1"/>
          </p:nvPr>
        </p:nvSpPr>
        <p:spPr>
          <a:xfrm>
            <a:off x="592866" y="811830"/>
            <a:ext cx="1098794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8" name="Content Placeholder 17">
            <a:extLst>
              <a:ext uri="{FF2B5EF4-FFF2-40B4-BE49-F238E27FC236}">
                <a16:creationId xmlns:a16="http://schemas.microsoft.com/office/drawing/2014/main" id="{D034FA3F-D529-4D8B-B6EC-A8341FCAF67E}"/>
              </a:ext>
            </a:extLst>
          </p:cNvPr>
          <p:cNvSpPr>
            <a:spLocks noGrp="1"/>
          </p:cNvSpPr>
          <p:nvPr>
            <p:ph sz="quarter" idx="14" hasCustomPrompt="1"/>
          </p:nvPr>
        </p:nvSpPr>
        <p:spPr>
          <a:xfrm>
            <a:off x="616505" y="1600201"/>
            <a:ext cx="10972800" cy="4572000"/>
          </a:xfrm>
        </p:spPr>
        <p:txBody>
          <a:bodyPr/>
          <a:lstStyle>
            <a:lvl1pPr>
              <a:spcBef>
                <a:spcPts val="0"/>
              </a:spcBef>
              <a:defRPr>
                <a:solidFill>
                  <a:schemeClr val="tx1"/>
                </a:solidFill>
              </a:defRPr>
            </a:lvl1pPr>
            <a:lvl2pPr>
              <a:spcBef>
                <a:spcPts val="0"/>
              </a:spcBef>
              <a:buClr>
                <a:schemeClr val="bg2">
                  <a:lumMod val="25000"/>
                </a:schemeClr>
              </a:buClr>
              <a:defRPr>
                <a:solidFill>
                  <a:schemeClr val="tx1"/>
                </a:solidFill>
              </a:defRPr>
            </a:lvl2pPr>
            <a:lvl3pPr>
              <a:spcBef>
                <a:spcPts val="0"/>
              </a:spcBef>
              <a:buClr>
                <a:schemeClr val="bg2">
                  <a:lumMod val="25000"/>
                </a:schemeClr>
              </a:buClr>
              <a:defRPr>
                <a:solidFill>
                  <a:schemeClr val="tx1"/>
                </a:solidFill>
              </a:defRPr>
            </a:lvl3pPr>
            <a:lvl4pPr>
              <a:spcBef>
                <a:spcPts val="0"/>
              </a:spcBef>
              <a:buClr>
                <a:schemeClr val="bg2">
                  <a:lumMod val="25000"/>
                </a:schemeClr>
              </a:buClr>
              <a:defRPr>
                <a:solidFill>
                  <a:schemeClr val="tx1"/>
                </a:solidFill>
              </a:defRPr>
            </a:lvl4pPr>
            <a:lvl5pPr>
              <a:spcBef>
                <a:spcPts val="0"/>
              </a:spcBef>
              <a:buClr>
                <a:schemeClr val="bg2">
                  <a:lumMod val="25000"/>
                </a:schemeClr>
              </a:buClr>
              <a:defRPr>
                <a:solidFill>
                  <a:schemeClr val="tx1"/>
                </a:solidFill>
              </a:defRPr>
            </a:lvl5pPr>
            <a:lvl6pPr>
              <a:buClr>
                <a:schemeClr val="bg2">
                  <a:lumMod val="25000"/>
                </a:schemeClr>
              </a:buClr>
              <a:defRPr>
                <a:solidFill>
                  <a:schemeClr val="bg2">
                    <a:lumMod val="25000"/>
                  </a:schemeClr>
                </a:solidFill>
              </a:defRPr>
            </a:lvl6pPr>
            <a:lvl7pPr>
              <a:defRPr/>
            </a:lvl7pPr>
            <a:lvl8pPr>
              <a:defRPr/>
            </a:lvl8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7" name="page number">
            <a:extLst>
              <a:ext uri="{FF2B5EF4-FFF2-40B4-BE49-F238E27FC236}">
                <a16:creationId xmlns:a16="http://schemas.microsoft.com/office/drawing/2014/main" id="{175B5FDB-839C-A941-B264-01387F31F00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865666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ltGray">
      <p:bgPr>
        <a:solidFill>
          <a:schemeClr val="bg1"/>
        </a:solidFill>
        <a:effectLst/>
      </p:bgPr>
    </p:bg>
    <p:spTree>
      <p:nvGrpSpPr>
        <p:cNvPr id="1" name=""/>
        <p:cNvGrpSpPr/>
        <p:nvPr/>
      </p:nvGrpSpPr>
      <p:grpSpPr>
        <a:xfrm>
          <a:off x="0" y="0"/>
          <a:ext cx="0" cy="0"/>
          <a:chOff x="0" y="0"/>
          <a:chExt cx="0" cy="0"/>
        </a:xfrm>
      </p:grpSpPr>
      <p:sp>
        <p:nvSpPr>
          <p:cNvPr id="2" name="Click to edit title"/>
          <p:cNvSpPr>
            <a:spLocks noGrp="1"/>
          </p:cNvSpPr>
          <p:nvPr>
            <p:ph type="title"/>
          </p:nvPr>
        </p:nvSpPr>
        <p:spPr>
          <a:xfrm>
            <a:off x="579809" y="412751"/>
            <a:ext cx="11001004" cy="381000"/>
          </a:xfrm>
          <a:prstGeom prst="rect">
            <a:avLst/>
          </a:prstGeom>
        </p:spPr>
        <p:txBody>
          <a:bodyPr vert="horz" wrap="none" lIns="0" tIns="0" rIns="0" bIns="0" rtlCol="0" anchor="b">
            <a:noAutofit/>
          </a:bodyPr>
          <a:lstStyle/>
          <a:p>
            <a:r>
              <a:rPr lang="en-US" dirty="0"/>
              <a:t>Click to edit Master default content style</a:t>
            </a:r>
          </a:p>
        </p:txBody>
      </p:sp>
      <p:sp>
        <p:nvSpPr>
          <p:cNvPr id="3" name="Click to edit content box"/>
          <p:cNvSpPr>
            <a:spLocks noGrp="1"/>
          </p:cNvSpPr>
          <p:nvPr>
            <p:ph type="body" idx="1"/>
          </p:nvPr>
        </p:nvSpPr>
        <p:spPr>
          <a:xfrm>
            <a:off x="609441" y="1600203"/>
            <a:ext cx="10969943" cy="4580461"/>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grpSp>
        <p:nvGrpSpPr>
          <p:cNvPr id="48" name="Graphic 8">
            <a:extLst>
              <a:ext uri="{FF2B5EF4-FFF2-40B4-BE49-F238E27FC236}">
                <a16:creationId xmlns:a16="http://schemas.microsoft.com/office/drawing/2014/main" id="{D82EF380-0C1A-9923-E1BB-4A4A82A50052}"/>
              </a:ext>
            </a:extLst>
          </p:cNvPr>
          <p:cNvGrpSpPr/>
          <p:nvPr/>
        </p:nvGrpSpPr>
        <p:grpSpPr>
          <a:xfrm>
            <a:off x="265625" y="6323271"/>
            <a:ext cx="1249223" cy="369648"/>
            <a:chOff x="265625" y="6323271"/>
            <a:chExt cx="1249223" cy="369648"/>
          </a:xfrm>
          <a:solidFill>
            <a:srgbClr val="000000"/>
          </a:solidFill>
        </p:grpSpPr>
        <p:grpSp>
          <p:nvGrpSpPr>
            <p:cNvPr id="49" name="Graphic 8">
              <a:extLst>
                <a:ext uri="{FF2B5EF4-FFF2-40B4-BE49-F238E27FC236}">
                  <a16:creationId xmlns:a16="http://schemas.microsoft.com/office/drawing/2014/main" id="{54FAF84D-171B-0C10-ED68-71DF0155B5A3}"/>
                </a:ext>
              </a:extLst>
            </p:cNvPr>
            <p:cNvGrpSpPr/>
            <p:nvPr/>
          </p:nvGrpSpPr>
          <p:grpSpPr>
            <a:xfrm>
              <a:off x="745455" y="6594444"/>
              <a:ext cx="722662" cy="98475"/>
              <a:chOff x="745455" y="6594444"/>
              <a:chExt cx="722662" cy="98475"/>
            </a:xfrm>
            <a:solidFill>
              <a:srgbClr val="000000"/>
            </a:solidFill>
          </p:grpSpPr>
          <p:sp>
            <p:nvSpPr>
              <p:cNvPr id="50" name="Freeform 49">
                <a:extLst>
                  <a:ext uri="{FF2B5EF4-FFF2-40B4-BE49-F238E27FC236}">
                    <a16:creationId xmlns:a16="http://schemas.microsoft.com/office/drawing/2014/main" id="{3FA24438-4158-EA0B-DE4E-8015E1E32AD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26BB840E-D68F-76E7-7DA9-BF6B79D252BE}"/>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59510B1D-6A5F-3EF5-3680-B51E20570E6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E2502CCC-DB03-C01E-2299-92CA9168461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76A128EB-98F4-7BC5-3A7C-1938363F3CAF}"/>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2677180F-AD7B-87CD-0633-18DC1BE313BF}"/>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11FB90A8-4445-04B0-1766-E758C4EED92E}"/>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DE758F9E-2750-6183-E9D2-FF433D17AAD5}"/>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24B84BC6-1055-8C5E-535B-75A833A8799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CFE27250-866A-DEF8-25F4-955344428C45}"/>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60" name="Graphic 8">
              <a:extLst>
                <a:ext uri="{FF2B5EF4-FFF2-40B4-BE49-F238E27FC236}">
                  <a16:creationId xmlns:a16="http://schemas.microsoft.com/office/drawing/2014/main" id="{105759BC-89FC-99DA-EED4-D1E8B30B32A4}"/>
                </a:ext>
              </a:extLst>
            </p:cNvPr>
            <p:cNvGrpSpPr/>
            <p:nvPr/>
          </p:nvGrpSpPr>
          <p:grpSpPr>
            <a:xfrm>
              <a:off x="265625" y="6323271"/>
              <a:ext cx="1249223" cy="190348"/>
              <a:chOff x="265625" y="6323271"/>
              <a:chExt cx="1249223" cy="190348"/>
            </a:xfrm>
            <a:solidFill>
              <a:srgbClr val="000000"/>
            </a:solidFill>
          </p:grpSpPr>
          <p:sp>
            <p:nvSpPr>
              <p:cNvPr id="61" name="Freeform 60">
                <a:extLst>
                  <a:ext uri="{FF2B5EF4-FFF2-40B4-BE49-F238E27FC236}">
                    <a16:creationId xmlns:a16="http://schemas.microsoft.com/office/drawing/2014/main" id="{512BB0ED-CA6C-C9CB-ACAD-1C325B73274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62" name="Freeform 61">
                <a:extLst>
                  <a:ext uri="{FF2B5EF4-FFF2-40B4-BE49-F238E27FC236}">
                    <a16:creationId xmlns:a16="http://schemas.microsoft.com/office/drawing/2014/main" id="{C8889F5C-7017-F0AD-A292-0E3EA56F8524}"/>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63" name="Freeform 62">
                <a:extLst>
                  <a:ext uri="{FF2B5EF4-FFF2-40B4-BE49-F238E27FC236}">
                    <a16:creationId xmlns:a16="http://schemas.microsoft.com/office/drawing/2014/main" id="{47F206F2-6C2D-0598-8600-BCAF57BB1FE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64" name="Freeform 63">
                <a:extLst>
                  <a:ext uri="{FF2B5EF4-FFF2-40B4-BE49-F238E27FC236}">
                    <a16:creationId xmlns:a16="http://schemas.microsoft.com/office/drawing/2014/main" id="{A9925AE1-2698-ECBF-CB8C-C2FA61B1948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65" name="Freeform 64">
                <a:extLst>
                  <a:ext uri="{FF2B5EF4-FFF2-40B4-BE49-F238E27FC236}">
                    <a16:creationId xmlns:a16="http://schemas.microsoft.com/office/drawing/2014/main" id="{218BC9EB-B196-3184-73E5-DDF213272F29}"/>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66" name="Freeform 65">
                <a:extLst>
                  <a:ext uri="{FF2B5EF4-FFF2-40B4-BE49-F238E27FC236}">
                    <a16:creationId xmlns:a16="http://schemas.microsoft.com/office/drawing/2014/main" id="{B3E0CCF2-026F-7198-71FE-EEC15EFDC57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67" name="Freeform 66">
                <a:extLst>
                  <a:ext uri="{FF2B5EF4-FFF2-40B4-BE49-F238E27FC236}">
                    <a16:creationId xmlns:a16="http://schemas.microsoft.com/office/drawing/2014/main" id="{EF4B9FAC-CA66-86DF-4447-1C97FD11917C}"/>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9" name="Graphic 7">
            <a:extLst>
              <a:ext uri="{FF2B5EF4-FFF2-40B4-BE49-F238E27FC236}">
                <a16:creationId xmlns:a16="http://schemas.microsoft.com/office/drawing/2014/main" id="{4347DF9D-10B3-D013-C54B-0CEA1344F18E}"/>
              </a:ext>
            </a:extLst>
          </p:cNvPr>
          <p:cNvSpPr/>
          <p:nvPr/>
        </p:nvSpPr>
        <p:spPr>
          <a:xfrm>
            <a:off x="0" y="0"/>
            <a:ext cx="12188825" cy="74871"/>
          </a:xfrm>
          <a:custGeom>
            <a:avLst/>
            <a:gdLst>
              <a:gd name="connsiteX0" fmla="*/ 0 w 12185715"/>
              <a:gd name="connsiteY0" fmla="*/ 0 h 74871"/>
              <a:gd name="connsiteX1" fmla="*/ 12185716 w 12185715"/>
              <a:gd name="connsiteY1" fmla="*/ 0 h 74871"/>
              <a:gd name="connsiteX2" fmla="*/ 12185716 w 12185715"/>
              <a:gd name="connsiteY2" fmla="*/ 74871 h 74871"/>
              <a:gd name="connsiteX3" fmla="*/ 0 w 12185715"/>
              <a:gd name="connsiteY3" fmla="*/ 74871 h 74871"/>
            </a:gdLst>
            <a:ahLst/>
            <a:cxnLst>
              <a:cxn ang="0">
                <a:pos x="connsiteX0" y="connsiteY0"/>
              </a:cxn>
              <a:cxn ang="0">
                <a:pos x="connsiteX1" y="connsiteY1"/>
              </a:cxn>
              <a:cxn ang="0">
                <a:pos x="connsiteX2" y="connsiteY2"/>
              </a:cxn>
              <a:cxn ang="0">
                <a:pos x="connsiteX3" y="connsiteY3"/>
              </a:cxn>
            </a:cxnLst>
            <a:rect l="l" t="t" r="r" b="b"/>
            <a:pathLst>
              <a:path w="12185715" h="74871">
                <a:moveTo>
                  <a:pt x="0" y="0"/>
                </a:moveTo>
                <a:lnTo>
                  <a:pt x="12185716" y="0"/>
                </a:lnTo>
                <a:lnTo>
                  <a:pt x="12185716" y="74871"/>
                </a:lnTo>
                <a:lnTo>
                  <a:pt x="0" y="74871"/>
                </a:lnTo>
                <a:close/>
              </a:path>
            </a:pathLst>
          </a:custGeom>
          <a:gradFill>
            <a:gsLst>
              <a:gs pos="0">
                <a:schemeClr val="accent4"/>
              </a:gs>
              <a:gs pos="25000">
                <a:schemeClr val="accent1"/>
              </a:gs>
              <a:gs pos="50000">
                <a:schemeClr val="accent3"/>
              </a:gs>
              <a:gs pos="75000">
                <a:schemeClr val="accent2"/>
              </a:gs>
              <a:gs pos="100000">
                <a:schemeClr val="accent5"/>
              </a:gs>
            </a:gsLst>
            <a:lin ang="0" scaled="1"/>
          </a:gradFill>
          <a:ln w="0" cap="flat">
            <a:noFill/>
            <a:prstDash val="solid"/>
            <a:miter/>
          </a:ln>
        </p:spPr>
        <p:txBody>
          <a:bodyPr rtlCol="0" anchor="ctr"/>
          <a:lstStyle/>
          <a:p>
            <a:endParaRPr lang="en-US" dirty="0"/>
          </a:p>
        </p:txBody>
      </p:sp>
      <p:sp>
        <p:nvSpPr>
          <p:cNvPr id="6" name="TextBox 5">
            <a:extLst>
              <a:ext uri="{FF2B5EF4-FFF2-40B4-BE49-F238E27FC236}">
                <a16:creationId xmlns:a16="http://schemas.microsoft.com/office/drawing/2014/main" id="{67497138-A018-1FCE-9C69-099B94E017A6}"/>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2025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1398740080"/>
      </p:ext>
    </p:extLst>
  </p:cSld>
  <p:clrMap bg1="lt1" tx1="dk1" bg2="lt2" tx2="dk2" accent1="accent1" accent2="accent2" accent3="accent3" accent4="accent4" accent5="accent5" accent6="accent6" hlink="hlink" folHlink="folHlink"/>
  <p:sldLayoutIdLst>
    <p:sldLayoutId id="2147484196" r:id="rId1"/>
    <p:sldLayoutId id="2147484197" r:id="rId2"/>
    <p:sldLayoutId id="2147484198" r:id="rId3"/>
    <p:sldLayoutId id="2147484199" r:id="rId4"/>
    <p:sldLayoutId id="2147484200" r:id="rId5"/>
    <p:sldLayoutId id="2147484201" r:id="rId6"/>
    <p:sldLayoutId id="2147484202" r:id="rId7"/>
    <p:sldLayoutId id="2147484204" r:id="rId8"/>
    <p:sldLayoutId id="2147484205" r:id="rId9"/>
    <p:sldLayoutId id="2147484206" r:id="rId10"/>
    <p:sldLayoutId id="2147484208" r:id="rId11"/>
    <p:sldLayoutId id="2147484209" r:id="rId12"/>
    <p:sldLayoutId id="2147484210" r:id="rId13"/>
    <p:sldLayoutId id="2147484211" r:id="rId14"/>
    <p:sldLayoutId id="2147484212" r:id="rId15"/>
    <p:sldLayoutId id="2147484213" r:id="rId16"/>
    <p:sldLayoutId id="2147484214" r:id="rId17"/>
    <p:sldLayoutId id="2147484215" r:id="rId18"/>
    <p:sldLayoutId id="2147484216" r:id="rId19"/>
    <p:sldLayoutId id="2147484217" r:id="rId20"/>
    <p:sldLayoutId id="2147484218" r:id="rId21"/>
    <p:sldLayoutId id="2147484219" r:id="rId22"/>
    <p:sldLayoutId id="2147484220" r:id="rId23"/>
    <p:sldLayoutId id="2147484221" r:id="rId24"/>
    <p:sldLayoutId id="2147484222" r:id="rId25"/>
    <p:sldLayoutId id="2147484223" r:id="rId26"/>
    <p:sldLayoutId id="2147484224" r:id="rId27"/>
    <p:sldLayoutId id="2147484225" r:id="rId28"/>
    <p:sldLayoutId id="2147484226" r:id="rId29"/>
    <p:sldLayoutId id="2147484227" r:id="rId30"/>
    <p:sldLayoutId id="2147484228" r:id="rId31"/>
    <p:sldLayoutId id="2147484229" r:id="rId32"/>
    <p:sldLayoutId id="2147484230" r:id="rId33"/>
    <p:sldLayoutId id="2147484231" r:id="rId34"/>
    <p:sldLayoutId id="2147484232" r:id="rId35"/>
    <p:sldLayoutId id="2147484233" r:id="rId36"/>
    <p:sldLayoutId id="2147484234" r:id="rId37"/>
    <p:sldLayoutId id="2147484235" r:id="rId38"/>
    <p:sldLayoutId id="2147484236" r:id="rId39"/>
    <p:sldLayoutId id="2147484237" r:id="rId40"/>
    <p:sldLayoutId id="2147484240" r:id="rId41"/>
    <p:sldLayoutId id="2147484242" r:id="rId42"/>
    <p:sldLayoutId id="2147484470" r:id="rId4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1200"/>
        </a:spcAft>
        <a:buClr>
          <a:schemeClr val="tx1">
            <a:lumMod val="60000"/>
            <a:lumOff val="40000"/>
          </a:schemeClr>
        </a:buClr>
        <a:buSzPct val="90000"/>
        <a:buFont typeface="Arial" panose="020B0604020202020204" pitchFamily="34" charset="0"/>
        <a:buChar char="​"/>
        <a:defRPr sz="2000" kern="1200">
          <a:solidFill>
            <a:schemeClr val="tx1"/>
          </a:solidFill>
          <a:latin typeface="+mn-lt"/>
          <a:ea typeface="+mn-ea"/>
          <a:cs typeface="+mn-cs"/>
        </a:defRPr>
      </a:lvl1pPr>
      <a:lvl2pPr marL="457200" indent="-1841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800" kern="1200">
          <a:solidFill>
            <a:schemeClr val="tx1"/>
          </a:solidFill>
          <a:latin typeface="+mn-lt"/>
          <a:ea typeface="+mn-ea"/>
          <a:cs typeface="+mn-cs"/>
        </a:defRPr>
      </a:lvl2pPr>
      <a:lvl3pPr marL="744538" indent="-16986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defRPr sz="1600" kern="1200">
          <a:solidFill>
            <a:schemeClr val="tx1"/>
          </a:solidFill>
          <a:latin typeface="+mn-lt"/>
          <a:ea typeface="+mn-ea"/>
          <a:cs typeface="+mn-cs"/>
        </a:defRPr>
      </a:lvl3pPr>
      <a:lvl4pPr marL="969963" indent="-166688"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400" kern="1200">
          <a:solidFill>
            <a:schemeClr val="tx1"/>
          </a:solidFill>
          <a:latin typeface="+mn-lt"/>
          <a:ea typeface="+mn-ea"/>
          <a:cs typeface="+mn-cs"/>
        </a:defRPr>
      </a:lvl4pPr>
      <a:lvl5pPr marL="1143000" indent="-13811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tabLst/>
        <a:defRPr sz="1400" kern="1200">
          <a:solidFill>
            <a:schemeClr val="tx1"/>
          </a:solidFill>
          <a:latin typeface="+mn-lt"/>
          <a:ea typeface="+mn-ea"/>
          <a:cs typeface="+mn-cs"/>
        </a:defRPr>
      </a:lvl5pPr>
      <a:lvl6pPr marL="1258888" indent="-111125"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guide id="3" orient="horz" pos="1872">
          <p15:clr>
            <a:srgbClr val="F26B43"/>
          </p15:clr>
        </p15:guide>
        <p15:guide id="4" orient="horz" pos="1584">
          <p15:clr>
            <a:srgbClr val="F26B43"/>
          </p15:clr>
        </p15:guide>
        <p15:guide id="5" orient="horz" pos="1296">
          <p15:clr>
            <a:srgbClr val="F26B43"/>
          </p15:clr>
        </p15:guide>
        <p15:guide id="6" orient="horz" pos="1008">
          <p15:clr>
            <a:srgbClr val="F26B43"/>
          </p15:clr>
        </p15:guide>
        <p15:guide id="7" orient="horz" pos="720">
          <p15:clr>
            <a:srgbClr val="F26B43"/>
          </p15:clr>
        </p15:guide>
        <p15:guide id="8" orient="horz" pos="576">
          <p15:clr>
            <a:srgbClr val="F26B43"/>
          </p15:clr>
        </p15:guide>
        <p15:guide id="9" orient="horz" pos="288">
          <p15:clr>
            <a:srgbClr val="F26B43"/>
          </p15:clr>
        </p15:guide>
        <p15:guide id="10" orient="horz">
          <p15:clr>
            <a:srgbClr val="F26B43"/>
          </p15:clr>
        </p15:guide>
        <p15:guide id="11" orient="horz" pos="2448">
          <p15:clr>
            <a:srgbClr val="F26B43"/>
          </p15:clr>
        </p15:guide>
        <p15:guide id="12" orient="horz" pos="2736">
          <p15:clr>
            <a:srgbClr val="F26B43"/>
          </p15:clr>
        </p15:guide>
        <p15:guide id="13" orient="horz" pos="3024">
          <p15:clr>
            <a:srgbClr val="F26B43"/>
          </p15:clr>
        </p15:guide>
        <p15:guide id="14" orient="horz" pos="3312">
          <p15:clr>
            <a:srgbClr val="F26B43"/>
          </p15:clr>
        </p15:guide>
        <p15:guide id="15" orient="horz" pos="3600">
          <p15:clr>
            <a:srgbClr val="F26B43"/>
          </p15:clr>
        </p15:guide>
        <p15:guide id="16" orient="horz" pos="3888">
          <p15:clr>
            <a:srgbClr val="F26B43"/>
          </p15:clr>
        </p15:guide>
        <p15:guide id="17" orient="horz" pos="4032">
          <p15:clr>
            <a:srgbClr val="F26B43"/>
          </p15:clr>
        </p15:guide>
        <p15:guide id="18" pos="3551">
          <p15:clr>
            <a:srgbClr val="F26B43"/>
          </p15:clr>
        </p15:guide>
        <p15:guide id="19" pos="3263">
          <p15:clr>
            <a:srgbClr val="F26B43"/>
          </p15:clr>
        </p15:guide>
        <p15:guide id="20" pos="2975">
          <p15:clr>
            <a:srgbClr val="F26B43"/>
          </p15:clr>
        </p15:guide>
        <p15:guide id="21" pos="2687">
          <p15:clr>
            <a:srgbClr val="F26B43"/>
          </p15:clr>
        </p15:guide>
        <p15:guide id="22" pos="2399">
          <p15:clr>
            <a:srgbClr val="F26B43"/>
          </p15:clr>
        </p15:guide>
        <p15:guide id="23" pos="2111">
          <p15:clr>
            <a:srgbClr val="F26B43"/>
          </p15:clr>
        </p15:guide>
        <p15:guide id="24" pos="1823">
          <p15:clr>
            <a:srgbClr val="F26B43"/>
          </p15:clr>
        </p15:guide>
        <p15:guide id="25" pos="1535">
          <p15:clr>
            <a:srgbClr val="F26B43"/>
          </p15:clr>
        </p15:guide>
        <p15:guide id="26" pos="1247">
          <p15:clr>
            <a:srgbClr val="F26B43"/>
          </p15:clr>
        </p15:guide>
        <p15:guide id="27" pos="959">
          <p15:clr>
            <a:srgbClr val="F26B43"/>
          </p15:clr>
        </p15:guide>
        <p15:guide id="28" pos="671">
          <p15:clr>
            <a:srgbClr val="F26B43"/>
          </p15:clr>
        </p15:guide>
        <p15:guide id="29" pos="383">
          <p15:clr>
            <a:srgbClr val="F26B43"/>
          </p15:clr>
        </p15:guide>
        <p15:guide id="30" pos="4127">
          <p15:clr>
            <a:srgbClr val="F26B43"/>
          </p15:clr>
        </p15:guide>
        <p15:guide id="31" pos="4415">
          <p15:clr>
            <a:srgbClr val="F26B43"/>
          </p15:clr>
        </p15:guide>
        <p15:guide id="32" pos="4703">
          <p15:clr>
            <a:srgbClr val="F26B43"/>
          </p15:clr>
        </p15:guide>
        <p15:guide id="33" pos="4991">
          <p15:clr>
            <a:srgbClr val="F26B43"/>
          </p15:clr>
        </p15:guide>
        <p15:guide id="34" pos="5279">
          <p15:clr>
            <a:srgbClr val="F26B43"/>
          </p15:clr>
        </p15:guide>
        <p15:guide id="35" pos="5567">
          <p15:clr>
            <a:srgbClr val="F26B43"/>
          </p15:clr>
        </p15:guide>
        <p15:guide id="36" pos="5855">
          <p15:clr>
            <a:srgbClr val="F26B43"/>
          </p15:clr>
        </p15:guide>
        <p15:guide id="37" pos="6143">
          <p15:clr>
            <a:srgbClr val="F26B43"/>
          </p15:clr>
        </p15:guide>
        <p15:guide id="38" pos="6431">
          <p15:clr>
            <a:srgbClr val="F26B43"/>
          </p15:clr>
        </p15:guide>
        <p15:guide id="39" pos="6719">
          <p15:clr>
            <a:srgbClr val="F26B43"/>
          </p15:clr>
        </p15:guide>
        <p15:guide id="40" pos="7007">
          <p15:clr>
            <a:srgbClr val="F26B43"/>
          </p15:clr>
        </p15:guide>
        <p15:guide id="41" pos="7295">
          <p15:clr>
            <a:srgbClr val="F26B43"/>
          </p15:clr>
        </p15:guide>
        <p15:guide id="42" pos="7678">
          <p15:clr>
            <a:srgbClr val="F26B43"/>
          </p15:clr>
        </p15:guide>
        <p15:guide id="43" orient="horz" pos="4320">
          <p15:clr>
            <a:srgbClr val="F26B43"/>
          </p15:clr>
        </p15:guide>
        <p15:guide id="4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41.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41.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1.xml"/><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41.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37.xml"/><Relationship Id="rId6" Type="http://schemas.openxmlformats.org/officeDocument/2006/relationships/image" Target="../media/image17.png"/><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41.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13.xml"/><Relationship Id="rId1" Type="http://schemas.openxmlformats.org/officeDocument/2006/relationships/slideLayout" Target="../slideLayouts/slideLayout21.xml"/><Relationship Id="rId6" Type="http://schemas.openxmlformats.org/officeDocument/2006/relationships/image" Target="../media/image39.png"/><Relationship Id="rId5" Type="http://schemas.openxmlformats.org/officeDocument/2006/relationships/image" Target="../media/image38.svg"/><Relationship Id="rId4" Type="http://schemas.openxmlformats.org/officeDocument/2006/relationships/image" Target="../media/image37.png"/></Relationships>
</file>

<file path=ppt/slides/_rels/slide1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4.xml"/><Relationship Id="rId1" Type="http://schemas.openxmlformats.org/officeDocument/2006/relationships/slideLayout" Target="../slideLayouts/slideLayout21.xml"/><Relationship Id="rId5" Type="http://schemas.openxmlformats.org/officeDocument/2006/relationships/image" Target="../media/image44.png"/><Relationship Id="rId4" Type="http://schemas.openxmlformats.org/officeDocument/2006/relationships/image" Target="../media/image43.png"/></Relationships>
</file>

<file path=ppt/slides/_rels/slide1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6.xml"/><Relationship Id="rId1" Type="http://schemas.openxmlformats.org/officeDocument/2006/relationships/slideLayout" Target="../slideLayouts/slideLayout42.xml"/><Relationship Id="rId4" Type="http://schemas.openxmlformats.org/officeDocument/2006/relationships/image" Target="../media/image46.png"/></Relationships>
</file>

<file path=ppt/slides/_rels/slide1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7.xml"/><Relationship Id="rId1" Type="http://schemas.openxmlformats.org/officeDocument/2006/relationships/slideLayout" Target="../slideLayouts/slideLayout42.xml"/><Relationship Id="rId4" Type="http://schemas.openxmlformats.org/officeDocument/2006/relationships/image" Target="../media/image47.png"/></Relationships>
</file>

<file path=ppt/slides/_rels/slide18.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8.png"/><Relationship Id="rId7" Type="http://schemas.openxmlformats.org/officeDocument/2006/relationships/image" Target="../media/image51.png"/><Relationship Id="rId2" Type="http://schemas.openxmlformats.org/officeDocument/2006/relationships/notesSlide" Target="../notesSlides/notesSlide18.xml"/><Relationship Id="rId1" Type="http://schemas.openxmlformats.org/officeDocument/2006/relationships/slideLayout" Target="../slideLayouts/slideLayout21.xml"/><Relationship Id="rId6" Type="http://schemas.openxmlformats.org/officeDocument/2006/relationships/image" Target="../media/image50.png"/><Relationship Id="rId5" Type="http://schemas.openxmlformats.org/officeDocument/2006/relationships/image" Target="../media/image38.svg"/><Relationship Id="rId4" Type="http://schemas.openxmlformats.org/officeDocument/2006/relationships/image" Target="../media/image49.png"/></Relationships>
</file>

<file path=ppt/slides/_rels/slide1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9.xml"/><Relationship Id="rId1" Type="http://schemas.openxmlformats.org/officeDocument/2006/relationships/slideLayout" Target="../slideLayouts/slideLayout21.xml"/><Relationship Id="rId5" Type="http://schemas.openxmlformats.org/officeDocument/2006/relationships/image" Target="../media/image55.png"/><Relationship Id="rId4" Type="http://schemas.openxmlformats.org/officeDocument/2006/relationships/image" Target="../media/image54.png"/></Relationships>
</file>

<file path=ppt/slides/_rels/slide20.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56.png"/><Relationship Id="rId7" Type="http://schemas.openxmlformats.org/officeDocument/2006/relationships/image" Target="../media/image38.svg"/><Relationship Id="rId2" Type="http://schemas.openxmlformats.org/officeDocument/2006/relationships/notesSlide" Target="../notesSlides/notesSlide20.xml"/><Relationship Id="rId1" Type="http://schemas.openxmlformats.org/officeDocument/2006/relationships/slideLayout" Target="../slideLayouts/slideLayout42.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2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1.xml"/><Relationship Id="rId1" Type="http://schemas.openxmlformats.org/officeDocument/2006/relationships/slideLayout" Target="../slideLayouts/slideLayout21.xml"/><Relationship Id="rId4" Type="http://schemas.openxmlformats.org/officeDocument/2006/relationships/image" Target="../media/image62.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41.xml"/></Relationships>
</file>

<file path=ppt/slides/_rels/slide2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4.xml"/><Relationship Id="rId1" Type="http://schemas.openxmlformats.org/officeDocument/2006/relationships/slideLayout" Target="../slideLayouts/slideLayout3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64.sv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7.xml"/><Relationship Id="rId1" Type="http://schemas.openxmlformats.org/officeDocument/2006/relationships/slideLayout" Target="../slideLayouts/slideLayout11.xml"/><Relationship Id="rId5" Type="http://schemas.openxmlformats.org/officeDocument/2006/relationships/hyperlink" Target="https://www.vmware.com/products/cloud-infrastructure/vmware-cloud-foundation" TargetMode="External"/><Relationship Id="rId4" Type="http://schemas.openxmlformats.org/officeDocument/2006/relationships/hyperlink" Target="https://vcf.ideas.aha.io/" TargetMode="External"/></Relationships>
</file>

<file path=ppt/slides/_rels/slide28.xml.rels><?xml version="1.0" encoding="UTF-8" standalone="yes"?>
<Relationships xmlns="http://schemas.openxmlformats.org/package/2006/relationships"><Relationship Id="rId8" Type="http://schemas.openxmlformats.org/officeDocument/2006/relationships/hyperlink" Target="https://www.vmware.com/products/cloud-infrastructure/vmware-cloud-foundation" TargetMode="External"/><Relationship Id="rId3" Type="http://schemas.openxmlformats.org/officeDocument/2006/relationships/hyperlink" Target="https://www.vmware.com/resources/hands-on-labs" TargetMode="External"/><Relationship Id="rId7" Type="http://schemas.openxmlformats.org/officeDocument/2006/relationships/hyperlink" Target="https://www.vmware.com/docs/vmw-cloud-foundation-faqs" TargetMode="External"/><Relationship Id="rId2" Type="http://schemas.openxmlformats.org/officeDocument/2006/relationships/notesSlide" Target="../notesSlides/notesSlide28.xml"/><Relationship Id="rId1" Type="http://schemas.openxmlformats.org/officeDocument/2006/relationships/slideLayout" Target="../slideLayouts/slideLayout11.xml"/><Relationship Id="rId6" Type="http://schemas.openxmlformats.org/officeDocument/2006/relationships/hyperlink" Target="https://go-vmware.broadcom.com/VCFWebinars" TargetMode="External"/><Relationship Id="rId11" Type="http://schemas.openxmlformats.org/officeDocument/2006/relationships/hyperlink" Target="https://www.vmware.com/docs/vmware-vcf-tei-final" TargetMode="External"/><Relationship Id="rId5" Type="http://schemas.openxmlformats.org/officeDocument/2006/relationships/hyperlink" Target="https://www.youtube.com/c/VMwareCloudFoundation" TargetMode="External"/><Relationship Id="rId10" Type="http://schemas.openxmlformats.org/officeDocument/2006/relationships/hyperlink" Target="https://www.vmware.com/docs/vmw-vcf-tco-whitepaper" TargetMode="External"/><Relationship Id="rId4" Type="http://schemas.openxmlformats.org/officeDocument/2006/relationships/hyperlink" Target="https://www.vmware.com/resources/resource-center" TargetMode="External"/><Relationship Id="rId9" Type="http://schemas.openxmlformats.org/officeDocument/2006/relationships/hyperlink" Target="https://www.vmware.com/docs/vmw-cloud-foundation-datasheet" TargetMode="Externa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0.xml"/></Relationships>
</file>

<file path=ppt/slides/_rels/slide30.xml.rels><?xml version="1.0" encoding="UTF-8" standalone="yes"?>
<Relationships xmlns="http://schemas.openxmlformats.org/package/2006/relationships"><Relationship Id="rId3" Type="http://schemas.openxmlformats.org/officeDocument/2006/relationships/image" Target="../media/image66.svg"/><Relationship Id="rId7" Type="http://schemas.openxmlformats.org/officeDocument/2006/relationships/image" Target="../media/image17.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69.svg"/><Relationship Id="rId5" Type="http://schemas.openxmlformats.org/officeDocument/2006/relationships/image" Target="../media/image68.svg"/><Relationship Id="rId4" Type="http://schemas.openxmlformats.org/officeDocument/2006/relationships/image" Target="../media/image67.svg"/></Relationships>
</file>

<file path=ppt/slides/_rels/slide3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31.xml"/><Relationship Id="rId1" Type="http://schemas.openxmlformats.org/officeDocument/2006/relationships/slideLayout" Target="../slideLayouts/slideLayout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E2FCC-B833-2F39-3396-7958C2D83CA5}"/>
              </a:ext>
            </a:extLst>
          </p:cNvPr>
          <p:cNvSpPr>
            <a:spLocks noGrp="1"/>
          </p:cNvSpPr>
          <p:nvPr>
            <p:ph type="title"/>
          </p:nvPr>
        </p:nvSpPr>
        <p:spPr/>
        <p:txBody>
          <a:bodyPr/>
          <a:lstStyle/>
          <a:p>
            <a:r>
              <a:rPr lang="en-US" dirty="0"/>
              <a:t>VMware Cloud Foundation 9</a:t>
            </a:r>
          </a:p>
        </p:txBody>
      </p:sp>
      <p:sp>
        <p:nvSpPr>
          <p:cNvPr id="3" name="Subtitle 2">
            <a:extLst>
              <a:ext uri="{FF2B5EF4-FFF2-40B4-BE49-F238E27FC236}">
                <a16:creationId xmlns:a16="http://schemas.microsoft.com/office/drawing/2014/main" id="{58D5B6AB-811C-F4AD-B368-CFD2BF52E585}"/>
              </a:ext>
            </a:extLst>
          </p:cNvPr>
          <p:cNvSpPr>
            <a:spLocks noGrp="1"/>
          </p:cNvSpPr>
          <p:nvPr>
            <p:ph type="subTitle" idx="10"/>
          </p:nvPr>
        </p:nvSpPr>
        <p:spPr/>
        <p:txBody>
          <a:bodyPr/>
          <a:lstStyle/>
          <a:p>
            <a:r>
              <a:rPr lang="en-US" dirty="0"/>
              <a:t>Technical Overview</a:t>
            </a:r>
          </a:p>
        </p:txBody>
      </p:sp>
      <p:sp>
        <p:nvSpPr>
          <p:cNvPr id="6" name="Oval 5">
            <a:extLst>
              <a:ext uri="{FF2B5EF4-FFF2-40B4-BE49-F238E27FC236}">
                <a16:creationId xmlns:a16="http://schemas.microsoft.com/office/drawing/2014/main" id="{53804FA2-C911-0836-017F-48D2C0DDCAC0}"/>
              </a:ext>
            </a:extLst>
          </p:cNvPr>
          <p:cNvSpPr>
            <a:spLocks noChangeAspect="1"/>
          </p:cNvSpPr>
          <p:nvPr/>
        </p:nvSpPr>
        <p:spPr bwMode="gray">
          <a:xfrm>
            <a:off x="1945691" y="1618131"/>
            <a:ext cx="3621737" cy="3621737"/>
          </a:xfrm>
          <a:prstGeom prst="ellipse">
            <a:avLst/>
          </a:prstGeom>
          <a:solidFill>
            <a:schemeClr val="bg1"/>
          </a:solidFill>
          <a:ln w="60325">
            <a:gradFill>
              <a:gsLst>
                <a:gs pos="0">
                  <a:schemeClr val="accent5"/>
                </a:gs>
                <a:gs pos="74000">
                  <a:schemeClr val="accent3"/>
                </a:gs>
                <a:gs pos="83000">
                  <a:schemeClr val="accent3"/>
                </a:gs>
                <a:gs pos="100000">
                  <a:schemeClr val="accent2"/>
                </a:gs>
              </a:gsLst>
              <a:lin ang="5400000" scaled="1"/>
            </a:gra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000" dirty="0">
              <a:solidFill>
                <a:schemeClr val="tx1">
                  <a:lumMod val="50000"/>
                </a:schemeClr>
              </a:solidFill>
            </a:endParaRPr>
          </a:p>
        </p:txBody>
      </p:sp>
      <p:pic>
        <p:nvPicPr>
          <p:cNvPr id="8" name="Graphic 7">
            <a:extLst>
              <a:ext uri="{FF2B5EF4-FFF2-40B4-BE49-F238E27FC236}">
                <a16:creationId xmlns:a16="http://schemas.microsoft.com/office/drawing/2014/main" id="{E3C3C92D-1628-377D-8110-567FB0CE9CA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67840" y="2214230"/>
            <a:ext cx="2377440" cy="2377440"/>
          </a:xfrm>
          <a:prstGeom prst="rect">
            <a:avLst/>
          </a:prstGeom>
        </p:spPr>
      </p:pic>
      <p:sp>
        <p:nvSpPr>
          <p:cNvPr id="10" name="Text Placeholder 9">
            <a:extLst>
              <a:ext uri="{FF2B5EF4-FFF2-40B4-BE49-F238E27FC236}">
                <a16:creationId xmlns:a16="http://schemas.microsoft.com/office/drawing/2014/main" id="{657B6334-8CC7-E0F8-E9DB-1E2A81455009}"/>
              </a:ext>
            </a:extLst>
          </p:cNvPr>
          <p:cNvSpPr>
            <a:spLocks noGrp="1"/>
          </p:cNvSpPr>
          <p:nvPr>
            <p:ph type="body" sz="quarter" idx="11"/>
          </p:nvPr>
        </p:nvSpPr>
        <p:spPr/>
        <p:txBody>
          <a:bodyPr/>
          <a:lstStyle/>
          <a:p>
            <a:endParaRPr lang="en-US" dirty="0"/>
          </a:p>
        </p:txBody>
      </p:sp>
      <p:sp>
        <p:nvSpPr>
          <p:cNvPr id="12" name="Text Placeholder 11">
            <a:extLst>
              <a:ext uri="{FF2B5EF4-FFF2-40B4-BE49-F238E27FC236}">
                <a16:creationId xmlns:a16="http://schemas.microsoft.com/office/drawing/2014/main" id="{1451D28D-7AFD-0C60-B94E-2E6EAF023DEC}"/>
              </a:ext>
            </a:extLst>
          </p:cNvPr>
          <p:cNvSpPr>
            <a:spLocks noGrp="1"/>
          </p:cNvSpPr>
          <p:nvPr>
            <p:ph type="body" sz="quarter" idx="12"/>
          </p:nvPr>
        </p:nvSpPr>
        <p:spPr/>
        <p:txBody>
          <a:bodyPr/>
          <a:lstStyle/>
          <a:p>
            <a:endParaRPr lang="en-US" dirty="0"/>
          </a:p>
        </p:txBody>
      </p:sp>
    </p:spTree>
    <p:extLst>
      <p:ext uri="{BB962C8B-B14F-4D97-AF65-F5344CB8AC3E}">
        <p14:creationId xmlns:p14="http://schemas.microsoft.com/office/powerpoint/2010/main" val="2559831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12"/>
        <p:cNvGrpSpPr/>
        <p:nvPr/>
      </p:nvGrpSpPr>
      <p:grpSpPr>
        <a:xfrm>
          <a:off x="0" y="0"/>
          <a:ext cx="0" cy="0"/>
          <a:chOff x="0" y="0"/>
          <a:chExt cx="0" cy="0"/>
        </a:xfrm>
      </p:grpSpPr>
      <p:sp>
        <p:nvSpPr>
          <p:cNvPr id="1813" name="Google Shape;1813;g3978402b0d5_2_1041"/>
          <p:cNvSpPr txBox="1">
            <a:spLocks noGrp="1"/>
          </p:cNvSpPr>
          <p:nvPr>
            <p:ph type="title"/>
          </p:nvPr>
        </p:nvSpPr>
        <p:spPr>
          <a:xfrm>
            <a:off x="581246" y="412751"/>
            <a:ext cx="10998135"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Delivering the Modern Private Cloud</a:t>
            </a:r>
            <a:endParaRPr/>
          </a:p>
        </p:txBody>
      </p:sp>
      <p:sp>
        <p:nvSpPr>
          <p:cNvPr id="1814" name="Google Shape;1814;g3978402b0d5_2_1041"/>
          <p:cNvSpPr txBox="1"/>
          <p:nvPr/>
        </p:nvSpPr>
        <p:spPr>
          <a:xfrm>
            <a:off x="6565767" y="6453005"/>
            <a:ext cx="4108330" cy="215400"/>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000000"/>
              </a:buClr>
              <a:buSzPts val="700"/>
              <a:buFont typeface="Arial"/>
              <a:buNone/>
            </a:pPr>
            <a:r>
              <a:rPr lang="en-US" sz="700" b="0" i="0" u="none" strike="noStrike" cap="none">
                <a:solidFill>
                  <a:srgbClr val="7F7F7F"/>
                </a:solidFill>
                <a:latin typeface="Arial"/>
                <a:ea typeface="Arial"/>
                <a:cs typeface="Arial"/>
                <a:sym typeface="Arial"/>
              </a:rPr>
              <a:t>The information in this presentation is for informational purposes only and may not be incorporated</a:t>
            </a:r>
            <a:endParaRPr sz="700" b="0" i="0" u="none" strike="noStrike" cap="none">
              <a:solidFill>
                <a:srgbClr val="7F7F7F"/>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700"/>
              <a:buFont typeface="Arial"/>
              <a:buNone/>
            </a:pPr>
            <a:r>
              <a:rPr lang="en-US" sz="700" b="0" i="0" u="none" strike="noStrike" cap="none">
                <a:solidFill>
                  <a:srgbClr val="7F7F7F"/>
                </a:solidFill>
                <a:latin typeface="Arial"/>
                <a:ea typeface="Arial"/>
                <a:cs typeface="Arial"/>
                <a:sym typeface="Arial"/>
              </a:rPr>
              <a:t>into any contract. There is no commitment or obligation to deliver any items presented herein.</a:t>
            </a:r>
            <a:endParaRPr sz="700" b="0" i="0" u="none" strike="noStrike" cap="none">
              <a:solidFill>
                <a:srgbClr val="7F7F7F"/>
              </a:solidFill>
              <a:latin typeface="Arial"/>
              <a:ea typeface="Arial"/>
              <a:cs typeface="Arial"/>
              <a:sym typeface="Arial"/>
            </a:endParaRPr>
          </a:p>
        </p:txBody>
      </p:sp>
      <p:sp>
        <p:nvSpPr>
          <p:cNvPr id="1815" name="Google Shape;1815;g3978402b0d5_2_1041"/>
          <p:cNvSpPr/>
          <p:nvPr/>
        </p:nvSpPr>
        <p:spPr>
          <a:xfrm>
            <a:off x="3638420" y="2536129"/>
            <a:ext cx="4912120" cy="0"/>
          </a:xfrm>
          <a:prstGeom prst="roundRect">
            <a:avLst>
              <a:gd name="adj" fmla="val 8857"/>
            </a:avLst>
          </a:prstGeom>
          <a:gradFill>
            <a:gsLst>
              <a:gs pos="0">
                <a:srgbClr val="021A58"/>
              </a:gs>
              <a:gs pos="99000">
                <a:srgbClr val="02246C"/>
              </a:gs>
              <a:gs pos="100000">
                <a:srgbClr val="02246C"/>
              </a:gs>
            </a:gsLst>
            <a:lin ang="2700006" scaled="0"/>
          </a:gradFill>
          <a:ln>
            <a:noFill/>
          </a:ln>
        </p:spPr>
        <p:txBody>
          <a:bodyPr spcFirstLastPara="1" wrap="square" lIns="68550" tIns="34250" rIns="68550" bIns="34250"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FFFFFF"/>
              </a:solidFill>
              <a:latin typeface="Arial"/>
              <a:ea typeface="Arial"/>
              <a:cs typeface="Arial"/>
              <a:sym typeface="Arial"/>
            </a:endParaRPr>
          </a:p>
        </p:txBody>
      </p:sp>
      <p:grpSp>
        <p:nvGrpSpPr>
          <p:cNvPr id="1816" name="Google Shape;1816;g3978402b0d5_2_1041"/>
          <p:cNvGrpSpPr/>
          <p:nvPr/>
        </p:nvGrpSpPr>
        <p:grpSpPr>
          <a:xfrm>
            <a:off x="1652986" y="1160020"/>
            <a:ext cx="8882898" cy="4577389"/>
            <a:chOff x="1651829" y="1160019"/>
            <a:chExt cx="8885212" cy="4577389"/>
          </a:xfrm>
        </p:grpSpPr>
        <p:grpSp>
          <p:nvGrpSpPr>
            <p:cNvPr id="1817" name="Google Shape;1817;g3978402b0d5_2_1041"/>
            <p:cNvGrpSpPr/>
            <p:nvPr/>
          </p:nvGrpSpPr>
          <p:grpSpPr>
            <a:xfrm>
              <a:off x="2668555" y="2160690"/>
              <a:ext cx="6852016" cy="3576718"/>
              <a:chOff x="2668555" y="2160690"/>
              <a:chExt cx="6852016" cy="3576718"/>
            </a:xfrm>
          </p:grpSpPr>
          <p:grpSp>
            <p:nvGrpSpPr>
              <p:cNvPr id="1818" name="Google Shape;1818;g3978402b0d5_2_1041"/>
              <p:cNvGrpSpPr/>
              <p:nvPr/>
            </p:nvGrpSpPr>
            <p:grpSpPr>
              <a:xfrm>
                <a:off x="2668555" y="5179108"/>
                <a:ext cx="6852016" cy="558300"/>
                <a:chOff x="3026124" y="5022996"/>
                <a:chExt cx="6136500" cy="558300"/>
              </a:xfrm>
            </p:grpSpPr>
            <p:sp>
              <p:nvSpPr>
                <p:cNvPr id="1819" name="Google Shape;1819;g3978402b0d5_2_1041"/>
                <p:cNvSpPr/>
                <p:nvPr/>
              </p:nvSpPr>
              <p:spPr>
                <a:xfrm>
                  <a:off x="3077590" y="5058984"/>
                  <a:ext cx="6047100" cy="481800"/>
                </a:xfrm>
                <a:prstGeom prst="round2SameRect">
                  <a:avLst>
                    <a:gd name="adj1" fmla="val 47157"/>
                    <a:gd name="adj2" fmla="val 0"/>
                  </a:avLst>
                </a:prstGeom>
                <a:gradFill>
                  <a:gsLst>
                    <a:gs pos="0">
                      <a:srgbClr val="6C4B8F"/>
                    </a:gs>
                    <a:gs pos="100000">
                      <a:srgbClr val="005B84"/>
                    </a:gs>
                  </a:gsLst>
                  <a:lin ang="0" scaled="0"/>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FFFFFF"/>
                    </a:solidFill>
                    <a:latin typeface="Arial"/>
                    <a:ea typeface="Arial"/>
                    <a:cs typeface="Arial"/>
                    <a:sym typeface="Arial"/>
                  </a:endParaRPr>
                </a:p>
              </p:txBody>
            </p:sp>
            <p:sp>
              <p:nvSpPr>
                <p:cNvPr id="1820" name="Google Shape;1820;g3978402b0d5_2_1041"/>
                <p:cNvSpPr/>
                <p:nvPr/>
              </p:nvSpPr>
              <p:spPr>
                <a:xfrm>
                  <a:off x="3026124" y="5022996"/>
                  <a:ext cx="6136500" cy="558300"/>
                </a:xfrm>
                <a:prstGeom prst="rect">
                  <a:avLst/>
                </a:prstGeom>
                <a:gradFill>
                  <a:gsLst>
                    <a:gs pos="0">
                      <a:srgbClr val="FFFFFF">
                        <a:alpha val="76078"/>
                      </a:srgbClr>
                    </a:gs>
                    <a:gs pos="85000">
                      <a:schemeClr val="lt1"/>
                    </a:gs>
                    <a:gs pos="100000">
                      <a:schemeClr val="lt1"/>
                    </a:gs>
                  </a:gsLst>
                  <a:lin ang="5400012" scaled="0"/>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FFFFFF"/>
                    </a:solidFill>
                    <a:latin typeface="Arial"/>
                    <a:ea typeface="Arial"/>
                    <a:cs typeface="Arial"/>
                    <a:sym typeface="Arial"/>
                  </a:endParaRPr>
                </a:p>
              </p:txBody>
            </p:sp>
          </p:grpSp>
          <p:grpSp>
            <p:nvGrpSpPr>
              <p:cNvPr id="1821" name="Google Shape;1821;g3978402b0d5_2_1041"/>
              <p:cNvGrpSpPr/>
              <p:nvPr/>
            </p:nvGrpSpPr>
            <p:grpSpPr>
              <a:xfrm>
                <a:off x="2880846" y="2160690"/>
                <a:ext cx="6426204" cy="3017866"/>
                <a:chOff x="2887564" y="2312334"/>
                <a:chExt cx="6426204" cy="3017866"/>
              </a:xfrm>
            </p:grpSpPr>
            <p:sp>
              <p:nvSpPr>
                <p:cNvPr id="1822" name="Google Shape;1822;g3978402b0d5_2_1041"/>
                <p:cNvSpPr txBox="1"/>
                <p:nvPr/>
              </p:nvSpPr>
              <p:spPr>
                <a:xfrm>
                  <a:off x="4321882" y="2312334"/>
                  <a:ext cx="3558600" cy="153900"/>
                </a:xfrm>
                <a:prstGeom prst="rect">
                  <a:avLst/>
                </a:prstGeom>
                <a:noFill/>
                <a:ln>
                  <a:noFill/>
                </a:ln>
              </p:spPr>
              <p:txBody>
                <a:bodyPr spcFirstLastPara="1" wrap="square" lIns="0" tIns="0" rIns="0" bIns="0" anchor="b"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rgbClr val="0098C7"/>
                      </a:solidFill>
                      <a:latin typeface="Arial"/>
                      <a:ea typeface="Arial"/>
                      <a:cs typeface="Arial"/>
                      <a:sym typeface="Arial"/>
                    </a:rPr>
                    <a:t>VMware Cloud Foundation 9</a:t>
                  </a:r>
                  <a:endParaRPr sz="1200" b="0" i="0" u="none" strike="noStrike" cap="none">
                    <a:solidFill>
                      <a:srgbClr val="000000"/>
                    </a:solidFill>
                    <a:latin typeface="Arial"/>
                    <a:ea typeface="Arial"/>
                    <a:cs typeface="Arial"/>
                    <a:sym typeface="Arial"/>
                  </a:endParaRPr>
                </a:p>
              </p:txBody>
            </p:sp>
            <p:sp>
              <p:nvSpPr>
                <p:cNvPr id="1823" name="Google Shape;1823;g3978402b0d5_2_1041"/>
                <p:cNvSpPr/>
                <p:nvPr/>
              </p:nvSpPr>
              <p:spPr>
                <a:xfrm>
                  <a:off x="2887564" y="2380446"/>
                  <a:ext cx="6426204" cy="2949754"/>
                </a:xfrm>
                <a:custGeom>
                  <a:avLst/>
                  <a:gdLst/>
                  <a:ahLst/>
                  <a:cxnLst/>
                  <a:rect l="l" t="t" r="r" b="b"/>
                  <a:pathLst>
                    <a:path w="6928522" h="3180328" extrusionOk="0">
                      <a:moveTo>
                        <a:pt x="326874" y="0"/>
                      </a:moveTo>
                      <a:lnTo>
                        <a:pt x="2315619" y="0"/>
                      </a:lnTo>
                      <a:lnTo>
                        <a:pt x="2315619" y="26610"/>
                      </a:lnTo>
                      <a:lnTo>
                        <a:pt x="337328" y="26610"/>
                      </a:lnTo>
                      <a:cubicBezTo>
                        <a:pt x="165158" y="26610"/>
                        <a:pt x="25587" y="166181"/>
                        <a:pt x="25587" y="338351"/>
                      </a:cubicBezTo>
                      <a:lnTo>
                        <a:pt x="25587" y="2841978"/>
                      </a:lnTo>
                      <a:cubicBezTo>
                        <a:pt x="25587" y="3014148"/>
                        <a:pt x="165158" y="3153719"/>
                        <a:pt x="337328" y="3153719"/>
                      </a:cubicBezTo>
                      <a:lnTo>
                        <a:pt x="6591194" y="3153719"/>
                      </a:lnTo>
                      <a:cubicBezTo>
                        <a:pt x="6763364" y="3153719"/>
                        <a:pt x="6902935" y="3014148"/>
                        <a:pt x="6902935" y="2841978"/>
                      </a:cubicBezTo>
                      <a:lnTo>
                        <a:pt x="6902935" y="338351"/>
                      </a:lnTo>
                      <a:cubicBezTo>
                        <a:pt x="6902935" y="166181"/>
                        <a:pt x="6763364" y="26610"/>
                        <a:pt x="6591194" y="26610"/>
                      </a:cubicBezTo>
                      <a:lnTo>
                        <a:pt x="4612903" y="26610"/>
                      </a:lnTo>
                      <a:lnTo>
                        <a:pt x="4612903" y="0"/>
                      </a:lnTo>
                      <a:lnTo>
                        <a:pt x="6601648" y="0"/>
                      </a:lnTo>
                      <a:cubicBezTo>
                        <a:pt x="6782176" y="0"/>
                        <a:pt x="6928522" y="146346"/>
                        <a:pt x="6928522" y="326874"/>
                      </a:cubicBezTo>
                      <a:lnTo>
                        <a:pt x="6928522" y="2853454"/>
                      </a:lnTo>
                      <a:cubicBezTo>
                        <a:pt x="6928522" y="3033982"/>
                        <a:pt x="6782176" y="3180328"/>
                        <a:pt x="6601648" y="3180328"/>
                      </a:cubicBezTo>
                      <a:lnTo>
                        <a:pt x="326874" y="3180328"/>
                      </a:lnTo>
                      <a:cubicBezTo>
                        <a:pt x="146346" y="3180328"/>
                        <a:pt x="0" y="3033982"/>
                        <a:pt x="0" y="2853454"/>
                      </a:cubicBezTo>
                      <a:lnTo>
                        <a:pt x="0" y="326874"/>
                      </a:lnTo>
                      <a:cubicBezTo>
                        <a:pt x="0" y="146346"/>
                        <a:pt x="146346" y="0"/>
                        <a:pt x="326874" y="0"/>
                      </a:cubicBezTo>
                      <a:close/>
                    </a:path>
                  </a:pathLst>
                </a:custGeom>
                <a:gradFill>
                  <a:gsLst>
                    <a:gs pos="0">
                      <a:schemeClr val="accent3"/>
                    </a:gs>
                    <a:gs pos="23000">
                      <a:schemeClr val="accent3"/>
                    </a:gs>
                    <a:gs pos="81000">
                      <a:schemeClr val="accent5"/>
                    </a:gs>
                    <a:gs pos="100000">
                      <a:schemeClr val="accent5"/>
                    </a:gs>
                  </a:gsLst>
                  <a:lin ang="5400012" scaled="0"/>
                </a:grad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900"/>
                    <a:buFont typeface="Arial"/>
                    <a:buNone/>
                  </a:pPr>
                  <a:endParaRPr sz="900" b="0" i="0" u="none" strike="noStrike" cap="none">
                    <a:solidFill>
                      <a:srgbClr val="FFFFFF"/>
                    </a:solidFill>
                    <a:latin typeface="Arial"/>
                    <a:ea typeface="Arial"/>
                    <a:cs typeface="Arial"/>
                    <a:sym typeface="Arial"/>
                  </a:endParaRPr>
                </a:p>
              </p:txBody>
            </p:sp>
          </p:grpSp>
          <p:grpSp>
            <p:nvGrpSpPr>
              <p:cNvPr id="1824" name="Google Shape;1824;g3978402b0d5_2_1041"/>
              <p:cNvGrpSpPr/>
              <p:nvPr/>
            </p:nvGrpSpPr>
            <p:grpSpPr>
              <a:xfrm>
                <a:off x="3070929" y="2404179"/>
                <a:ext cx="6047100" cy="2609840"/>
                <a:chOff x="3070929" y="2404179"/>
                <a:chExt cx="6047100" cy="2609840"/>
              </a:xfrm>
            </p:grpSpPr>
            <p:grpSp>
              <p:nvGrpSpPr>
                <p:cNvPr id="1825" name="Google Shape;1825;g3978402b0d5_2_1041"/>
                <p:cNvGrpSpPr/>
                <p:nvPr/>
              </p:nvGrpSpPr>
              <p:grpSpPr>
                <a:xfrm>
                  <a:off x="3070929" y="2404179"/>
                  <a:ext cx="6047100" cy="1277400"/>
                  <a:chOff x="3070929" y="2404179"/>
                  <a:chExt cx="6047100" cy="1277400"/>
                </a:xfrm>
              </p:grpSpPr>
              <p:sp>
                <p:nvSpPr>
                  <p:cNvPr id="1826" name="Google Shape;1826;g3978402b0d5_2_1041"/>
                  <p:cNvSpPr/>
                  <p:nvPr/>
                </p:nvSpPr>
                <p:spPr>
                  <a:xfrm>
                    <a:off x="3070929" y="2404179"/>
                    <a:ext cx="6047100" cy="1277400"/>
                  </a:xfrm>
                  <a:prstGeom prst="round2SameRect">
                    <a:avLst>
                      <a:gd name="adj1" fmla="val 16667"/>
                      <a:gd name="adj2" fmla="val 0"/>
                    </a:avLst>
                  </a:prstGeom>
                  <a:gradFill>
                    <a:gsLst>
                      <a:gs pos="0">
                        <a:srgbClr val="002060"/>
                      </a:gs>
                      <a:gs pos="100000">
                        <a:schemeClr val="accent3"/>
                      </a:gs>
                    </a:gsLst>
                    <a:lin ang="0" scaled="0"/>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FFFFFF"/>
                      </a:solidFill>
                      <a:latin typeface="Arial"/>
                      <a:ea typeface="Arial"/>
                      <a:cs typeface="Arial"/>
                      <a:sym typeface="Arial"/>
                    </a:endParaRPr>
                  </a:p>
                </p:txBody>
              </p:sp>
              <p:sp>
                <p:nvSpPr>
                  <p:cNvPr id="1827" name="Google Shape;1827;g3978402b0d5_2_1041"/>
                  <p:cNvSpPr/>
                  <p:nvPr/>
                </p:nvSpPr>
                <p:spPr>
                  <a:xfrm>
                    <a:off x="4153060" y="2450578"/>
                    <a:ext cx="3882600" cy="326400"/>
                  </a:xfrm>
                  <a:prstGeom prst="rect">
                    <a:avLst/>
                  </a:prstGeom>
                  <a:noFill/>
                  <a:ln>
                    <a:noFill/>
                  </a:ln>
                </p:spPr>
                <p:txBody>
                  <a:bodyPr spcFirstLastPara="1" wrap="square" lIns="68525" tIns="68525" rIns="68525" bIns="68525" anchor="ctr" anchorCtr="0">
                    <a:noAutofit/>
                  </a:bodyPr>
                  <a:lstStyle/>
                  <a:p>
                    <a:pPr marL="0" marR="0" lvl="0" indent="0" algn="ctr" rtl="0">
                      <a:lnSpc>
                        <a:spcPct val="100000"/>
                      </a:lnSpc>
                      <a:spcBef>
                        <a:spcPts val="0"/>
                      </a:spcBef>
                      <a:spcAft>
                        <a:spcPts val="0"/>
                      </a:spcAft>
                      <a:buClr>
                        <a:srgbClr val="000000"/>
                      </a:buClr>
                      <a:buSzPts val="1050"/>
                      <a:buFont typeface="Arial"/>
                      <a:buNone/>
                    </a:pPr>
                    <a:r>
                      <a:rPr lang="en-US" sz="1050" b="1" i="0" u="none" strike="noStrike" cap="none">
                        <a:solidFill>
                          <a:srgbClr val="F2F2F2"/>
                        </a:solidFill>
                        <a:latin typeface="Arial"/>
                        <a:ea typeface="Arial"/>
                        <a:cs typeface="Arial"/>
                        <a:sym typeface="Arial"/>
                      </a:rPr>
                      <a:t>Modern Cloud Interface</a:t>
                    </a:r>
                    <a:endParaRPr sz="1400" b="1" i="0" u="none" strike="noStrike" cap="none">
                      <a:solidFill>
                        <a:srgbClr val="000000"/>
                      </a:solidFill>
                      <a:latin typeface="Arial"/>
                      <a:ea typeface="Arial"/>
                      <a:cs typeface="Arial"/>
                      <a:sym typeface="Arial"/>
                    </a:endParaRPr>
                  </a:p>
                </p:txBody>
              </p:sp>
              <p:grpSp>
                <p:nvGrpSpPr>
                  <p:cNvPr id="1828" name="Google Shape;1828;g3978402b0d5_2_1041"/>
                  <p:cNvGrpSpPr/>
                  <p:nvPr/>
                </p:nvGrpSpPr>
                <p:grpSpPr>
                  <a:xfrm>
                    <a:off x="3297881" y="2814331"/>
                    <a:ext cx="5593171" cy="456900"/>
                    <a:chOff x="3297881" y="2814331"/>
                    <a:chExt cx="5593171" cy="456900"/>
                  </a:xfrm>
                </p:grpSpPr>
                <p:sp>
                  <p:nvSpPr>
                    <p:cNvPr id="1829" name="Google Shape;1829;g3978402b0d5_2_1041"/>
                    <p:cNvSpPr txBox="1"/>
                    <p:nvPr/>
                  </p:nvSpPr>
                  <p:spPr>
                    <a:xfrm>
                      <a:off x="3297881" y="2814331"/>
                      <a:ext cx="1079100" cy="456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F2F2F2"/>
                          </a:solidFill>
                          <a:latin typeface="Arial"/>
                          <a:ea typeface="Arial"/>
                          <a:cs typeface="Arial"/>
                          <a:sym typeface="Arial"/>
                        </a:rPr>
                        <a:t>Tenant </a:t>
                      </a:r>
                      <a:br>
                        <a:rPr lang="en-US" sz="1000" b="0" i="0" u="none" strike="noStrike" cap="none">
                          <a:solidFill>
                            <a:srgbClr val="F2F2F2"/>
                          </a:solidFill>
                          <a:latin typeface="Arial"/>
                          <a:ea typeface="Arial"/>
                          <a:cs typeface="Arial"/>
                          <a:sym typeface="Arial"/>
                        </a:rPr>
                      </a:br>
                      <a:r>
                        <a:rPr lang="en-US" sz="1000" b="0" i="0" u="none" strike="noStrike" cap="none">
                          <a:solidFill>
                            <a:srgbClr val="F2F2F2"/>
                          </a:solidFill>
                          <a:latin typeface="Arial"/>
                          <a:ea typeface="Arial"/>
                          <a:cs typeface="Arial"/>
                          <a:sym typeface="Arial"/>
                        </a:rPr>
                        <a:t>Management, </a:t>
                      </a:r>
                      <a:br>
                        <a:rPr lang="en-US" sz="1000" b="0" i="0" u="none" strike="noStrike" cap="none">
                          <a:solidFill>
                            <a:srgbClr val="F2F2F2"/>
                          </a:solidFill>
                          <a:latin typeface="Arial"/>
                          <a:ea typeface="Arial"/>
                          <a:cs typeface="Arial"/>
                          <a:sym typeface="Arial"/>
                        </a:rPr>
                      </a:br>
                      <a:r>
                        <a:rPr lang="en-US" sz="1000" b="0" i="0" u="none" strike="noStrike" cap="none">
                          <a:solidFill>
                            <a:srgbClr val="F2F2F2"/>
                          </a:solidFill>
                          <a:latin typeface="Arial"/>
                          <a:ea typeface="Arial"/>
                          <a:cs typeface="Arial"/>
                          <a:sym typeface="Arial"/>
                        </a:rPr>
                        <a:t>Content</a:t>
                      </a:r>
                      <a:endParaRPr sz="1400" b="0" i="0" u="none" strike="noStrike" cap="none">
                        <a:solidFill>
                          <a:srgbClr val="000000"/>
                        </a:solidFill>
                        <a:latin typeface="Arial"/>
                        <a:ea typeface="Arial"/>
                        <a:cs typeface="Arial"/>
                        <a:sym typeface="Arial"/>
                      </a:endParaRPr>
                    </a:p>
                  </p:txBody>
                </p:sp>
                <p:sp>
                  <p:nvSpPr>
                    <p:cNvPr id="1830" name="Google Shape;1830;g3978402b0d5_2_1041"/>
                    <p:cNvSpPr txBox="1"/>
                    <p:nvPr/>
                  </p:nvSpPr>
                  <p:spPr>
                    <a:xfrm>
                      <a:off x="7811952" y="2814331"/>
                      <a:ext cx="1079100" cy="456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F2F2F2"/>
                          </a:solidFill>
                          <a:latin typeface="Arial"/>
                          <a:ea typeface="Arial"/>
                          <a:cs typeface="Arial"/>
                          <a:sym typeface="Arial"/>
                        </a:rPr>
                        <a:t>Service Catalog, </a:t>
                      </a:r>
                      <a:br>
                        <a:rPr lang="en-US" sz="1000" b="0" i="0" u="none" strike="noStrike" cap="none">
                          <a:solidFill>
                            <a:srgbClr val="F2F2F2"/>
                          </a:solidFill>
                          <a:latin typeface="Arial"/>
                          <a:ea typeface="Arial"/>
                          <a:cs typeface="Arial"/>
                          <a:sym typeface="Arial"/>
                        </a:rPr>
                      </a:br>
                      <a:r>
                        <a:rPr lang="en-US" sz="1000" b="0" i="0" u="none" strike="noStrike" cap="none">
                          <a:solidFill>
                            <a:srgbClr val="F2F2F2"/>
                          </a:solidFill>
                          <a:latin typeface="Arial"/>
                          <a:ea typeface="Arial"/>
                          <a:cs typeface="Arial"/>
                          <a:sym typeface="Arial"/>
                        </a:rPr>
                        <a:t>Orchestration, </a:t>
                      </a:r>
                      <a:br>
                        <a:rPr lang="en-US" sz="1000" b="0" i="0" u="none" strike="noStrike" cap="none">
                          <a:solidFill>
                            <a:srgbClr val="F2F2F2"/>
                          </a:solidFill>
                          <a:latin typeface="Arial"/>
                          <a:ea typeface="Arial"/>
                          <a:cs typeface="Arial"/>
                          <a:sym typeface="Arial"/>
                        </a:rPr>
                      </a:br>
                      <a:r>
                        <a:rPr lang="en-US" sz="1000" b="0" i="0" u="none" strike="noStrike" cap="none">
                          <a:solidFill>
                            <a:srgbClr val="F2F2F2"/>
                          </a:solidFill>
                          <a:latin typeface="Arial"/>
                          <a:ea typeface="Arial"/>
                          <a:cs typeface="Arial"/>
                          <a:sym typeface="Arial"/>
                        </a:rPr>
                        <a:t>Applications</a:t>
                      </a:r>
                      <a:endParaRPr sz="1400" b="0" i="0" u="none" strike="noStrike" cap="none">
                        <a:solidFill>
                          <a:srgbClr val="000000"/>
                        </a:solidFill>
                        <a:latin typeface="Arial"/>
                        <a:ea typeface="Arial"/>
                        <a:cs typeface="Arial"/>
                        <a:sym typeface="Arial"/>
                      </a:endParaRPr>
                    </a:p>
                  </p:txBody>
                </p:sp>
              </p:grpSp>
              <p:grpSp>
                <p:nvGrpSpPr>
                  <p:cNvPr id="1831" name="Google Shape;1831;g3978402b0d5_2_1041"/>
                  <p:cNvGrpSpPr/>
                  <p:nvPr/>
                </p:nvGrpSpPr>
                <p:grpSpPr>
                  <a:xfrm>
                    <a:off x="4472340" y="2844216"/>
                    <a:ext cx="3244200" cy="649893"/>
                    <a:chOff x="4472340" y="2844216"/>
                    <a:chExt cx="3244200" cy="649893"/>
                  </a:xfrm>
                </p:grpSpPr>
                <p:grpSp>
                  <p:nvGrpSpPr>
                    <p:cNvPr id="1832" name="Google Shape;1832;g3978402b0d5_2_1041"/>
                    <p:cNvGrpSpPr/>
                    <p:nvPr/>
                  </p:nvGrpSpPr>
                  <p:grpSpPr>
                    <a:xfrm>
                      <a:off x="6581340" y="2844216"/>
                      <a:ext cx="1135200" cy="649893"/>
                      <a:chOff x="6581339" y="2844216"/>
                      <a:chExt cx="1135200" cy="649893"/>
                    </a:xfrm>
                  </p:grpSpPr>
                  <p:sp>
                    <p:nvSpPr>
                      <p:cNvPr id="1833" name="Google Shape;1833;g3978402b0d5_2_1041"/>
                      <p:cNvSpPr txBox="1"/>
                      <p:nvPr/>
                    </p:nvSpPr>
                    <p:spPr>
                      <a:xfrm>
                        <a:off x="6581339" y="3355509"/>
                        <a:ext cx="1135200" cy="1386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1000"/>
                          <a:buFont typeface="Arial"/>
                          <a:buNone/>
                        </a:pPr>
                        <a:r>
                          <a:rPr lang="en-US" sz="1000" b="0" i="0" u="none" strike="noStrike" cap="none">
                            <a:solidFill>
                              <a:srgbClr val="F2F2F2"/>
                            </a:solidFill>
                            <a:latin typeface="Arial"/>
                            <a:ea typeface="Arial"/>
                            <a:cs typeface="Arial"/>
                            <a:sym typeface="Arial"/>
                          </a:rPr>
                          <a:t>K8s</a:t>
                        </a:r>
                        <a:endParaRPr sz="1000" b="0" i="0" u="none" strike="noStrike" cap="none">
                          <a:solidFill>
                            <a:srgbClr val="F2F2F2"/>
                          </a:solidFill>
                          <a:latin typeface="Arial"/>
                          <a:ea typeface="Arial"/>
                          <a:cs typeface="Arial"/>
                          <a:sym typeface="Arial"/>
                        </a:endParaRPr>
                      </a:p>
                    </p:txBody>
                  </p:sp>
                  <p:sp>
                    <p:nvSpPr>
                      <p:cNvPr id="1834" name="Google Shape;1834;g3978402b0d5_2_1041"/>
                      <p:cNvSpPr/>
                      <p:nvPr/>
                    </p:nvSpPr>
                    <p:spPr>
                      <a:xfrm>
                        <a:off x="6921393" y="2844216"/>
                        <a:ext cx="455100" cy="455100"/>
                      </a:xfrm>
                      <a:prstGeom prst="ellipse">
                        <a:avLst/>
                      </a:prstGeom>
                      <a:solidFill>
                        <a:srgbClr val="041032">
                          <a:alpha val="48627"/>
                        </a:srgbClr>
                      </a:solidFill>
                      <a:ln>
                        <a:noFill/>
                      </a:ln>
                    </p:spPr>
                    <p:txBody>
                      <a:bodyPr spcFirstLastPara="1" wrap="square" lIns="43875" tIns="43875" rIns="43875" bIns="43875"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41032"/>
                          </a:solidFill>
                          <a:latin typeface="Arial"/>
                          <a:ea typeface="Arial"/>
                          <a:cs typeface="Arial"/>
                          <a:sym typeface="Arial"/>
                        </a:endParaRPr>
                      </a:p>
                    </p:txBody>
                  </p:sp>
                  <p:pic>
                    <p:nvPicPr>
                      <p:cNvPr id="1835" name="Google Shape;1835;g3978402b0d5_2_1041"/>
                      <p:cNvPicPr preferRelativeResize="0"/>
                      <p:nvPr/>
                    </p:nvPicPr>
                    <p:blipFill rotWithShape="1">
                      <a:blip r:embed="rId3">
                        <a:alphaModFix/>
                      </a:blip>
                      <a:srcRect/>
                      <a:stretch/>
                    </p:blipFill>
                    <p:spPr>
                      <a:xfrm>
                        <a:off x="7012469" y="2939781"/>
                        <a:ext cx="272885" cy="263905"/>
                      </a:xfrm>
                      <a:prstGeom prst="rect">
                        <a:avLst/>
                      </a:prstGeom>
                      <a:noFill/>
                      <a:ln>
                        <a:noFill/>
                      </a:ln>
                    </p:spPr>
                  </p:pic>
                </p:grpSp>
                <p:grpSp>
                  <p:nvGrpSpPr>
                    <p:cNvPr id="1836" name="Google Shape;1836;g3978402b0d5_2_1041"/>
                    <p:cNvGrpSpPr/>
                    <p:nvPr/>
                  </p:nvGrpSpPr>
                  <p:grpSpPr>
                    <a:xfrm>
                      <a:off x="4472340" y="2844216"/>
                      <a:ext cx="1135200" cy="649892"/>
                      <a:chOff x="4472340" y="2844216"/>
                      <a:chExt cx="1135200" cy="649892"/>
                    </a:xfrm>
                  </p:grpSpPr>
                  <p:sp>
                    <p:nvSpPr>
                      <p:cNvPr id="1837" name="Google Shape;1837;g3978402b0d5_2_1041"/>
                      <p:cNvSpPr txBox="1"/>
                      <p:nvPr/>
                    </p:nvSpPr>
                    <p:spPr>
                      <a:xfrm>
                        <a:off x="4472340" y="3355508"/>
                        <a:ext cx="1135200" cy="1386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1000"/>
                          <a:buFont typeface="Arial"/>
                          <a:buNone/>
                        </a:pPr>
                        <a:r>
                          <a:rPr lang="en-US" sz="1000" b="0" i="0" u="none" strike="noStrike" cap="none">
                            <a:solidFill>
                              <a:srgbClr val="F2F2F2"/>
                            </a:solidFill>
                            <a:latin typeface="Arial"/>
                            <a:ea typeface="Arial"/>
                            <a:cs typeface="Arial"/>
                            <a:sym typeface="Arial"/>
                          </a:rPr>
                          <a:t>Private AI</a:t>
                        </a:r>
                        <a:endParaRPr sz="1000" b="0" i="0" u="none" strike="noStrike" cap="none">
                          <a:solidFill>
                            <a:srgbClr val="F2F2F2"/>
                          </a:solidFill>
                          <a:latin typeface="Arial"/>
                          <a:ea typeface="Arial"/>
                          <a:cs typeface="Arial"/>
                          <a:sym typeface="Arial"/>
                        </a:endParaRPr>
                      </a:p>
                    </p:txBody>
                  </p:sp>
                  <p:sp>
                    <p:nvSpPr>
                      <p:cNvPr id="1838" name="Google Shape;1838;g3978402b0d5_2_1041"/>
                      <p:cNvSpPr/>
                      <p:nvPr/>
                    </p:nvSpPr>
                    <p:spPr>
                      <a:xfrm>
                        <a:off x="4812394" y="2844216"/>
                        <a:ext cx="455100" cy="455100"/>
                      </a:xfrm>
                      <a:prstGeom prst="ellipse">
                        <a:avLst/>
                      </a:prstGeom>
                      <a:solidFill>
                        <a:srgbClr val="041032">
                          <a:alpha val="48627"/>
                        </a:srgbClr>
                      </a:solidFill>
                      <a:ln>
                        <a:noFill/>
                      </a:ln>
                    </p:spPr>
                    <p:txBody>
                      <a:bodyPr spcFirstLastPara="1" wrap="square" lIns="43875" tIns="43875" rIns="43875" bIns="43875"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41032"/>
                          </a:solidFill>
                          <a:latin typeface="Arial"/>
                          <a:ea typeface="Arial"/>
                          <a:cs typeface="Arial"/>
                          <a:sym typeface="Arial"/>
                        </a:endParaRPr>
                      </a:p>
                    </p:txBody>
                  </p:sp>
                  <p:sp>
                    <p:nvSpPr>
                      <p:cNvPr id="1839" name="Google Shape;1839;g3978402b0d5_2_1041"/>
                      <p:cNvSpPr/>
                      <p:nvPr/>
                    </p:nvSpPr>
                    <p:spPr>
                      <a:xfrm>
                        <a:off x="4894378" y="2940057"/>
                        <a:ext cx="291877" cy="264086"/>
                      </a:xfrm>
                      <a:custGeom>
                        <a:avLst/>
                        <a:gdLst/>
                        <a:ahLst/>
                        <a:cxnLst/>
                        <a:rect l="l" t="t" r="r" b="b"/>
                        <a:pathLst>
                          <a:path w="690834" h="625055" extrusionOk="0">
                            <a:moveTo>
                              <a:pt x="526283" y="456636"/>
                            </a:moveTo>
                            <a:cubicBezTo>
                              <a:pt x="515286" y="456636"/>
                              <a:pt x="506326" y="465596"/>
                              <a:pt x="506326" y="476593"/>
                            </a:cubicBezTo>
                            <a:cubicBezTo>
                              <a:pt x="506326" y="487590"/>
                              <a:pt x="515286" y="496551"/>
                              <a:pt x="526283" y="496551"/>
                            </a:cubicBezTo>
                            <a:cubicBezTo>
                              <a:pt x="537281" y="496551"/>
                              <a:pt x="546241" y="487590"/>
                              <a:pt x="546241" y="476593"/>
                            </a:cubicBezTo>
                            <a:cubicBezTo>
                              <a:pt x="546241" y="465596"/>
                              <a:pt x="537281" y="456636"/>
                              <a:pt x="526283" y="456636"/>
                            </a:cubicBezTo>
                            <a:close/>
                            <a:moveTo>
                              <a:pt x="602347" y="336736"/>
                            </a:moveTo>
                            <a:cubicBezTo>
                              <a:pt x="591350" y="336736"/>
                              <a:pt x="582390" y="345697"/>
                              <a:pt x="582390" y="356694"/>
                            </a:cubicBezTo>
                            <a:cubicBezTo>
                              <a:pt x="582390" y="367691"/>
                              <a:pt x="591350" y="376652"/>
                              <a:pt x="602347" y="376652"/>
                            </a:cubicBezTo>
                            <a:cubicBezTo>
                              <a:pt x="613344" y="376652"/>
                              <a:pt x="622305" y="367691"/>
                              <a:pt x="622305" y="356694"/>
                            </a:cubicBezTo>
                            <a:cubicBezTo>
                              <a:pt x="622305" y="345697"/>
                              <a:pt x="613344" y="336736"/>
                              <a:pt x="602347" y="336736"/>
                            </a:cubicBezTo>
                            <a:close/>
                            <a:moveTo>
                              <a:pt x="50505" y="290558"/>
                            </a:moveTo>
                            <a:cubicBezTo>
                              <a:pt x="39508" y="290558"/>
                              <a:pt x="30548" y="299519"/>
                              <a:pt x="30548" y="310516"/>
                            </a:cubicBezTo>
                            <a:cubicBezTo>
                              <a:pt x="30548" y="321513"/>
                              <a:pt x="39508" y="330474"/>
                              <a:pt x="50505" y="330474"/>
                            </a:cubicBezTo>
                            <a:cubicBezTo>
                              <a:pt x="61503" y="330474"/>
                              <a:pt x="70463" y="321513"/>
                              <a:pt x="70463" y="310516"/>
                            </a:cubicBezTo>
                            <a:cubicBezTo>
                              <a:pt x="70463" y="299519"/>
                              <a:pt x="61503" y="290558"/>
                              <a:pt x="50505" y="290558"/>
                            </a:cubicBezTo>
                            <a:close/>
                            <a:moveTo>
                              <a:pt x="640328" y="216837"/>
                            </a:moveTo>
                            <a:cubicBezTo>
                              <a:pt x="629331" y="216837"/>
                              <a:pt x="620371" y="225797"/>
                              <a:pt x="620371" y="236794"/>
                            </a:cubicBezTo>
                            <a:cubicBezTo>
                              <a:pt x="620371" y="247791"/>
                              <a:pt x="629331" y="256752"/>
                              <a:pt x="640328" y="256752"/>
                            </a:cubicBezTo>
                            <a:cubicBezTo>
                              <a:pt x="651326" y="256752"/>
                              <a:pt x="660286" y="247791"/>
                              <a:pt x="660286" y="236794"/>
                            </a:cubicBezTo>
                            <a:cubicBezTo>
                              <a:pt x="660286" y="225797"/>
                              <a:pt x="651326" y="216837"/>
                              <a:pt x="640328" y="216837"/>
                            </a:cubicBezTo>
                            <a:close/>
                            <a:moveTo>
                              <a:pt x="570628" y="96938"/>
                            </a:moveTo>
                            <a:cubicBezTo>
                              <a:pt x="559631" y="96938"/>
                              <a:pt x="550671" y="105898"/>
                              <a:pt x="550671" y="116895"/>
                            </a:cubicBezTo>
                            <a:cubicBezTo>
                              <a:pt x="550671" y="127892"/>
                              <a:pt x="559631" y="136853"/>
                              <a:pt x="570628" y="136853"/>
                            </a:cubicBezTo>
                            <a:cubicBezTo>
                              <a:pt x="581626" y="136853"/>
                              <a:pt x="590586" y="127892"/>
                              <a:pt x="590586" y="116895"/>
                            </a:cubicBezTo>
                            <a:cubicBezTo>
                              <a:pt x="590586" y="105898"/>
                              <a:pt x="581626" y="96938"/>
                              <a:pt x="570628" y="96938"/>
                            </a:cubicBezTo>
                            <a:close/>
                            <a:moveTo>
                              <a:pt x="354352" y="30548"/>
                            </a:moveTo>
                            <a:cubicBezTo>
                              <a:pt x="314831" y="30548"/>
                              <a:pt x="279147" y="51569"/>
                              <a:pt x="259329" y="83815"/>
                            </a:cubicBezTo>
                            <a:lnTo>
                              <a:pt x="252360" y="101446"/>
                            </a:lnTo>
                            <a:lnTo>
                              <a:pt x="273553" y="98974"/>
                            </a:lnTo>
                            <a:cubicBezTo>
                              <a:pt x="283125" y="99788"/>
                              <a:pt x="292646" y="101570"/>
                              <a:pt x="301810" y="104269"/>
                            </a:cubicBezTo>
                            <a:lnTo>
                              <a:pt x="293206" y="133595"/>
                            </a:lnTo>
                            <a:cubicBezTo>
                              <a:pt x="286027" y="131456"/>
                              <a:pt x="278543" y="130082"/>
                              <a:pt x="271008" y="129471"/>
                            </a:cubicBezTo>
                            <a:cubicBezTo>
                              <a:pt x="209862" y="124430"/>
                              <a:pt x="155843" y="169946"/>
                              <a:pt x="150701" y="231092"/>
                            </a:cubicBezTo>
                            <a:cubicBezTo>
                              <a:pt x="149581" y="244457"/>
                              <a:pt x="150879" y="257796"/>
                              <a:pt x="154437" y="270499"/>
                            </a:cubicBezTo>
                            <a:lnTo>
                              <a:pt x="160642" y="283270"/>
                            </a:lnTo>
                            <a:lnTo>
                              <a:pt x="186646" y="259094"/>
                            </a:lnTo>
                            <a:cubicBezTo>
                              <a:pt x="194842" y="254054"/>
                              <a:pt x="203498" y="249777"/>
                              <a:pt x="212458" y="246519"/>
                            </a:cubicBezTo>
                            <a:lnTo>
                              <a:pt x="222997" y="275183"/>
                            </a:lnTo>
                            <a:cubicBezTo>
                              <a:pt x="215971" y="277779"/>
                              <a:pt x="209149" y="281089"/>
                              <a:pt x="202683" y="285060"/>
                            </a:cubicBezTo>
                            <a:cubicBezTo>
                              <a:pt x="150447" y="317389"/>
                              <a:pt x="134256" y="386172"/>
                              <a:pt x="166586" y="438358"/>
                            </a:cubicBezTo>
                            <a:cubicBezTo>
                              <a:pt x="173637" y="449763"/>
                              <a:pt x="182623" y="459703"/>
                              <a:pt x="193048" y="467786"/>
                            </a:cubicBezTo>
                            <a:lnTo>
                              <a:pt x="222567" y="483161"/>
                            </a:lnTo>
                            <a:lnTo>
                              <a:pt x="243006" y="483161"/>
                            </a:lnTo>
                            <a:cubicBezTo>
                              <a:pt x="243006" y="544562"/>
                              <a:pt x="292951" y="594507"/>
                              <a:pt x="354352" y="594507"/>
                            </a:cubicBezTo>
                            <a:cubicBezTo>
                              <a:pt x="376397" y="594507"/>
                              <a:pt x="397526" y="588092"/>
                              <a:pt x="415803" y="575873"/>
                            </a:cubicBezTo>
                            <a:lnTo>
                              <a:pt x="415803" y="491817"/>
                            </a:lnTo>
                            <a:lnTo>
                              <a:pt x="367487" y="491817"/>
                            </a:lnTo>
                            <a:cubicBezTo>
                              <a:pt x="351654" y="491817"/>
                              <a:pt x="338773" y="506632"/>
                              <a:pt x="338773" y="524808"/>
                            </a:cubicBezTo>
                            <a:lnTo>
                              <a:pt x="308225" y="524808"/>
                            </a:lnTo>
                            <a:cubicBezTo>
                              <a:pt x="308225" y="489780"/>
                              <a:pt x="334801" y="461269"/>
                              <a:pt x="367487" y="461269"/>
                            </a:cubicBezTo>
                            <a:lnTo>
                              <a:pt x="415803" y="461269"/>
                            </a:lnTo>
                            <a:lnTo>
                              <a:pt x="415803" y="371306"/>
                            </a:lnTo>
                            <a:lnTo>
                              <a:pt x="270193" y="371306"/>
                            </a:lnTo>
                            <a:cubicBezTo>
                              <a:pt x="254360" y="371306"/>
                              <a:pt x="241479" y="386121"/>
                              <a:pt x="241479" y="404297"/>
                            </a:cubicBezTo>
                            <a:lnTo>
                              <a:pt x="210931" y="404297"/>
                            </a:lnTo>
                            <a:cubicBezTo>
                              <a:pt x="210931" y="369269"/>
                              <a:pt x="237507" y="340758"/>
                              <a:pt x="270193" y="340758"/>
                            </a:cubicBezTo>
                            <a:lnTo>
                              <a:pt x="415803" y="340758"/>
                            </a:lnTo>
                            <a:lnTo>
                              <a:pt x="415803" y="251712"/>
                            </a:lnTo>
                            <a:lnTo>
                              <a:pt x="303082" y="251712"/>
                            </a:lnTo>
                            <a:cubicBezTo>
                              <a:pt x="270396" y="251712"/>
                              <a:pt x="243820" y="225136"/>
                              <a:pt x="243820" y="192450"/>
                            </a:cubicBezTo>
                            <a:lnTo>
                              <a:pt x="274368" y="192450"/>
                            </a:lnTo>
                            <a:cubicBezTo>
                              <a:pt x="274368" y="208284"/>
                              <a:pt x="287249" y="221165"/>
                              <a:pt x="303082" y="221165"/>
                            </a:cubicBezTo>
                            <a:lnTo>
                              <a:pt x="415803" y="221165"/>
                            </a:lnTo>
                            <a:lnTo>
                              <a:pt x="415803" y="132119"/>
                            </a:lnTo>
                            <a:lnTo>
                              <a:pt x="375633" y="132119"/>
                            </a:lnTo>
                            <a:lnTo>
                              <a:pt x="375633" y="101571"/>
                            </a:lnTo>
                            <a:lnTo>
                              <a:pt x="415803" y="101571"/>
                            </a:lnTo>
                            <a:lnTo>
                              <a:pt x="415803" y="49182"/>
                            </a:lnTo>
                            <a:cubicBezTo>
                              <a:pt x="397475" y="36963"/>
                              <a:pt x="376397" y="30548"/>
                              <a:pt x="354352" y="30548"/>
                            </a:cubicBezTo>
                            <a:close/>
                            <a:moveTo>
                              <a:pt x="354352" y="0"/>
                            </a:moveTo>
                            <a:cubicBezTo>
                              <a:pt x="385612" y="0"/>
                              <a:pt x="415345" y="10081"/>
                              <a:pt x="440343" y="29173"/>
                            </a:cubicBezTo>
                            <a:lnTo>
                              <a:pt x="446351" y="33755"/>
                            </a:lnTo>
                            <a:lnTo>
                              <a:pt x="446351" y="101571"/>
                            </a:lnTo>
                            <a:lnTo>
                              <a:pt x="523214" y="101571"/>
                            </a:lnTo>
                            <a:lnTo>
                              <a:pt x="524098" y="97204"/>
                            </a:lnTo>
                            <a:cubicBezTo>
                              <a:pt x="531775" y="79083"/>
                              <a:pt x="549741" y="66339"/>
                              <a:pt x="570628" y="66339"/>
                            </a:cubicBezTo>
                            <a:cubicBezTo>
                              <a:pt x="598478" y="66339"/>
                              <a:pt x="621134" y="88995"/>
                              <a:pt x="621134" y="116844"/>
                            </a:cubicBezTo>
                            <a:cubicBezTo>
                              <a:pt x="621134" y="144694"/>
                              <a:pt x="598478" y="167350"/>
                              <a:pt x="570628" y="167350"/>
                            </a:cubicBezTo>
                            <a:cubicBezTo>
                              <a:pt x="549741" y="167350"/>
                              <a:pt x="531775" y="154606"/>
                              <a:pt x="524098" y="136485"/>
                            </a:cubicBezTo>
                            <a:lnTo>
                              <a:pt x="523214" y="132119"/>
                            </a:lnTo>
                            <a:lnTo>
                              <a:pt x="446351" y="132119"/>
                            </a:lnTo>
                            <a:lnTo>
                              <a:pt x="446351" y="221470"/>
                            </a:lnTo>
                            <a:lnTo>
                              <a:pt x="592914" y="221470"/>
                            </a:lnTo>
                            <a:lnTo>
                              <a:pt x="593798" y="217103"/>
                            </a:lnTo>
                            <a:cubicBezTo>
                              <a:pt x="601476" y="198982"/>
                              <a:pt x="619442" y="186238"/>
                              <a:pt x="640328" y="186238"/>
                            </a:cubicBezTo>
                            <a:cubicBezTo>
                              <a:pt x="668178" y="186238"/>
                              <a:pt x="690834" y="208894"/>
                              <a:pt x="690834" y="236743"/>
                            </a:cubicBezTo>
                            <a:cubicBezTo>
                              <a:pt x="690834" y="264593"/>
                              <a:pt x="668178" y="287249"/>
                              <a:pt x="640328" y="287249"/>
                            </a:cubicBezTo>
                            <a:cubicBezTo>
                              <a:pt x="619442" y="287249"/>
                              <a:pt x="601476" y="274505"/>
                              <a:pt x="593798" y="256384"/>
                            </a:cubicBezTo>
                            <a:lnTo>
                              <a:pt x="592915" y="252018"/>
                            </a:lnTo>
                            <a:lnTo>
                              <a:pt x="446351" y="252018"/>
                            </a:lnTo>
                            <a:lnTo>
                              <a:pt x="446351" y="341369"/>
                            </a:lnTo>
                            <a:lnTo>
                              <a:pt x="554933" y="341369"/>
                            </a:lnTo>
                            <a:lnTo>
                              <a:pt x="555817" y="337003"/>
                            </a:lnTo>
                            <a:cubicBezTo>
                              <a:pt x="563494" y="318882"/>
                              <a:pt x="581460" y="306138"/>
                              <a:pt x="602347" y="306138"/>
                            </a:cubicBezTo>
                            <a:cubicBezTo>
                              <a:pt x="630197" y="306138"/>
                              <a:pt x="652853" y="328794"/>
                              <a:pt x="652853" y="356643"/>
                            </a:cubicBezTo>
                            <a:cubicBezTo>
                              <a:pt x="652853" y="384493"/>
                              <a:pt x="630197" y="407149"/>
                              <a:pt x="602347" y="407149"/>
                            </a:cubicBezTo>
                            <a:cubicBezTo>
                              <a:pt x="581460" y="407149"/>
                              <a:pt x="563494" y="394405"/>
                              <a:pt x="555817" y="376284"/>
                            </a:cubicBezTo>
                            <a:lnTo>
                              <a:pt x="554933" y="371917"/>
                            </a:lnTo>
                            <a:lnTo>
                              <a:pt x="446351" y="371917"/>
                            </a:lnTo>
                            <a:lnTo>
                              <a:pt x="446351" y="461269"/>
                            </a:lnTo>
                            <a:lnTo>
                              <a:pt x="478869" y="461269"/>
                            </a:lnTo>
                            <a:lnTo>
                              <a:pt x="479753" y="456902"/>
                            </a:lnTo>
                            <a:cubicBezTo>
                              <a:pt x="487430" y="438781"/>
                              <a:pt x="505396" y="426037"/>
                              <a:pt x="526283" y="426037"/>
                            </a:cubicBezTo>
                            <a:cubicBezTo>
                              <a:pt x="554133" y="426037"/>
                              <a:pt x="576789" y="448693"/>
                              <a:pt x="576789" y="476542"/>
                            </a:cubicBezTo>
                            <a:cubicBezTo>
                              <a:pt x="576789" y="504392"/>
                              <a:pt x="554133" y="527048"/>
                              <a:pt x="526283" y="527048"/>
                            </a:cubicBezTo>
                            <a:cubicBezTo>
                              <a:pt x="505396" y="527048"/>
                              <a:pt x="487430" y="514304"/>
                              <a:pt x="479753" y="496183"/>
                            </a:cubicBezTo>
                            <a:lnTo>
                              <a:pt x="478869" y="491817"/>
                            </a:lnTo>
                            <a:lnTo>
                              <a:pt x="446351" y="491817"/>
                            </a:lnTo>
                            <a:lnTo>
                              <a:pt x="446351" y="591249"/>
                            </a:lnTo>
                            <a:lnTo>
                              <a:pt x="440343" y="595831"/>
                            </a:lnTo>
                            <a:cubicBezTo>
                              <a:pt x="415345" y="614923"/>
                              <a:pt x="385612" y="625055"/>
                              <a:pt x="354352" y="625055"/>
                            </a:cubicBezTo>
                            <a:cubicBezTo>
                              <a:pt x="295662" y="625055"/>
                              <a:pt x="245192" y="589257"/>
                              <a:pt x="223624" y="538345"/>
                            </a:cubicBezTo>
                            <a:lnTo>
                              <a:pt x="218933" y="515161"/>
                            </a:lnTo>
                            <a:lnTo>
                              <a:pt x="174395" y="491924"/>
                            </a:lnTo>
                            <a:cubicBezTo>
                              <a:pt x="161113" y="481621"/>
                              <a:pt x="149657" y="468957"/>
                              <a:pt x="140671" y="454446"/>
                            </a:cubicBezTo>
                            <a:cubicBezTo>
                              <a:pt x="120714" y="422219"/>
                              <a:pt x="114502" y="384136"/>
                              <a:pt x="123208" y="347224"/>
                            </a:cubicBezTo>
                            <a:lnTo>
                              <a:pt x="132938" y="325790"/>
                            </a:lnTo>
                            <a:lnTo>
                              <a:pt x="97909" y="325790"/>
                            </a:lnTo>
                            <a:lnTo>
                              <a:pt x="97036" y="330106"/>
                            </a:lnTo>
                            <a:cubicBezTo>
                              <a:pt x="89358" y="348227"/>
                              <a:pt x="71392" y="360971"/>
                              <a:pt x="50505" y="360971"/>
                            </a:cubicBezTo>
                            <a:cubicBezTo>
                              <a:pt x="22656" y="360971"/>
                              <a:pt x="0" y="338315"/>
                              <a:pt x="0" y="310465"/>
                            </a:cubicBezTo>
                            <a:cubicBezTo>
                              <a:pt x="0" y="282616"/>
                              <a:pt x="22656" y="259960"/>
                              <a:pt x="50505" y="259960"/>
                            </a:cubicBezTo>
                            <a:cubicBezTo>
                              <a:pt x="71392" y="259960"/>
                              <a:pt x="89358" y="272704"/>
                              <a:pt x="97036" y="290825"/>
                            </a:cubicBezTo>
                            <a:lnTo>
                              <a:pt x="97930" y="295242"/>
                            </a:lnTo>
                            <a:lnTo>
                              <a:pt x="133039" y="295242"/>
                            </a:lnTo>
                            <a:lnTo>
                              <a:pt x="125015" y="278721"/>
                            </a:lnTo>
                            <a:cubicBezTo>
                              <a:pt x="120484" y="262531"/>
                              <a:pt x="118829" y="245526"/>
                              <a:pt x="120255" y="228496"/>
                            </a:cubicBezTo>
                            <a:cubicBezTo>
                              <a:pt x="125181" y="170035"/>
                              <a:pt x="165045" y="122743"/>
                              <a:pt x="217597" y="105501"/>
                            </a:cubicBezTo>
                            <a:lnTo>
                              <a:pt x="218443" y="105402"/>
                            </a:lnTo>
                            <a:lnTo>
                              <a:pt x="233261" y="67916"/>
                            </a:lnTo>
                            <a:cubicBezTo>
                              <a:pt x="258518" y="26805"/>
                              <a:pt x="303986" y="0"/>
                              <a:pt x="354352" y="0"/>
                            </a:cubicBezTo>
                            <a:close/>
                          </a:path>
                        </a:pathLst>
                      </a:custGeom>
                      <a:solidFill>
                        <a:srgbClr val="FFFFF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grpSp>
                <p:grpSp>
                  <p:nvGrpSpPr>
                    <p:cNvPr id="1840" name="Google Shape;1840;g3978402b0d5_2_1041"/>
                    <p:cNvGrpSpPr/>
                    <p:nvPr/>
                  </p:nvGrpSpPr>
                  <p:grpSpPr>
                    <a:xfrm>
                      <a:off x="5526840" y="2844216"/>
                      <a:ext cx="1135200" cy="649890"/>
                      <a:chOff x="5519606" y="2844216"/>
                      <a:chExt cx="1135200" cy="649890"/>
                    </a:xfrm>
                  </p:grpSpPr>
                  <p:sp>
                    <p:nvSpPr>
                      <p:cNvPr id="1841" name="Google Shape;1841;g3978402b0d5_2_1041"/>
                      <p:cNvSpPr txBox="1"/>
                      <p:nvPr/>
                    </p:nvSpPr>
                    <p:spPr>
                      <a:xfrm>
                        <a:off x="5519606" y="3355506"/>
                        <a:ext cx="1135200" cy="1386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1000"/>
                          <a:buFont typeface="Arial"/>
                          <a:buNone/>
                        </a:pPr>
                        <a:r>
                          <a:rPr lang="en-US" sz="1000" b="0" i="0" u="none" strike="noStrike" cap="none">
                            <a:solidFill>
                              <a:srgbClr val="F2F2F2"/>
                            </a:solidFill>
                            <a:latin typeface="Arial"/>
                            <a:ea typeface="Arial"/>
                            <a:cs typeface="Arial"/>
                            <a:sym typeface="Arial"/>
                          </a:rPr>
                          <a:t>Traditional VMs</a:t>
                        </a:r>
                        <a:endParaRPr sz="1000" b="0" i="0" u="none" strike="noStrike" cap="none">
                          <a:solidFill>
                            <a:srgbClr val="F2F2F2"/>
                          </a:solidFill>
                          <a:latin typeface="Arial"/>
                          <a:ea typeface="Arial"/>
                          <a:cs typeface="Arial"/>
                          <a:sym typeface="Arial"/>
                        </a:endParaRPr>
                      </a:p>
                    </p:txBody>
                  </p:sp>
                  <p:sp>
                    <p:nvSpPr>
                      <p:cNvPr id="1842" name="Google Shape;1842;g3978402b0d5_2_1041"/>
                      <p:cNvSpPr/>
                      <p:nvPr/>
                    </p:nvSpPr>
                    <p:spPr>
                      <a:xfrm>
                        <a:off x="5859660" y="2844216"/>
                        <a:ext cx="455100" cy="455100"/>
                      </a:xfrm>
                      <a:prstGeom prst="ellipse">
                        <a:avLst/>
                      </a:prstGeom>
                      <a:solidFill>
                        <a:srgbClr val="041032">
                          <a:alpha val="48627"/>
                        </a:srgbClr>
                      </a:solidFill>
                      <a:ln>
                        <a:noFill/>
                      </a:ln>
                    </p:spPr>
                    <p:txBody>
                      <a:bodyPr spcFirstLastPara="1" wrap="square" lIns="43875" tIns="43875" rIns="43875" bIns="43875"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41032"/>
                          </a:solidFill>
                          <a:latin typeface="Arial"/>
                          <a:ea typeface="Arial"/>
                          <a:cs typeface="Arial"/>
                          <a:sym typeface="Arial"/>
                        </a:endParaRPr>
                      </a:p>
                    </p:txBody>
                  </p:sp>
                  <p:sp>
                    <p:nvSpPr>
                      <p:cNvPr id="1843" name="Google Shape;1843;g3978402b0d5_2_1041"/>
                      <p:cNvSpPr/>
                      <p:nvPr/>
                    </p:nvSpPr>
                    <p:spPr>
                      <a:xfrm>
                        <a:off x="5964453" y="2948923"/>
                        <a:ext cx="245734" cy="245907"/>
                      </a:xfrm>
                      <a:custGeom>
                        <a:avLst/>
                        <a:gdLst/>
                        <a:ahLst/>
                        <a:cxnLst/>
                        <a:rect l="l" t="t" r="r" b="b"/>
                        <a:pathLst>
                          <a:path w="682595" h="683075" extrusionOk="0">
                            <a:moveTo>
                              <a:pt x="205196" y="288762"/>
                            </a:moveTo>
                            <a:lnTo>
                              <a:pt x="229961" y="288762"/>
                            </a:lnTo>
                            <a:lnTo>
                              <a:pt x="258536" y="360390"/>
                            </a:lnTo>
                            <a:lnTo>
                              <a:pt x="286539" y="288762"/>
                            </a:lnTo>
                            <a:lnTo>
                              <a:pt x="311114" y="288762"/>
                            </a:lnTo>
                            <a:lnTo>
                              <a:pt x="269394" y="387250"/>
                            </a:lnTo>
                            <a:lnTo>
                              <a:pt x="247677" y="387250"/>
                            </a:lnTo>
                            <a:close/>
                            <a:moveTo>
                              <a:pt x="379376" y="286476"/>
                            </a:moveTo>
                            <a:cubicBezTo>
                              <a:pt x="394997" y="286476"/>
                              <a:pt x="407570" y="295620"/>
                              <a:pt x="412714" y="309907"/>
                            </a:cubicBezTo>
                            <a:cubicBezTo>
                              <a:pt x="415381" y="295810"/>
                              <a:pt x="427192" y="286476"/>
                              <a:pt x="442622" y="286476"/>
                            </a:cubicBezTo>
                            <a:cubicBezTo>
                              <a:pt x="463196" y="286476"/>
                              <a:pt x="478627" y="302287"/>
                              <a:pt x="478627" y="324576"/>
                            </a:cubicBezTo>
                            <a:lnTo>
                              <a:pt x="478627" y="387250"/>
                            </a:lnTo>
                            <a:lnTo>
                              <a:pt x="455957" y="387250"/>
                            </a:lnTo>
                            <a:lnTo>
                              <a:pt x="455957" y="328386"/>
                            </a:lnTo>
                            <a:cubicBezTo>
                              <a:pt x="455957" y="315432"/>
                              <a:pt x="448147" y="306288"/>
                              <a:pt x="436907" y="306288"/>
                            </a:cubicBezTo>
                            <a:cubicBezTo>
                              <a:pt x="424144" y="306288"/>
                              <a:pt x="415190" y="314860"/>
                              <a:pt x="415190" y="326862"/>
                            </a:cubicBezTo>
                            <a:lnTo>
                              <a:pt x="415190" y="387250"/>
                            </a:lnTo>
                            <a:lnTo>
                              <a:pt x="392711" y="387250"/>
                            </a:lnTo>
                            <a:lnTo>
                              <a:pt x="392711" y="328386"/>
                            </a:lnTo>
                            <a:cubicBezTo>
                              <a:pt x="392711" y="315432"/>
                              <a:pt x="384710" y="306288"/>
                              <a:pt x="373471" y="306288"/>
                            </a:cubicBezTo>
                            <a:cubicBezTo>
                              <a:pt x="360898" y="306288"/>
                              <a:pt x="351944" y="314860"/>
                              <a:pt x="351944" y="326862"/>
                            </a:cubicBezTo>
                            <a:lnTo>
                              <a:pt x="351944" y="387250"/>
                            </a:lnTo>
                            <a:lnTo>
                              <a:pt x="328703" y="387250"/>
                            </a:lnTo>
                            <a:lnTo>
                              <a:pt x="328703" y="288762"/>
                            </a:lnTo>
                            <a:lnTo>
                              <a:pt x="351944" y="288762"/>
                            </a:lnTo>
                            <a:lnTo>
                              <a:pt x="351944" y="302097"/>
                            </a:lnTo>
                            <a:cubicBezTo>
                              <a:pt x="356897" y="292572"/>
                              <a:pt x="366994" y="286476"/>
                              <a:pt x="379376" y="286476"/>
                            </a:cubicBezTo>
                            <a:close/>
                            <a:moveTo>
                              <a:pt x="0" y="0"/>
                            </a:moveTo>
                            <a:lnTo>
                              <a:pt x="682595" y="0"/>
                            </a:lnTo>
                            <a:lnTo>
                              <a:pt x="682595" y="661954"/>
                            </a:lnTo>
                            <a:lnTo>
                              <a:pt x="634593" y="661954"/>
                            </a:lnTo>
                            <a:lnTo>
                              <a:pt x="634593" y="48002"/>
                            </a:lnTo>
                            <a:lnTo>
                              <a:pt x="48002" y="48002"/>
                            </a:lnTo>
                            <a:lnTo>
                              <a:pt x="48002" y="635073"/>
                            </a:lnTo>
                            <a:lnTo>
                              <a:pt x="574590" y="635073"/>
                            </a:lnTo>
                            <a:lnTo>
                              <a:pt x="574590" y="683075"/>
                            </a:lnTo>
                            <a:lnTo>
                              <a:pt x="0" y="683075"/>
                            </a:lnTo>
                            <a:close/>
                          </a:path>
                        </a:pathLst>
                      </a:custGeom>
                      <a:solidFill>
                        <a:srgbClr val="FFFFFF"/>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FFFFFF"/>
                          </a:solidFill>
                          <a:latin typeface="Arial"/>
                          <a:ea typeface="Arial"/>
                          <a:cs typeface="Arial"/>
                          <a:sym typeface="Arial"/>
                        </a:endParaRPr>
                      </a:p>
                    </p:txBody>
                  </p:sp>
                </p:grpSp>
              </p:grpSp>
            </p:grpSp>
            <p:grpSp>
              <p:nvGrpSpPr>
                <p:cNvPr id="1844" name="Google Shape;1844;g3978402b0d5_2_1041"/>
                <p:cNvGrpSpPr/>
                <p:nvPr/>
              </p:nvGrpSpPr>
              <p:grpSpPr>
                <a:xfrm>
                  <a:off x="3070929" y="3736619"/>
                  <a:ext cx="6047100" cy="1277400"/>
                  <a:chOff x="3070929" y="3736619"/>
                  <a:chExt cx="6047100" cy="1277400"/>
                </a:xfrm>
              </p:grpSpPr>
              <p:sp>
                <p:nvSpPr>
                  <p:cNvPr id="1845" name="Google Shape;1845;g3978402b0d5_2_1041"/>
                  <p:cNvSpPr/>
                  <p:nvPr/>
                </p:nvSpPr>
                <p:spPr>
                  <a:xfrm>
                    <a:off x="3070929" y="3736619"/>
                    <a:ext cx="6047100" cy="1277400"/>
                  </a:xfrm>
                  <a:prstGeom prst="round2SameRect">
                    <a:avLst>
                      <a:gd name="adj1" fmla="val 0"/>
                      <a:gd name="adj2" fmla="val 16384"/>
                    </a:avLst>
                  </a:prstGeom>
                  <a:gradFill>
                    <a:gsLst>
                      <a:gs pos="0">
                        <a:schemeClr val="accent5"/>
                      </a:gs>
                      <a:gs pos="21000">
                        <a:schemeClr val="accent5"/>
                      </a:gs>
                      <a:gs pos="100000">
                        <a:schemeClr val="accent2"/>
                      </a:gs>
                    </a:gsLst>
                    <a:lin ang="0" scaled="0"/>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FFFFFF"/>
                      </a:solidFill>
                      <a:latin typeface="Arial"/>
                      <a:ea typeface="Arial"/>
                      <a:cs typeface="Arial"/>
                      <a:sym typeface="Arial"/>
                    </a:endParaRPr>
                  </a:p>
                </p:txBody>
              </p:sp>
              <p:grpSp>
                <p:nvGrpSpPr>
                  <p:cNvPr id="1846" name="Google Shape;1846;g3978402b0d5_2_1041"/>
                  <p:cNvGrpSpPr/>
                  <p:nvPr/>
                </p:nvGrpSpPr>
                <p:grpSpPr>
                  <a:xfrm>
                    <a:off x="3297881" y="4146771"/>
                    <a:ext cx="5593171" cy="456900"/>
                    <a:chOff x="3297881" y="4146771"/>
                    <a:chExt cx="5593171" cy="456900"/>
                  </a:xfrm>
                </p:grpSpPr>
                <p:sp>
                  <p:nvSpPr>
                    <p:cNvPr id="1847" name="Google Shape;1847;g3978402b0d5_2_1041"/>
                    <p:cNvSpPr txBox="1"/>
                    <p:nvPr/>
                  </p:nvSpPr>
                  <p:spPr>
                    <a:xfrm>
                      <a:off x="3297881" y="4146771"/>
                      <a:ext cx="1079100" cy="456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F2F2F2"/>
                          </a:solidFill>
                          <a:latin typeface="Arial"/>
                          <a:ea typeface="Arial"/>
                          <a:cs typeface="Arial"/>
                          <a:sym typeface="Arial"/>
                        </a:rPr>
                        <a:t>Capacity, </a:t>
                      </a:r>
                      <a:br>
                        <a:rPr lang="en-US" sz="1000" b="0" i="0" u="none" strike="noStrike" cap="none">
                          <a:solidFill>
                            <a:srgbClr val="F2F2F2"/>
                          </a:solidFill>
                          <a:latin typeface="Arial"/>
                          <a:ea typeface="Arial"/>
                          <a:cs typeface="Arial"/>
                          <a:sym typeface="Arial"/>
                        </a:rPr>
                      </a:br>
                      <a:r>
                        <a:rPr lang="en-US" sz="1000" b="0" i="0" u="none" strike="noStrike" cap="none">
                          <a:solidFill>
                            <a:srgbClr val="F2F2F2"/>
                          </a:solidFill>
                          <a:latin typeface="Arial"/>
                          <a:ea typeface="Arial"/>
                          <a:cs typeface="Arial"/>
                          <a:sym typeface="Arial"/>
                        </a:rPr>
                        <a:t>Configuration,</a:t>
                      </a:r>
                      <a:br>
                        <a:rPr lang="en-US" sz="1000" b="0" i="0" u="none" strike="noStrike" cap="none">
                          <a:solidFill>
                            <a:srgbClr val="F2F2F2"/>
                          </a:solidFill>
                          <a:latin typeface="Arial"/>
                          <a:ea typeface="Arial"/>
                          <a:cs typeface="Arial"/>
                          <a:sym typeface="Arial"/>
                        </a:rPr>
                      </a:br>
                      <a:r>
                        <a:rPr lang="en-US" sz="1000" b="0" i="0" u="none" strike="noStrike" cap="none">
                          <a:solidFill>
                            <a:srgbClr val="F2F2F2"/>
                          </a:solidFill>
                          <a:latin typeface="Arial"/>
                          <a:ea typeface="Arial"/>
                          <a:cs typeface="Arial"/>
                          <a:sym typeface="Arial"/>
                        </a:rPr>
                        <a:t>Tenancy</a:t>
                      </a:r>
                      <a:endParaRPr sz="1000" b="0" i="0" u="none" strike="noStrike" cap="none">
                        <a:solidFill>
                          <a:srgbClr val="F2F2F2"/>
                        </a:solidFill>
                        <a:latin typeface="Arial"/>
                        <a:ea typeface="Arial"/>
                        <a:cs typeface="Arial"/>
                        <a:sym typeface="Arial"/>
                      </a:endParaRPr>
                    </a:p>
                  </p:txBody>
                </p:sp>
                <p:sp>
                  <p:nvSpPr>
                    <p:cNvPr id="1848" name="Google Shape;1848;g3978402b0d5_2_1041"/>
                    <p:cNvSpPr txBox="1"/>
                    <p:nvPr/>
                  </p:nvSpPr>
                  <p:spPr>
                    <a:xfrm>
                      <a:off x="7811952" y="4146771"/>
                      <a:ext cx="1079100" cy="456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F2F2F2"/>
                          </a:solidFill>
                          <a:latin typeface="Arial"/>
                          <a:ea typeface="Arial"/>
                          <a:cs typeface="Arial"/>
                          <a:sym typeface="Arial"/>
                        </a:rPr>
                        <a:t>SRE Ops, Fleet </a:t>
                      </a:r>
                      <a:br>
                        <a:rPr lang="en-US" sz="1000" b="0" i="0" u="none" strike="noStrike" cap="none">
                          <a:solidFill>
                            <a:srgbClr val="F2F2F2"/>
                          </a:solidFill>
                          <a:latin typeface="Arial"/>
                          <a:ea typeface="Arial"/>
                          <a:cs typeface="Arial"/>
                          <a:sym typeface="Arial"/>
                        </a:rPr>
                      </a:br>
                      <a:r>
                        <a:rPr lang="en-US" sz="1000" b="0" i="0" u="none" strike="noStrike" cap="none">
                          <a:solidFill>
                            <a:srgbClr val="F2F2F2"/>
                          </a:solidFill>
                          <a:latin typeface="Arial"/>
                          <a:ea typeface="Arial"/>
                          <a:cs typeface="Arial"/>
                          <a:sym typeface="Arial"/>
                        </a:rPr>
                        <a:t>&amp; Security </a:t>
                      </a:r>
                      <a:br>
                        <a:rPr lang="en-US" sz="1000" b="0" i="0" u="none" strike="noStrike" cap="none">
                          <a:solidFill>
                            <a:srgbClr val="F2F2F2"/>
                          </a:solidFill>
                          <a:latin typeface="Arial"/>
                          <a:ea typeface="Arial"/>
                          <a:cs typeface="Arial"/>
                          <a:sym typeface="Arial"/>
                        </a:rPr>
                      </a:br>
                      <a:r>
                        <a:rPr lang="en-US" sz="1000" b="0" i="0" u="none" strike="noStrike" cap="none">
                          <a:solidFill>
                            <a:srgbClr val="F2F2F2"/>
                          </a:solidFill>
                          <a:latin typeface="Arial"/>
                          <a:ea typeface="Arial"/>
                          <a:cs typeface="Arial"/>
                          <a:sym typeface="Arial"/>
                        </a:rPr>
                        <a:t>Management,</a:t>
                      </a:r>
                      <a:endParaRPr sz="1400" b="0" i="0" u="none" strike="noStrike" cap="none">
                        <a:solidFill>
                          <a:srgbClr val="000000"/>
                        </a:solidFill>
                        <a:latin typeface="Arial"/>
                        <a:ea typeface="Arial"/>
                        <a:cs typeface="Arial"/>
                        <a:sym typeface="Arial"/>
                      </a:endParaRPr>
                    </a:p>
                  </p:txBody>
                </p:sp>
              </p:grpSp>
              <p:sp>
                <p:nvSpPr>
                  <p:cNvPr id="1849" name="Google Shape;1849;g3978402b0d5_2_1041"/>
                  <p:cNvSpPr/>
                  <p:nvPr/>
                </p:nvSpPr>
                <p:spPr>
                  <a:xfrm>
                    <a:off x="4306398" y="3757498"/>
                    <a:ext cx="3576000" cy="326400"/>
                  </a:xfrm>
                  <a:prstGeom prst="rect">
                    <a:avLst/>
                  </a:prstGeom>
                  <a:noFill/>
                  <a:ln>
                    <a:noFill/>
                  </a:ln>
                </p:spPr>
                <p:txBody>
                  <a:bodyPr spcFirstLastPara="1" wrap="square" lIns="68525" tIns="68525" rIns="68525" bIns="68525" anchor="ctr" anchorCtr="0">
                    <a:noAutofit/>
                  </a:bodyPr>
                  <a:lstStyle/>
                  <a:p>
                    <a:pPr marL="0" marR="0" lvl="0" indent="0" algn="ctr" rtl="0">
                      <a:lnSpc>
                        <a:spcPct val="100000"/>
                      </a:lnSpc>
                      <a:spcBef>
                        <a:spcPts val="0"/>
                      </a:spcBef>
                      <a:spcAft>
                        <a:spcPts val="0"/>
                      </a:spcAft>
                      <a:buClr>
                        <a:srgbClr val="000000"/>
                      </a:buClr>
                      <a:buSzPts val="1050"/>
                      <a:buFont typeface="Arial"/>
                      <a:buNone/>
                    </a:pPr>
                    <a:r>
                      <a:rPr lang="en-US" sz="1050" b="1" i="0" u="none" strike="noStrike" cap="none">
                        <a:solidFill>
                          <a:srgbClr val="F2F2F2"/>
                        </a:solidFill>
                        <a:latin typeface="Arial"/>
                        <a:ea typeface="Arial"/>
                        <a:cs typeface="Arial"/>
                        <a:sym typeface="Arial"/>
                      </a:rPr>
                      <a:t>Automation &amp; Operations</a:t>
                    </a:r>
                    <a:endParaRPr sz="1050" b="1" i="0" u="none" strike="noStrike" cap="none">
                      <a:solidFill>
                        <a:srgbClr val="F2F2F2"/>
                      </a:solidFill>
                      <a:latin typeface="Arial"/>
                      <a:ea typeface="Arial"/>
                      <a:cs typeface="Arial"/>
                      <a:sym typeface="Arial"/>
                    </a:endParaRPr>
                  </a:p>
                </p:txBody>
              </p:sp>
              <p:grpSp>
                <p:nvGrpSpPr>
                  <p:cNvPr id="1850" name="Google Shape;1850;g3978402b0d5_2_1041"/>
                  <p:cNvGrpSpPr/>
                  <p:nvPr/>
                </p:nvGrpSpPr>
                <p:grpSpPr>
                  <a:xfrm>
                    <a:off x="4472340" y="4073343"/>
                    <a:ext cx="3244199" cy="744582"/>
                    <a:chOff x="4472340" y="4073343"/>
                    <a:chExt cx="3244199" cy="744582"/>
                  </a:xfrm>
                </p:grpSpPr>
                <p:sp>
                  <p:nvSpPr>
                    <p:cNvPr id="1851" name="Google Shape;1851;g3978402b0d5_2_1041"/>
                    <p:cNvSpPr/>
                    <p:nvPr/>
                  </p:nvSpPr>
                  <p:spPr>
                    <a:xfrm>
                      <a:off x="4592619" y="4073343"/>
                      <a:ext cx="3003600" cy="353700"/>
                    </a:xfrm>
                    <a:prstGeom prst="roundRect">
                      <a:avLst>
                        <a:gd name="adj" fmla="val 9132"/>
                      </a:avLst>
                    </a:prstGeom>
                    <a:noFill/>
                    <a:ln w="22225" cap="rnd" cmpd="sng">
                      <a:solidFill>
                        <a:schemeClr val="lt1"/>
                      </a:solidFill>
                      <a:prstDash val="dot"/>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grpSp>
                  <p:nvGrpSpPr>
                    <p:cNvPr id="1852" name="Google Shape;1852;g3978402b0d5_2_1041"/>
                    <p:cNvGrpSpPr/>
                    <p:nvPr/>
                  </p:nvGrpSpPr>
                  <p:grpSpPr>
                    <a:xfrm>
                      <a:off x="4472340" y="4185162"/>
                      <a:ext cx="3244199" cy="632763"/>
                      <a:chOff x="4472340" y="4185162"/>
                      <a:chExt cx="3244199" cy="632763"/>
                    </a:xfrm>
                  </p:grpSpPr>
                  <p:grpSp>
                    <p:nvGrpSpPr>
                      <p:cNvPr id="1853" name="Google Shape;1853;g3978402b0d5_2_1041"/>
                      <p:cNvGrpSpPr/>
                      <p:nvPr/>
                    </p:nvGrpSpPr>
                    <p:grpSpPr>
                      <a:xfrm>
                        <a:off x="6581339" y="4185162"/>
                        <a:ext cx="1135200" cy="632763"/>
                        <a:chOff x="6581339" y="4185162"/>
                        <a:chExt cx="1135200" cy="632763"/>
                      </a:xfrm>
                    </p:grpSpPr>
                    <p:sp>
                      <p:nvSpPr>
                        <p:cNvPr id="1854" name="Google Shape;1854;g3978402b0d5_2_1041"/>
                        <p:cNvSpPr txBox="1"/>
                        <p:nvPr/>
                      </p:nvSpPr>
                      <p:spPr>
                        <a:xfrm>
                          <a:off x="6581339" y="4679325"/>
                          <a:ext cx="1135200" cy="1386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1000"/>
                            <a:buFont typeface="Arial"/>
                            <a:buNone/>
                          </a:pPr>
                          <a:r>
                            <a:rPr lang="en-US" sz="1000" b="0" i="0" u="none" strike="noStrike" cap="none">
                              <a:solidFill>
                                <a:srgbClr val="F2F2F2"/>
                              </a:solidFill>
                              <a:latin typeface="Arial"/>
                              <a:ea typeface="Arial"/>
                              <a:cs typeface="Arial"/>
                              <a:sym typeface="Arial"/>
                            </a:rPr>
                            <a:t>Networking </a:t>
                          </a:r>
                          <a:endParaRPr sz="1000" b="0" i="0" u="none" strike="noStrike" cap="none">
                            <a:solidFill>
                              <a:srgbClr val="F2F2F2"/>
                            </a:solidFill>
                            <a:latin typeface="Arial"/>
                            <a:ea typeface="Arial"/>
                            <a:cs typeface="Arial"/>
                            <a:sym typeface="Arial"/>
                          </a:endParaRPr>
                        </a:p>
                      </p:txBody>
                    </p:sp>
                    <p:sp>
                      <p:nvSpPr>
                        <p:cNvPr id="1855" name="Google Shape;1855;g3978402b0d5_2_1041"/>
                        <p:cNvSpPr/>
                        <p:nvPr/>
                      </p:nvSpPr>
                      <p:spPr>
                        <a:xfrm>
                          <a:off x="6921410" y="4185162"/>
                          <a:ext cx="455100" cy="455100"/>
                        </a:xfrm>
                        <a:prstGeom prst="ellipse">
                          <a:avLst/>
                        </a:prstGeom>
                        <a:solidFill>
                          <a:srgbClr val="1C345E"/>
                        </a:solidFill>
                        <a:ln>
                          <a:noFill/>
                        </a:ln>
                      </p:spPr>
                      <p:txBody>
                        <a:bodyPr spcFirstLastPara="1" wrap="square" lIns="43875" tIns="43875" rIns="43875" bIns="43875"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41032"/>
                            </a:solidFill>
                            <a:latin typeface="Arial"/>
                            <a:ea typeface="Arial"/>
                            <a:cs typeface="Arial"/>
                            <a:sym typeface="Arial"/>
                          </a:endParaRPr>
                        </a:p>
                      </p:txBody>
                    </p:sp>
                    <p:sp>
                      <p:nvSpPr>
                        <p:cNvPr id="1856" name="Google Shape;1856;g3978402b0d5_2_1041"/>
                        <p:cNvSpPr/>
                        <p:nvPr/>
                      </p:nvSpPr>
                      <p:spPr>
                        <a:xfrm>
                          <a:off x="7021516" y="4285267"/>
                          <a:ext cx="254070" cy="254070"/>
                        </a:xfrm>
                        <a:custGeom>
                          <a:avLst/>
                          <a:gdLst/>
                          <a:ahLst/>
                          <a:cxnLst/>
                          <a:rect l="l" t="t" r="r" b="b"/>
                          <a:pathLst>
                            <a:path w="686675" h="686675" extrusionOk="0">
                              <a:moveTo>
                                <a:pt x="343338" y="0"/>
                              </a:moveTo>
                              <a:cubicBezTo>
                                <a:pt x="153736" y="0"/>
                                <a:pt x="0" y="153736"/>
                                <a:pt x="0" y="343338"/>
                              </a:cubicBezTo>
                              <a:cubicBezTo>
                                <a:pt x="0" y="532939"/>
                                <a:pt x="153736" y="686676"/>
                                <a:pt x="343338" y="686676"/>
                              </a:cubicBezTo>
                              <a:cubicBezTo>
                                <a:pt x="532939" y="686676"/>
                                <a:pt x="686676" y="532939"/>
                                <a:pt x="686676" y="343338"/>
                              </a:cubicBezTo>
                              <a:cubicBezTo>
                                <a:pt x="686676" y="153736"/>
                                <a:pt x="532939" y="0"/>
                                <a:pt x="343338" y="0"/>
                              </a:cubicBezTo>
                              <a:close/>
                              <a:moveTo>
                                <a:pt x="431519" y="150822"/>
                              </a:moveTo>
                              <a:lnTo>
                                <a:pt x="545981" y="265284"/>
                              </a:lnTo>
                              <a:lnTo>
                                <a:pt x="521528" y="289738"/>
                              </a:lnTo>
                              <a:lnTo>
                                <a:pt x="407065" y="175275"/>
                              </a:lnTo>
                              <a:lnTo>
                                <a:pt x="431519" y="150822"/>
                              </a:lnTo>
                              <a:close/>
                              <a:moveTo>
                                <a:pt x="502805" y="332173"/>
                              </a:moveTo>
                              <a:lnTo>
                                <a:pt x="502805" y="366754"/>
                              </a:lnTo>
                              <a:lnTo>
                                <a:pt x="429296" y="366754"/>
                              </a:lnTo>
                              <a:lnTo>
                                <a:pt x="429296" y="332173"/>
                              </a:lnTo>
                              <a:lnTo>
                                <a:pt x="502805" y="332173"/>
                              </a:lnTo>
                              <a:close/>
                              <a:moveTo>
                                <a:pt x="59627" y="347685"/>
                              </a:moveTo>
                              <a:cubicBezTo>
                                <a:pt x="59627" y="317748"/>
                                <a:pt x="83883" y="293492"/>
                                <a:pt x="113820" y="293492"/>
                              </a:cubicBezTo>
                              <a:cubicBezTo>
                                <a:pt x="143757" y="293492"/>
                                <a:pt x="168013" y="317748"/>
                                <a:pt x="168013" y="347685"/>
                              </a:cubicBezTo>
                              <a:cubicBezTo>
                                <a:pt x="168013" y="377622"/>
                                <a:pt x="143757" y="401878"/>
                                <a:pt x="113820" y="401878"/>
                              </a:cubicBezTo>
                              <a:cubicBezTo>
                                <a:pt x="83883" y="401878"/>
                                <a:pt x="59627" y="377622"/>
                                <a:pt x="59627" y="347685"/>
                              </a:cubicBezTo>
                              <a:close/>
                              <a:moveTo>
                                <a:pt x="265679" y="537583"/>
                              </a:moveTo>
                              <a:lnTo>
                                <a:pt x="151217" y="423121"/>
                              </a:lnTo>
                              <a:lnTo>
                                <a:pt x="175670" y="398667"/>
                              </a:lnTo>
                              <a:lnTo>
                                <a:pt x="290133" y="513130"/>
                              </a:lnTo>
                              <a:lnTo>
                                <a:pt x="265679" y="537583"/>
                              </a:lnTo>
                              <a:close/>
                              <a:moveTo>
                                <a:pt x="191182" y="366754"/>
                              </a:moveTo>
                              <a:lnTo>
                                <a:pt x="191182" y="332173"/>
                              </a:lnTo>
                              <a:lnTo>
                                <a:pt x="264691" y="332173"/>
                              </a:lnTo>
                              <a:lnTo>
                                <a:pt x="264691" y="366754"/>
                              </a:lnTo>
                              <a:lnTo>
                                <a:pt x="191182" y="366754"/>
                              </a:lnTo>
                              <a:close/>
                              <a:moveTo>
                                <a:pt x="175670" y="289787"/>
                              </a:moveTo>
                              <a:lnTo>
                                <a:pt x="151217" y="265334"/>
                              </a:lnTo>
                              <a:lnTo>
                                <a:pt x="265679" y="150871"/>
                              </a:lnTo>
                              <a:lnTo>
                                <a:pt x="290133" y="175325"/>
                              </a:lnTo>
                              <a:lnTo>
                                <a:pt x="175670" y="289787"/>
                              </a:lnTo>
                              <a:close/>
                              <a:moveTo>
                                <a:pt x="345116" y="626802"/>
                              </a:moveTo>
                              <a:cubicBezTo>
                                <a:pt x="315179" y="626802"/>
                                <a:pt x="290923" y="602546"/>
                                <a:pt x="290923" y="572609"/>
                              </a:cubicBezTo>
                              <a:cubicBezTo>
                                <a:pt x="290923" y="542671"/>
                                <a:pt x="315179" y="518415"/>
                                <a:pt x="345116" y="518415"/>
                              </a:cubicBezTo>
                              <a:cubicBezTo>
                                <a:pt x="375053" y="518415"/>
                                <a:pt x="399309" y="542671"/>
                                <a:pt x="399309" y="572609"/>
                              </a:cubicBezTo>
                              <a:cubicBezTo>
                                <a:pt x="399309" y="602546"/>
                                <a:pt x="375053" y="626802"/>
                                <a:pt x="345116" y="626802"/>
                              </a:cubicBezTo>
                              <a:close/>
                              <a:moveTo>
                                <a:pt x="345116" y="400594"/>
                              </a:moveTo>
                              <a:cubicBezTo>
                                <a:pt x="315179" y="400594"/>
                                <a:pt x="290923" y="376338"/>
                                <a:pt x="290923" y="346401"/>
                              </a:cubicBezTo>
                              <a:cubicBezTo>
                                <a:pt x="290923" y="316464"/>
                                <a:pt x="315179" y="292208"/>
                                <a:pt x="345116" y="292208"/>
                              </a:cubicBezTo>
                              <a:cubicBezTo>
                                <a:pt x="375053" y="292208"/>
                                <a:pt x="399309" y="316464"/>
                                <a:pt x="399309" y="346401"/>
                              </a:cubicBezTo>
                              <a:cubicBezTo>
                                <a:pt x="399309" y="376338"/>
                                <a:pt x="375053" y="400594"/>
                                <a:pt x="345116" y="400594"/>
                              </a:cubicBezTo>
                              <a:close/>
                              <a:moveTo>
                                <a:pt x="345116" y="168063"/>
                              </a:moveTo>
                              <a:cubicBezTo>
                                <a:pt x="315179" y="168063"/>
                                <a:pt x="290923" y="143807"/>
                                <a:pt x="290923" y="113870"/>
                              </a:cubicBezTo>
                              <a:cubicBezTo>
                                <a:pt x="290923" y="83933"/>
                                <a:pt x="315179" y="59677"/>
                                <a:pt x="345116" y="59677"/>
                              </a:cubicBezTo>
                              <a:cubicBezTo>
                                <a:pt x="375053" y="59677"/>
                                <a:pt x="399309" y="83933"/>
                                <a:pt x="399309" y="113870"/>
                              </a:cubicBezTo>
                              <a:cubicBezTo>
                                <a:pt x="399309" y="143807"/>
                                <a:pt x="375053" y="168063"/>
                                <a:pt x="345116" y="168063"/>
                              </a:cubicBezTo>
                              <a:close/>
                              <a:moveTo>
                                <a:pt x="431519" y="537583"/>
                              </a:moveTo>
                              <a:lnTo>
                                <a:pt x="407065" y="513130"/>
                              </a:lnTo>
                              <a:lnTo>
                                <a:pt x="521528" y="398667"/>
                              </a:lnTo>
                              <a:lnTo>
                                <a:pt x="545981" y="423121"/>
                              </a:lnTo>
                              <a:lnTo>
                                <a:pt x="431519" y="537583"/>
                              </a:lnTo>
                              <a:close/>
                              <a:moveTo>
                                <a:pt x="576412" y="401878"/>
                              </a:moveTo>
                              <a:cubicBezTo>
                                <a:pt x="546475" y="401878"/>
                                <a:pt x="522219" y="377622"/>
                                <a:pt x="522219" y="347685"/>
                              </a:cubicBezTo>
                              <a:cubicBezTo>
                                <a:pt x="522219" y="317748"/>
                                <a:pt x="546475" y="293492"/>
                                <a:pt x="576412" y="293492"/>
                              </a:cubicBezTo>
                              <a:cubicBezTo>
                                <a:pt x="606350" y="293492"/>
                                <a:pt x="630605" y="317748"/>
                                <a:pt x="630605" y="347685"/>
                              </a:cubicBezTo>
                              <a:cubicBezTo>
                                <a:pt x="630605" y="377622"/>
                                <a:pt x="606350" y="401878"/>
                                <a:pt x="576412" y="401878"/>
                              </a:cubicBezTo>
                              <a:close/>
                            </a:path>
                          </a:pathLst>
                        </a:custGeom>
                        <a:solidFill>
                          <a:srgbClr val="FFFFF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grpSp>
                  <p:grpSp>
                    <p:nvGrpSpPr>
                      <p:cNvPr id="1857" name="Google Shape;1857;g3978402b0d5_2_1041"/>
                      <p:cNvGrpSpPr/>
                      <p:nvPr/>
                    </p:nvGrpSpPr>
                    <p:grpSpPr>
                      <a:xfrm>
                        <a:off x="5526840" y="4185162"/>
                        <a:ext cx="1135200" cy="632763"/>
                        <a:chOff x="5519608" y="4185162"/>
                        <a:chExt cx="1135200" cy="632763"/>
                      </a:xfrm>
                    </p:grpSpPr>
                    <p:sp>
                      <p:nvSpPr>
                        <p:cNvPr id="1858" name="Google Shape;1858;g3978402b0d5_2_1041"/>
                        <p:cNvSpPr txBox="1"/>
                        <p:nvPr/>
                      </p:nvSpPr>
                      <p:spPr>
                        <a:xfrm>
                          <a:off x="5519608" y="4679325"/>
                          <a:ext cx="1135200" cy="1386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1000"/>
                            <a:buFont typeface="Arial"/>
                            <a:buNone/>
                          </a:pPr>
                          <a:r>
                            <a:rPr lang="en-US" sz="1000" b="0" i="0" u="none" strike="noStrike" cap="none">
                              <a:solidFill>
                                <a:srgbClr val="F2F2F2"/>
                              </a:solidFill>
                              <a:latin typeface="Arial"/>
                              <a:ea typeface="Arial"/>
                              <a:cs typeface="Arial"/>
                              <a:sym typeface="Arial"/>
                            </a:rPr>
                            <a:t>Storage </a:t>
                          </a:r>
                          <a:endParaRPr sz="1000" b="0" i="0" u="none" strike="noStrike" cap="none">
                            <a:solidFill>
                              <a:srgbClr val="F2F2F2"/>
                            </a:solidFill>
                            <a:latin typeface="Arial"/>
                            <a:ea typeface="Arial"/>
                            <a:cs typeface="Arial"/>
                            <a:sym typeface="Arial"/>
                          </a:endParaRPr>
                        </a:p>
                      </p:txBody>
                    </p:sp>
                    <p:sp>
                      <p:nvSpPr>
                        <p:cNvPr id="1859" name="Google Shape;1859;g3978402b0d5_2_1041"/>
                        <p:cNvSpPr/>
                        <p:nvPr/>
                      </p:nvSpPr>
                      <p:spPr>
                        <a:xfrm>
                          <a:off x="5859678" y="4185162"/>
                          <a:ext cx="455100" cy="455100"/>
                        </a:xfrm>
                        <a:prstGeom prst="ellipse">
                          <a:avLst/>
                        </a:prstGeom>
                        <a:solidFill>
                          <a:srgbClr val="27335F"/>
                        </a:solidFill>
                        <a:ln>
                          <a:noFill/>
                        </a:ln>
                      </p:spPr>
                      <p:txBody>
                        <a:bodyPr spcFirstLastPara="1" wrap="square" lIns="43875" tIns="43875" rIns="43875" bIns="43875"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41032"/>
                            </a:solidFill>
                            <a:latin typeface="Arial"/>
                            <a:ea typeface="Arial"/>
                            <a:cs typeface="Arial"/>
                            <a:sym typeface="Arial"/>
                          </a:endParaRPr>
                        </a:p>
                      </p:txBody>
                    </p:sp>
                    <p:sp>
                      <p:nvSpPr>
                        <p:cNvPr id="1860" name="Google Shape;1860;g3978402b0d5_2_1041"/>
                        <p:cNvSpPr/>
                        <p:nvPr/>
                      </p:nvSpPr>
                      <p:spPr>
                        <a:xfrm>
                          <a:off x="5986282" y="4299895"/>
                          <a:ext cx="201953" cy="225712"/>
                        </a:xfrm>
                        <a:custGeom>
                          <a:avLst/>
                          <a:gdLst/>
                          <a:ahLst/>
                          <a:cxnLst/>
                          <a:rect l="l" t="t" r="r" b="b"/>
                          <a:pathLst>
                            <a:path w="271078" h="302969" extrusionOk="0">
                              <a:moveTo>
                                <a:pt x="135539" y="0"/>
                              </a:moveTo>
                              <a:cubicBezTo>
                                <a:pt x="210386" y="0"/>
                                <a:pt x="271079" y="16074"/>
                                <a:pt x="271079" y="35918"/>
                              </a:cubicBezTo>
                              <a:lnTo>
                                <a:pt x="271079" y="51827"/>
                              </a:lnTo>
                              <a:cubicBezTo>
                                <a:pt x="271079" y="71647"/>
                                <a:pt x="210386" y="87697"/>
                                <a:pt x="135539" y="87697"/>
                              </a:cubicBezTo>
                              <a:cubicBezTo>
                                <a:pt x="60693" y="87697"/>
                                <a:pt x="0" y="71623"/>
                                <a:pt x="0" y="51827"/>
                              </a:cubicBezTo>
                              <a:lnTo>
                                <a:pt x="0" y="35871"/>
                              </a:lnTo>
                              <a:cubicBezTo>
                                <a:pt x="0" y="16051"/>
                                <a:pt x="60693" y="0"/>
                                <a:pt x="135539" y="0"/>
                              </a:cubicBezTo>
                              <a:close/>
                              <a:moveTo>
                                <a:pt x="271079" y="267099"/>
                              </a:moveTo>
                              <a:cubicBezTo>
                                <a:pt x="271079" y="286919"/>
                                <a:pt x="210386" y="302970"/>
                                <a:pt x="135539" y="302970"/>
                              </a:cubicBezTo>
                              <a:cubicBezTo>
                                <a:pt x="60693" y="302970"/>
                                <a:pt x="0" y="286895"/>
                                <a:pt x="0" y="267099"/>
                              </a:cubicBezTo>
                              <a:lnTo>
                                <a:pt x="0" y="219255"/>
                              </a:lnTo>
                              <a:cubicBezTo>
                                <a:pt x="0" y="239076"/>
                                <a:pt x="60693" y="255126"/>
                                <a:pt x="135539" y="255126"/>
                              </a:cubicBezTo>
                              <a:cubicBezTo>
                                <a:pt x="210386" y="255126"/>
                                <a:pt x="271079" y="239076"/>
                                <a:pt x="271079" y="219279"/>
                              </a:cubicBezTo>
                              <a:lnTo>
                                <a:pt x="271079" y="267075"/>
                              </a:lnTo>
                              <a:close/>
                              <a:moveTo>
                                <a:pt x="271079" y="195334"/>
                              </a:moveTo>
                              <a:cubicBezTo>
                                <a:pt x="271079" y="215154"/>
                                <a:pt x="210386" y="231204"/>
                                <a:pt x="135539" y="231204"/>
                              </a:cubicBezTo>
                              <a:cubicBezTo>
                                <a:pt x="60693" y="231204"/>
                                <a:pt x="0" y="215130"/>
                                <a:pt x="0" y="195334"/>
                              </a:cubicBezTo>
                              <a:lnTo>
                                <a:pt x="0" y="147490"/>
                              </a:lnTo>
                              <a:cubicBezTo>
                                <a:pt x="0" y="167310"/>
                                <a:pt x="60693" y="183361"/>
                                <a:pt x="135539" y="183361"/>
                              </a:cubicBezTo>
                              <a:cubicBezTo>
                                <a:pt x="210386" y="183361"/>
                                <a:pt x="271079" y="167310"/>
                                <a:pt x="271079" y="147514"/>
                              </a:cubicBezTo>
                              <a:lnTo>
                                <a:pt x="271079" y="195334"/>
                              </a:lnTo>
                              <a:close/>
                              <a:moveTo>
                                <a:pt x="271079" y="123568"/>
                              </a:moveTo>
                              <a:cubicBezTo>
                                <a:pt x="271079" y="143388"/>
                                <a:pt x="210386" y="159439"/>
                                <a:pt x="135539" y="159439"/>
                              </a:cubicBezTo>
                              <a:cubicBezTo>
                                <a:pt x="60693" y="159439"/>
                                <a:pt x="0" y="143365"/>
                                <a:pt x="0" y="123568"/>
                              </a:cubicBezTo>
                              <a:lnTo>
                                <a:pt x="0" y="75725"/>
                              </a:lnTo>
                              <a:cubicBezTo>
                                <a:pt x="0" y="95545"/>
                                <a:pt x="60693" y="111595"/>
                                <a:pt x="135539" y="111595"/>
                              </a:cubicBezTo>
                              <a:cubicBezTo>
                                <a:pt x="210386" y="111595"/>
                                <a:pt x="271079" y="95545"/>
                                <a:pt x="271079" y="75748"/>
                              </a:cubicBezTo>
                              <a:lnTo>
                                <a:pt x="271079" y="123568"/>
                              </a:lnTo>
                              <a:close/>
                            </a:path>
                          </a:pathLst>
                        </a:custGeom>
                        <a:solidFill>
                          <a:srgbClr val="FFFFFF"/>
                        </a:solidFill>
                        <a:ln>
                          <a:noFill/>
                        </a:ln>
                      </p:spPr>
                      <p:txBody>
                        <a:bodyPr spcFirstLastPara="1" wrap="square" lIns="68550" tIns="34275" rIns="68550" bIns="34275"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grpSp>
                  <p:grpSp>
                    <p:nvGrpSpPr>
                      <p:cNvPr id="1861" name="Google Shape;1861;g3978402b0d5_2_1041"/>
                      <p:cNvGrpSpPr/>
                      <p:nvPr/>
                    </p:nvGrpSpPr>
                    <p:grpSpPr>
                      <a:xfrm>
                        <a:off x="4472340" y="4185162"/>
                        <a:ext cx="1135200" cy="632763"/>
                        <a:chOff x="4472341" y="4185162"/>
                        <a:chExt cx="1135200" cy="632763"/>
                      </a:xfrm>
                    </p:grpSpPr>
                    <p:sp>
                      <p:nvSpPr>
                        <p:cNvPr id="1862" name="Google Shape;1862;g3978402b0d5_2_1041"/>
                        <p:cNvSpPr txBox="1"/>
                        <p:nvPr/>
                      </p:nvSpPr>
                      <p:spPr>
                        <a:xfrm>
                          <a:off x="4472341" y="4679325"/>
                          <a:ext cx="1135200" cy="1386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1000"/>
                            <a:buFont typeface="Arial"/>
                            <a:buNone/>
                          </a:pPr>
                          <a:r>
                            <a:rPr lang="en-US" sz="1000" b="0" i="0" u="none" strike="noStrike" cap="none">
                              <a:solidFill>
                                <a:srgbClr val="F2F2F2"/>
                              </a:solidFill>
                              <a:latin typeface="Arial"/>
                              <a:ea typeface="Arial"/>
                              <a:cs typeface="Arial"/>
                              <a:sym typeface="Arial"/>
                            </a:rPr>
                            <a:t>Compute </a:t>
                          </a:r>
                          <a:endParaRPr sz="1000" b="0" i="0" u="none" strike="noStrike" cap="none">
                            <a:solidFill>
                              <a:srgbClr val="F2F2F2"/>
                            </a:solidFill>
                            <a:latin typeface="Arial"/>
                            <a:ea typeface="Arial"/>
                            <a:cs typeface="Arial"/>
                            <a:sym typeface="Arial"/>
                          </a:endParaRPr>
                        </a:p>
                      </p:txBody>
                    </p:sp>
                    <p:sp>
                      <p:nvSpPr>
                        <p:cNvPr id="1863" name="Google Shape;1863;g3978402b0d5_2_1041"/>
                        <p:cNvSpPr/>
                        <p:nvPr/>
                      </p:nvSpPr>
                      <p:spPr>
                        <a:xfrm>
                          <a:off x="4812411" y="4185162"/>
                          <a:ext cx="455100" cy="455100"/>
                        </a:xfrm>
                        <a:prstGeom prst="ellipse">
                          <a:avLst/>
                        </a:prstGeom>
                        <a:solidFill>
                          <a:srgbClr val="323160"/>
                        </a:solidFill>
                        <a:ln>
                          <a:noFill/>
                        </a:ln>
                      </p:spPr>
                      <p:txBody>
                        <a:bodyPr spcFirstLastPara="1" wrap="square" lIns="43875" tIns="43875" rIns="43875" bIns="43875"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41032"/>
                            </a:solidFill>
                            <a:latin typeface="Arial"/>
                            <a:ea typeface="Arial"/>
                            <a:cs typeface="Arial"/>
                            <a:sym typeface="Arial"/>
                          </a:endParaRPr>
                        </a:p>
                      </p:txBody>
                    </p:sp>
                    <p:grpSp>
                      <p:nvGrpSpPr>
                        <p:cNvPr id="1864" name="Google Shape;1864;g3978402b0d5_2_1041"/>
                        <p:cNvGrpSpPr/>
                        <p:nvPr/>
                      </p:nvGrpSpPr>
                      <p:grpSpPr>
                        <a:xfrm>
                          <a:off x="4927071" y="4299760"/>
                          <a:ext cx="225523" cy="225528"/>
                          <a:chOff x="3822556" y="5087301"/>
                          <a:chExt cx="611339" cy="557273"/>
                        </a:xfrm>
                      </p:grpSpPr>
                      <p:sp>
                        <p:nvSpPr>
                          <p:cNvPr id="1865" name="Google Shape;1865;g3978402b0d5_2_1041"/>
                          <p:cNvSpPr/>
                          <p:nvPr/>
                        </p:nvSpPr>
                        <p:spPr>
                          <a:xfrm>
                            <a:off x="3822556" y="5087301"/>
                            <a:ext cx="611339" cy="161801"/>
                          </a:xfrm>
                          <a:custGeom>
                            <a:avLst/>
                            <a:gdLst/>
                            <a:ahLst/>
                            <a:cxnLst/>
                            <a:rect l="l" t="t" r="r" b="b"/>
                            <a:pathLst>
                              <a:path w="611339" h="161801" extrusionOk="0">
                                <a:moveTo>
                                  <a:pt x="0" y="0"/>
                                </a:moveTo>
                                <a:lnTo>
                                  <a:pt x="0" y="161802"/>
                                </a:lnTo>
                                <a:lnTo>
                                  <a:pt x="611339" y="161802"/>
                                </a:lnTo>
                                <a:lnTo>
                                  <a:pt x="611339" y="0"/>
                                </a:lnTo>
                                <a:lnTo>
                                  <a:pt x="0" y="0"/>
                                </a:lnTo>
                                <a:close/>
                                <a:moveTo>
                                  <a:pt x="72043" y="98901"/>
                                </a:moveTo>
                                <a:cubicBezTo>
                                  <a:pt x="62114" y="98901"/>
                                  <a:pt x="54065" y="90852"/>
                                  <a:pt x="54065" y="80923"/>
                                </a:cubicBezTo>
                                <a:cubicBezTo>
                                  <a:pt x="54065" y="70993"/>
                                  <a:pt x="62114" y="62945"/>
                                  <a:pt x="72043" y="62945"/>
                                </a:cubicBezTo>
                                <a:cubicBezTo>
                                  <a:pt x="81973" y="62945"/>
                                  <a:pt x="90021" y="70993"/>
                                  <a:pt x="90021" y="80923"/>
                                </a:cubicBezTo>
                                <a:cubicBezTo>
                                  <a:pt x="90021" y="90852"/>
                                  <a:pt x="81973" y="98901"/>
                                  <a:pt x="72043" y="98901"/>
                                </a:cubicBezTo>
                                <a:close/>
                                <a:moveTo>
                                  <a:pt x="299283" y="108568"/>
                                </a:moveTo>
                                <a:lnTo>
                                  <a:pt x="286161" y="108568"/>
                                </a:lnTo>
                                <a:lnTo>
                                  <a:pt x="286161" y="54634"/>
                                </a:lnTo>
                                <a:lnTo>
                                  <a:pt x="299283" y="54634"/>
                                </a:lnTo>
                                <a:lnTo>
                                  <a:pt x="299283" y="108568"/>
                                </a:lnTo>
                                <a:close/>
                                <a:moveTo>
                                  <a:pt x="335370" y="108568"/>
                                </a:moveTo>
                                <a:lnTo>
                                  <a:pt x="322248" y="108568"/>
                                </a:lnTo>
                                <a:lnTo>
                                  <a:pt x="322248" y="54634"/>
                                </a:lnTo>
                                <a:lnTo>
                                  <a:pt x="335370" y="54634"/>
                                </a:lnTo>
                                <a:lnTo>
                                  <a:pt x="335370" y="108568"/>
                                </a:lnTo>
                                <a:close/>
                                <a:moveTo>
                                  <a:pt x="371414" y="108568"/>
                                </a:moveTo>
                                <a:lnTo>
                                  <a:pt x="358291" y="108568"/>
                                </a:lnTo>
                                <a:lnTo>
                                  <a:pt x="358291" y="54634"/>
                                </a:lnTo>
                                <a:lnTo>
                                  <a:pt x="371414" y="54634"/>
                                </a:lnTo>
                                <a:lnTo>
                                  <a:pt x="371414" y="108568"/>
                                </a:lnTo>
                                <a:close/>
                                <a:moveTo>
                                  <a:pt x="407501" y="108568"/>
                                </a:moveTo>
                                <a:lnTo>
                                  <a:pt x="394378" y="108568"/>
                                </a:lnTo>
                                <a:lnTo>
                                  <a:pt x="394378" y="54634"/>
                                </a:lnTo>
                                <a:lnTo>
                                  <a:pt x="407501" y="54634"/>
                                </a:lnTo>
                                <a:lnTo>
                                  <a:pt x="407501" y="108568"/>
                                </a:lnTo>
                                <a:close/>
                                <a:moveTo>
                                  <a:pt x="443588" y="108568"/>
                                </a:moveTo>
                                <a:lnTo>
                                  <a:pt x="430466" y="108568"/>
                                </a:lnTo>
                                <a:lnTo>
                                  <a:pt x="430466" y="54634"/>
                                </a:lnTo>
                                <a:lnTo>
                                  <a:pt x="443588" y="54634"/>
                                </a:lnTo>
                                <a:lnTo>
                                  <a:pt x="443588" y="108568"/>
                                </a:lnTo>
                                <a:close/>
                                <a:moveTo>
                                  <a:pt x="479632" y="108568"/>
                                </a:moveTo>
                                <a:lnTo>
                                  <a:pt x="466509" y="108568"/>
                                </a:lnTo>
                                <a:lnTo>
                                  <a:pt x="466509" y="54634"/>
                                </a:lnTo>
                                <a:lnTo>
                                  <a:pt x="479632" y="54634"/>
                                </a:lnTo>
                                <a:lnTo>
                                  <a:pt x="479632" y="108568"/>
                                </a:lnTo>
                                <a:close/>
                                <a:moveTo>
                                  <a:pt x="515719" y="108568"/>
                                </a:moveTo>
                                <a:lnTo>
                                  <a:pt x="502596" y="108568"/>
                                </a:lnTo>
                                <a:lnTo>
                                  <a:pt x="502596" y="54634"/>
                                </a:lnTo>
                                <a:lnTo>
                                  <a:pt x="515719" y="54634"/>
                                </a:lnTo>
                                <a:lnTo>
                                  <a:pt x="515719" y="108568"/>
                                </a:lnTo>
                                <a:close/>
                                <a:moveTo>
                                  <a:pt x="551762" y="108568"/>
                                </a:moveTo>
                                <a:lnTo>
                                  <a:pt x="538640" y="108568"/>
                                </a:lnTo>
                                <a:lnTo>
                                  <a:pt x="538640" y="54634"/>
                                </a:lnTo>
                                <a:lnTo>
                                  <a:pt x="551762" y="54634"/>
                                </a:lnTo>
                                <a:lnTo>
                                  <a:pt x="551762" y="108568"/>
                                </a:lnTo>
                                <a:close/>
                              </a:path>
                            </a:pathLst>
                          </a:custGeom>
                          <a:solidFill>
                            <a:srgbClr val="FFFFF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1866" name="Google Shape;1866;g3978402b0d5_2_1041"/>
                          <p:cNvSpPr/>
                          <p:nvPr/>
                        </p:nvSpPr>
                        <p:spPr>
                          <a:xfrm>
                            <a:off x="3822556" y="5284403"/>
                            <a:ext cx="611339" cy="161845"/>
                          </a:xfrm>
                          <a:custGeom>
                            <a:avLst/>
                            <a:gdLst/>
                            <a:ahLst/>
                            <a:cxnLst/>
                            <a:rect l="l" t="t" r="r" b="b"/>
                            <a:pathLst>
                              <a:path w="611339" h="161845" extrusionOk="0">
                                <a:moveTo>
                                  <a:pt x="0" y="0"/>
                                </a:moveTo>
                                <a:lnTo>
                                  <a:pt x="0" y="161846"/>
                                </a:lnTo>
                                <a:lnTo>
                                  <a:pt x="611339" y="161846"/>
                                </a:lnTo>
                                <a:lnTo>
                                  <a:pt x="611339" y="0"/>
                                </a:lnTo>
                                <a:lnTo>
                                  <a:pt x="0" y="0"/>
                                </a:lnTo>
                                <a:close/>
                                <a:moveTo>
                                  <a:pt x="72043" y="98857"/>
                                </a:moveTo>
                                <a:cubicBezTo>
                                  <a:pt x="62114" y="98857"/>
                                  <a:pt x="54065" y="90809"/>
                                  <a:pt x="54065" y="80879"/>
                                </a:cubicBezTo>
                                <a:cubicBezTo>
                                  <a:pt x="54065" y="70950"/>
                                  <a:pt x="62114" y="62901"/>
                                  <a:pt x="72043" y="62901"/>
                                </a:cubicBezTo>
                                <a:cubicBezTo>
                                  <a:pt x="81973" y="62901"/>
                                  <a:pt x="90021" y="70950"/>
                                  <a:pt x="90021" y="80879"/>
                                </a:cubicBezTo>
                                <a:cubicBezTo>
                                  <a:pt x="90021" y="90809"/>
                                  <a:pt x="81973" y="98857"/>
                                  <a:pt x="72043" y="98857"/>
                                </a:cubicBezTo>
                                <a:close/>
                                <a:moveTo>
                                  <a:pt x="299283" y="108524"/>
                                </a:moveTo>
                                <a:lnTo>
                                  <a:pt x="286161" y="108524"/>
                                </a:lnTo>
                                <a:lnTo>
                                  <a:pt x="286161" y="54590"/>
                                </a:lnTo>
                                <a:lnTo>
                                  <a:pt x="299283" y="54590"/>
                                </a:lnTo>
                                <a:lnTo>
                                  <a:pt x="299283" y="108524"/>
                                </a:lnTo>
                                <a:close/>
                                <a:moveTo>
                                  <a:pt x="335370" y="108524"/>
                                </a:moveTo>
                                <a:lnTo>
                                  <a:pt x="322248" y="108524"/>
                                </a:lnTo>
                                <a:lnTo>
                                  <a:pt x="322248" y="54590"/>
                                </a:lnTo>
                                <a:lnTo>
                                  <a:pt x="335370" y="54590"/>
                                </a:lnTo>
                                <a:lnTo>
                                  <a:pt x="335370" y="108524"/>
                                </a:lnTo>
                                <a:close/>
                                <a:moveTo>
                                  <a:pt x="371414" y="108524"/>
                                </a:moveTo>
                                <a:lnTo>
                                  <a:pt x="358291" y="108524"/>
                                </a:lnTo>
                                <a:lnTo>
                                  <a:pt x="358291" y="54590"/>
                                </a:lnTo>
                                <a:lnTo>
                                  <a:pt x="371414" y="54590"/>
                                </a:lnTo>
                                <a:lnTo>
                                  <a:pt x="371414" y="108524"/>
                                </a:lnTo>
                                <a:close/>
                                <a:moveTo>
                                  <a:pt x="407501" y="108524"/>
                                </a:moveTo>
                                <a:lnTo>
                                  <a:pt x="394378" y="108524"/>
                                </a:lnTo>
                                <a:lnTo>
                                  <a:pt x="394378" y="54590"/>
                                </a:lnTo>
                                <a:lnTo>
                                  <a:pt x="407501" y="54590"/>
                                </a:lnTo>
                                <a:lnTo>
                                  <a:pt x="407501" y="108524"/>
                                </a:lnTo>
                                <a:close/>
                                <a:moveTo>
                                  <a:pt x="443588" y="108524"/>
                                </a:moveTo>
                                <a:lnTo>
                                  <a:pt x="430466" y="108524"/>
                                </a:lnTo>
                                <a:lnTo>
                                  <a:pt x="430466" y="54590"/>
                                </a:lnTo>
                                <a:lnTo>
                                  <a:pt x="443588" y="54590"/>
                                </a:lnTo>
                                <a:lnTo>
                                  <a:pt x="443588" y="108524"/>
                                </a:lnTo>
                                <a:close/>
                                <a:moveTo>
                                  <a:pt x="479632" y="108524"/>
                                </a:moveTo>
                                <a:lnTo>
                                  <a:pt x="466509" y="108524"/>
                                </a:lnTo>
                                <a:lnTo>
                                  <a:pt x="466509" y="54590"/>
                                </a:lnTo>
                                <a:lnTo>
                                  <a:pt x="479632" y="54590"/>
                                </a:lnTo>
                                <a:lnTo>
                                  <a:pt x="479632" y="108524"/>
                                </a:lnTo>
                                <a:close/>
                                <a:moveTo>
                                  <a:pt x="515719" y="108524"/>
                                </a:moveTo>
                                <a:lnTo>
                                  <a:pt x="502596" y="108524"/>
                                </a:lnTo>
                                <a:lnTo>
                                  <a:pt x="502596" y="54590"/>
                                </a:lnTo>
                                <a:lnTo>
                                  <a:pt x="515719" y="54590"/>
                                </a:lnTo>
                                <a:lnTo>
                                  <a:pt x="515719" y="108524"/>
                                </a:lnTo>
                                <a:close/>
                                <a:moveTo>
                                  <a:pt x="551762" y="108524"/>
                                </a:moveTo>
                                <a:lnTo>
                                  <a:pt x="538640" y="108524"/>
                                </a:lnTo>
                                <a:lnTo>
                                  <a:pt x="538640" y="54590"/>
                                </a:lnTo>
                                <a:lnTo>
                                  <a:pt x="551762" y="54590"/>
                                </a:lnTo>
                                <a:lnTo>
                                  <a:pt x="551762" y="108524"/>
                                </a:lnTo>
                                <a:close/>
                              </a:path>
                            </a:pathLst>
                          </a:custGeom>
                          <a:solidFill>
                            <a:srgbClr val="FFFFF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1867" name="Google Shape;1867;g3978402b0d5_2_1041"/>
                          <p:cNvSpPr/>
                          <p:nvPr/>
                        </p:nvSpPr>
                        <p:spPr>
                          <a:xfrm>
                            <a:off x="3822556" y="5482729"/>
                            <a:ext cx="611339" cy="161845"/>
                          </a:xfrm>
                          <a:custGeom>
                            <a:avLst/>
                            <a:gdLst/>
                            <a:ahLst/>
                            <a:cxnLst/>
                            <a:rect l="l" t="t" r="r" b="b"/>
                            <a:pathLst>
                              <a:path w="611339" h="161845" extrusionOk="0">
                                <a:moveTo>
                                  <a:pt x="0" y="0"/>
                                </a:moveTo>
                                <a:lnTo>
                                  <a:pt x="0" y="161846"/>
                                </a:lnTo>
                                <a:lnTo>
                                  <a:pt x="611339" y="161846"/>
                                </a:lnTo>
                                <a:lnTo>
                                  <a:pt x="611339" y="0"/>
                                </a:lnTo>
                                <a:lnTo>
                                  <a:pt x="0" y="0"/>
                                </a:lnTo>
                                <a:close/>
                                <a:moveTo>
                                  <a:pt x="72043" y="98901"/>
                                </a:moveTo>
                                <a:cubicBezTo>
                                  <a:pt x="62114" y="98901"/>
                                  <a:pt x="54065" y="90852"/>
                                  <a:pt x="54065" y="80923"/>
                                </a:cubicBezTo>
                                <a:cubicBezTo>
                                  <a:pt x="54065" y="70993"/>
                                  <a:pt x="62114" y="62945"/>
                                  <a:pt x="72043" y="62945"/>
                                </a:cubicBezTo>
                                <a:cubicBezTo>
                                  <a:pt x="81973" y="62945"/>
                                  <a:pt x="90021" y="70993"/>
                                  <a:pt x="90021" y="80923"/>
                                </a:cubicBezTo>
                                <a:cubicBezTo>
                                  <a:pt x="90021" y="90852"/>
                                  <a:pt x="81973" y="98901"/>
                                  <a:pt x="72043" y="98901"/>
                                </a:cubicBezTo>
                                <a:close/>
                                <a:moveTo>
                                  <a:pt x="299283" y="108568"/>
                                </a:moveTo>
                                <a:lnTo>
                                  <a:pt x="286161" y="108568"/>
                                </a:lnTo>
                                <a:lnTo>
                                  <a:pt x="286161" y="54634"/>
                                </a:lnTo>
                                <a:lnTo>
                                  <a:pt x="299283" y="54634"/>
                                </a:lnTo>
                                <a:lnTo>
                                  <a:pt x="299283" y="108568"/>
                                </a:lnTo>
                                <a:close/>
                                <a:moveTo>
                                  <a:pt x="335370" y="108568"/>
                                </a:moveTo>
                                <a:lnTo>
                                  <a:pt x="322248" y="108568"/>
                                </a:lnTo>
                                <a:lnTo>
                                  <a:pt x="322248" y="54634"/>
                                </a:lnTo>
                                <a:lnTo>
                                  <a:pt x="335370" y="54634"/>
                                </a:lnTo>
                                <a:lnTo>
                                  <a:pt x="335370" y="108568"/>
                                </a:lnTo>
                                <a:close/>
                                <a:moveTo>
                                  <a:pt x="371414" y="108568"/>
                                </a:moveTo>
                                <a:lnTo>
                                  <a:pt x="358291" y="108568"/>
                                </a:lnTo>
                                <a:lnTo>
                                  <a:pt x="358291" y="54634"/>
                                </a:lnTo>
                                <a:lnTo>
                                  <a:pt x="371414" y="54634"/>
                                </a:lnTo>
                                <a:lnTo>
                                  <a:pt x="371414" y="108568"/>
                                </a:lnTo>
                                <a:close/>
                                <a:moveTo>
                                  <a:pt x="407501" y="108568"/>
                                </a:moveTo>
                                <a:lnTo>
                                  <a:pt x="394378" y="108568"/>
                                </a:lnTo>
                                <a:lnTo>
                                  <a:pt x="394378" y="54634"/>
                                </a:lnTo>
                                <a:lnTo>
                                  <a:pt x="407501" y="54634"/>
                                </a:lnTo>
                                <a:lnTo>
                                  <a:pt x="407501" y="108568"/>
                                </a:lnTo>
                                <a:close/>
                                <a:moveTo>
                                  <a:pt x="443588" y="108568"/>
                                </a:moveTo>
                                <a:lnTo>
                                  <a:pt x="430466" y="108568"/>
                                </a:lnTo>
                                <a:lnTo>
                                  <a:pt x="430466" y="54634"/>
                                </a:lnTo>
                                <a:lnTo>
                                  <a:pt x="443588" y="54634"/>
                                </a:lnTo>
                                <a:lnTo>
                                  <a:pt x="443588" y="108568"/>
                                </a:lnTo>
                                <a:close/>
                                <a:moveTo>
                                  <a:pt x="479632" y="108568"/>
                                </a:moveTo>
                                <a:lnTo>
                                  <a:pt x="466509" y="108568"/>
                                </a:lnTo>
                                <a:lnTo>
                                  <a:pt x="466509" y="54634"/>
                                </a:lnTo>
                                <a:lnTo>
                                  <a:pt x="479632" y="54634"/>
                                </a:lnTo>
                                <a:lnTo>
                                  <a:pt x="479632" y="108568"/>
                                </a:lnTo>
                                <a:close/>
                                <a:moveTo>
                                  <a:pt x="515719" y="108568"/>
                                </a:moveTo>
                                <a:lnTo>
                                  <a:pt x="502596" y="108568"/>
                                </a:lnTo>
                                <a:lnTo>
                                  <a:pt x="502596" y="54634"/>
                                </a:lnTo>
                                <a:lnTo>
                                  <a:pt x="515719" y="54634"/>
                                </a:lnTo>
                                <a:lnTo>
                                  <a:pt x="515719" y="108568"/>
                                </a:lnTo>
                                <a:close/>
                                <a:moveTo>
                                  <a:pt x="551762" y="108568"/>
                                </a:moveTo>
                                <a:lnTo>
                                  <a:pt x="538640" y="108568"/>
                                </a:lnTo>
                                <a:lnTo>
                                  <a:pt x="538640" y="54634"/>
                                </a:lnTo>
                                <a:lnTo>
                                  <a:pt x="551762" y="54634"/>
                                </a:lnTo>
                                <a:lnTo>
                                  <a:pt x="551762" y="108568"/>
                                </a:lnTo>
                                <a:close/>
                              </a:path>
                            </a:pathLst>
                          </a:custGeom>
                          <a:solidFill>
                            <a:srgbClr val="FFFFF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grpSp>
                  </p:grpSp>
                </p:grpSp>
              </p:grpSp>
            </p:grpSp>
            <p:grpSp>
              <p:nvGrpSpPr>
                <p:cNvPr id="1868" name="Google Shape;1868;g3978402b0d5_2_1041"/>
                <p:cNvGrpSpPr/>
                <p:nvPr/>
              </p:nvGrpSpPr>
              <p:grpSpPr>
                <a:xfrm>
                  <a:off x="4273823" y="3557645"/>
                  <a:ext cx="3640777" cy="302597"/>
                  <a:chOff x="3970286" y="3734175"/>
                  <a:chExt cx="3924943" cy="326215"/>
                </a:xfrm>
              </p:grpSpPr>
              <p:grpSp>
                <p:nvGrpSpPr>
                  <p:cNvPr id="1869" name="Google Shape;1869;g3978402b0d5_2_1041"/>
                  <p:cNvGrpSpPr/>
                  <p:nvPr/>
                </p:nvGrpSpPr>
                <p:grpSpPr>
                  <a:xfrm>
                    <a:off x="3970286" y="3734175"/>
                    <a:ext cx="313500" cy="313500"/>
                    <a:chOff x="4202510" y="3734175"/>
                    <a:chExt cx="313500" cy="313500"/>
                  </a:xfrm>
                </p:grpSpPr>
                <p:sp>
                  <p:nvSpPr>
                    <p:cNvPr id="1870" name="Google Shape;1870;g3978402b0d5_2_1041"/>
                    <p:cNvSpPr/>
                    <p:nvPr/>
                  </p:nvSpPr>
                  <p:spPr>
                    <a:xfrm>
                      <a:off x="4202510" y="3734175"/>
                      <a:ext cx="313500" cy="313500"/>
                    </a:xfrm>
                    <a:prstGeom prst="ellipse">
                      <a:avLst/>
                    </a:prstGeom>
                    <a:solidFill>
                      <a:srgbClr val="FFFFFF"/>
                    </a:solidFill>
                    <a:ln>
                      <a:noFill/>
                    </a:ln>
                  </p:spPr>
                  <p:txBody>
                    <a:bodyPr spcFirstLastPara="1" wrap="square" lIns="68550" tIns="68550" rIns="68550" bIns="68550"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41032"/>
                        </a:solidFill>
                        <a:latin typeface="Arial"/>
                        <a:ea typeface="Arial"/>
                        <a:cs typeface="Arial"/>
                        <a:sym typeface="Arial"/>
                      </a:endParaRPr>
                    </a:p>
                  </p:txBody>
                </p:sp>
                <p:grpSp>
                  <p:nvGrpSpPr>
                    <p:cNvPr id="1871" name="Google Shape;1871;g3978402b0d5_2_1041"/>
                    <p:cNvGrpSpPr/>
                    <p:nvPr/>
                  </p:nvGrpSpPr>
                  <p:grpSpPr>
                    <a:xfrm>
                      <a:off x="4288405" y="3792599"/>
                      <a:ext cx="140081" cy="191773"/>
                      <a:chOff x="5000233" y="3506447"/>
                      <a:chExt cx="283795" cy="388519"/>
                    </a:xfrm>
                  </p:grpSpPr>
                  <p:sp>
                    <p:nvSpPr>
                      <p:cNvPr id="1872" name="Google Shape;1872;g3978402b0d5_2_1041"/>
                      <p:cNvSpPr/>
                      <p:nvPr/>
                    </p:nvSpPr>
                    <p:spPr>
                      <a:xfrm rot="-5400000">
                        <a:off x="5060499" y="3671437"/>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20000"/>
                        </a:schemeClr>
                      </a:solidFill>
                      <a:ln>
                        <a:noFill/>
                      </a:ln>
                    </p:spPr>
                    <p:txBody>
                      <a:bodyPr spcFirstLastPara="1" wrap="square" lIns="68525" tIns="34250" rIns="68525" bIns="34250"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05B84"/>
                          </a:solidFill>
                          <a:latin typeface="Arial"/>
                          <a:ea typeface="Arial"/>
                          <a:cs typeface="Arial"/>
                          <a:sym typeface="Arial"/>
                        </a:endParaRPr>
                      </a:p>
                    </p:txBody>
                  </p:sp>
                  <p:sp>
                    <p:nvSpPr>
                      <p:cNvPr id="1873" name="Google Shape;1873;g3978402b0d5_2_1041"/>
                      <p:cNvSpPr/>
                      <p:nvPr/>
                    </p:nvSpPr>
                    <p:spPr>
                      <a:xfrm rot="-5400000">
                        <a:off x="5060499" y="3558807"/>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44705"/>
                        </a:schemeClr>
                      </a:solidFill>
                      <a:ln>
                        <a:noFill/>
                      </a:ln>
                    </p:spPr>
                    <p:txBody>
                      <a:bodyPr spcFirstLastPara="1" wrap="square" lIns="68525" tIns="34250" rIns="68525" bIns="34250"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05B84"/>
                          </a:solidFill>
                          <a:latin typeface="Arial"/>
                          <a:ea typeface="Arial"/>
                          <a:cs typeface="Arial"/>
                          <a:sym typeface="Arial"/>
                        </a:endParaRPr>
                      </a:p>
                    </p:txBody>
                  </p:sp>
                  <p:sp>
                    <p:nvSpPr>
                      <p:cNvPr id="1874" name="Google Shape;1874;g3978402b0d5_2_1041"/>
                      <p:cNvSpPr/>
                      <p:nvPr/>
                    </p:nvSpPr>
                    <p:spPr>
                      <a:xfrm rot="-5400000">
                        <a:off x="5060499" y="3446180"/>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solidFill>
                      <a:ln>
                        <a:noFill/>
                      </a:ln>
                    </p:spPr>
                    <p:txBody>
                      <a:bodyPr spcFirstLastPara="1" wrap="square" lIns="68525" tIns="34250" rIns="68525" bIns="34250"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05B84"/>
                          </a:solidFill>
                          <a:latin typeface="Arial"/>
                          <a:ea typeface="Arial"/>
                          <a:cs typeface="Arial"/>
                          <a:sym typeface="Arial"/>
                        </a:endParaRPr>
                      </a:p>
                    </p:txBody>
                  </p:sp>
                </p:grpSp>
              </p:grpSp>
              <p:grpSp>
                <p:nvGrpSpPr>
                  <p:cNvPr id="1875" name="Google Shape;1875;g3978402b0d5_2_1041"/>
                  <p:cNvGrpSpPr/>
                  <p:nvPr/>
                </p:nvGrpSpPr>
                <p:grpSpPr>
                  <a:xfrm>
                    <a:off x="7581729" y="3746890"/>
                    <a:ext cx="313500" cy="313500"/>
                    <a:chOff x="7352926" y="3734175"/>
                    <a:chExt cx="313500" cy="313500"/>
                  </a:xfrm>
                </p:grpSpPr>
                <p:sp>
                  <p:nvSpPr>
                    <p:cNvPr id="1876" name="Google Shape;1876;g3978402b0d5_2_1041"/>
                    <p:cNvSpPr/>
                    <p:nvPr/>
                  </p:nvSpPr>
                  <p:spPr>
                    <a:xfrm>
                      <a:off x="7352926" y="3734175"/>
                      <a:ext cx="313500" cy="313500"/>
                    </a:xfrm>
                    <a:prstGeom prst="ellipse">
                      <a:avLst/>
                    </a:prstGeom>
                    <a:solidFill>
                      <a:srgbClr val="FFFFFF"/>
                    </a:solidFill>
                    <a:ln>
                      <a:noFill/>
                    </a:ln>
                  </p:spPr>
                  <p:txBody>
                    <a:bodyPr spcFirstLastPara="1" wrap="square" lIns="68550" tIns="68550" rIns="68550" bIns="68550"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41032"/>
                        </a:solidFill>
                        <a:latin typeface="Arial"/>
                        <a:ea typeface="Arial"/>
                        <a:cs typeface="Arial"/>
                        <a:sym typeface="Arial"/>
                      </a:endParaRPr>
                    </a:p>
                  </p:txBody>
                </p:sp>
                <p:grpSp>
                  <p:nvGrpSpPr>
                    <p:cNvPr id="1877" name="Google Shape;1877;g3978402b0d5_2_1041"/>
                    <p:cNvGrpSpPr/>
                    <p:nvPr/>
                  </p:nvGrpSpPr>
                  <p:grpSpPr>
                    <a:xfrm>
                      <a:off x="7437499" y="3792599"/>
                      <a:ext cx="140081" cy="191773"/>
                      <a:chOff x="5000233" y="3506447"/>
                      <a:chExt cx="283795" cy="388519"/>
                    </a:xfrm>
                  </p:grpSpPr>
                  <p:sp>
                    <p:nvSpPr>
                      <p:cNvPr id="1878" name="Google Shape;1878;g3978402b0d5_2_1041"/>
                      <p:cNvSpPr/>
                      <p:nvPr/>
                    </p:nvSpPr>
                    <p:spPr>
                      <a:xfrm rot="-5400000">
                        <a:off x="5060499" y="3671437"/>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20000"/>
                        </a:schemeClr>
                      </a:solidFill>
                      <a:ln>
                        <a:noFill/>
                      </a:ln>
                    </p:spPr>
                    <p:txBody>
                      <a:bodyPr spcFirstLastPara="1" wrap="square" lIns="68525" tIns="34250" rIns="68525" bIns="34250"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05B84"/>
                          </a:solidFill>
                          <a:latin typeface="Arial"/>
                          <a:ea typeface="Arial"/>
                          <a:cs typeface="Arial"/>
                          <a:sym typeface="Arial"/>
                        </a:endParaRPr>
                      </a:p>
                    </p:txBody>
                  </p:sp>
                  <p:sp>
                    <p:nvSpPr>
                      <p:cNvPr id="1879" name="Google Shape;1879;g3978402b0d5_2_1041"/>
                      <p:cNvSpPr/>
                      <p:nvPr/>
                    </p:nvSpPr>
                    <p:spPr>
                      <a:xfrm rot="-5400000">
                        <a:off x="5060499" y="3558807"/>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44705"/>
                        </a:schemeClr>
                      </a:solidFill>
                      <a:ln>
                        <a:noFill/>
                      </a:ln>
                    </p:spPr>
                    <p:txBody>
                      <a:bodyPr spcFirstLastPara="1" wrap="square" lIns="68525" tIns="34250" rIns="68525" bIns="34250"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05B84"/>
                          </a:solidFill>
                          <a:latin typeface="Arial"/>
                          <a:ea typeface="Arial"/>
                          <a:cs typeface="Arial"/>
                          <a:sym typeface="Arial"/>
                        </a:endParaRPr>
                      </a:p>
                    </p:txBody>
                  </p:sp>
                  <p:sp>
                    <p:nvSpPr>
                      <p:cNvPr id="1880" name="Google Shape;1880;g3978402b0d5_2_1041"/>
                      <p:cNvSpPr/>
                      <p:nvPr/>
                    </p:nvSpPr>
                    <p:spPr>
                      <a:xfrm rot="-5400000">
                        <a:off x="5060499" y="3446180"/>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solidFill>
                      <a:ln>
                        <a:noFill/>
                      </a:ln>
                    </p:spPr>
                    <p:txBody>
                      <a:bodyPr spcFirstLastPara="1" wrap="square" lIns="68525" tIns="34250" rIns="68525" bIns="34250"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05B84"/>
                          </a:solidFill>
                          <a:latin typeface="Arial"/>
                          <a:ea typeface="Arial"/>
                          <a:cs typeface="Arial"/>
                          <a:sym typeface="Arial"/>
                        </a:endParaRPr>
                      </a:p>
                    </p:txBody>
                  </p:sp>
                </p:grpSp>
              </p:grpSp>
            </p:grpSp>
          </p:grpSp>
        </p:grpSp>
        <p:grpSp>
          <p:nvGrpSpPr>
            <p:cNvPr id="1881" name="Google Shape;1881;g3978402b0d5_2_1041"/>
            <p:cNvGrpSpPr/>
            <p:nvPr/>
          </p:nvGrpSpPr>
          <p:grpSpPr>
            <a:xfrm>
              <a:off x="1651829" y="5430834"/>
              <a:ext cx="8885212" cy="180049"/>
              <a:chOff x="1676496" y="5582478"/>
              <a:chExt cx="8885212" cy="180049"/>
            </a:xfrm>
          </p:grpSpPr>
          <p:sp>
            <p:nvSpPr>
              <p:cNvPr id="1882" name="Google Shape;1882;g3978402b0d5_2_1041"/>
              <p:cNvSpPr txBox="1"/>
              <p:nvPr/>
            </p:nvSpPr>
            <p:spPr>
              <a:xfrm>
                <a:off x="2977368" y="5582478"/>
                <a:ext cx="896400" cy="180049"/>
              </a:xfrm>
              <a:prstGeom prst="rect">
                <a:avLst/>
              </a:prstGeom>
              <a:noFill/>
              <a:ln>
                <a:noFill/>
              </a:ln>
            </p:spPr>
            <p:txBody>
              <a:bodyPr spcFirstLastPara="1" wrap="square" lIns="91425" tIns="0" rIns="91425" bIns="0" anchor="ctr" anchorCtr="0">
                <a:spAutoFit/>
              </a:bodyPr>
              <a:lstStyle/>
              <a:p>
                <a:pPr marL="0" marR="0" lvl="0" indent="0" algn="ctr" rtl="0">
                  <a:lnSpc>
                    <a:spcPct val="130000"/>
                  </a:lnSpc>
                  <a:spcBef>
                    <a:spcPts val="0"/>
                  </a:spcBef>
                  <a:spcAft>
                    <a:spcPts val="0"/>
                  </a:spcAft>
                  <a:buClr>
                    <a:srgbClr val="000000"/>
                  </a:buClr>
                  <a:buSzPts val="900"/>
                  <a:buFont typeface="Arial"/>
                  <a:buNone/>
                </a:pPr>
                <a:r>
                  <a:rPr lang="en-US" sz="900" b="1" i="0" u="none" strike="noStrike" cap="none">
                    <a:solidFill>
                      <a:srgbClr val="000000"/>
                    </a:solidFill>
                    <a:latin typeface="Arial"/>
                    <a:ea typeface="Arial"/>
                    <a:cs typeface="Arial"/>
                    <a:sym typeface="Arial"/>
                  </a:rPr>
                  <a:t>On-Premises</a:t>
                </a:r>
                <a:endParaRPr sz="1600" b="0" i="0" u="none" strike="noStrike" cap="none">
                  <a:solidFill>
                    <a:srgbClr val="000000"/>
                  </a:solidFill>
                  <a:latin typeface="Arial"/>
                  <a:ea typeface="Arial"/>
                  <a:cs typeface="Arial"/>
                  <a:sym typeface="Arial"/>
                </a:endParaRPr>
              </a:p>
            </p:txBody>
          </p:sp>
          <p:sp>
            <p:nvSpPr>
              <p:cNvPr id="1883" name="Google Shape;1883;g3978402b0d5_2_1041"/>
              <p:cNvSpPr txBox="1"/>
              <p:nvPr/>
            </p:nvSpPr>
            <p:spPr>
              <a:xfrm>
                <a:off x="4477401" y="5582478"/>
                <a:ext cx="890100" cy="180049"/>
              </a:xfrm>
              <a:prstGeom prst="rect">
                <a:avLst/>
              </a:prstGeom>
              <a:noFill/>
              <a:ln>
                <a:noFill/>
              </a:ln>
            </p:spPr>
            <p:txBody>
              <a:bodyPr spcFirstLastPara="1" wrap="square" lIns="91425" tIns="0" rIns="91425" bIns="0" anchor="ctr" anchorCtr="0">
                <a:spAutoFit/>
              </a:bodyPr>
              <a:lstStyle/>
              <a:p>
                <a:pPr marL="0" marR="0" lvl="0" indent="0" algn="ctr" rtl="0">
                  <a:lnSpc>
                    <a:spcPct val="130000"/>
                  </a:lnSpc>
                  <a:spcBef>
                    <a:spcPts val="0"/>
                  </a:spcBef>
                  <a:spcAft>
                    <a:spcPts val="0"/>
                  </a:spcAft>
                  <a:buClr>
                    <a:srgbClr val="000000"/>
                  </a:buClr>
                  <a:buSzPts val="900"/>
                  <a:buFont typeface="Arial"/>
                  <a:buNone/>
                </a:pPr>
                <a:r>
                  <a:rPr lang="en-US" sz="900" b="1" i="0" u="none" strike="noStrike" cap="none">
                    <a:solidFill>
                      <a:srgbClr val="000000"/>
                    </a:solidFill>
                    <a:latin typeface="Arial"/>
                    <a:ea typeface="Arial"/>
                    <a:cs typeface="Arial"/>
                    <a:sym typeface="Arial"/>
                  </a:rPr>
                  <a:t>Public Cloud</a:t>
                </a:r>
                <a:endParaRPr sz="1600" b="0" i="0" u="none" strike="noStrike" cap="none">
                  <a:solidFill>
                    <a:srgbClr val="000000"/>
                  </a:solidFill>
                  <a:latin typeface="Arial"/>
                  <a:ea typeface="Arial"/>
                  <a:cs typeface="Arial"/>
                  <a:sym typeface="Arial"/>
                </a:endParaRPr>
              </a:p>
            </p:txBody>
          </p:sp>
          <p:sp>
            <p:nvSpPr>
              <p:cNvPr id="1884" name="Google Shape;1884;g3978402b0d5_2_1041"/>
              <p:cNvSpPr txBox="1"/>
              <p:nvPr/>
            </p:nvSpPr>
            <p:spPr>
              <a:xfrm>
                <a:off x="6051318" y="5582478"/>
                <a:ext cx="1101600" cy="180049"/>
              </a:xfrm>
              <a:prstGeom prst="rect">
                <a:avLst/>
              </a:prstGeom>
              <a:noFill/>
              <a:ln>
                <a:noFill/>
              </a:ln>
            </p:spPr>
            <p:txBody>
              <a:bodyPr spcFirstLastPara="1" wrap="square" lIns="91425" tIns="0" rIns="91425" bIns="0" anchor="ctr" anchorCtr="0">
                <a:spAutoFit/>
              </a:bodyPr>
              <a:lstStyle/>
              <a:p>
                <a:pPr marL="0" marR="0" lvl="0" indent="0" algn="ctr" rtl="0">
                  <a:lnSpc>
                    <a:spcPct val="130000"/>
                  </a:lnSpc>
                  <a:spcBef>
                    <a:spcPts val="0"/>
                  </a:spcBef>
                  <a:spcAft>
                    <a:spcPts val="0"/>
                  </a:spcAft>
                  <a:buClr>
                    <a:srgbClr val="000000"/>
                  </a:buClr>
                  <a:buSzPts val="900"/>
                  <a:buFont typeface="Arial"/>
                  <a:buNone/>
                </a:pPr>
                <a:r>
                  <a:rPr lang="en-US" sz="900" b="1" i="0" u="none" strike="noStrike" cap="none">
                    <a:solidFill>
                      <a:srgbClr val="000000"/>
                    </a:solidFill>
                    <a:latin typeface="Arial"/>
                    <a:ea typeface="Arial"/>
                    <a:cs typeface="Arial"/>
                    <a:sym typeface="Arial"/>
                  </a:rPr>
                  <a:t>Sovereign Cloud</a:t>
                </a:r>
                <a:endParaRPr sz="1600" b="0" i="0" u="none" strike="noStrike" cap="none">
                  <a:solidFill>
                    <a:srgbClr val="000000"/>
                  </a:solidFill>
                  <a:latin typeface="Arial"/>
                  <a:ea typeface="Arial"/>
                  <a:cs typeface="Arial"/>
                  <a:sym typeface="Arial"/>
                </a:endParaRPr>
              </a:p>
            </p:txBody>
          </p:sp>
          <p:sp>
            <p:nvSpPr>
              <p:cNvPr id="1885" name="Google Shape;1885;g3978402b0d5_2_1041"/>
              <p:cNvSpPr txBox="1"/>
              <p:nvPr/>
            </p:nvSpPr>
            <p:spPr>
              <a:xfrm>
                <a:off x="7761262" y="5582478"/>
                <a:ext cx="466800" cy="180049"/>
              </a:xfrm>
              <a:prstGeom prst="rect">
                <a:avLst/>
              </a:prstGeom>
              <a:noFill/>
              <a:ln>
                <a:noFill/>
              </a:ln>
            </p:spPr>
            <p:txBody>
              <a:bodyPr spcFirstLastPara="1" wrap="square" lIns="91425" tIns="0" rIns="91425" bIns="0" anchor="ctr" anchorCtr="0">
                <a:spAutoFit/>
              </a:bodyPr>
              <a:lstStyle/>
              <a:p>
                <a:pPr marL="0" marR="0" lvl="0" indent="0" algn="ctr" rtl="0">
                  <a:lnSpc>
                    <a:spcPct val="130000"/>
                  </a:lnSpc>
                  <a:spcBef>
                    <a:spcPts val="0"/>
                  </a:spcBef>
                  <a:spcAft>
                    <a:spcPts val="0"/>
                  </a:spcAft>
                  <a:buClr>
                    <a:srgbClr val="000000"/>
                  </a:buClr>
                  <a:buSzPts val="900"/>
                  <a:buFont typeface="Arial"/>
                  <a:buNone/>
                </a:pPr>
                <a:r>
                  <a:rPr lang="en-US" sz="900" b="1" i="0" u="none" strike="noStrike" cap="none">
                    <a:solidFill>
                      <a:srgbClr val="000000"/>
                    </a:solidFill>
                    <a:latin typeface="Arial"/>
                    <a:ea typeface="Arial"/>
                    <a:cs typeface="Arial"/>
                    <a:sym typeface="Arial"/>
                  </a:rPr>
                  <a:t>Edge</a:t>
                </a:r>
                <a:endParaRPr sz="1600" b="0" i="0" u="none" strike="noStrike" cap="none">
                  <a:solidFill>
                    <a:srgbClr val="000000"/>
                  </a:solidFill>
                  <a:latin typeface="Arial"/>
                  <a:ea typeface="Arial"/>
                  <a:cs typeface="Arial"/>
                  <a:sym typeface="Arial"/>
                </a:endParaRPr>
              </a:p>
            </p:txBody>
          </p:sp>
          <p:sp>
            <p:nvSpPr>
              <p:cNvPr id="1886" name="Google Shape;1886;g3978402b0d5_2_1041"/>
              <p:cNvSpPr txBox="1"/>
              <p:nvPr/>
            </p:nvSpPr>
            <p:spPr>
              <a:xfrm>
                <a:off x="8774759" y="5582478"/>
                <a:ext cx="486000" cy="180049"/>
              </a:xfrm>
              <a:prstGeom prst="rect">
                <a:avLst/>
              </a:prstGeom>
              <a:noFill/>
              <a:ln>
                <a:noFill/>
              </a:ln>
            </p:spPr>
            <p:txBody>
              <a:bodyPr spcFirstLastPara="1" wrap="square" lIns="91425" tIns="0" rIns="91425" bIns="0" anchor="ctr" anchorCtr="0">
                <a:spAutoFit/>
              </a:bodyPr>
              <a:lstStyle/>
              <a:p>
                <a:pPr marL="0" marR="0" lvl="0" indent="0" algn="ctr" rtl="0">
                  <a:lnSpc>
                    <a:spcPct val="130000"/>
                  </a:lnSpc>
                  <a:spcBef>
                    <a:spcPts val="0"/>
                  </a:spcBef>
                  <a:spcAft>
                    <a:spcPts val="0"/>
                  </a:spcAft>
                  <a:buClr>
                    <a:srgbClr val="000000"/>
                  </a:buClr>
                  <a:buSzPts val="900"/>
                  <a:buFont typeface="Arial"/>
                  <a:buNone/>
                </a:pPr>
                <a:r>
                  <a:rPr lang="en-US" sz="900" b="1" i="0" u="none" strike="noStrike" cap="none">
                    <a:solidFill>
                      <a:srgbClr val="000000"/>
                    </a:solidFill>
                    <a:latin typeface="Arial"/>
                    <a:ea typeface="Arial"/>
                    <a:cs typeface="Arial"/>
                    <a:sym typeface="Arial"/>
                  </a:rPr>
                  <a:t>Telco</a:t>
                </a:r>
                <a:endParaRPr sz="1600" b="0" i="0" u="none" strike="noStrike" cap="none">
                  <a:solidFill>
                    <a:srgbClr val="000000"/>
                  </a:solidFill>
                  <a:latin typeface="Arial"/>
                  <a:ea typeface="Arial"/>
                  <a:cs typeface="Arial"/>
                  <a:sym typeface="Arial"/>
                </a:endParaRPr>
              </a:p>
            </p:txBody>
          </p:sp>
          <p:cxnSp>
            <p:nvCxnSpPr>
              <p:cNvPr id="1887" name="Google Shape;1887;g3978402b0d5_2_1041"/>
              <p:cNvCxnSpPr/>
              <p:nvPr/>
            </p:nvCxnSpPr>
            <p:spPr>
              <a:xfrm>
                <a:off x="3872798" y="5693226"/>
                <a:ext cx="605700" cy="0"/>
              </a:xfrm>
              <a:prstGeom prst="straightConnector1">
                <a:avLst/>
              </a:prstGeom>
              <a:noFill/>
              <a:ln w="12700" cap="flat" cmpd="sng">
                <a:solidFill>
                  <a:schemeClr val="dk1"/>
                </a:solidFill>
                <a:prstDash val="solid"/>
                <a:miter lim="800000"/>
                <a:headEnd type="none" w="sm" len="sm"/>
                <a:tailEnd type="none" w="sm" len="sm"/>
              </a:ln>
            </p:spPr>
          </p:cxnSp>
          <p:cxnSp>
            <p:nvCxnSpPr>
              <p:cNvPr id="1888" name="Google Shape;1888;g3978402b0d5_2_1041"/>
              <p:cNvCxnSpPr/>
              <p:nvPr/>
            </p:nvCxnSpPr>
            <p:spPr>
              <a:xfrm>
                <a:off x="5366419" y="5693226"/>
                <a:ext cx="685800" cy="0"/>
              </a:xfrm>
              <a:prstGeom prst="straightConnector1">
                <a:avLst/>
              </a:prstGeom>
              <a:noFill/>
              <a:ln w="12700" cap="flat" cmpd="sng">
                <a:solidFill>
                  <a:schemeClr val="dk1"/>
                </a:solidFill>
                <a:prstDash val="solid"/>
                <a:miter lim="800000"/>
                <a:headEnd type="none" w="sm" len="sm"/>
                <a:tailEnd type="none" w="sm" len="sm"/>
              </a:ln>
            </p:spPr>
          </p:cxnSp>
          <p:cxnSp>
            <p:nvCxnSpPr>
              <p:cNvPr id="1889" name="Google Shape;1889;g3978402b0d5_2_1041"/>
              <p:cNvCxnSpPr/>
              <p:nvPr/>
            </p:nvCxnSpPr>
            <p:spPr>
              <a:xfrm>
                <a:off x="7151933" y="5693226"/>
                <a:ext cx="610200" cy="0"/>
              </a:xfrm>
              <a:prstGeom prst="straightConnector1">
                <a:avLst/>
              </a:prstGeom>
              <a:noFill/>
              <a:ln w="12700" cap="flat" cmpd="sng">
                <a:solidFill>
                  <a:schemeClr val="dk1"/>
                </a:solidFill>
                <a:prstDash val="solid"/>
                <a:miter lim="800000"/>
                <a:headEnd type="none" w="sm" len="sm"/>
                <a:tailEnd type="none" w="sm" len="sm"/>
              </a:ln>
            </p:spPr>
          </p:cxnSp>
          <p:cxnSp>
            <p:nvCxnSpPr>
              <p:cNvPr id="1890" name="Google Shape;1890;g3978402b0d5_2_1041"/>
              <p:cNvCxnSpPr/>
              <p:nvPr/>
            </p:nvCxnSpPr>
            <p:spPr>
              <a:xfrm>
                <a:off x="8227088" y="5693226"/>
                <a:ext cx="548700" cy="0"/>
              </a:xfrm>
              <a:prstGeom prst="straightConnector1">
                <a:avLst/>
              </a:prstGeom>
              <a:noFill/>
              <a:ln w="12700" cap="flat" cmpd="sng">
                <a:solidFill>
                  <a:schemeClr val="dk1"/>
                </a:solidFill>
                <a:prstDash val="solid"/>
                <a:miter lim="800000"/>
                <a:headEnd type="none" w="sm" len="sm"/>
                <a:tailEnd type="none" w="sm" len="sm"/>
              </a:ln>
            </p:spPr>
          </p:cxnSp>
          <p:cxnSp>
            <p:nvCxnSpPr>
              <p:cNvPr id="1891" name="Google Shape;1891;g3978402b0d5_2_1041"/>
              <p:cNvCxnSpPr/>
              <p:nvPr/>
            </p:nvCxnSpPr>
            <p:spPr>
              <a:xfrm>
                <a:off x="9319108" y="5693208"/>
                <a:ext cx="1242600" cy="0"/>
              </a:xfrm>
              <a:prstGeom prst="straightConnector1">
                <a:avLst/>
              </a:prstGeom>
              <a:noFill/>
              <a:ln w="12700" cap="flat" cmpd="sng">
                <a:solidFill>
                  <a:schemeClr val="dk1"/>
                </a:solidFill>
                <a:prstDash val="solid"/>
                <a:miter lim="800000"/>
                <a:headEnd type="none" w="sm" len="sm"/>
                <a:tailEnd type="none" w="sm" len="sm"/>
              </a:ln>
            </p:spPr>
          </p:cxnSp>
          <p:cxnSp>
            <p:nvCxnSpPr>
              <p:cNvPr id="1892" name="Google Shape;1892;g3978402b0d5_2_1041"/>
              <p:cNvCxnSpPr/>
              <p:nvPr/>
            </p:nvCxnSpPr>
            <p:spPr>
              <a:xfrm>
                <a:off x="1676496" y="5693207"/>
                <a:ext cx="1292700" cy="0"/>
              </a:xfrm>
              <a:prstGeom prst="straightConnector1">
                <a:avLst/>
              </a:prstGeom>
              <a:noFill/>
              <a:ln w="12700" cap="flat" cmpd="sng">
                <a:solidFill>
                  <a:schemeClr val="dk1"/>
                </a:solidFill>
                <a:prstDash val="solid"/>
                <a:miter lim="800000"/>
                <a:headEnd type="none" w="sm" len="sm"/>
                <a:tailEnd type="none" w="sm" len="sm"/>
              </a:ln>
            </p:spPr>
          </p:cxnSp>
        </p:grpSp>
        <p:grpSp>
          <p:nvGrpSpPr>
            <p:cNvPr id="1893" name="Google Shape;1893;g3978402b0d5_2_1041"/>
            <p:cNvGrpSpPr/>
            <p:nvPr/>
          </p:nvGrpSpPr>
          <p:grpSpPr>
            <a:xfrm>
              <a:off x="2327549" y="1160019"/>
              <a:ext cx="7533832" cy="780732"/>
              <a:chOff x="2440883" y="1160019"/>
              <a:chExt cx="7533832" cy="780732"/>
            </a:xfrm>
          </p:grpSpPr>
          <p:grpSp>
            <p:nvGrpSpPr>
              <p:cNvPr id="1894" name="Google Shape;1894;g3978402b0d5_2_1041"/>
              <p:cNvGrpSpPr/>
              <p:nvPr/>
            </p:nvGrpSpPr>
            <p:grpSpPr>
              <a:xfrm>
                <a:off x="2440883" y="1252426"/>
                <a:ext cx="7533832" cy="688325"/>
                <a:chOff x="1994229" y="1233375"/>
                <a:chExt cx="7816800" cy="838500"/>
              </a:xfrm>
            </p:grpSpPr>
            <p:sp>
              <p:nvSpPr>
                <p:cNvPr id="1895" name="Google Shape;1895;g3978402b0d5_2_1041"/>
                <p:cNvSpPr/>
                <p:nvPr/>
              </p:nvSpPr>
              <p:spPr>
                <a:xfrm>
                  <a:off x="1994229" y="1233375"/>
                  <a:ext cx="7816800" cy="838500"/>
                </a:xfrm>
                <a:prstGeom prst="roundRect">
                  <a:avLst>
                    <a:gd name="adj" fmla="val 14530"/>
                  </a:avLst>
                </a:prstGeom>
                <a:gradFill>
                  <a:gsLst>
                    <a:gs pos="0">
                      <a:srgbClr val="002060"/>
                    </a:gs>
                    <a:gs pos="100000">
                      <a:srgbClr val="00A5DD"/>
                    </a:gs>
                  </a:gsLst>
                  <a:lin ang="0" scaled="0"/>
                </a:grad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900"/>
                    <a:buFont typeface="Arial"/>
                    <a:buNone/>
                  </a:pPr>
                  <a:endParaRPr sz="900" b="0" i="0" u="none" strike="noStrike" cap="none">
                    <a:solidFill>
                      <a:srgbClr val="FFFFFF"/>
                    </a:solidFill>
                    <a:latin typeface="Arial"/>
                    <a:ea typeface="Arial"/>
                    <a:cs typeface="Arial"/>
                    <a:sym typeface="Arial"/>
                  </a:endParaRPr>
                </a:p>
              </p:txBody>
            </p:sp>
            <p:sp>
              <p:nvSpPr>
                <p:cNvPr id="1896" name="Google Shape;1896;g3978402b0d5_2_1041"/>
                <p:cNvSpPr/>
                <p:nvPr/>
              </p:nvSpPr>
              <p:spPr>
                <a:xfrm>
                  <a:off x="2067683" y="1320525"/>
                  <a:ext cx="7669800" cy="664200"/>
                </a:xfrm>
                <a:prstGeom prst="roundRect">
                  <a:avLst>
                    <a:gd name="adj" fmla="val 12290"/>
                  </a:avLst>
                </a:prstGeom>
                <a:solidFill>
                  <a:schemeClr val="lt1">
                    <a:alpha val="93725"/>
                  </a:schemeClr>
                </a:solidFill>
                <a:ln>
                  <a:noFill/>
                </a:ln>
              </p:spPr>
              <p:txBody>
                <a:bodyPr spcFirstLastPara="1" wrap="square" lIns="68550" tIns="68550" rIns="68550" bIns="68550"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098C7"/>
                    </a:solidFill>
                    <a:latin typeface="Arial"/>
                    <a:ea typeface="Arial"/>
                    <a:cs typeface="Arial"/>
                    <a:sym typeface="Arial"/>
                  </a:endParaRPr>
                </a:p>
              </p:txBody>
            </p:sp>
          </p:grpSp>
          <p:sp>
            <p:nvSpPr>
              <p:cNvPr id="1897" name="Google Shape;1897;g3978402b0d5_2_1041"/>
              <p:cNvSpPr/>
              <p:nvPr/>
            </p:nvSpPr>
            <p:spPr>
              <a:xfrm>
                <a:off x="5161254" y="1160019"/>
                <a:ext cx="2093100" cy="255000"/>
              </a:xfrm>
              <a:prstGeom prst="roundRect">
                <a:avLst>
                  <a:gd name="adj" fmla="val 50000"/>
                </a:avLst>
              </a:prstGeom>
              <a:gradFill>
                <a:gsLst>
                  <a:gs pos="0">
                    <a:schemeClr val="accent3"/>
                  </a:gs>
                  <a:gs pos="35000">
                    <a:schemeClr val="accent3"/>
                  </a:gs>
                  <a:gs pos="100000">
                    <a:schemeClr val="accent2"/>
                  </a:gs>
                </a:gsLst>
                <a:lin ang="18900044" scaled="0"/>
              </a:grad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1000"/>
                  <a:buFont typeface="Arial"/>
                  <a:buNone/>
                </a:pPr>
                <a:r>
                  <a:rPr lang="en-US" sz="1000" b="1" i="0" u="none" strike="noStrike" cap="none">
                    <a:solidFill>
                      <a:srgbClr val="FFFFFF"/>
                    </a:solidFill>
                    <a:latin typeface="Arial"/>
                    <a:ea typeface="Arial"/>
                    <a:cs typeface="Arial"/>
                    <a:sym typeface="Arial"/>
                  </a:rPr>
                  <a:t>VCF Advanced Services</a:t>
                </a:r>
                <a:endParaRPr sz="1400" b="0" i="0" u="none" strike="noStrike" cap="none">
                  <a:solidFill>
                    <a:srgbClr val="000000"/>
                  </a:solidFill>
                  <a:latin typeface="Arial"/>
                  <a:ea typeface="Arial"/>
                  <a:cs typeface="Arial"/>
                  <a:sym typeface="Arial"/>
                </a:endParaRPr>
              </a:p>
            </p:txBody>
          </p:sp>
          <p:grpSp>
            <p:nvGrpSpPr>
              <p:cNvPr id="1898" name="Google Shape;1898;g3978402b0d5_2_1041"/>
              <p:cNvGrpSpPr/>
              <p:nvPr/>
            </p:nvGrpSpPr>
            <p:grpSpPr>
              <a:xfrm>
                <a:off x="2728950" y="1523169"/>
                <a:ext cx="6957448" cy="249301"/>
                <a:chOff x="2760678" y="1512018"/>
                <a:chExt cx="6957448" cy="249301"/>
              </a:xfrm>
            </p:grpSpPr>
            <p:sp>
              <p:nvSpPr>
                <p:cNvPr id="1899" name="Google Shape;1899;g3978402b0d5_2_1041"/>
                <p:cNvSpPr txBox="1"/>
                <p:nvPr/>
              </p:nvSpPr>
              <p:spPr>
                <a:xfrm>
                  <a:off x="2760678" y="1512019"/>
                  <a:ext cx="6948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000000"/>
                    </a:buClr>
                    <a:buSzPts val="900"/>
                    <a:buFont typeface="Arial"/>
                    <a:buNone/>
                  </a:pPr>
                  <a:r>
                    <a:rPr lang="en-US" sz="900" b="0" i="0" u="none" strike="noStrike" cap="none">
                      <a:solidFill>
                        <a:srgbClr val="005C8A"/>
                      </a:solidFill>
                      <a:latin typeface="Arial"/>
                      <a:ea typeface="Arial"/>
                      <a:cs typeface="Arial"/>
                      <a:sym typeface="Arial"/>
                    </a:rPr>
                    <a:t>Cyber Compliance</a:t>
                  </a:r>
                  <a:endParaRPr sz="900" b="0" i="0" u="none" strike="noStrike" cap="none">
                    <a:solidFill>
                      <a:srgbClr val="005C8A"/>
                    </a:solidFill>
                    <a:latin typeface="Arial"/>
                    <a:ea typeface="Arial"/>
                    <a:cs typeface="Arial"/>
                    <a:sym typeface="Arial"/>
                  </a:endParaRPr>
                </a:p>
              </p:txBody>
            </p:sp>
            <p:sp>
              <p:nvSpPr>
                <p:cNvPr id="1900" name="Google Shape;1900;g3978402b0d5_2_1041"/>
                <p:cNvSpPr txBox="1"/>
                <p:nvPr/>
              </p:nvSpPr>
              <p:spPr>
                <a:xfrm>
                  <a:off x="3655342" y="1512019"/>
                  <a:ext cx="6948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000000"/>
                    </a:buClr>
                    <a:buSzPts val="900"/>
                    <a:buFont typeface="Arial"/>
                    <a:buNone/>
                  </a:pPr>
                  <a:r>
                    <a:rPr lang="en-US" sz="900" b="0" i="0" u="none" strike="noStrike" cap="none">
                      <a:solidFill>
                        <a:srgbClr val="005C8A"/>
                      </a:solidFill>
                      <a:latin typeface="Arial"/>
                      <a:ea typeface="Arial"/>
                      <a:cs typeface="Arial"/>
                      <a:sym typeface="Arial"/>
                    </a:rPr>
                    <a:t>Advanced </a:t>
                  </a:r>
                  <a:endParaRPr sz="900" b="0" i="0" u="none" strike="noStrike" cap="none">
                    <a:solidFill>
                      <a:srgbClr val="005C8A"/>
                    </a:solidFill>
                    <a:latin typeface="Arial"/>
                    <a:ea typeface="Arial"/>
                    <a:cs typeface="Arial"/>
                    <a:sym typeface="Arial"/>
                  </a:endParaRPr>
                </a:p>
                <a:p>
                  <a:pPr marL="0" marR="0" lvl="0" indent="0" algn="ctr" rtl="0">
                    <a:lnSpc>
                      <a:spcPct val="90000"/>
                    </a:lnSpc>
                    <a:spcBef>
                      <a:spcPts val="0"/>
                    </a:spcBef>
                    <a:spcAft>
                      <a:spcPts val="0"/>
                    </a:spcAft>
                    <a:buClr>
                      <a:srgbClr val="000000"/>
                    </a:buClr>
                    <a:buSzPts val="900"/>
                    <a:buFont typeface="Arial"/>
                    <a:buNone/>
                  </a:pPr>
                  <a:r>
                    <a:rPr lang="en-US" sz="900" b="0" i="0" u="none" strike="noStrike" cap="none">
                      <a:solidFill>
                        <a:srgbClr val="005C8A"/>
                      </a:solidFill>
                      <a:latin typeface="Arial"/>
                      <a:ea typeface="Arial"/>
                      <a:cs typeface="Arial"/>
                      <a:sym typeface="Arial"/>
                    </a:rPr>
                    <a:t>Security</a:t>
                  </a:r>
                  <a:endParaRPr sz="900" b="0" i="0" u="none" strike="noStrike" cap="none">
                    <a:solidFill>
                      <a:srgbClr val="005C8A"/>
                    </a:solidFill>
                    <a:latin typeface="Arial"/>
                    <a:ea typeface="Arial"/>
                    <a:cs typeface="Arial"/>
                    <a:sym typeface="Arial"/>
                  </a:endParaRPr>
                </a:p>
              </p:txBody>
            </p:sp>
            <p:sp>
              <p:nvSpPr>
                <p:cNvPr id="1901" name="Google Shape;1901;g3978402b0d5_2_1041"/>
                <p:cNvSpPr txBox="1"/>
                <p:nvPr/>
              </p:nvSpPr>
              <p:spPr>
                <a:xfrm>
                  <a:off x="7233998" y="1512019"/>
                  <a:ext cx="6948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000000"/>
                    </a:buClr>
                    <a:buSzPts val="900"/>
                    <a:buFont typeface="Arial"/>
                    <a:buNone/>
                  </a:pPr>
                  <a:r>
                    <a:rPr lang="en-US" sz="900" b="0" i="0" u="none" strike="noStrike" cap="none">
                      <a:solidFill>
                        <a:srgbClr val="005C8A"/>
                      </a:solidFill>
                      <a:latin typeface="Arial"/>
                      <a:ea typeface="Arial"/>
                      <a:cs typeface="Arial"/>
                      <a:sym typeface="Arial"/>
                    </a:rPr>
                    <a:t>Network </a:t>
                  </a:r>
                  <a:endParaRPr sz="900" b="0" i="0" u="none" strike="noStrike" cap="none">
                    <a:solidFill>
                      <a:srgbClr val="000000"/>
                    </a:solidFill>
                    <a:latin typeface="Arial"/>
                    <a:ea typeface="Arial"/>
                    <a:cs typeface="Arial"/>
                    <a:sym typeface="Arial"/>
                  </a:endParaRPr>
                </a:p>
                <a:p>
                  <a:pPr marL="0" marR="0" lvl="0" indent="0" algn="ctr" rtl="0">
                    <a:lnSpc>
                      <a:spcPct val="90000"/>
                    </a:lnSpc>
                    <a:spcBef>
                      <a:spcPts val="0"/>
                    </a:spcBef>
                    <a:spcAft>
                      <a:spcPts val="0"/>
                    </a:spcAft>
                    <a:buClr>
                      <a:srgbClr val="000000"/>
                    </a:buClr>
                    <a:buSzPts val="900"/>
                    <a:buFont typeface="Arial"/>
                    <a:buNone/>
                  </a:pPr>
                  <a:r>
                    <a:rPr lang="en-US" sz="900" b="0" i="0" u="none" strike="noStrike" cap="none">
                      <a:solidFill>
                        <a:srgbClr val="005C8A"/>
                      </a:solidFill>
                      <a:latin typeface="Arial"/>
                      <a:ea typeface="Arial"/>
                      <a:cs typeface="Arial"/>
                      <a:sym typeface="Arial"/>
                    </a:rPr>
                    <a:t>Observability</a:t>
                  </a:r>
                  <a:endParaRPr sz="900" b="0" i="0" u="none" strike="noStrike" cap="none">
                    <a:solidFill>
                      <a:srgbClr val="005C8A"/>
                    </a:solidFill>
                    <a:latin typeface="Arial"/>
                    <a:ea typeface="Arial"/>
                    <a:cs typeface="Arial"/>
                    <a:sym typeface="Arial"/>
                  </a:endParaRPr>
                </a:p>
              </p:txBody>
            </p:sp>
            <p:sp>
              <p:nvSpPr>
                <p:cNvPr id="1902" name="Google Shape;1902;g3978402b0d5_2_1041"/>
                <p:cNvSpPr txBox="1"/>
                <p:nvPr/>
              </p:nvSpPr>
              <p:spPr>
                <a:xfrm>
                  <a:off x="8128662" y="1512018"/>
                  <a:ext cx="6948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000000"/>
                    </a:buClr>
                    <a:buSzPts val="900"/>
                    <a:buFont typeface="Arial"/>
                    <a:buNone/>
                  </a:pPr>
                  <a:r>
                    <a:rPr lang="en-US" sz="900" b="0" i="0" u="none" strike="noStrike" cap="none">
                      <a:solidFill>
                        <a:srgbClr val="005C8A"/>
                      </a:solidFill>
                      <a:latin typeface="Arial"/>
                      <a:ea typeface="Arial"/>
                      <a:cs typeface="Arial"/>
                      <a:sym typeface="Arial"/>
                    </a:rPr>
                    <a:t>Business </a:t>
                  </a:r>
                  <a:br>
                    <a:rPr lang="en-US" sz="900" b="0" i="0" u="none" strike="noStrike" cap="none">
                      <a:solidFill>
                        <a:srgbClr val="005C8A"/>
                      </a:solidFill>
                      <a:latin typeface="Arial"/>
                      <a:ea typeface="Arial"/>
                      <a:cs typeface="Arial"/>
                      <a:sym typeface="Arial"/>
                    </a:rPr>
                  </a:br>
                  <a:r>
                    <a:rPr lang="en-US" sz="900" b="0" i="0" u="none" strike="noStrike" cap="none">
                      <a:solidFill>
                        <a:srgbClr val="005C8A"/>
                      </a:solidFill>
                      <a:latin typeface="Arial"/>
                      <a:ea typeface="Arial"/>
                      <a:cs typeface="Arial"/>
                      <a:sym typeface="Arial"/>
                    </a:rPr>
                    <a:t>Operations</a:t>
                  </a:r>
                  <a:endParaRPr sz="900" b="0" i="0" u="none" strike="noStrike" cap="none">
                    <a:solidFill>
                      <a:srgbClr val="005C8A"/>
                    </a:solidFill>
                    <a:latin typeface="Arial"/>
                    <a:ea typeface="Arial"/>
                    <a:cs typeface="Arial"/>
                    <a:sym typeface="Arial"/>
                  </a:endParaRPr>
                </a:p>
              </p:txBody>
            </p:sp>
            <p:sp>
              <p:nvSpPr>
                <p:cNvPr id="1903" name="Google Shape;1903;g3978402b0d5_2_1041"/>
                <p:cNvSpPr txBox="1"/>
                <p:nvPr/>
              </p:nvSpPr>
              <p:spPr>
                <a:xfrm>
                  <a:off x="6339334" y="1512019"/>
                  <a:ext cx="6948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000000"/>
                    </a:buClr>
                    <a:buSzPts val="900"/>
                    <a:buFont typeface="Arial"/>
                    <a:buNone/>
                  </a:pPr>
                  <a:r>
                    <a:rPr lang="en-US" sz="900" b="0" i="0" u="none" strike="noStrike" cap="none">
                      <a:solidFill>
                        <a:srgbClr val="005C8A"/>
                      </a:solidFill>
                      <a:latin typeface="Arial"/>
                      <a:ea typeface="Arial"/>
                      <a:cs typeface="Arial"/>
                      <a:sym typeface="Arial"/>
                    </a:rPr>
                    <a:t>Application </a:t>
                  </a:r>
                  <a:br>
                    <a:rPr lang="en-US" sz="900" b="0" i="0" u="none" strike="noStrike" cap="none">
                      <a:solidFill>
                        <a:srgbClr val="005C8A"/>
                      </a:solidFill>
                      <a:latin typeface="Arial"/>
                      <a:ea typeface="Arial"/>
                      <a:cs typeface="Arial"/>
                      <a:sym typeface="Arial"/>
                    </a:rPr>
                  </a:br>
                  <a:r>
                    <a:rPr lang="en-US" sz="900" b="0" i="0" u="none" strike="noStrike" cap="none">
                      <a:solidFill>
                        <a:srgbClr val="005C8A"/>
                      </a:solidFill>
                      <a:latin typeface="Arial"/>
                      <a:ea typeface="Arial"/>
                      <a:cs typeface="Arial"/>
                      <a:sym typeface="Arial"/>
                    </a:rPr>
                    <a:t>Services</a:t>
                  </a:r>
                  <a:endParaRPr sz="900" b="0" i="0" u="none" strike="noStrike" cap="none">
                    <a:solidFill>
                      <a:srgbClr val="000000"/>
                    </a:solidFill>
                    <a:latin typeface="Arial"/>
                    <a:ea typeface="Arial"/>
                    <a:cs typeface="Arial"/>
                    <a:sym typeface="Arial"/>
                  </a:endParaRPr>
                </a:p>
              </p:txBody>
            </p:sp>
            <p:sp>
              <p:nvSpPr>
                <p:cNvPr id="1904" name="Google Shape;1904;g3978402b0d5_2_1041"/>
                <p:cNvSpPr txBox="1"/>
                <p:nvPr/>
              </p:nvSpPr>
              <p:spPr>
                <a:xfrm>
                  <a:off x="4550006" y="1512019"/>
                  <a:ext cx="6948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000000"/>
                    </a:buClr>
                    <a:buSzPts val="900"/>
                    <a:buFont typeface="Arial"/>
                    <a:buNone/>
                  </a:pPr>
                  <a:r>
                    <a:rPr lang="en-US" sz="900" b="0" i="0" u="none" strike="noStrike" cap="none">
                      <a:solidFill>
                        <a:srgbClr val="005C8A"/>
                      </a:solidFill>
                      <a:latin typeface="Arial"/>
                      <a:ea typeface="Arial"/>
                      <a:cs typeface="Arial"/>
                      <a:sym typeface="Arial"/>
                    </a:rPr>
                    <a:t>Load </a:t>
                  </a:r>
                  <a:br>
                    <a:rPr lang="en-US" sz="900" b="0" i="0" u="none" strike="noStrike" cap="none">
                      <a:solidFill>
                        <a:srgbClr val="005C8A"/>
                      </a:solidFill>
                      <a:latin typeface="Arial"/>
                      <a:ea typeface="Arial"/>
                      <a:cs typeface="Arial"/>
                      <a:sym typeface="Arial"/>
                    </a:rPr>
                  </a:br>
                  <a:r>
                    <a:rPr lang="en-US" sz="900" b="0" i="0" u="none" strike="noStrike" cap="none">
                      <a:solidFill>
                        <a:srgbClr val="005C8A"/>
                      </a:solidFill>
                      <a:latin typeface="Arial"/>
                      <a:ea typeface="Arial"/>
                      <a:cs typeface="Arial"/>
                      <a:sym typeface="Arial"/>
                    </a:rPr>
                    <a:t>Balancing </a:t>
                  </a:r>
                  <a:endParaRPr sz="900" b="0" i="0" u="none" strike="noStrike" cap="none">
                    <a:solidFill>
                      <a:srgbClr val="005C8A"/>
                    </a:solidFill>
                    <a:latin typeface="Arial"/>
                    <a:ea typeface="Arial"/>
                    <a:cs typeface="Arial"/>
                    <a:sym typeface="Arial"/>
                  </a:endParaRPr>
                </a:p>
              </p:txBody>
            </p:sp>
            <p:sp>
              <p:nvSpPr>
                <p:cNvPr id="1905" name="Google Shape;1905;g3978402b0d5_2_1041"/>
                <p:cNvSpPr txBox="1"/>
                <p:nvPr/>
              </p:nvSpPr>
              <p:spPr>
                <a:xfrm>
                  <a:off x="9023326" y="1512019"/>
                  <a:ext cx="6948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000000"/>
                    </a:buClr>
                    <a:buSzPts val="900"/>
                    <a:buFont typeface="Arial"/>
                    <a:buNone/>
                  </a:pPr>
                  <a:r>
                    <a:rPr lang="en-US" sz="900" b="0" i="0" u="none" strike="noStrike" cap="none">
                      <a:solidFill>
                        <a:srgbClr val="005C8A"/>
                      </a:solidFill>
                      <a:latin typeface="Arial"/>
                      <a:ea typeface="Arial"/>
                      <a:cs typeface="Arial"/>
                      <a:sym typeface="Arial"/>
                    </a:rPr>
                    <a:t>Identity</a:t>
                  </a:r>
                  <a:br>
                    <a:rPr lang="en-US" sz="900" b="0" i="0" u="none" strike="noStrike" cap="none">
                      <a:solidFill>
                        <a:srgbClr val="005C8A"/>
                      </a:solidFill>
                      <a:latin typeface="Arial"/>
                      <a:ea typeface="Arial"/>
                      <a:cs typeface="Arial"/>
                      <a:sym typeface="Arial"/>
                    </a:rPr>
                  </a:br>
                  <a:r>
                    <a:rPr lang="en-US" sz="900" b="0" i="0" u="none" strike="noStrike" cap="none">
                      <a:solidFill>
                        <a:srgbClr val="005C8A"/>
                      </a:solidFill>
                      <a:latin typeface="Arial"/>
                      <a:ea typeface="Arial"/>
                      <a:cs typeface="Arial"/>
                      <a:sym typeface="Arial"/>
                    </a:rPr>
                    <a:t>Security</a:t>
                  </a:r>
                  <a:endParaRPr sz="900" b="0" i="0" u="none" strike="noStrike" cap="none">
                    <a:solidFill>
                      <a:srgbClr val="005C8A"/>
                    </a:solidFill>
                    <a:latin typeface="Arial"/>
                    <a:ea typeface="Arial"/>
                    <a:cs typeface="Arial"/>
                    <a:sym typeface="Arial"/>
                  </a:endParaRPr>
                </a:p>
              </p:txBody>
            </p:sp>
            <p:sp>
              <p:nvSpPr>
                <p:cNvPr id="1906" name="Google Shape;1906;g3978402b0d5_2_1041"/>
                <p:cNvSpPr txBox="1"/>
                <p:nvPr/>
              </p:nvSpPr>
              <p:spPr>
                <a:xfrm>
                  <a:off x="5444670" y="1512019"/>
                  <a:ext cx="6948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000000"/>
                    </a:buClr>
                    <a:buSzPts val="900"/>
                    <a:buFont typeface="Arial"/>
                    <a:buNone/>
                  </a:pPr>
                  <a:r>
                    <a:rPr lang="en-US" sz="900" b="0" i="0" u="none" strike="noStrike" cap="none">
                      <a:solidFill>
                        <a:srgbClr val="005C8A"/>
                      </a:solidFill>
                      <a:latin typeface="Arial"/>
                      <a:ea typeface="Arial"/>
                      <a:cs typeface="Arial"/>
                      <a:sym typeface="Arial"/>
                    </a:rPr>
                    <a:t>Data Services </a:t>
                  </a:r>
                  <a:endParaRPr sz="900" b="0" i="0" u="none" strike="noStrike" cap="none">
                    <a:solidFill>
                      <a:srgbClr val="005C8A"/>
                    </a:solidFill>
                    <a:latin typeface="Arial"/>
                    <a:ea typeface="Arial"/>
                    <a:cs typeface="Arial"/>
                    <a:sym typeface="Arial"/>
                  </a:endParaRPr>
                </a:p>
              </p:txBody>
            </p:sp>
          </p:gr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10"/>
        <p:cNvGrpSpPr/>
        <p:nvPr/>
      </p:nvGrpSpPr>
      <p:grpSpPr>
        <a:xfrm>
          <a:off x="0" y="0"/>
          <a:ext cx="0" cy="0"/>
          <a:chOff x="0" y="0"/>
          <a:chExt cx="0" cy="0"/>
        </a:xfrm>
      </p:grpSpPr>
      <p:sp>
        <p:nvSpPr>
          <p:cNvPr id="1911" name="Google Shape;1911;p11"/>
          <p:cNvSpPr txBox="1"/>
          <p:nvPr/>
        </p:nvSpPr>
        <p:spPr>
          <a:xfrm>
            <a:off x="581246" y="413536"/>
            <a:ext cx="10998300" cy="381300"/>
          </a:xfrm>
          <a:prstGeom prst="rect">
            <a:avLst/>
          </a:prstGeom>
          <a:noFill/>
          <a:ln>
            <a:noFill/>
          </a:ln>
        </p:spPr>
        <p:txBody>
          <a:bodyPr spcFirstLastPara="1" wrap="square" lIns="0" tIns="0" rIns="0" bIns="0" anchor="b" anchorCtr="0">
            <a:noAutofit/>
          </a:bodyPr>
          <a:lstStyle/>
          <a:p>
            <a:pPr marL="0" marR="0" lvl="0" indent="0" algn="l" rtl="0">
              <a:lnSpc>
                <a:spcPct val="90000"/>
              </a:lnSpc>
              <a:spcBef>
                <a:spcPts val="0"/>
              </a:spcBef>
              <a:spcAft>
                <a:spcPts val="0"/>
              </a:spcAft>
              <a:buClr>
                <a:srgbClr val="000000"/>
              </a:buClr>
              <a:buSzPts val="2800"/>
              <a:buFont typeface="Arial"/>
              <a:buNone/>
            </a:pPr>
            <a:r>
              <a:rPr lang="en-US" sz="2800" b="0" i="0" u="none" strike="noStrike" cap="none">
                <a:solidFill>
                  <a:schemeClr val="accent2"/>
                </a:solidFill>
                <a:latin typeface="Arial"/>
                <a:ea typeface="Arial"/>
                <a:cs typeface="Arial"/>
                <a:sym typeface="Arial"/>
              </a:rPr>
              <a:t>9 Common Use Cases for Private Cloud</a:t>
            </a:r>
            <a:endParaRPr sz="2800" b="0" i="0" u="none" strike="noStrike" cap="none">
              <a:solidFill>
                <a:schemeClr val="accent2"/>
              </a:solidFill>
              <a:latin typeface="Arial"/>
              <a:ea typeface="Arial"/>
              <a:cs typeface="Arial"/>
              <a:sym typeface="Arial"/>
            </a:endParaRPr>
          </a:p>
        </p:txBody>
      </p:sp>
      <p:sp>
        <p:nvSpPr>
          <p:cNvPr id="1912" name="Google Shape;1912;p11"/>
          <p:cNvSpPr/>
          <p:nvPr/>
        </p:nvSpPr>
        <p:spPr>
          <a:xfrm>
            <a:off x="4552644" y="2992365"/>
            <a:ext cx="3111900" cy="2627100"/>
          </a:xfrm>
          <a:prstGeom prst="roundRect">
            <a:avLst>
              <a:gd name="adj" fmla="val 2307"/>
            </a:avLst>
          </a:prstGeom>
          <a:gradFill>
            <a:gsLst>
              <a:gs pos="0">
                <a:srgbClr val="0198C7">
                  <a:alpha val="16862"/>
                </a:srgbClr>
              </a:gs>
              <a:gs pos="100000">
                <a:srgbClr val="0198C7">
                  <a:alpha val="0"/>
                </a:srgbClr>
              </a:gs>
            </a:gsLst>
            <a:lin ang="5400012" scaled="0"/>
          </a:gradFill>
          <a:ln>
            <a:noFill/>
          </a:ln>
        </p:spPr>
        <p:txBody>
          <a:bodyPr spcFirstLastPara="1" wrap="square" lIns="91275" tIns="91275" rIns="91275" bIns="91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41032"/>
              </a:solidFill>
              <a:latin typeface="Arial"/>
              <a:ea typeface="Arial"/>
              <a:cs typeface="Arial"/>
              <a:sym typeface="Arial"/>
            </a:endParaRPr>
          </a:p>
        </p:txBody>
      </p:sp>
      <p:sp>
        <p:nvSpPr>
          <p:cNvPr id="1913" name="Google Shape;1913;p11"/>
          <p:cNvSpPr/>
          <p:nvPr/>
        </p:nvSpPr>
        <p:spPr>
          <a:xfrm>
            <a:off x="4552641" y="992137"/>
            <a:ext cx="3111900" cy="1986900"/>
          </a:xfrm>
          <a:prstGeom prst="roundRect">
            <a:avLst>
              <a:gd name="adj" fmla="val 3135"/>
            </a:avLst>
          </a:prstGeom>
          <a:gradFill>
            <a:gsLst>
              <a:gs pos="0">
                <a:schemeClr val="accent2"/>
              </a:gs>
              <a:gs pos="100000">
                <a:schemeClr val="accent3"/>
              </a:gs>
            </a:gsLst>
            <a:lin ang="18900044" scaled="0"/>
          </a:gra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1914" name="Google Shape;1914;p11"/>
          <p:cNvSpPr txBox="1"/>
          <p:nvPr/>
        </p:nvSpPr>
        <p:spPr>
          <a:xfrm>
            <a:off x="5307152" y="2345049"/>
            <a:ext cx="1723500" cy="5541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2000"/>
              <a:buFont typeface="Arial"/>
              <a:buNone/>
            </a:pPr>
            <a:r>
              <a:rPr lang="en-US" sz="2000" b="1" i="0" u="none" strike="noStrike" cap="none">
                <a:solidFill>
                  <a:schemeClr val="lt1"/>
                </a:solidFill>
                <a:latin typeface="Arial"/>
                <a:ea typeface="Arial"/>
                <a:cs typeface="Arial"/>
                <a:sym typeface="Arial"/>
              </a:rPr>
              <a:t>Application</a:t>
            </a:r>
            <a:br>
              <a:rPr lang="en-US" sz="2000" b="1" i="0" u="none" strike="noStrike" cap="none">
                <a:solidFill>
                  <a:schemeClr val="lt1"/>
                </a:solidFill>
                <a:latin typeface="Arial"/>
                <a:ea typeface="Arial"/>
                <a:cs typeface="Arial"/>
                <a:sym typeface="Arial"/>
              </a:rPr>
            </a:br>
            <a:r>
              <a:rPr lang="en-US" sz="2000" b="1" i="0" u="none" strike="noStrike" cap="none">
                <a:solidFill>
                  <a:schemeClr val="lt1"/>
                </a:solidFill>
                <a:latin typeface="Arial"/>
                <a:ea typeface="Arial"/>
                <a:cs typeface="Arial"/>
                <a:sym typeface="Arial"/>
              </a:rPr>
              <a:t>Modernization</a:t>
            </a:r>
            <a:endParaRPr sz="2000" b="1" i="0" u="none" strike="noStrike" cap="none">
              <a:solidFill>
                <a:schemeClr val="lt1"/>
              </a:solidFill>
              <a:latin typeface="Arial"/>
              <a:ea typeface="Arial"/>
              <a:cs typeface="Arial"/>
              <a:sym typeface="Arial"/>
            </a:endParaRPr>
          </a:p>
        </p:txBody>
      </p:sp>
      <p:sp>
        <p:nvSpPr>
          <p:cNvPr id="1915" name="Google Shape;1915;p11"/>
          <p:cNvSpPr txBox="1"/>
          <p:nvPr/>
        </p:nvSpPr>
        <p:spPr>
          <a:xfrm>
            <a:off x="5220879" y="3931502"/>
            <a:ext cx="2313300" cy="663300"/>
          </a:xfrm>
          <a:prstGeom prst="rect">
            <a:avLst/>
          </a:prstGeom>
          <a:noFill/>
          <a:ln>
            <a:noFill/>
          </a:ln>
        </p:spPr>
        <p:txBody>
          <a:bodyPr spcFirstLastPara="1" wrap="square" lIns="121800" tIns="60900" rIns="121800" bIns="60900" anchor="t" anchorCtr="0">
            <a:spAutoFit/>
          </a:bodyPr>
          <a:lstStyle/>
          <a:p>
            <a:pPr marL="0" marR="0" lvl="0" indent="0" algn="l" rtl="0">
              <a:lnSpc>
                <a:spcPct val="90000"/>
              </a:lnSpc>
              <a:spcBef>
                <a:spcPts val="0"/>
              </a:spcBef>
              <a:spcAft>
                <a:spcPts val="0"/>
              </a:spcAft>
              <a:buClr>
                <a:srgbClr val="000000"/>
              </a:buClr>
              <a:buSzPts val="1300"/>
              <a:buFont typeface="Arial"/>
              <a:buNone/>
            </a:pPr>
            <a:r>
              <a:rPr lang="en-US" sz="1300" b="0" i="0" u="none" strike="noStrike" cap="none">
                <a:solidFill>
                  <a:schemeClr val="dk2"/>
                </a:solidFill>
                <a:latin typeface="Arial"/>
                <a:ea typeface="Arial"/>
                <a:cs typeface="Arial"/>
                <a:sym typeface="Arial"/>
              </a:rPr>
              <a:t>Build, run and manage Kubernetes and other modern workloads</a:t>
            </a:r>
            <a:endParaRPr sz="1900" b="0" i="0" u="none" strike="noStrike" cap="none">
              <a:solidFill>
                <a:schemeClr val="dk2"/>
              </a:solidFill>
              <a:latin typeface="Arial"/>
              <a:ea typeface="Arial"/>
              <a:cs typeface="Arial"/>
              <a:sym typeface="Arial"/>
            </a:endParaRPr>
          </a:p>
        </p:txBody>
      </p:sp>
      <p:sp>
        <p:nvSpPr>
          <p:cNvPr id="1916" name="Google Shape;1916;p11"/>
          <p:cNvSpPr txBox="1"/>
          <p:nvPr/>
        </p:nvSpPr>
        <p:spPr>
          <a:xfrm>
            <a:off x="5252037" y="4991738"/>
            <a:ext cx="2015400" cy="483300"/>
          </a:xfrm>
          <a:prstGeom prst="rect">
            <a:avLst/>
          </a:prstGeom>
          <a:noFill/>
          <a:ln>
            <a:noFill/>
          </a:ln>
        </p:spPr>
        <p:txBody>
          <a:bodyPr spcFirstLastPara="1" wrap="square" lIns="121800" tIns="60900" rIns="121800" bIns="60900" anchor="t" anchorCtr="0">
            <a:spAutoFit/>
          </a:bodyPr>
          <a:lstStyle/>
          <a:p>
            <a:pPr marL="0" marR="0" lvl="0" indent="0" algn="l" rtl="0">
              <a:lnSpc>
                <a:spcPct val="90000"/>
              </a:lnSpc>
              <a:spcBef>
                <a:spcPts val="0"/>
              </a:spcBef>
              <a:spcAft>
                <a:spcPts val="0"/>
              </a:spcAft>
              <a:buClr>
                <a:srgbClr val="000000"/>
              </a:buClr>
              <a:buSzPts val="1300"/>
              <a:buFont typeface="Arial"/>
              <a:buNone/>
            </a:pPr>
            <a:r>
              <a:rPr lang="en-US" sz="1300" b="0" i="0" u="none" strike="noStrike" cap="none">
                <a:solidFill>
                  <a:schemeClr val="dk2"/>
                </a:solidFill>
                <a:latin typeface="Arial"/>
                <a:ea typeface="Arial"/>
                <a:cs typeface="Arial"/>
                <a:sym typeface="Arial"/>
              </a:rPr>
              <a:t>Build, run and manage Private AI apps</a:t>
            </a:r>
            <a:endParaRPr sz="1900" b="0" i="0" u="none" strike="noStrike" cap="none">
              <a:solidFill>
                <a:schemeClr val="dk2"/>
              </a:solidFill>
              <a:latin typeface="Arial"/>
              <a:ea typeface="Arial"/>
              <a:cs typeface="Arial"/>
              <a:sym typeface="Arial"/>
            </a:endParaRPr>
          </a:p>
        </p:txBody>
      </p:sp>
      <p:sp>
        <p:nvSpPr>
          <p:cNvPr id="1917" name="Google Shape;1917;p11"/>
          <p:cNvSpPr txBox="1"/>
          <p:nvPr/>
        </p:nvSpPr>
        <p:spPr>
          <a:xfrm>
            <a:off x="5234180" y="3097338"/>
            <a:ext cx="2177700" cy="663300"/>
          </a:xfrm>
          <a:prstGeom prst="rect">
            <a:avLst/>
          </a:prstGeom>
          <a:noFill/>
          <a:ln>
            <a:noFill/>
          </a:ln>
        </p:spPr>
        <p:txBody>
          <a:bodyPr spcFirstLastPara="1" wrap="square" lIns="121800" tIns="60900" rIns="121800" bIns="60900" anchor="t" anchorCtr="0">
            <a:spAutoFit/>
          </a:bodyPr>
          <a:lstStyle/>
          <a:p>
            <a:pPr marL="0" marR="0" lvl="0" indent="0" algn="l" rtl="0">
              <a:lnSpc>
                <a:spcPct val="90000"/>
              </a:lnSpc>
              <a:spcBef>
                <a:spcPts val="0"/>
              </a:spcBef>
              <a:spcAft>
                <a:spcPts val="0"/>
              </a:spcAft>
              <a:buClr>
                <a:srgbClr val="000000"/>
              </a:buClr>
              <a:buSzPts val="1300"/>
              <a:buFont typeface="Arial"/>
              <a:buNone/>
            </a:pPr>
            <a:r>
              <a:rPr lang="en-US" sz="1300" b="0" i="0" u="none" strike="noStrike" cap="none">
                <a:solidFill>
                  <a:schemeClr val="dk2"/>
                </a:solidFill>
                <a:latin typeface="Arial"/>
                <a:ea typeface="Arial"/>
                <a:cs typeface="Arial"/>
                <a:sym typeface="Arial"/>
              </a:rPr>
              <a:t>Enable self-service infrastructure and cloud services for app teams.</a:t>
            </a:r>
            <a:endParaRPr sz="1300" b="0" i="0" u="none" strike="noStrike" cap="none">
              <a:solidFill>
                <a:schemeClr val="dk2"/>
              </a:solidFill>
              <a:latin typeface="Arial"/>
              <a:ea typeface="Arial"/>
              <a:cs typeface="Arial"/>
              <a:sym typeface="Arial"/>
            </a:endParaRPr>
          </a:p>
        </p:txBody>
      </p:sp>
      <p:cxnSp>
        <p:nvCxnSpPr>
          <p:cNvPr id="1918" name="Google Shape;1918;p11"/>
          <p:cNvCxnSpPr/>
          <p:nvPr/>
        </p:nvCxnSpPr>
        <p:spPr>
          <a:xfrm>
            <a:off x="4548734" y="3866907"/>
            <a:ext cx="3111900" cy="0"/>
          </a:xfrm>
          <a:prstGeom prst="straightConnector1">
            <a:avLst/>
          </a:prstGeom>
          <a:noFill/>
          <a:ln w="9525" cap="flat" cmpd="sng">
            <a:solidFill>
              <a:srgbClr val="0198C7"/>
            </a:solidFill>
            <a:prstDash val="solid"/>
            <a:round/>
            <a:headEnd type="none" w="sm" len="sm"/>
            <a:tailEnd type="none" w="sm" len="sm"/>
          </a:ln>
        </p:spPr>
      </p:cxnSp>
      <p:cxnSp>
        <p:nvCxnSpPr>
          <p:cNvPr id="1919" name="Google Shape;1919;p11"/>
          <p:cNvCxnSpPr/>
          <p:nvPr/>
        </p:nvCxnSpPr>
        <p:spPr>
          <a:xfrm>
            <a:off x="4552641" y="4746159"/>
            <a:ext cx="3111900" cy="0"/>
          </a:xfrm>
          <a:prstGeom prst="straightConnector1">
            <a:avLst/>
          </a:prstGeom>
          <a:noFill/>
          <a:ln w="9525" cap="flat" cmpd="sng">
            <a:solidFill>
              <a:srgbClr val="0198C7"/>
            </a:solidFill>
            <a:prstDash val="solid"/>
            <a:round/>
            <a:headEnd type="none" w="sm" len="sm"/>
            <a:tailEnd type="none" w="sm" len="sm"/>
          </a:ln>
        </p:spPr>
      </p:cxnSp>
      <p:sp>
        <p:nvSpPr>
          <p:cNvPr id="1920" name="Google Shape;1920;p11"/>
          <p:cNvSpPr/>
          <p:nvPr/>
        </p:nvSpPr>
        <p:spPr>
          <a:xfrm>
            <a:off x="4766187" y="4029347"/>
            <a:ext cx="441900" cy="441900"/>
          </a:xfrm>
          <a:prstGeom prst="ellipse">
            <a:avLst/>
          </a:prstGeom>
          <a:gradFill>
            <a:gsLst>
              <a:gs pos="0">
                <a:schemeClr val="accent2"/>
              </a:gs>
              <a:gs pos="100000">
                <a:schemeClr val="accent3"/>
              </a:gs>
            </a:gsLst>
            <a:lin ang="18900044" scaled="0"/>
          </a:gra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Arial"/>
              <a:ea typeface="Arial"/>
              <a:cs typeface="Arial"/>
              <a:sym typeface="Arial"/>
            </a:endParaRPr>
          </a:p>
        </p:txBody>
      </p:sp>
      <p:sp>
        <p:nvSpPr>
          <p:cNvPr id="1921" name="Google Shape;1921;p11"/>
          <p:cNvSpPr/>
          <p:nvPr/>
        </p:nvSpPr>
        <p:spPr>
          <a:xfrm>
            <a:off x="4764417" y="4991705"/>
            <a:ext cx="441900" cy="441900"/>
          </a:xfrm>
          <a:prstGeom prst="ellipse">
            <a:avLst/>
          </a:prstGeom>
          <a:gradFill>
            <a:gsLst>
              <a:gs pos="0">
                <a:schemeClr val="accent2"/>
              </a:gs>
              <a:gs pos="100000">
                <a:schemeClr val="accent3"/>
              </a:gs>
            </a:gsLst>
            <a:lin ang="18900044" scaled="0"/>
          </a:gra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Arial"/>
              <a:ea typeface="Arial"/>
              <a:cs typeface="Arial"/>
              <a:sym typeface="Arial"/>
            </a:endParaRPr>
          </a:p>
        </p:txBody>
      </p:sp>
      <p:grpSp>
        <p:nvGrpSpPr>
          <p:cNvPr id="1922" name="Google Shape;1922;p11"/>
          <p:cNvGrpSpPr/>
          <p:nvPr/>
        </p:nvGrpSpPr>
        <p:grpSpPr>
          <a:xfrm>
            <a:off x="4861977" y="4130286"/>
            <a:ext cx="246555" cy="240262"/>
            <a:chOff x="624431" y="1107698"/>
            <a:chExt cx="682601" cy="664625"/>
          </a:xfrm>
        </p:grpSpPr>
        <p:sp>
          <p:nvSpPr>
            <p:cNvPr id="1923" name="Google Shape;1923;p11"/>
            <p:cNvSpPr/>
            <p:nvPr/>
          </p:nvSpPr>
          <p:spPr>
            <a:xfrm>
              <a:off x="1004841" y="1579446"/>
              <a:ext cx="1943" cy="7287"/>
            </a:xfrm>
            <a:custGeom>
              <a:avLst/>
              <a:gdLst/>
              <a:ahLst/>
              <a:cxnLst/>
              <a:rect l="l" t="t" r="r" b="b"/>
              <a:pathLst>
                <a:path w="1943" h="7287" extrusionOk="0">
                  <a:moveTo>
                    <a:pt x="0" y="486"/>
                  </a:moveTo>
                  <a:lnTo>
                    <a:pt x="1943" y="7288"/>
                  </a:lnTo>
                  <a:lnTo>
                    <a:pt x="486" y="0"/>
                  </a:lnTo>
                  <a:cubicBezTo>
                    <a:pt x="486" y="0"/>
                    <a:pt x="486" y="0"/>
                    <a:pt x="0" y="0"/>
                  </a:cubicBez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24" name="Google Shape;1924;p11"/>
            <p:cNvSpPr/>
            <p:nvPr/>
          </p:nvSpPr>
          <p:spPr>
            <a:xfrm>
              <a:off x="878038" y="1319523"/>
              <a:ext cx="62673" cy="67379"/>
            </a:xfrm>
            <a:custGeom>
              <a:avLst/>
              <a:gdLst/>
              <a:ahLst/>
              <a:cxnLst/>
              <a:rect l="l" t="t" r="r" b="b"/>
              <a:pathLst>
                <a:path w="62673" h="67379" extrusionOk="0">
                  <a:moveTo>
                    <a:pt x="51499" y="66560"/>
                  </a:moveTo>
                  <a:cubicBezTo>
                    <a:pt x="51499" y="66560"/>
                    <a:pt x="54900" y="68017"/>
                    <a:pt x="56357" y="67046"/>
                  </a:cubicBezTo>
                  <a:cubicBezTo>
                    <a:pt x="57815" y="66560"/>
                    <a:pt x="58786" y="65102"/>
                    <a:pt x="58786" y="63159"/>
                  </a:cubicBezTo>
                  <a:cubicBezTo>
                    <a:pt x="59758" y="47126"/>
                    <a:pt x="60730" y="30608"/>
                    <a:pt x="61701" y="14575"/>
                  </a:cubicBezTo>
                  <a:lnTo>
                    <a:pt x="62673" y="0"/>
                  </a:lnTo>
                  <a:cubicBezTo>
                    <a:pt x="38381" y="4858"/>
                    <a:pt x="17976" y="15061"/>
                    <a:pt x="0" y="30122"/>
                  </a:cubicBezTo>
                  <a:cubicBezTo>
                    <a:pt x="7773" y="35466"/>
                    <a:pt x="15547" y="41296"/>
                    <a:pt x="23320" y="46640"/>
                  </a:cubicBezTo>
                  <a:cubicBezTo>
                    <a:pt x="32551" y="53442"/>
                    <a:pt x="42268" y="59758"/>
                    <a:pt x="51499" y="66560"/>
                  </a:cubicBez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25" name="Google Shape;1925;p11"/>
            <p:cNvSpPr/>
            <p:nvPr/>
          </p:nvSpPr>
          <p:spPr>
            <a:xfrm>
              <a:off x="1014072" y="1494424"/>
              <a:ext cx="74333" cy="65102"/>
            </a:xfrm>
            <a:custGeom>
              <a:avLst/>
              <a:gdLst/>
              <a:ahLst/>
              <a:cxnLst/>
              <a:rect l="l" t="t" r="r" b="b"/>
              <a:pathLst>
                <a:path w="74333" h="65102" extrusionOk="0">
                  <a:moveTo>
                    <a:pt x="8259" y="972"/>
                  </a:moveTo>
                  <a:cubicBezTo>
                    <a:pt x="8259" y="972"/>
                    <a:pt x="6316" y="2915"/>
                    <a:pt x="6316" y="4858"/>
                  </a:cubicBezTo>
                  <a:lnTo>
                    <a:pt x="0" y="9717"/>
                  </a:lnTo>
                  <a:lnTo>
                    <a:pt x="6802" y="6802"/>
                  </a:lnTo>
                  <a:lnTo>
                    <a:pt x="12632" y="20891"/>
                  </a:lnTo>
                  <a:cubicBezTo>
                    <a:pt x="18948" y="35466"/>
                    <a:pt x="24778" y="50527"/>
                    <a:pt x="31094" y="65102"/>
                  </a:cubicBezTo>
                  <a:cubicBezTo>
                    <a:pt x="50527" y="50527"/>
                    <a:pt x="64616" y="32551"/>
                    <a:pt x="74333" y="10688"/>
                  </a:cubicBezTo>
                  <a:lnTo>
                    <a:pt x="12146" y="0"/>
                  </a:lnTo>
                  <a:cubicBezTo>
                    <a:pt x="12146" y="0"/>
                    <a:pt x="9231" y="486"/>
                    <a:pt x="8259" y="972"/>
                  </a:cubicBez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26" name="Google Shape;1926;p11"/>
            <p:cNvSpPr/>
            <p:nvPr/>
          </p:nvSpPr>
          <p:spPr>
            <a:xfrm>
              <a:off x="842572" y="1494424"/>
              <a:ext cx="67045" cy="64616"/>
            </a:xfrm>
            <a:custGeom>
              <a:avLst/>
              <a:gdLst/>
              <a:ahLst/>
              <a:cxnLst/>
              <a:rect l="l" t="t" r="r" b="b"/>
              <a:pathLst>
                <a:path w="67045" h="64616" extrusionOk="0">
                  <a:moveTo>
                    <a:pt x="62673" y="0"/>
                  </a:moveTo>
                  <a:lnTo>
                    <a:pt x="46155" y="2915"/>
                  </a:lnTo>
                  <a:cubicBezTo>
                    <a:pt x="30608" y="5344"/>
                    <a:pt x="15547" y="8259"/>
                    <a:pt x="0" y="10688"/>
                  </a:cubicBezTo>
                  <a:cubicBezTo>
                    <a:pt x="9717" y="32551"/>
                    <a:pt x="24292" y="50527"/>
                    <a:pt x="43240" y="64616"/>
                  </a:cubicBezTo>
                  <a:cubicBezTo>
                    <a:pt x="48584" y="51985"/>
                    <a:pt x="53442" y="39839"/>
                    <a:pt x="58300" y="27693"/>
                  </a:cubicBezTo>
                  <a:lnTo>
                    <a:pt x="65588" y="9717"/>
                  </a:lnTo>
                  <a:cubicBezTo>
                    <a:pt x="65588" y="9717"/>
                    <a:pt x="66560" y="6802"/>
                    <a:pt x="67046" y="5830"/>
                  </a:cubicBezTo>
                  <a:cubicBezTo>
                    <a:pt x="67046" y="4858"/>
                    <a:pt x="67046" y="3401"/>
                    <a:pt x="66074" y="2429"/>
                  </a:cubicBezTo>
                  <a:cubicBezTo>
                    <a:pt x="65102" y="1457"/>
                    <a:pt x="64131" y="972"/>
                    <a:pt x="62673" y="486"/>
                  </a:cubicBez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27" name="Google Shape;1927;p11"/>
            <p:cNvSpPr/>
            <p:nvPr/>
          </p:nvSpPr>
          <p:spPr>
            <a:xfrm>
              <a:off x="930994" y="1523575"/>
              <a:ext cx="68503" cy="62187"/>
            </a:xfrm>
            <a:custGeom>
              <a:avLst/>
              <a:gdLst/>
              <a:ahLst/>
              <a:cxnLst/>
              <a:rect l="l" t="t" r="r" b="b"/>
              <a:pathLst>
                <a:path w="68503" h="62187" extrusionOk="0">
                  <a:moveTo>
                    <a:pt x="55385" y="32551"/>
                  </a:moveTo>
                  <a:cubicBezTo>
                    <a:pt x="50041" y="22834"/>
                    <a:pt x="44697" y="12632"/>
                    <a:pt x="38867" y="2915"/>
                  </a:cubicBezTo>
                  <a:cubicBezTo>
                    <a:pt x="37895" y="972"/>
                    <a:pt x="35952" y="486"/>
                    <a:pt x="34494" y="0"/>
                  </a:cubicBezTo>
                  <a:cubicBezTo>
                    <a:pt x="33037" y="0"/>
                    <a:pt x="31094" y="972"/>
                    <a:pt x="30122" y="2915"/>
                  </a:cubicBezTo>
                  <a:lnTo>
                    <a:pt x="17490" y="25749"/>
                  </a:lnTo>
                  <a:cubicBezTo>
                    <a:pt x="11660" y="36438"/>
                    <a:pt x="5830" y="46640"/>
                    <a:pt x="0" y="57329"/>
                  </a:cubicBezTo>
                  <a:cubicBezTo>
                    <a:pt x="11660" y="60244"/>
                    <a:pt x="22834" y="61701"/>
                    <a:pt x="34494" y="62187"/>
                  </a:cubicBezTo>
                  <a:cubicBezTo>
                    <a:pt x="45669" y="62187"/>
                    <a:pt x="57329" y="60730"/>
                    <a:pt x="68503" y="57815"/>
                  </a:cubicBezTo>
                  <a:cubicBezTo>
                    <a:pt x="67046" y="54900"/>
                    <a:pt x="65588" y="52470"/>
                    <a:pt x="64131" y="50041"/>
                  </a:cubicBezTo>
                  <a:lnTo>
                    <a:pt x="54900" y="33037"/>
                  </a:ln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28" name="Google Shape;1928;p11"/>
            <p:cNvSpPr/>
            <p:nvPr/>
          </p:nvSpPr>
          <p:spPr>
            <a:xfrm>
              <a:off x="1090835" y="1499768"/>
              <a:ext cx="6801" cy="2915"/>
            </a:xfrm>
            <a:custGeom>
              <a:avLst/>
              <a:gdLst/>
              <a:ahLst/>
              <a:cxnLst/>
              <a:rect l="l" t="t" r="r" b="b"/>
              <a:pathLst>
                <a:path w="6801" h="2915" extrusionOk="0">
                  <a:moveTo>
                    <a:pt x="0" y="0"/>
                  </a:moveTo>
                  <a:lnTo>
                    <a:pt x="6802" y="2915"/>
                  </a:lnTo>
                  <a:lnTo>
                    <a:pt x="0" y="0"/>
                  </a:lnTo>
                  <a:lnTo>
                    <a:pt x="0" y="0"/>
                  </a:ln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29" name="Google Shape;1929;p11"/>
            <p:cNvSpPr/>
            <p:nvPr/>
          </p:nvSpPr>
          <p:spPr>
            <a:xfrm>
              <a:off x="831667" y="1388512"/>
              <a:ext cx="64346" cy="67531"/>
            </a:xfrm>
            <a:custGeom>
              <a:avLst/>
              <a:gdLst/>
              <a:ahLst/>
              <a:cxnLst/>
              <a:rect l="l" t="t" r="r" b="b"/>
              <a:pathLst>
                <a:path w="64346" h="67531" extrusionOk="0">
                  <a:moveTo>
                    <a:pt x="63375" y="47126"/>
                  </a:moveTo>
                  <a:cubicBezTo>
                    <a:pt x="63375" y="47126"/>
                    <a:pt x="63375" y="43725"/>
                    <a:pt x="60460" y="40810"/>
                  </a:cubicBezTo>
                  <a:cubicBezTo>
                    <a:pt x="45399" y="27207"/>
                    <a:pt x="30338" y="13603"/>
                    <a:pt x="15277" y="0"/>
                  </a:cubicBezTo>
                  <a:cubicBezTo>
                    <a:pt x="6532" y="17004"/>
                    <a:pt x="1673" y="34494"/>
                    <a:pt x="216" y="52956"/>
                  </a:cubicBezTo>
                  <a:cubicBezTo>
                    <a:pt x="216" y="57329"/>
                    <a:pt x="-270" y="62673"/>
                    <a:pt x="216" y="67531"/>
                  </a:cubicBezTo>
                  <a:lnTo>
                    <a:pt x="10419" y="64616"/>
                  </a:lnTo>
                  <a:cubicBezTo>
                    <a:pt x="26451" y="59758"/>
                    <a:pt x="42970" y="55385"/>
                    <a:pt x="59002" y="50527"/>
                  </a:cubicBezTo>
                  <a:cubicBezTo>
                    <a:pt x="63375" y="49070"/>
                    <a:pt x="63861" y="47612"/>
                    <a:pt x="64346" y="46640"/>
                  </a:cubicBez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30" name="Google Shape;1930;p11"/>
            <p:cNvSpPr/>
            <p:nvPr/>
          </p:nvSpPr>
          <p:spPr>
            <a:xfrm>
              <a:off x="990752" y="1319523"/>
              <a:ext cx="61701" cy="66751"/>
            </a:xfrm>
            <a:custGeom>
              <a:avLst/>
              <a:gdLst/>
              <a:ahLst/>
              <a:cxnLst/>
              <a:rect l="l" t="t" r="r" b="b"/>
              <a:pathLst>
                <a:path w="61701" h="66751" extrusionOk="0">
                  <a:moveTo>
                    <a:pt x="5830" y="66560"/>
                  </a:moveTo>
                  <a:cubicBezTo>
                    <a:pt x="5830" y="66560"/>
                    <a:pt x="8745" y="67531"/>
                    <a:pt x="12146" y="65102"/>
                  </a:cubicBezTo>
                  <a:cubicBezTo>
                    <a:pt x="28664" y="53442"/>
                    <a:pt x="45183" y="41782"/>
                    <a:pt x="61701" y="30122"/>
                  </a:cubicBezTo>
                  <a:cubicBezTo>
                    <a:pt x="42754" y="14575"/>
                    <a:pt x="22348" y="4373"/>
                    <a:pt x="0" y="0"/>
                  </a:cubicBezTo>
                  <a:lnTo>
                    <a:pt x="3401" y="60730"/>
                  </a:lnTo>
                  <a:cubicBezTo>
                    <a:pt x="3401" y="65102"/>
                    <a:pt x="4858" y="65588"/>
                    <a:pt x="5830" y="66074"/>
                  </a:cubicBez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31" name="Google Shape;1931;p11"/>
            <p:cNvSpPr/>
            <p:nvPr/>
          </p:nvSpPr>
          <p:spPr>
            <a:xfrm>
              <a:off x="732681" y="1210695"/>
              <a:ext cx="466686" cy="454812"/>
            </a:xfrm>
            <a:custGeom>
              <a:avLst/>
              <a:gdLst/>
              <a:ahLst/>
              <a:cxnLst/>
              <a:rect l="l" t="t" r="r" b="b"/>
              <a:pathLst>
                <a:path w="466686" h="454812" extrusionOk="0">
                  <a:moveTo>
                    <a:pt x="444146" y="283729"/>
                  </a:moveTo>
                  <a:cubicBezTo>
                    <a:pt x="438802" y="283243"/>
                    <a:pt x="433458" y="282757"/>
                    <a:pt x="428600" y="281786"/>
                  </a:cubicBezTo>
                  <a:cubicBezTo>
                    <a:pt x="421798" y="280814"/>
                    <a:pt x="414024" y="279842"/>
                    <a:pt x="409166" y="272555"/>
                  </a:cubicBezTo>
                  <a:cubicBezTo>
                    <a:pt x="406251" y="272069"/>
                    <a:pt x="404308" y="270611"/>
                    <a:pt x="403336" y="269154"/>
                  </a:cubicBezTo>
                  <a:cubicBezTo>
                    <a:pt x="400421" y="265753"/>
                    <a:pt x="400907" y="261866"/>
                    <a:pt x="401393" y="259923"/>
                  </a:cubicBezTo>
                  <a:cubicBezTo>
                    <a:pt x="402364" y="250206"/>
                    <a:pt x="402850" y="240975"/>
                    <a:pt x="402364" y="231744"/>
                  </a:cubicBezTo>
                  <a:cubicBezTo>
                    <a:pt x="400907" y="202108"/>
                    <a:pt x="391676" y="174416"/>
                    <a:pt x="376129" y="149152"/>
                  </a:cubicBezTo>
                  <a:cubicBezTo>
                    <a:pt x="375158" y="147695"/>
                    <a:pt x="373214" y="144294"/>
                    <a:pt x="374186" y="139921"/>
                  </a:cubicBezTo>
                  <a:cubicBezTo>
                    <a:pt x="374672" y="137492"/>
                    <a:pt x="376129" y="135549"/>
                    <a:pt x="378073" y="134091"/>
                  </a:cubicBezTo>
                  <a:cubicBezTo>
                    <a:pt x="378558" y="129719"/>
                    <a:pt x="380988" y="125832"/>
                    <a:pt x="384874" y="122431"/>
                  </a:cubicBezTo>
                  <a:cubicBezTo>
                    <a:pt x="391190" y="117087"/>
                    <a:pt x="398478" y="112228"/>
                    <a:pt x="408194" y="106884"/>
                  </a:cubicBezTo>
                  <a:cubicBezTo>
                    <a:pt x="412081" y="104941"/>
                    <a:pt x="415482" y="102998"/>
                    <a:pt x="417911" y="100083"/>
                  </a:cubicBezTo>
                  <a:cubicBezTo>
                    <a:pt x="421312" y="97167"/>
                    <a:pt x="421312" y="94738"/>
                    <a:pt x="420826" y="93281"/>
                  </a:cubicBezTo>
                  <a:cubicBezTo>
                    <a:pt x="420826" y="90852"/>
                    <a:pt x="418883" y="89394"/>
                    <a:pt x="417911" y="88908"/>
                  </a:cubicBezTo>
                  <a:cubicBezTo>
                    <a:pt x="415968" y="87937"/>
                    <a:pt x="413053" y="88422"/>
                    <a:pt x="410624" y="89880"/>
                  </a:cubicBezTo>
                  <a:cubicBezTo>
                    <a:pt x="407223" y="91823"/>
                    <a:pt x="404308" y="95224"/>
                    <a:pt x="401393" y="98139"/>
                  </a:cubicBezTo>
                  <a:cubicBezTo>
                    <a:pt x="395563" y="104941"/>
                    <a:pt x="389247" y="111257"/>
                    <a:pt x="382445" y="116601"/>
                  </a:cubicBezTo>
                  <a:cubicBezTo>
                    <a:pt x="380502" y="118058"/>
                    <a:pt x="375643" y="122431"/>
                    <a:pt x="368356" y="121459"/>
                  </a:cubicBezTo>
                  <a:cubicBezTo>
                    <a:pt x="366412" y="123403"/>
                    <a:pt x="363983" y="124374"/>
                    <a:pt x="361554" y="123889"/>
                  </a:cubicBezTo>
                  <a:cubicBezTo>
                    <a:pt x="357182" y="123889"/>
                    <a:pt x="354267" y="120974"/>
                    <a:pt x="352809" y="119516"/>
                  </a:cubicBezTo>
                  <a:cubicBezTo>
                    <a:pt x="333861" y="100568"/>
                    <a:pt x="311513" y="86965"/>
                    <a:pt x="286249" y="78220"/>
                  </a:cubicBezTo>
                  <a:cubicBezTo>
                    <a:pt x="275075" y="74333"/>
                    <a:pt x="263415" y="71904"/>
                    <a:pt x="249811" y="69961"/>
                  </a:cubicBezTo>
                  <a:cubicBezTo>
                    <a:pt x="248354" y="69961"/>
                    <a:pt x="244953" y="69961"/>
                    <a:pt x="242524" y="67046"/>
                  </a:cubicBezTo>
                  <a:lnTo>
                    <a:pt x="240581" y="64616"/>
                  </a:lnTo>
                  <a:lnTo>
                    <a:pt x="240581" y="60244"/>
                  </a:lnTo>
                  <a:cubicBezTo>
                    <a:pt x="237180" y="56357"/>
                    <a:pt x="235722" y="52956"/>
                    <a:pt x="235722" y="49070"/>
                  </a:cubicBezTo>
                  <a:lnTo>
                    <a:pt x="235722" y="47126"/>
                  </a:lnTo>
                  <a:cubicBezTo>
                    <a:pt x="235722" y="42754"/>
                    <a:pt x="235722" y="38867"/>
                    <a:pt x="236208" y="34494"/>
                  </a:cubicBezTo>
                  <a:cubicBezTo>
                    <a:pt x="237180" y="28664"/>
                    <a:pt x="237666" y="23320"/>
                    <a:pt x="238637" y="17490"/>
                  </a:cubicBezTo>
                  <a:lnTo>
                    <a:pt x="238637" y="11660"/>
                  </a:lnTo>
                  <a:cubicBezTo>
                    <a:pt x="238637" y="11660"/>
                    <a:pt x="239123" y="7288"/>
                    <a:pt x="239123" y="7288"/>
                  </a:cubicBezTo>
                  <a:cubicBezTo>
                    <a:pt x="239123" y="3401"/>
                    <a:pt x="236208" y="486"/>
                    <a:pt x="233293" y="0"/>
                  </a:cubicBezTo>
                  <a:cubicBezTo>
                    <a:pt x="229892" y="0"/>
                    <a:pt x="226977" y="2429"/>
                    <a:pt x="226491" y="6316"/>
                  </a:cubicBezTo>
                  <a:cubicBezTo>
                    <a:pt x="226491" y="9231"/>
                    <a:pt x="226491" y="12632"/>
                    <a:pt x="226977" y="17490"/>
                  </a:cubicBezTo>
                  <a:cubicBezTo>
                    <a:pt x="228435" y="26721"/>
                    <a:pt x="229892" y="36438"/>
                    <a:pt x="229892" y="46640"/>
                  </a:cubicBezTo>
                  <a:cubicBezTo>
                    <a:pt x="229892" y="49070"/>
                    <a:pt x="229892" y="54414"/>
                    <a:pt x="225520" y="58786"/>
                  </a:cubicBezTo>
                  <a:cubicBezTo>
                    <a:pt x="225520" y="62187"/>
                    <a:pt x="224548" y="64616"/>
                    <a:pt x="223090" y="66560"/>
                  </a:cubicBezTo>
                  <a:cubicBezTo>
                    <a:pt x="221633" y="68503"/>
                    <a:pt x="219204" y="69475"/>
                    <a:pt x="215803" y="69961"/>
                  </a:cubicBezTo>
                  <a:lnTo>
                    <a:pt x="212402" y="69961"/>
                  </a:lnTo>
                  <a:cubicBezTo>
                    <a:pt x="174021" y="75305"/>
                    <a:pt x="140012" y="91337"/>
                    <a:pt x="112805" y="119030"/>
                  </a:cubicBezTo>
                  <a:cubicBezTo>
                    <a:pt x="111348" y="120488"/>
                    <a:pt x="108433" y="124374"/>
                    <a:pt x="103574" y="123403"/>
                  </a:cubicBezTo>
                  <a:cubicBezTo>
                    <a:pt x="101631" y="123403"/>
                    <a:pt x="99202" y="122431"/>
                    <a:pt x="97259" y="121459"/>
                  </a:cubicBezTo>
                  <a:cubicBezTo>
                    <a:pt x="90943" y="121945"/>
                    <a:pt x="86570" y="118544"/>
                    <a:pt x="84627" y="117573"/>
                  </a:cubicBezTo>
                  <a:cubicBezTo>
                    <a:pt x="77825" y="112228"/>
                    <a:pt x="71509" y="106398"/>
                    <a:pt x="64707" y="98625"/>
                  </a:cubicBezTo>
                  <a:cubicBezTo>
                    <a:pt x="61307" y="94738"/>
                    <a:pt x="58392" y="91823"/>
                    <a:pt x="54991" y="89394"/>
                  </a:cubicBezTo>
                  <a:cubicBezTo>
                    <a:pt x="51590" y="87451"/>
                    <a:pt x="47703" y="87937"/>
                    <a:pt x="45760" y="90366"/>
                  </a:cubicBezTo>
                  <a:cubicBezTo>
                    <a:pt x="43816" y="92795"/>
                    <a:pt x="44302" y="96682"/>
                    <a:pt x="47217" y="99597"/>
                  </a:cubicBezTo>
                  <a:cubicBezTo>
                    <a:pt x="50132" y="102512"/>
                    <a:pt x="53533" y="104455"/>
                    <a:pt x="57420" y="106398"/>
                  </a:cubicBezTo>
                  <a:cubicBezTo>
                    <a:pt x="65193" y="110771"/>
                    <a:pt x="72481" y="115143"/>
                    <a:pt x="78797" y="120488"/>
                  </a:cubicBezTo>
                  <a:cubicBezTo>
                    <a:pt x="81712" y="122917"/>
                    <a:pt x="86570" y="126804"/>
                    <a:pt x="87542" y="133605"/>
                  </a:cubicBezTo>
                  <a:cubicBezTo>
                    <a:pt x="89485" y="135063"/>
                    <a:pt x="90457" y="137006"/>
                    <a:pt x="90943" y="138949"/>
                  </a:cubicBezTo>
                  <a:cubicBezTo>
                    <a:pt x="91914" y="143322"/>
                    <a:pt x="89971" y="147209"/>
                    <a:pt x="88514" y="149152"/>
                  </a:cubicBezTo>
                  <a:cubicBezTo>
                    <a:pt x="67622" y="183161"/>
                    <a:pt x="59363" y="220084"/>
                    <a:pt x="64222" y="258951"/>
                  </a:cubicBezTo>
                  <a:cubicBezTo>
                    <a:pt x="65193" y="268182"/>
                    <a:pt x="59363" y="271097"/>
                    <a:pt x="56448" y="271583"/>
                  </a:cubicBezTo>
                  <a:cubicBezTo>
                    <a:pt x="53047" y="276927"/>
                    <a:pt x="47703" y="278385"/>
                    <a:pt x="43816" y="279356"/>
                  </a:cubicBezTo>
                  <a:cubicBezTo>
                    <a:pt x="34586" y="281300"/>
                    <a:pt x="24869" y="282272"/>
                    <a:pt x="15638" y="282757"/>
                  </a:cubicBezTo>
                  <a:cubicBezTo>
                    <a:pt x="11265" y="282757"/>
                    <a:pt x="7864" y="283729"/>
                    <a:pt x="4464" y="284701"/>
                  </a:cubicBezTo>
                  <a:cubicBezTo>
                    <a:pt x="1063" y="286158"/>
                    <a:pt x="-395" y="289559"/>
                    <a:pt x="91" y="291988"/>
                  </a:cubicBezTo>
                  <a:cubicBezTo>
                    <a:pt x="577" y="294903"/>
                    <a:pt x="3978" y="297818"/>
                    <a:pt x="7379" y="296847"/>
                  </a:cubicBezTo>
                  <a:cubicBezTo>
                    <a:pt x="11265" y="296847"/>
                    <a:pt x="15152" y="295389"/>
                    <a:pt x="19525" y="293446"/>
                  </a:cubicBezTo>
                  <a:cubicBezTo>
                    <a:pt x="28755" y="289559"/>
                    <a:pt x="37015" y="286644"/>
                    <a:pt x="44788" y="284701"/>
                  </a:cubicBezTo>
                  <a:cubicBezTo>
                    <a:pt x="48675" y="283729"/>
                    <a:pt x="53533" y="282272"/>
                    <a:pt x="58392" y="285187"/>
                  </a:cubicBezTo>
                  <a:cubicBezTo>
                    <a:pt x="59849" y="286158"/>
                    <a:pt x="60335" y="286158"/>
                    <a:pt x="60335" y="286158"/>
                  </a:cubicBezTo>
                  <a:lnTo>
                    <a:pt x="63250" y="285187"/>
                  </a:lnTo>
                  <a:lnTo>
                    <a:pt x="67622" y="286644"/>
                  </a:lnTo>
                  <a:cubicBezTo>
                    <a:pt x="71023" y="288587"/>
                    <a:pt x="71995" y="291502"/>
                    <a:pt x="72481" y="292960"/>
                  </a:cubicBezTo>
                  <a:cubicBezTo>
                    <a:pt x="86084" y="331341"/>
                    <a:pt x="109890" y="361463"/>
                    <a:pt x="144385" y="382840"/>
                  </a:cubicBezTo>
                  <a:cubicBezTo>
                    <a:pt x="150701" y="386727"/>
                    <a:pt x="150701" y="392557"/>
                    <a:pt x="148271" y="396929"/>
                  </a:cubicBezTo>
                  <a:cubicBezTo>
                    <a:pt x="150701" y="403245"/>
                    <a:pt x="148271" y="408589"/>
                    <a:pt x="146814" y="410533"/>
                  </a:cubicBezTo>
                  <a:cubicBezTo>
                    <a:pt x="142927" y="418306"/>
                    <a:pt x="138555" y="426079"/>
                    <a:pt x="131753" y="435310"/>
                  </a:cubicBezTo>
                  <a:cubicBezTo>
                    <a:pt x="128838" y="439197"/>
                    <a:pt x="127380" y="442112"/>
                    <a:pt x="126409" y="445027"/>
                  </a:cubicBezTo>
                  <a:cubicBezTo>
                    <a:pt x="124951" y="448914"/>
                    <a:pt x="126409" y="452800"/>
                    <a:pt x="129324" y="454258"/>
                  </a:cubicBezTo>
                  <a:cubicBezTo>
                    <a:pt x="132239" y="455715"/>
                    <a:pt x="136126" y="454258"/>
                    <a:pt x="138069" y="450371"/>
                  </a:cubicBezTo>
                  <a:cubicBezTo>
                    <a:pt x="139526" y="447942"/>
                    <a:pt x="140984" y="444541"/>
                    <a:pt x="141956" y="440654"/>
                  </a:cubicBezTo>
                  <a:cubicBezTo>
                    <a:pt x="144871" y="430938"/>
                    <a:pt x="147786" y="422193"/>
                    <a:pt x="151672" y="414419"/>
                  </a:cubicBezTo>
                  <a:cubicBezTo>
                    <a:pt x="152644" y="411990"/>
                    <a:pt x="155559" y="406160"/>
                    <a:pt x="162361" y="403731"/>
                  </a:cubicBezTo>
                  <a:cubicBezTo>
                    <a:pt x="163818" y="400330"/>
                    <a:pt x="168191" y="395472"/>
                    <a:pt x="176936" y="398387"/>
                  </a:cubicBezTo>
                  <a:cubicBezTo>
                    <a:pt x="213860" y="411504"/>
                    <a:pt x="251269" y="411504"/>
                    <a:pt x="289164" y="398872"/>
                  </a:cubicBezTo>
                  <a:cubicBezTo>
                    <a:pt x="292079" y="397901"/>
                    <a:pt x="295966" y="396443"/>
                    <a:pt x="300339" y="398872"/>
                  </a:cubicBezTo>
                  <a:cubicBezTo>
                    <a:pt x="302282" y="399844"/>
                    <a:pt x="303739" y="401302"/>
                    <a:pt x="304711" y="403731"/>
                  </a:cubicBezTo>
                  <a:cubicBezTo>
                    <a:pt x="309084" y="405188"/>
                    <a:pt x="311999" y="408103"/>
                    <a:pt x="314428" y="412962"/>
                  </a:cubicBezTo>
                  <a:cubicBezTo>
                    <a:pt x="319286" y="422678"/>
                    <a:pt x="322201" y="432881"/>
                    <a:pt x="324630" y="441140"/>
                  </a:cubicBezTo>
                  <a:cubicBezTo>
                    <a:pt x="326088" y="445999"/>
                    <a:pt x="327545" y="449400"/>
                    <a:pt x="329975" y="451829"/>
                  </a:cubicBezTo>
                  <a:cubicBezTo>
                    <a:pt x="332404" y="454258"/>
                    <a:pt x="335319" y="454744"/>
                    <a:pt x="337748" y="453286"/>
                  </a:cubicBezTo>
                  <a:cubicBezTo>
                    <a:pt x="340177" y="451829"/>
                    <a:pt x="341149" y="448428"/>
                    <a:pt x="340177" y="445513"/>
                  </a:cubicBezTo>
                  <a:cubicBezTo>
                    <a:pt x="339206" y="441626"/>
                    <a:pt x="336776" y="438225"/>
                    <a:pt x="334347" y="434824"/>
                  </a:cubicBezTo>
                  <a:cubicBezTo>
                    <a:pt x="329003" y="427051"/>
                    <a:pt x="324145" y="419763"/>
                    <a:pt x="320258" y="412476"/>
                  </a:cubicBezTo>
                  <a:cubicBezTo>
                    <a:pt x="318800" y="409561"/>
                    <a:pt x="315400" y="403731"/>
                    <a:pt x="317829" y="396443"/>
                  </a:cubicBezTo>
                  <a:cubicBezTo>
                    <a:pt x="315885" y="392071"/>
                    <a:pt x="316371" y="386727"/>
                    <a:pt x="322687" y="382840"/>
                  </a:cubicBezTo>
                  <a:cubicBezTo>
                    <a:pt x="339691" y="372637"/>
                    <a:pt x="354752" y="359034"/>
                    <a:pt x="367384" y="343001"/>
                  </a:cubicBezTo>
                  <a:cubicBezTo>
                    <a:pt x="379044" y="327940"/>
                    <a:pt x="388275" y="311422"/>
                    <a:pt x="394105" y="293446"/>
                  </a:cubicBezTo>
                  <a:cubicBezTo>
                    <a:pt x="396534" y="285672"/>
                    <a:pt x="402850" y="284215"/>
                    <a:pt x="407709" y="285672"/>
                  </a:cubicBezTo>
                  <a:cubicBezTo>
                    <a:pt x="409652" y="283243"/>
                    <a:pt x="414510" y="282272"/>
                    <a:pt x="419369" y="283243"/>
                  </a:cubicBezTo>
                  <a:cubicBezTo>
                    <a:pt x="425199" y="284701"/>
                    <a:pt x="431029" y="286158"/>
                    <a:pt x="436373" y="288102"/>
                  </a:cubicBezTo>
                  <a:cubicBezTo>
                    <a:pt x="440260" y="289559"/>
                    <a:pt x="442689" y="290531"/>
                    <a:pt x="445118" y="291502"/>
                  </a:cubicBezTo>
                  <a:cubicBezTo>
                    <a:pt x="449491" y="293446"/>
                    <a:pt x="453377" y="294903"/>
                    <a:pt x="457750" y="295389"/>
                  </a:cubicBezTo>
                  <a:cubicBezTo>
                    <a:pt x="462122" y="296361"/>
                    <a:pt x="464066" y="294417"/>
                    <a:pt x="465523" y="292474"/>
                  </a:cubicBezTo>
                  <a:cubicBezTo>
                    <a:pt x="466981" y="290531"/>
                    <a:pt x="466981" y="289073"/>
                    <a:pt x="466009" y="287130"/>
                  </a:cubicBezTo>
                  <a:cubicBezTo>
                    <a:pt x="464552" y="284215"/>
                    <a:pt x="462608" y="282757"/>
                    <a:pt x="459207" y="282272"/>
                  </a:cubicBezTo>
                  <a:cubicBezTo>
                    <a:pt x="454349" y="281786"/>
                    <a:pt x="449491" y="281300"/>
                    <a:pt x="444632" y="280814"/>
                  </a:cubicBezTo>
                  <a:close/>
                  <a:moveTo>
                    <a:pt x="246411" y="95710"/>
                  </a:moveTo>
                  <a:cubicBezTo>
                    <a:pt x="249811" y="92795"/>
                    <a:pt x="254184" y="93281"/>
                    <a:pt x="259042" y="94252"/>
                  </a:cubicBezTo>
                  <a:lnTo>
                    <a:pt x="259042" y="94252"/>
                  </a:lnTo>
                  <a:cubicBezTo>
                    <a:pt x="286249" y="99111"/>
                    <a:pt x="311513" y="111743"/>
                    <a:pt x="332890" y="131176"/>
                  </a:cubicBezTo>
                  <a:cubicBezTo>
                    <a:pt x="334347" y="132634"/>
                    <a:pt x="337748" y="135549"/>
                    <a:pt x="337262" y="139921"/>
                  </a:cubicBezTo>
                  <a:cubicBezTo>
                    <a:pt x="337262" y="144294"/>
                    <a:pt x="333376" y="147209"/>
                    <a:pt x="331918" y="148180"/>
                  </a:cubicBezTo>
                  <a:cubicBezTo>
                    <a:pt x="313942" y="160812"/>
                    <a:pt x="296452" y="173444"/>
                    <a:pt x="278476" y="186076"/>
                  </a:cubicBezTo>
                  <a:cubicBezTo>
                    <a:pt x="274103" y="188991"/>
                    <a:pt x="269731" y="190448"/>
                    <a:pt x="265358" y="190448"/>
                  </a:cubicBezTo>
                  <a:cubicBezTo>
                    <a:pt x="262443" y="190448"/>
                    <a:pt x="260014" y="189962"/>
                    <a:pt x="257099" y="188505"/>
                  </a:cubicBezTo>
                  <a:cubicBezTo>
                    <a:pt x="250297" y="185590"/>
                    <a:pt x="246411" y="179274"/>
                    <a:pt x="245925" y="170529"/>
                  </a:cubicBezTo>
                  <a:lnTo>
                    <a:pt x="242524" y="108828"/>
                  </a:lnTo>
                  <a:cubicBezTo>
                    <a:pt x="242524" y="102998"/>
                    <a:pt x="242524" y="98625"/>
                    <a:pt x="245925" y="95710"/>
                  </a:cubicBezTo>
                  <a:close/>
                  <a:moveTo>
                    <a:pt x="249326" y="207938"/>
                  </a:moveTo>
                  <a:lnTo>
                    <a:pt x="269245" y="233202"/>
                  </a:lnTo>
                  <a:lnTo>
                    <a:pt x="262443" y="264781"/>
                  </a:lnTo>
                  <a:lnTo>
                    <a:pt x="233293" y="278871"/>
                  </a:lnTo>
                  <a:lnTo>
                    <a:pt x="204143" y="264781"/>
                  </a:lnTo>
                  <a:lnTo>
                    <a:pt x="196855" y="233202"/>
                  </a:lnTo>
                  <a:lnTo>
                    <a:pt x="216775" y="207938"/>
                  </a:lnTo>
                  <a:lnTo>
                    <a:pt x="249326" y="207938"/>
                  </a:lnTo>
                  <a:close/>
                  <a:moveTo>
                    <a:pt x="130781" y="132148"/>
                  </a:moveTo>
                  <a:lnTo>
                    <a:pt x="136126" y="137492"/>
                  </a:lnTo>
                  <a:lnTo>
                    <a:pt x="131267" y="132148"/>
                  </a:lnTo>
                  <a:cubicBezTo>
                    <a:pt x="152158" y="112714"/>
                    <a:pt x="176936" y="100568"/>
                    <a:pt x="204629" y="95224"/>
                  </a:cubicBezTo>
                  <a:cubicBezTo>
                    <a:pt x="206572" y="95224"/>
                    <a:pt x="208029" y="94738"/>
                    <a:pt x="209001" y="94252"/>
                  </a:cubicBezTo>
                  <a:cubicBezTo>
                    <a:pt x="212888" y="93767"/>
                    <a:pt x="216289" y="93281"/>
                    <a:pt x="219690" y="96196"/>
                  </a:cubicBezTo>
                  <a:cubicBezTo>
                    <a:pt x="223090" y="99111"/>
                    <a:pt x="222605" y="102998"/>
                    <a:pt x="222605" y="106398"/>
                  </a:cubicBezTo>
                  <a:lnTo>
                    <a:pt x="221633" y="124374"/>
                  </a:lnTo>
                  <a:cubicBezTo>
                    <a:pt x="220661" y="140407"/>
                    <a:pt x="219690" y="156925"/>
                    <a:pt x="218718" y="172958"/>
                  </a:cubicBezTo>
                  <a:cubicBezTo>
                    <a:pt x="218718" y="180246"/>
                    <a:pt x="214345" y="186076"/>
                    <a:pt x="208029" y="188991"/>
                  </a:cubicBezTo>
                  <a:cubicBezTo>
                    <a:pt x="205600" y="190448"/>
                    <a:pt x="202685" y="190934"/>
                    <a:pt x="199770" y="190934"/>
                  </a:cubicBezTo>
                  <a:cubicBezTo>
                    <a:pt x="195884" y="190934"/>
                    <a:pt x="191997" y="189477"/>
                    <a:pt x="188596" y="187533"/>
                  </a:cubicBezTo>
                  <a:cubicBezTo>
                    <a:pt x="179365" y="180731"/>
                    <a:pt x="169648" y="174416"/>
                    <a:pt x="160417" y="167614"/>
                  </a:cubicBezTo>
                  <a:cubicBezTo>
                    <a:pt x="151187" y="160812"/>
                    <a:pt x="141470" y="154496"/>
                    <a:pt x="132239" y="147695"/>
                  </a:cubicBezTo>
                  <a:cubicBezTo>
                    <a:pt x="129324" y="145751"/>
                    <a:pt x="127866" y="143322"/>
                    <a:pt x="127380" y="140407"/>
                  </a:cubicBezTo>
                  <a:cubicBezTo>
                    <a:pt x="127380" y="136034"/>
                    <a:pt x="129810" y="133605"/>
                    <a:pt x="131267" y="132634"/>
                  </a:cubicBezTo>
                  <a:close/>
                  <a:moveTo>
                    <a:pt x="85113" y="256522"/>
                  </a:moveTo>
                  <a:cubicBezTo>
                    <a:pt x="83169" y="246805"/>
                    <a:pt x="83655" y="237574"/>
                    <a:pt x="84141" y="229801"/>
                  </a:cubicBezTo>
                  <a:cubicBezTo>
                    <a:pt x="85598" y="206967"/>
                    <a:pt x="92400" y="185590"/>
                    <a:pt x="103574" y="166156"/>
                  </a:cubicBezTo>
                  <a:cubicBezTo>
                    <a:pt x="104546" y="164699"/>
                    <a:pt x="106489" y="160812"/>
                    <a:pt x="110862" y="160326"/>
                  </a:cubicBezTo>
                  <a:cubicBezTo>
                    <a:pt x="115235" y="159841"/>
                    <a:pt x="118150" y="162270"/>
                    <a:pt x="119607" y="163241"/>
                  </a:cubicBezTo>
                  <a:cubicBezTo>
                    <a:pt x="136126" y="178302"/>
                    <a:pt x="152644" y="192877"/>
                    <a:pt x="169162" y="207453"/>
                  </a:cubicBezTo>
                  <a:cubicBezTo>
                    <a:pt x="175964" y="213283"/>
                    <a:pt x="178393" y="220084"/>
                    <a:pt x="176450" y="227858"/>
                  </a:cubicBezTo>
                  <a:cubicBezTo>
                    <a:pt x="174021" y="239032"/>
                    <a:pt x="164304" y="241461"/>
                    <a:pt x="160903" y="242433"/>
                  </a:cubicBezTo>
                  <a:cubicBezTo>
                    <a:pt x="144871" y="246805"/>
                    <a:pt x="128838" y="251664"/>
                    <a:pt x="112320" y="256522"/>
                  </a:cubicBezTo>
                  <a:lnTo>
                    <a:pt x="86570" y="263810"/>
                  </a:lnTo>
                  <a:lnTo>
                    <a:pt x="85113" y="256036"/>
                  </a:lnTo>
                  <a:close/>
                  <a:moveTo>
                    <a:pt x="164790" y="358062"/>
                  </a:moveTo>
                  <a:cubicBezTo>
                    <a:pt x="164790" y="358062"/>
                    <a:pt x="162361" y="363892"/>
                    <a:pt x="157988" y="365350"/>
                  </a:cubicBezTo>
                  <a:cubicBezTo>
                    <a:pt x="157017" y="365350"/>
                    <a:pt x="156045" y="365350"/>
                    <a:pt x="155559" y="365350"/>
                  </a:cubicBezTo>
                  <a:cubicBezTo>
                    <a:pt x="152158" y="365350"/>
                    <a:pt x="149729" y="363406"/>
                    <a:pt x="148271" y="362435"/>
                  </a:cubicBezTo>
                  <a:cubicBezTo>
                    <a:pt x="123980" y="345430"/>
                    <a:pt x="105518" y="322596"/>
                    <a:pt x="94344" y="294903"/>
                  </a:cubicBezTo>
                  <a:cubicBezTo>
                    <a:pt x="93372" y="292960"/>
                    <a:pt x="91914" y="289073"/>
                    <a:pt x="94344" y="285672"/>
                  </a:cubicBezTo>
                  <a:cubicBezTo>
                    <a:pt x="95801" y="283243"/>
                    <a:pt x="98230" y="281300"/>
                    <a:pt x="102117" y="280814"/>
                  </a:cubicBezTo>
                  <a:cubicBezTo>
                    <a:pt x="119121" y="277899"/>
                    <a:pt x="136611" y="274984"/>
                    <a:pt x="153616" y="272069"/>
                  </a:cubicBezTo>
                  <a:lnTo>
                    <a:pt x="172563" y="269154"/>
                  </a:lnTo>
                  <a:cubicBezTo>
                    <a:pt x="178393" y="268668"/>
                    <a:pt x="183738" y="271583"/>
                    <a:pt x="187624" y="275956"/>
                  </a:cubicBezTo>
                  <a:cubicBezTo>
                    <a:pt x="191511" y="280328"/>
                    <a:pt x="192969" y="286158"/>
                    <a:pt x="191997" y="291988"/>
                  </a:cubicBezTo>
                  <a:lnTo>
                    <a:pt x="191997" y="291988"/>
                  </a:lnTo>
                  <a:cubicBezTo>
                    <a:pt x="191997" y="291988"/>
                    <a:pt x="190539" y="296361"/>
                    <a:pt x="190053" y="298790"/>
                  </a:cubicBezTo>
                  <a:lnTo>
                    <a:pt x="182766" y="316766"/>
                  </a:lnTo>
                  <a:cubicBezTo>
                    <a:pt x="176936" y="330369"/>
                    <a:pt x="171592" y="343973"/>
                    <a:pt x="165762" y="358062"/>
                  </a:cubicBezTo>
                  <a:close/>
                  <a:moveTo>
                    <a:pt x="283820" y="377010"/>
                  </a:moveTo>
                  <a:cubicBezTo>
                    <a:pt x="281877" y="381382"/>
                    <a:pt x="277504" y="382840"/>
                    <a:pt x="276047" y="383326"/>
                  </a:cubicBezTo>
                  <a:cubicBezTo>
                    <a:pt x="261472" y="387212"/>
                    <a:pt x="247382" y="389642"/>
                    <a:pt x="232807" y="389642"/>
                  </a:cubicBezTo>
                  <a:cubicBezTo>
                    <a:pt x="217746" y="389642"/>
                    <a:pt x="203171" y="387212"/>
                    <a:pt x="188596" y="382840"/>
                  </a:cubicBezTo>
                  <a:cubicBezTo>
                    <a:pt x="187138" y="382840"/>
                    <a:pt x="183252" y="381382"/>
                    <a:pt x="181308" y="377010"/>
                  </a:cubicBezTo>
                  <a:cubicBezTo>
                    <a:pt x="179851" y="373123"/>
                    <a:pt x="181308" y="369236"/>
                    <a:pt x="182280" y="367779"/>
                  </a:cubicBezTo>
                  <a:cubicBezTo>
                    <a:pt x="189082" y="355633"/>
                    <a:pt x="195398" y="343973"/>
                    <a:pt x="202199" y="331827"/>
                  </a:cubicBezTo>
                  <a:lnTo>
                    <a:pt x="214831" y="308993"/>
                  </a:lnTo>
                  <a:cubicBezTo>
                    <a:pt x="218718" y="302191"/>
                    <a:pt x="225034" y="298304"/>
                    <a:pt x="231836" y="298304"/>
                  </a:cubicBezTo>
                  <a:lnTo>
                    <a:pt x="231836" y="298304"/>
                  </a:lnTo>
                  <a:cubicBezTo>
                    <a:pt x="238637" y="298304"/>
                    <a:pt x="244953" y="302191"/>
                    <a:pt x="248840" y="308993"/>
                  </a:cubicBezTo>
                  <a:cubicBezTo>
                    <a:pt x="254670" y="318709"/>
                    <a:pt x="260014" y="328912"/>
                    <a:pt x="265358" y="338629"/>
                  </a:cubicBezTo>
                  <a:lnTo>
                    <a:pt x="274589" y="355633"/>
                  </a:lnTo>
                  <a:cubicBezTo>
                    <a:pt x="276533" y="359520"/>
                    <a:pt x="278962" y="363406"/>
                    <a:pt x="280905" y="367293"/>
                  </a:cubicBezTo>
                  <a:cubicBezTo>
                    <a:pt x="281877" y="368751"/>
                    <a:pt x="284306" y="372637"/>
                    <a:pt x="282363" y="377010"/>
                  </a:cubicBezTo>
                  <a:close/>
                  <a:moveTo>
                    <a:pt x="371757" y="294417"/>
                  </a:moveTo>
                  <a:cubicBezTo>
                    <a:pt x="360582" y="323082"/>
                    <a:pt x="341635" y="346402"/>
                    <a:pt x="316857" y="363892"/>
                  </a:cubicBezTo>
                  <a:cubicBezTo>
                    <a:pt x="315885" y="364378"/>
                    <a:pt x="313456" y="366321"/>
                    <a:pt x="310541" y="366321"/>
                  </a:cubicBezTo>
                  <a:cubicBezTo>
                    <a:pt x="309569" y="366321"/>
                    <a:pt x="309084" y="366321"/>
                    <a:pt x="308112" y="366321"/>
                  </a:cubicBezTo>
                  <a:cubicBezTo>
                    <a:pt x="303739" y="364864"/>
                    <a:pt x="302282" y="360977"/>
                    <a:pt x="301796" y="360005"/>
                  </a:cubicBezTo>
                  <a:cubicBezTo>
                    <a:pt x="294994" y="343487"/>
                    <a:pt x="288193" y="326969"/>
                    <a:pt x="281391" y="310450"/>
                  </a:cubicBezTo>
                  <a:lnTo>
                    <a:pt x="275561" y="296361"/>
                  </a:lnTo>
                  <a:cubicBezTo>
                    <a:pt x="275561" y="296361"/>
                    <a:pt x="273618" y="291017"/>
                    <a:pt x="274103" y="287616"/>
                  </a:cubicBezTo>
                  <a:cubicBezTo>
                    <a:pt x="274103" y="282757"/>
                    <a:pt x="276533" y="277413"/>
                    <a:pt x="280905" y="273526"/>
                  </a:cubicBezTo>
                  <a:cubicBezTo>
                    <a:pt x="285278" y="270126"/>
                    <a:pt x="290622" y="268668"/>
                    <a:pt x="296452" y="269640"/>
                  </a:cubicBezTo>
                  <a:lnTo>
                    <a:pt x="363983" y="281300"/>
                  </a:lnTo>
                  <a:cubicBezTo>
                    <a:pt x="363983" y="281300"/>
                    <a:pt x="369328" y="282272"/>
                    <a:pt x="371757" y="286158"/>
                  </a:cubicBezTo>
                  <a:cubicBezTo>
                    <a:pt x="373214" y="288587"/>
                    <a:pt x="373214" y="291502"/>
                    <a:pt x="371757" y="294903"/>
                  </a:cubicBezTo>
                  <a:lnTo>
                    <a:pt x="371757" y="294903"/>
                  </a:lnTo>
                  <a:close/>
                  <a:moveTo>
                    <a:pt x="380988" y="253121"/>
                  </a:moveTo>
                  <a:cubicBezTo>
                    <a:pt x="380988" y="256522"/>
                    <a:pt x="379530" y="258951"/>
                    <a:pt x="377101" y="260409"/>
                  </a:cubicBezTo>
                  <a:cubicBezTo>
                    <a:pt x="375643" y="261380"/>
                    <a:pt x="373700" y="261866"/>
                    <a:pt x="372242" y="261866"/>
                  </a:cubicBezTo>
                  <a:cubicBezTo>
                    <a:pt x="370785" y="261866"/>
                    <a:pt x="369328" y="261866"/>
                    <a:pt x="368842" y="261380"/>
                  </a:cubicBezTo>
                  <a:lnTo>
                    <a:pt x="347465" y="255065"/>
                  </a:lnTo>
                  <a:cubicBezTo>
                    <a:pt x="332404" y="250692"/>
                    <a:pt x="317829" y="246320"/>
                    <a:pt x="302768" y="241947"/>
                  </a:cubicBezTo>
                  <a:cubicBezTo>
                    <a:pt x="295480" y="240004"/>
                    <a:pt x="290136" y="234659"/>
                    <a:pt x="288678" y="227858"/>
                  </a:cubicBezTo>
                  <a:cubicBezTo>
                    <a:pt x="287221" y="221056"/>
                    <a:pt x="289650" y="213768"/>
                    <a:pt x="295480" y="208910"/>
                  </a:cubicBezTo>
                  <a:lnTo>
                    <a:pt x="346007" y="163727"/>
                  </a:lnTo>
                  <a:cubicBezTo>
                    <a:pt x="346007" y="163727"/>
                    <a:pt x="350380" y="159841"/>
                    <a:pt x="354752" y="160812"/>
                  </a:cubicBezTo>
                  <a:cubicBezTo>
                    <a:pt x="359125" y="161298"/>
                    <a:pt x="361068" y="165185"/>
                    <a:pt x="362040" y="166642"/>
                  </a:cubicBezTo>
                  <a:cubicBezTo>
                    <a:pt x="373214" y="186076"/>
                    <a:pt x="380016" y="206967"/>
                    <a:pt x="381473" y="228829"/>
                  </a:cubicBezTo>
                  <a:cubicBezTo>
                    <a:pt x="381473" y="234174"/>
                    <a:pt x="382445" y="238060"/>
                    <a:pt x="381959" y="241947"/>
                  </a:cubicBezTo>
                  <a:cubicBezTo>
                    <a:pt x="381959" y="246320"/>
                    <a:pt x="381959" y="249720"/>
                    <a:pt x="381473" y="253607"/>
                  </a:cubicBez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32" name="Google Shape;1932;p11"/>
            <p:cNvSpPr/>
            <p:nvPr/>
          </p:nvSpPr>
          <p:spPr>
            <a:xfrm>
              <a:off x="624431" y="1107698"/>
              <a:ext cx="682601" cy="664625"/>
            </a:xfrm>
            <a:custGeom>
              <a:avLst/>
              <a:gdLst/>
              <a:ahLst/>
              <a:cxnLst/>
              <a:rect l="l" t="t" r="r" b="b"/>
              <a:pathLst>
                <a:path w="682601" h="664625" extrusionOk="0">
                  <a:moveTo>
                    <a:pt x="614584" y="131662"/>
                  </a:moveTo>
                  <a:lnTo>
                    <a:pt x="341058" y="0"/>
                  </a:lnTo>
                  <a:lnTo>
                    <a:pt x="67531" y="131662"/>
                  </a:lnTo>
                  <a:lnTo>
                    <a:pt x="0" y="427537"/>
                  </a:lnTo>
                  <a:lnTo>
                    <a:pt x="189477" y="664626"/>
                  </a:lnTo>
                  <a:lnTo>
                    <a:pt x="493125" y="664626"/>
                  </a:lnTo>
                  <a:lnTo>
                    <a:pt x="682601" y="427537"/>
                  </a:lnTo>
                  <a:lnTo>
                    <a:pt x="615070" y="131662"/>
                  </a:lnTo>
                  <a:close/>
                  <a:moveTo>
                    <a:pt x="584462" y="407618"/>
                  </a:moveTo>
                  <a:cubicBezTo>
                    <a:pt x="579118" y="413933"/>
                    <a:pt x="571831" y="416848"/>
                    <a:pt x="563085" y="415877"/>
                  </a:cubicBezTo>
                  <a:cubicBezTo>
                    <a:pt x="557255" y="414905"/>
                    <a:pt x="551911" y="412962"/>
                    <a:pt x="547053" y="411018"/>
                  </a:cubicBezTo>
                  <a:cubicBezTo>
                    <a:pt x="544624" y="410047"/>
                    <a:pt x="542680" y="409075"/>
                    <a:pt x="540251" y="408103"/>
                  </a:cubicBezTo>
                  <a:cubicBezTo>
                    <a:pt x="533935" y="406160"/>
                    <a:pt x="529077" y="404217"/>
                    <a:pt x="523733" y="403245"/>
                  </a:cubicBezTo>
                  <a:cubicBezTo>
                    <a:pt x="519846" y="405188"/>
                    <a:pt x="516931" y="405674"/>
                    <a:pt x="514988" y="405674"/>
                  </a:cubicBezTo>
                  <a:cubicBezTo>
                    <a:pt x="508186" y="424136"/>
                    <a:pt x="498955" y="441626"/>
                    <a:pt x="486809" y="457173"/>
                  </a:cubicBezTo>
                  <a:cubicBezTo>
                    <a:pt x="473691" y="474177"/>
                    <a:pt x="458145" y="488267"/>
                    <a:pt x="440654" y="498955"/>
                  </a:cubicBezTo>
                  <a:cubicBezTo>
                    <a:pt x="441140" y="501870"/>
                    <a:pt x="440654" y="504299"/>
                    <a:pt x="440169" y="505757"/>
                  </a:cubicBezTo>
                  <a:cubicBezTo>
                    <a:pt x="440169" y="506728"/>
                    <a:pt x="439683" y="507700"/>
                    <a:pt x="441626" y="511101"/>
                  </a:cubicBezTo>
                  <a:cubicBezTo>
                    <a:pt x="445027" y="517903"/>
                    <a:pt x="449400" y="524704"/>
                    <a:pt x="454258" y="531992"/>
                  </a:cubicBezTo>
                  <a:cubicBezTo>
                    <a:pt x="457173" y="536364"/>
                    <a:pt x="460574" y="541223"/>
                    <a:pt x="462031" y="547539"/>
                  </a:cubicBezTo>
                  <a:cubicBezTo>
                    <a:pt x="464461" y="557255"/>
                    <a:pt x="460574" y="566972"/>
                    <a:pt x="452315" y="571831"/>
                  </a:cubicBezTo>
                  <a:cubicBezTo>
                    <a:pt x="444055" y="576689"/>
                    <a:pt x="433853" y="574746"/>
                    <a:pt x="426565" y="567458"/>
                  </a:cubicBezTo>
                  <a:cubicBezTo>
                    <a:pt x="421707" y="562114"/>
                    <a:pt x="419763" y="556284"/>
                    <a:pt x="417820" y="550454"/>
                  </a:cubicBezTo>
                  <a:cubicBezTo>
                    <a:pt x="415391" y="542680"/>
                    <a:pt x="412476" y="532964"/>
                    <a:pt x="408103" y="524218"/>
                  </a:cubicBezTo>
                  <a:cubicBezTo>
                    <a:pt x="407132" y="522275"/>
                    <a:pt x="406646" y="522275"/>
                    <a:pt x="406160" y="522275"/>
                  </a:cubicBezTo>
                  <a:cubicBezTo>
                    <a:pt x="402759" y="521303"/>
                    <a:pt x="400816" y="519846"/>
                    <a:pt x="399844" y="518388"/>
                  </a:cubicBezTo>
                  <a:cubicBezTo>
                    <a:pt x="360005" y="531506"/>
                    <a:pt x="320167" y="531506"/>
                    <a:pt x="280814" y="518388"/>
                  </a:cubicBezTo>
                  <a:cubicBezTo>
                    <a:pt x="278871" y="521303"/>
                    <a:pt x="275956" y="522275"/>
                    <a:pt x="274498" y="522761"/>
                  </a:cubicBezTo>
                  <a:cubicBezTo>
                    <a:pt x="274012" y="522761"/>
                    <a:pt x="273526" y="522761"/>
                    <a:pt x="272069" y="526162"/>
                  </a:cubicBezTo>
                  <a:cubicBezTo>
                    <a:pt x="268668" y="533449"/>
                    <a:pt x="265753" y="541709"/>
                    <a:pt x="263324" y="550454"/>
                  </a:cubicBezTo>
                  <a:cubicBezTo>
                    <a:pt x="261866" y="555312"/>
                    <a:pt x="259923" y="559685"/>
                    <a:pt x="257980" y="563571"/>
                  </a:cubicBezTo>
                  <a:cubicBezTo>
                    <a:pt x="253607" y="570859"/>
                    <a:pt x="246320" y="574746"/>
                    <a:pt x="239032" y="574746"/>
                  </a:cubicBezTo>
                  <a:cubicBezTo>
                    <a:pt x="236117" y="574746"/>
                    <a:pt x="233202" y="574260"/>
                    <a:pt x="230287" y="572802"/>
                  </a:cubicBezTo>
                  <a:cubicBezTo>
                    <a:pt x="220570" y="567944"/>
                    <a:pt x="216198" y="556284"/>
                    <a:pt x="220084" y="545595"/>
                  </a:cubicBezTo>
                  <a:cubicBezTo>
                    <a:pt x="222028" y="540251"/>
                    <a:pt x="224943" y="535879"/>
                    <a:pt x="227372" y="532478"/>
                  </a:cubicBezTo>
                  <a:cubicBezTo>
                    <a:pt x="233202" y="524218"/>
                    <a:pt x="237574" y="516931"/>
                    <a:pt x="240975" y="510129"/>
                  </a:cubicBezTo>
                  <a:cubicBezTo>
                    <a:pt x="241947" y="508186"/>
                    <a:pt x="241947" y="507700"/>
                    <a:pt x="241461" y="507214"/>
                  </a:cubicBezTo>
                  <a:cubicBezTo>
                    <a:pt x="240004" y="504299"/>
                    <a:pt x="240004" y="501384"/>
                    <a:pt x="240975" y="498955"/>
                  </a:cubicBezTo>
                  <a:cubicBezTo>
                    <a:pt x="205995" y="476121"/>
                    <a:pt x="181217" y="445027"/>
                    <a:pt x="166642" y="406160"/>
                  </a:cubicBezTo>
                  <a:cubicBezTo>
                    <a:pt x="163241" y="406160"/>
                    <a:pt x="160326" y="404703"/>
                    <a:pt x="157897" y="403245"/>
                  </a:cubicBezTo>
                  <a:cubicBezTo>
                    <a:pt x="157897" y="403245"/>
                    <a:pt x="156440" y="403245"/>
                    <a:pt x="155468" y="403731"/>
                  </a:cubicBezTo>
                  <a:cubicBezTo>
                    <a:pt x="147209" y="405674"/>
                    <a:pt x="139921" y="408103"/>
                    <a:pt x="131176" y="411990"/>
                  </a:cubicBezTo>
                  <a:cubicBezTo>
                    <a:pt x="125832" y="414419"/>
                    <a:pt x="120002" y="416363"/>
                    <a:pt x="113200" y="416363"/>
                  </a:cubicBezTo>
                  <a:cubicBezTo>
                    <a:pt x="102512" y="416363"/>
                    <a:pt x="93767" y="409561"/>
                    <a:pt x="91823" y="399844"/>
                  </a:cubicBezTo>
                  <a:cubicBezTo>
                    <a:pt x="89880" y="390127"/>
                    <a:pt x="95710" y="379925"/>
                    <a:pt x="104941" y="376038"/>
                  </a:cubicBezTo>
                  <a:cubicBezTo>
                    <a:pt x="109799" y="374095"/>
                    <a:pt x="114658" y="373123"/>
                    <a:pt x="120974" y="372637"/>
                  </a:cubicBezTo>
                  <a:cubicBezTo>
                    <a:pt x="129719" y="372637"/>
                    <a:pt x="138464" y="371180"/>
                    <a:pt x="146723" y="369236"/>
                  </a:cubicBezTo>
                  <a:cubicBezTo>
                    <a:pt x="149638" y="368751"/>
                    <a:pt x="150124" y="368265"/>
                    <a:pt x="150124" y="367779"/>
                  </a:cubicBezTo>
                  <a:cubicBezTo>
                    <a:pt x="151095" y="365836"/>
                    <a:pt x="152553" y="363892"/>
                    <a:pt x="155468" y="362435"/>
                  </a:cubicBezTo>
                  <a:cubicBezTo>
                    <a:pt x="151095" y="321138"/>
                    <a:pt x="159840" y="282271"/>
                    <a:pt x="181703" y="246320"/>
                  </a:cubicBezTo>
                  <a:cubicBezTo>
                    <a:pt x="180246" y="244376"/>
                    <a:pt x="179274" y="241947"/>
                    <a:pt x="179274" y="239518"/>
                  </a:cubicBezTo>
                  <a:cubicBezTo>
                    <a:pt x="179274" y="238546"/>
                    <a:pt x="179274" y="238060"/>
                    <a:pt x="175873" y="235631"/>
                  </a:cubicBezTo>
                  <a:cubicBezTo>
                    <a:pt x="170043" y="231259"/>
                    <a:pt x="163241" y="226886"/>
                    <a:pt x="155954" y="222999"/>
                  </a:cubicBezTo>
                  <a:cubicBezTo>
                    <a:pt x="151581" y="220570"/>
                    <a:pt x="146723" y="217655"/>
                    <a:pt x="142350" y="213283"/>
                  </a:cubicBezTo>
                  <a:cubicBezTo>
                    <a:pt x="134577" y="205509"/>
                    <a:pt x="133119" y="193363"/>
                    <a:pt x="139921" y="185104"/>
                  </a:cubicBezTo>
                  <a:cubicBezTo>
                    <a:pt x="146237" y="176359"/>
                    <a:pt x="158383" y="174416"/>
                    <a:pt x="168100" y="180246"/>
                  </a:cubicBezTo>
                  <a:cubicBezTo>
                    <a:pt x="173444" y="183161"/>
                    <a:pt x="177331" y="187533"/>
                    <a:pt x="181217" y="191906"/>
                  </a:cubicBezTo>
                  <a:cubicBezTo>
                    <a:pt x="187533" y="199193"/>
                    <a:pt x="193363" y="204538"/>
                    <a:pt x="199193" y="208910"/>
                  </a:cubicBezTo>
                  <a:cubicBezTo>
                    <a:pt x="199193" y="208910"/>
                    <a:pt x="200651" y="210368"/>
                    <a:pt x="201137" y="209882"/>
                  </a:cubicBezTo>
                  <a:cubicBezTo>
                    <a:pt x="204052" y="208910"/>
                    <a:pt x="206481" y="209882"/>
                    <a:pt x="208910" y="210853"/>
                  </a:cubicBezTo>
                  <a:cubicBezTo>
                    <a:pt x="239518" y="181217"/>
                    <a:pt x="274984" y="164213"/>
                    <a:pt x="316280" y="159355"/>
                  </a:cubicBezTo>
                  <a:cubicBezTo>
                    <a:pt x="316280" y="159355"/>
                    <a:pt x="316280" y="159355"/>
                    <a:pt x="316280" y="159355"/>
                  </a:cubicBezTo>
                  <a:cubicBezTo>
                    <a:pt x="316766" y="156925"/>
                    <a:pt x="318709" y="154010"/>
                    <a:pt x="320653" y="152067"/>
                  </a:cubicBezTo>
                  <a:cubicBezTo>
                    <a:pt x="320653" y="152067"/>
                    <a:pt x="320653" y="152067"/>
                    <a:pt x="320653" y="150610"/>
                  </a:cubicBezTo>
                  <a:cubicBezTo>
                    <a:pt x="320653" y="141379"/>
                    <a:pt x="319195" y="132148"/>
                    <a:pt x="317738" y="123889"/>
                  </a:cubicBezTo>
                  <a:cubicBezTo>
                    <a:pt x="316766" y="118058"/>
                    <a:pt x="316766" y="113200"/>
                    <a:pt x="317252" y="108828"/>
                  </a:cubicBezTo>
                  <a:cubicBezTo>
                    <a:pt x="318709" y="97167"/>
                    <a:pt x="327454" y="88908"/>
                    <a:pt x="339114" y="89394"/>
                  </a:cubicBezTo>
                  <a:cubicBezTo>
                    <a:pt x="348831" y="89394"/>
                    <a:pt x="357090" y="97653"/>
                    <a:pt x="358548" y="107370"/>
                  </a:cubicBezTo>
                  <a:lnTo>
                    <a:pt x="360977" y="107370"/>
                  </a:lnTo>
                  <a:lnTo>
                    <a:pt x="358062" y="122431"/>
                  </a:lnTo>
                  <a:cubicBezTo>
                    <a:pt x="357576" y="128261"/>
                    <a:pt x="356605" y="134091"/>
                    <a:pt x="355633" y="139921"/>
                  </a:cubicBezTo>
                  <a:cubicBezTo>
                    <a:pt x="355633" y="143322"/>
                    <a:pt x="355633" y="146723"/>
                    <a:pt x="355633" y="150124"/>
                  </a:cubicBezTo>
                  <a:lnTo>
                    <a:pt x="355633" y="152553"/>
                  </a:lnTo>
                  <a:cubicBezTo>
                    <a:pt x="355633" y="152553"/>
                    <a:pt x="359034" y="155954"/>
                    <a:pt x="360005" y="159840"/>
                  </a:cubicBezTo>
                  <a:cubicBezTo>
                    <a:pt x="374095" y="161784"/>
                    <a:pt x="385755" y="164213"/>
                    <a:pt x="396443" y="168100"/>
                  </a:cubicBezTo>
                  <a:cubicBezTo>
                    <a:pt x="423164" y="177331"/>
                    <a:pt x="446970" y="191906"/>
                    <a:pt x="467376" y="211339"/>
                  </a:cubicBezTo>
                  <a:cubicBezTo>
                    <a:pt x="469805" y="209882"/>
                    <a:pt x="472234" y="209396"/>
                    <a:pt x="475149" y="209882"/>
                  </a:cubicBezTo>
                  <a:cubicBezTo>
                    <a:pt x="475149" y="209882"/>
                    <a:pt x="476121" y="209882"/>
                    <a:pt x="478550" y="207938"/>
                  </a:cubicBezTo>
                  <a:cubicBezTo>
                    <a:pt x="484380" y="203080"/>
                    <a:pt x="490210" y="197250"/>
                    <a:pt x="496040" y="190934"/>
                  </a:cubicBezTo>
                  <a:cubicBezTo>
                    <a:pt x="499441" y="187047"/>
                    <a:pt x="503328" y="182675"/>
                    <a:pt x="508672" y="179760"/>
                  </a:cubicBezTo>
                  <a:cubicBezTo>
                    <a:pt x="514988" y="175873"/>
                    <a:pt x="522761" y="175387"/>
                    <a:pt x="529563" y="178302"/>
                  </a:cubicBezTo>
                  <a:cubicBezTo>
                    <a:pt x="535393" y="181217"/>
                    <a:pt x="539765" y="186562"/>
                    <a:pt x="541223" y="193363"/>
                  </a:cubicBezTo>
                  <a:cubicBezTo>
                    <a:pt x="542195" y="198707"/>
                    <a:pt x="541223" y="205995"/>
                    <a:pt x="533935" y="213768"/>
                  </a:cubicBezTo>
                  <a:cubicBezTo>
                    <a:pt x="530049" y="217655"/>
                    <a:pt x="525190" y="220570"/>
                    <a:pt x="520818" y="222513"/>
                  </a:cubicBezTo>
                  <a:cubicBezTo>
                    <a:pt x="512073" y="227372"/>
                    <a:pt x="505271" y="231744"/>
                    <a:pt x="499927" y="236603"/>
                  </a:cubicBezTo>
                  <a:cubicBezTo>
                    <a:pt x="498469" y="238060"/>
                    <a:pt x="498469" y="238546"/>
                    <a:pt x="498469" y="239032"/>
                  </a:cubicBezTo>
                  <a:cubicBezTo>
                    <a:pt x="498469" y="241947"/>
                    <a:pt x="497497" y="244376"/>
                    <a:pt x="495554" y="246320"/>
                  </a:cubicBezTo>
                  <a:cubicBezTo>
                    <a:pt x="512073" y="273526"/>
                    <a:pt x="521303" y="302677"/>
                    <a:pt x="523247" y="333770"/>
                  </a:cubicBezTo>
                  <a:cubicBezTo>
                    <a:pt x="523733" y="343001"/>
                    <a:pt x="523247" y="352232"/>
                    <a:pt x="522275" y="361949"/>
                  </a:cubicBezTo>
                  <a:cubicBezTo>
                    <a:pt x="525190" y="362921"/>
                    <a:pt x="526162" y="365350"/>
                    <a:pt x="527134" y="366321"/>
                  </a:cubicBezTo>
                  <a:cubicBezTo>
                    <a:pt x="528105" y="368265"/>
                    <a:pt x="529563" y="368751"/>
                    <a:pt x="534907" y="369236"/>
                  </a:cubicBezTo>
                  <a:cubicBezTo>
                    <a:pt x="541709" y="370208"/>
                    <a:pt x="546567" y="370694"/>
                    <a:pt x="551911" y="371180"/>
                  </a:cubicBezTo>
                  <a:cubicBezTo>
                    <a:pt x="556770" y="371666"/>
                    <a:pt x="561628" y="372151"/>
                    <a:pt x="566972" y="373123"/>
                  </a:cubicBezTo>
                  <a:cubicBezTo>
                    <a:pt x="575231" y="374095"/>
                    <a:pt x="581547" y="378953"/>
                    <a:pt x="584948" y="386241"/>
                  </a:cubicBezTo>
                  <a:lnTo>
                    <a:pt x="584948" y="386241"/>
                  </a:lnTo>
                  <a:cubicBezTo>
                    <a:pt x="588349" y="393528"/>
                    <a:pt x="587377" y="400816"/>
                    <a:pt x="582519" y="407132"/>
                  </a:cubicBez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33" name="Google Shape;1933;p11"/>
            <p:cNvSpPr/>
            <p:nvPr/>
          </p:nvSpPr>
          <p:spPr>
            <a:xfrm>
              <a:off x="1099094" y="1462359"/>
              <a:ext cx="7287" cy="485"/>
            </a:xfrm>
            <a:custGeom>
              <a:avLst/>
              <a:gdLst/>
              <a:ahLst/>
              <a:cxnLst/>
              <a:rect l="l" t="t" r="r" b="b"/>
              <a:pathLst>
                <a:path w="7287" h="485" extrusionOk="0">
                  <a:moveTo>
                    <a:pt x="0" y="0"/>
                  </a:moveTo>
                  <a:lnTo>
                    <a:pt x="7288" y="486"/>
                  </a:lnTo>
                  <a:lnTo>
                    <a:pt x="0" y="0"/>
                  </a:lnTo>
                  <a:lnTo>
                    <a:pt x="0" y="0"/>
                  </a:ln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34" name="Google Shape;1934;p11"/>
            <p:cNvSpPr/>
            <p:nvPr/>
          </p:nvSpPr>
          <p:spPr>
            <a:xfrm>
              <a:off x="952371" y="1440011"/>
              <a:ext cx="26235" cy="25749"/>
            </a:xfrm>
            <a:custGeom>
              <a:avLst/>
              <a:gdLst/>
              <a:ahLst/>
              <a:cxnLst/>
              <a:rect l="l" t="t" r="r" b="b"/>
              <a:pathLst>
                <a:path w="26235" h="25749" extrusionOk="0">
                  <a:moveTo>
                    <a:pt x="13118" y="25749"/>
                  </a:moveTo>
                  <a:lnTo>
                    <a:pt x="23806" y="20405"/>
                  </a:lnTo>
                  <a:lnTo>
                    <a:pt x="26235" y="9231"/>
                  </a:lnTo>
                  <a:lnTo>
                    <a:pt x="18948" y="0"/>
                  </a:lnTo>
                  <a:lnTo>
                    <a:pt x="7288" y="0"/>
                  </a:lnTo>
                  <a:lnTo>
                    <a:pt x="0" y="9231"/>
                  </a:lnTo>
                  <a:lnTo>
                    <a:pt x="2429" y="20405"/>
                  </a:lnTo>
                  <a:lnTo>
                    <a:pt x="13118" y="25749"/>
                  </a:ln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35" name="Google Shape;1935;p11"/>
            <p:cNvSpPr/>
            <p:nvPr/>
          </p:nvSpPr>
          <p:spPr>
            <a:xfrm>
              <a:off x="1035871" y="1388512"/>
              <a:ext cx="63708" cy="67045"/>
            </a:xfrm>
            <a:custGeom>
              <a:avLst/>
              <a:gdLst/>
              <a:ahLst/>
              <a:cxnLst/>
              <a:rect l="l" t="t" r="r" b="b"/>
              <a:pathLst>
                <a:path w="63708" h="67045" extrusionOk="0">
                  <a:moveTo>
                    <a:pt x="63709" y="63645"/>
                  </a:moveTo>
                  <a:cubicBezTo>
                    <a:pt x="63709" y="59758"/>
                    <a:pt x="63709" y="56357"/>
                    <a:pt x="63223" y="52956"/>
                  </a:cubicBezTo>
                  <a:cubicBezTo>
                    <a:pt x="61766" y="34009"/>
                    <a:pt x="56421" y="16518"/>
                    <a:pt x="48162" y="0"/>
                  </a:cubicBezTo>
                  <a:lnTo>
                    <a:pt x="2008" y="41296"/>
                  </a:lnTo>
                  <a:cubicBezTo>
                    <a:pt x="2008" y="41296"/>
                    <a:pt x="-422" y="44697"/>
                    <a:pt x="64" y="46155"/>
                  </a:cubicBezTo>
                  <a:cubicBezTo>
                    <a:pt x="64" y="47612"/>
                    <a:pt x="2008" y="49070"/>
                    <a:pt x="3951" y="49555"/>
                  </a:cubicBezTo>
                  <a:cubicBezTo>
                    <a:pt x="18526" y="53928"/>
                    <a:pt x="33587" y="58300"/>
                    <a:pt x="48162" y="62673"/>
                  </a:cubicBezTo>
                  <a:lnTo>
                    <a:pt x="63709" y="67046"/>
                  </a:lnTo>
                  <a:cubicBezTo>
                    <a:pt x="63709" y="67046"/>
                    <a:pt x="63709" y="64616"/>
                    <a:pt x="63709" y="63159"/>
                  </a:cubicBez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sp>
        <p:nvSpPr>
          <p:cNvPr id="1936" name="Google Shape;1936;p11"/>
          <p:cNvSpPr/>
          <p:nvPr/>
        </p:nvSpPr>
        <p:spPr>
          <a:xfrm>
            <a:off x="4885764" y="5090927"/>
            <a:ext cx="213014" cy="230733"/>
          </a:xfrm>
          <a:custGeom>
            <a:avLst/>
            <a:gdLst/>
            <a:ahLst/>
            <a:cxnLst/>
            <a:rect l="l" t="t" r="r" b="b"/>
            <a:pathLst>
              <a:path w="704178" h="762755" extrusionOk="0">
                <a:moveTo>
                  <a:pt x="695758" y="422001"/>
                </a:moveTo>
                <a:cubicBezTo>
                  <a:pt x="695758" y="422001"/>
                  <a:pt x="623865" y="338254"/>
                  <a:pt x="623919" y="309836"/>
                </a:cubicBezTo>
                <a:cubicBezTo>
                  <a:pt x="624245" y="133014"/>
                  <a:pt x="476006" y="-8055"/>
                  <a:pt x="296817" y="358"/>
                </a:cubicBezTo>
                <a:cubicBezTo>
                  <a:pt x="138315" y="7799"/>
                  <a:pt x="9353" y="134632"/>
                  <a:pt x="502" y="291986"/>
                </a:cubicBezTo>
                <a:cubicBezTo>
                  <a:pt x="-4982" y="389376"/>
                  <a:pt x="34874" y="477598"/>
                  <a:pt x="100957" y="537940"/>
                </a:cubicBezTo>
                <a:cubicBezTo>
                  <a:pt x="120342" y="555628"/>
                  <a:pt x="125989" y="584208"/>
                  <a:pt x="124034" y="607396"/>
                </a:cubicBezTo>
                <a:cubicBezTo>
                  <a:pt x="122079" y="630584"/>
                  <a:pt x="113880" y="762756"/>
                  <a:pt x="113880" y="762756"/>
                </a:cubicBezTo>
                <a:lnTo>
                  <a:pt x="208525" y="762756"/>
                </a:lnTo>
                <a:lnTo>
                  <a:pt x="208525" y="530661"/>
                </a:lnTo>
                <a:cubicBezTo>
                  <a:pt x="208525" y="521925"/>
                  <a:pt x="204289" y="513620"/>
                  <a:pt x="197230" y="508389"/>
                </a:cubicBezTo>
                <a:lnTo>
                  <a:pt x="113880" y="447076"/>
                </a:lnTo>
                <a:cubicBezTo>
                  <a:pt x="101608" y="438071"/>
                  <a:pt x="94278" y="423618"/>
                  <a:pt x="94278" y="408465"/>
                </a:cubicBezTo>
                <a:lnTo>
                  <a:pt x="94278" y="377297"/>
                </a:lnTo>
                <a:cubicBezTo>
                  <a:pt x="76413" y="372767"/>
                  <a:pt x="63164" y="356697"/>
                  <a:pt x="63164" y="337553"/>
                </a:cubicBezTo>
                <a:cubicBezTo>
                  <a:pt x="63164" y="314905"/>
                  <a:pt x="81680" y="296516"/>
                  <a:pt x="104486" y="296516"/>
                </a:cubicBezTo>
                <a:cubicBezTo>
                  <a:pt x="127292" y="296516"/>
                  <a:pt x="145808" y="314905"/>
                  <a:pt x="145808" y="337553"/>
                </a:cubicBezTo>
                <a:cubicBezTo>
                  <a:pt x="145808" y="356697"/>
                  <a:pt x="132559" y="372713"/>
                  <a:pt x="114695" y="377297"/>
                </a:cubicBezTo>
                <a:lnTo>
                  <a:pt x="114695" y="408465"/>
                </a:lnTo>
                <a:cubicBezTo>
                  <a:pt x="114695" y="417201"/>
                  <a:pt x="118930" y="425506"/>
                  <a:pt x="125989" y="430737"/>
                </a:cubicBezTo>
                <a:lnTo>
                  <a:pt x="209339" y="492050"/>
                </a:lnTo>
                <a:cubicBezTo>
                  <a:pt x="221611" y="501055"/>
                  <a:pt x="228942" y="515507"/>
                  <a:pt x="228942" y="530661"/>
                </a:cubicBezTo>
                <a:lnTo>
                  <a:pt x="228942" y="762756"/>
                </a:lnTo>
                <a:lnTo>
                  <a:pt x="248381" y="762756"/>
                </a:lnTo>
                <a:lnTo>
                  <a:pt x="248381" y="406039"/>
                </a:lnTo>
                <a:cubicBezTo>
                  <a:pt x="248381" y="397303"/>
                  <a:pt x="244146" y="388998"/>
                  <a:pt x="237087" y="383768"/>
                </a:cubicBezTo>
                <a:lnTo>
                  <a:pt x="210751" y="364408"/>
                </a:lnTo>
                <a:cubicBezTo>
                  <a:pt x="198479" y="355403"/>
                  <a:pt x="191203" y="340951"/>
                  <a:pt x="191203" y="325798"/>
                </a:cubicBezTo>
                <a:lnTo>
                  <a:pt x="191203" y="235688"/>
                </a:lnTo>
                <a:cubicBezTo>
                  <a:pt x="173339" y="231159"/>
                  <a:pt x="160089" y="215089"/>
                  <a:pt x="160089" y="195945"/>
                </a:cubicBezTo>
                <a:cubicBezTo>
                  <a:pt x="160089" y="173297"/>
                  <a:pt x="178606" y="154908"/>
                  <a:pt x="201412" y="154908"/>
                </a:cubicBezTo>
                <a:cubicBezTo>
                  <a:pt x="224218" y="154908"/>
                  <a:pt x="242734" y="173297"/>
                  <a:pt x="242734" y="195945"/>
                </a:cubicBezTo>
                <a:cubicBezTo>
                  <a:pt x="242734" y="215089"/>
                  <a:pt x="229485" y="231105"/>
                  <a:pt x="211620" y="235688"/>
                </a:cubicBezTo>
                <a:lnTo>
                  <a:pt x="211620" y="325798"/>
                </a:lnTo>
                <a:cubicBezTo>
                  <a:pt x="211620" y="334534"/>
                  <a:pt x="215855" y="342838"/>
                  <a:pt x="222914" y="348069"/>
                </a:cubicBezTo>
                <a:lnTo>
                  <a:pt x="249250" y="367428"/>
                </a:lnTo>
                <a:cubicBezTo>
                  <a:pt x="261522" y="376434"/>
                  <a:pt x="268798" y="390886"/>
                  <a:pt x="268798" y="406039"/>
                </a:cubicBezTo>
                <a:lnTo>
                  <a:pt x="268798" y="762756"/>
                </a:lnTo>
                <a:lnTo>
                  <a:pt x="288237" y="762756"/>
                </a:lnTo>
                <a:lnTo>
                  <a:pt x="288237" y="363222"/>
                </a:lnTo>
                <a:cubicBezTo>
                  <a:pt x="288237" y="349633"/>
                  <a:pt x="294102" y="336583"/>
                  <a:pt x="304256" y="327523"/>
                </a:cubicBezTo>
                <a:lnTo>
                  <a:pt x="318808" y="314527"/>
                </a:lnTo>
                <a:cubicBezTo>
                  <a:pt x="324672" y="309297"/>
                  <a:pt x="328039" y="301801"/>
                  <a:pt x="328039" y="293928"/>
                </a:cubicBezTo>
                <a:lnTo>
                  <a:pt x="328039" y="196107"/>
                </a:lnTo>
                <a:cubicBezTo>
                  <a:pt x="310174" y="191577"/>
                  <a:pt x="296925" y="175508"/>
                  <a:pt x="296925" y="156364"/>
                </a:cubicBezTo>
                <a:cubicBezTo>
                  <a:pt x="296925" y="133715"/>
                  <a:pt x="315441" y="115327"/>
                  <a:pt x="338247" y="115327"/>
                </a:cubicBezTo>
                <a:cubicBezTo>
                  <a:pt x="361053" y="115327"/>
                  <a:pt x="379570" y="133715"/>
                  <a:pt x="379570" y="156364"/>
                </a:cubicBezTo>
                <a:cubicBezTo>
                  <a:pt x="379570" y="175508"/>
                  <a:pt x="366320" y="191523"/>
                  <a:pt x="348456" y="196107"/>
                </a:cubicBezTo>
                <a:lnTo>
                  <a:pt x="348456" y="293928"/>
                </a:lnTo>
                <a:cubicBezTo>
                  <a:pt x="348456" y="307517"/>
                  <a:pt x="342591" y="320567"/>
                  <a:pt x="332437" y="329626"/>
                </a:cubicBezTo>
                <a:lnTo>
                  <a:pt x="317885" y="342622"/>
                </a:lnTo>
                <a:cubicBezTo>
                  <a:pt x="312021" y="347853"/>
                  <a:pt x="308654" y="355349"/>
                  <a:pt x="308654" y="363222"/>
                </a:cubicBezTo>
                <a:lnTo>
                  <a:pt x="308654" y="762756"/>
                </a:lnTo>
                <a:lnTo>
                  <a:pt x="328093" y="762756"/>
                </a:lnTo>
                <a:lnTo>
                  <a:pt x="328093" y="439527"/>
                </a:lnTo>
                <a:cubicBezTo>
                  <a:pt x="328093" y="425937"/>
                  <a:pt x="333958" y="412887"/>
                  <a:pt x="344112" y="403828"/>
                </a:cubicBezTo>
                <a:lnTo>
                  <a:pt x="404276" y="350064"/>
                </a:lnTo>
                <a:cubicBezTo>
                  <a:pt x="410140" y="344833"/>
                  <a:pt x="413507" y="337338"/>
                  <a:pt x="413507" y="329465"/>
                </a:cubicBezTo>
                <a:lnTo>
                  <a:pt x="413507" y="269661"/>
                </a:lnTo>
                <a:cubicBezTo>
                  <a:pt x="395642" y="265132"/>
                  <a:pt x="382393" y="249062"/>
                  <a:pt x="382393" y="229918"/>
                </a:cubicBezTo>
                <a:cubicBezTo>
                  <a:pt x="382393" y="207270"/>
                  <a:pt x="400909" y="188881"/>
                  <a:pt x="423715" y="188881"/>
                </a:cubicBezTo>
                <a:cubicBezTo>
                  <a:pt x="446521" y="188881"/>
                  <a:pt x="465038" y="207270"/>
                  <a:pt x="465038" y="229918"/>
                </a:cubicBezTo>
                <a:cubicBezTo>
                  <a:pt x="465038" y="249062"/>
                  <a:pt x="451789" y="265078"/>
                  <a:pt x="433924" y="269661"/>
                </a:cubicBezTo>
                <a:lnTo>
                  <a:pt x="433924" y="329465"/>
                </a:lnTo>
                <a:cubicBezTo>
                  <a:pt x="433924" y="343054"/>
                  <a:pt x="428059" y="356104"/>
                  <a:pt x="417905" y="365163"/>
                </a:cubicBezTo>
                <a:lnTo>
                  <a:pt x="357741" y="418873"/>
                </a:lnTo>
                <a:cubicBezTo>
                  <a:pt x="351877" y="424104"/>
                  <a:pt x="348510" y="431599"/>
                  <a:pt x="348510" y="439473"/>
                </a:cubicBezTo>
                <a:lnTo>
                  <a:pt x="348510" y="762702"/>
                </a:lnTo>
                <a:lnTo>
                  <a:pt x="367949" y="762702"/>
                </a:lnTo>
                <a:lnTo>
                  <a:pt x="367949" y="528396"/>
                </a:lnTo>
                <a:cubicBezTo>
                  <a:pt x="367949" y="514806"/>
                  <a:pt x="373814" y="501756"/>
                  <a:pt x="383968" y="492697"/>
                </a:cubicBezTo>
                <a:lnTo>
                  <a:pt x="489744" y="398220"/>
                </a:lnTo>
                <a:cubicBezTo>
                  <a:pt x="495609" y="392989"/>
                  <a:pt x="498975" y="385493"/>
                  <a:pt x="498975" y="377620"/>
                </a:cubicBezTo>
                <a:lnTo>
                  <a:pt x="498975" y="354648"/>
                </a:lnTo>
                <a:cubicBezTo>
                  <a:pt x="481110" y="350118"/>
                  <a:pt x="467861" y="334048"/>
                  <a:pt x="467861" y="314905"/>
                </a:cubicBezTo>
                <a:cubicBezTo>
                  <a:pt x="467861" y="292256"/>
                  <a:pt x="486378" y="273868"/>
                  <a:pt x="509184" y="273868"/>
                </a:cubicBezTo>
                <a:cubicBezTo>
                  <a:pt x="531990" y="273868"/>
                  <a:pt x="550506" y="292256"/>
                  <a:pt x="550506" y="314905"/>
                </a:cubicBezTo>
                <a:cubicBezTo>
                  <a:pt x="550506" y="334048"/>
                  <a:pt x="537257" y="350064"/>
                  <a:pt x="519392" y="354648"/>
                </a:cubicBezTo>
                <a:lnTo>
                  <a:pt x="519392" y="377620"/>
                </a:lnTo>
                <a:cubicBezTo>
                  <a:pt x="519392" y="391209"/>
                  <a:pt x="513528" y="404259"/>
                  <a:pt x="503373" y="413319"/>
                </a:cubicBezTo>
                <a:lnTo>
                  <a:pt x="397597" y="507796"/>
                </a:lnTo>
                <a:cubicBezTo>
                  <a:pt x="391733" y="513027"/>
                  <a:pt x="388366" y="520523"/>
                  <a:pt x="388366" y="528396"/>
                </a:cubicBezTo>
                <a:lnTo>
                  <a:pt x="388366" y="762702"/>
                </a:lnTo>
                <a:lnTo>
                  <a:pt x="473291" y="762702"/>
                </a:lnTo>
                <a:cubicBezTo>
                  <a:pt x="473291" y="762702"/>
                  <a:pt x="468404" y="682946"/>
                  <a:pt x="473889" y="662886"/>
                </a:cubicBezTo>
                <a:cubicBezTo>
                  <a:pt x="483663" y="627079"/>
                  <a:pt x="557673" y="637972"/>
                  <a:pt x="596281" y="633874"/>
                </a:cubicBezTo>
                <a:cubicBezTo>
                  <a:pt x="625331" y="630746"/>
                  <a:pt x="638092" y="614569"/>
                  <a:pt x="638092" y="589655"/>
                </a:cubicBezTo>
                <a:cubicBezTo>
                  <a:pt x="638092" y="567168"/>
                  <a:pt x="636517" y="478407"/>
                  <a:pt x="638092" y="473877"/>
                </a:cubicBezTo>
                <a:cubicBezTo>
                  <a:pt x="642164" y="462283"/>
                  <a:pt x="651775" y="462984"/>
                  <a:pt x="681966" y="457484"/>
                </a:cubicBezTo>
                <a:cubicBezTo>
                  <a:pt x="708681" y="452630"/>
                  <a:pt x="708844" y="439742"/>
                  <a:pt x="695378" y="421947"/>
                </a:cubicBez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nvGrpSpPr>
          <p:cNvPr id="1937" name="Google Shape;1937;p11"/>
          <p:cNvGrpSpPr/>
          <p:nvPr/>
        </p:nvGrpSpPr>
        <p:grpSpPr>
          <a:xfrm>
            <a:off x="4754548" y="3170983"/>
            <a:ext cx="441900" cy="441900"/>
            <a:chOff x="4754548" y="4999783"/>
            <a:chExt cx="441900" cy="441900"/>
          </a:xfrm>
        </p:grpSpPr>
        <p:sp>
          <p:nvSpPr>
            <p:cNvPr id="1938" name="Google Shape;1938;p11"/>
            <p:cNvSpPr/>
            <p:nvPr/>
          </p:nvSpPr>
          <p:spPr>
            <a:xfrm>
              <a:off x="4754548" y="4999783"/>
              <a:ext cx="441900" cy="441900"/>
            </a:xfrm>
            <a:prstGeom prst="ellipse">
              <a:avLst/>
            </a:prstGeom>
            <a:gradFill>
              <a:gsLst>
                <a:gs pos="0">
                  <a:schemeClr val="accent2"/>
                </a:gs>
                <a:gs pos="100000">
                  <a:schemeClr val="accent3"/>
                </a:gs>
              </a:gsLst>
              <a:lin ang="18900044" scaled="0"/>
            </a:gra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Arial"/>
                <a:ea typeface="Arial"/>
                <a:cs typeface="Arial"/>
                <a:sym typeface="Arial"/>
              </a:endParaRPr>
            </a:p>
          </p:txBody>
        </p:sp>
        <p:pic>
          <p:nvPicPr>
            <p:cNvPr id="1939" name="Google Shape;1939;p11"/>
            <p:cNvPicPr preferRelativeResize="0"/>
            <p:nvPr/>
          </p:nvPicPr>
          <p:blipFill rotWithShape="1">
            <a:blip r:embed="rId3">
              <a:alphaModFix/>
            </a:blip>
            <a:srcRect/>
            <a:stretch/>
          </p:blipFill>
          <p:spPr>
            <a:xfrm>
              <a:off x="4839877" y="5091575"/>
              <a:ext cx="269740" cy="269718"/>
            </a:xfrm>
            <a:prstGeom prst="rect">
              <a:avLst/>
            </a:prstGeom>
            <a:noFill/>
            <a:ln>
              <a:noFill/>
            </a:ln>
          </p:spPr>
        </p:pic>
      </p:grpSp>
      <p:sp>
        <p:nvSpPr>
          <p:cNvPr id="1940" name="Google Shape;1940;p11"/>
          <p:cNvSpPr/>
          <p:nvPr/>
        </p:nvSpPr>
        <p:spPr>
          <a:xfrm>
            <a:off x="8408015" y="2992365"/>
            <a:ext cx="3052500" cy="2627100"/>
          </a:xfrm>
          <a:prstGeom prst="roundRect">
            <a:avLst>
              <a:gd name="adj" fmla="val 3181"/>
            </a:avLst>
          </a:prstGeom>
          <a:gradFill>
            <a:gsLst>
              <a:gs pos="0">
                <a:srgbClr val="027B8C">
                  <a:alpha val="12549"/>
                </a:srgbClr>
              </a:gs>
              <a:gs pos="100000">
                <a:srgbClr val="027B8C">
                  <a:alpha val="0"/>
                </a:srgbClr>
              </a:gs>
            </a:gsLst>
            <a:lin ang="5400012" scaled="0"/>
          </a:gradFill>
          <a:ln>
            <a:noFill/>
          </a:ln>
        </p:spPr>
        <p:txBody>
          <a:bodyPr spcFirstLastPara="1" wrap="square" lIns="91275" tIns="91275" rIns="91275" bIns="91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41032"/>
              </a:solidFill>
              <a:latin typeface="Arial"/>
              <a:ea typeface="Arial"/>
              <a:cs typeface="Arial"/>
              <a:sym typeface="Arial"/>
            </a:endParaRPr>
          </a:p>
        </p:txBody>
      </p:sp>
      <p:sp>
        <p:nvSpPr>
          <p:cNvPr id="1941" name="Google Shape;1941;p11"/>
          <p:cNvSpPr/>
          <p:nvPr/>
        </p:nvSpPr>
        <p:spPr>
          <a:xfrm>
            <a:off x="8415877" y="992137"/>
            <a:ext cx="3052500" cy="1986900"/>
          </a:xfrm>
          <a:prstGeom prst="roundRect">
            <a:avLst>
              <a:gd name="adj" fmla="val 3135"/>
            </a:avLst>
          </a:prstGeom>
          <a:gradFill>
            <a:gsLst>
              <a:gs pos="0">
                <a:schemeClr val="accent1"/>
              </a:gs>
              <a:gs pos="51000">
                <a:schemeClr val="accent1"/>
              </a:gs>
              <a:gs pos="100000">
                <a:schemeClr val="accent4"/>
              </a:gs>
            </a:gsLst>
            <a:lin ang="18900044" scaled="0"/>
          </a:gra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1942" name="Google Shape;1942;p11"/>
          <p:cNvSpPr txBox="1"/>
          <p:nvPr/>
        </p:nvSpPr>
        <p:spPr>
          <a:xfrm>
            <a:off x="8828744" y="2316987"/>
            <a:ext cx="2225700" cy="5541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2000"/>
              <a:buFont typeface="Arial"/>
              <a:buNone/>
            </a:pPr>
            <a:r>
              <a:rPr lang="en-US" sz="2000" b="1" i="0" u="none" strike="noStrike" cap="none">
                <a:solidFill>
                  <a:schemeClr val="lt1"/>
                </a:solidFill>
                <a:latin typeface="Arial"/>
                <a:ea typeface="Arial"/>
                <a:cs typeface="Arial"/>
                <a:sym typeface="Arial"/>
              </a:rPr>
              <a:t>Security </a:t>
            </a:r>
            <a:br>
              <a:rPr lang="en-US" sz="2000" b="1" i="0" u="none" strike="noStrike" cap="none">
                <a:solidFill>
                  <a:schemeClr val="lt1"/>
                </a:solidFill>
                <a:latin typeface="Arial"/>
                <a:ea typeface="Arial"/>
                <a:cs typeface="Arial"/>
                <a:sym typeface="Arial"/>
              </a:rPr>
            </a:br>
            <a:r>
              <a:rPr lang="en-US" sz="2000" b="1" i="0" u="none" strike="noStrike" cap="none">
                <a:solidFill>
                  <a:schemeClr val="lt1"/>
                </a:solidFill>
                <a:latin typeface="Arial"/>
                <a:ea typeface="Arial"/>
                <a:cs typeface="Arial"/>
                <a:sym typeface="Arial"/>
              </a:rPr>
              <a:t>Modernization</a:t>
            </a:r>
            <a:endParaRPr sz="2000" b="1" i="0" u="none" strike="noStrike" cap="none">
              <a:solidFill>
                <a:schemeClr val="lt1"/>
              </a:solidFill>
              <a:latin typeface="Arial"/>
              <a:ea typeface="Arial"/>
              <a:cs typeface="Arial"/>
              <a:sym typeface="Arial"/>
            </a:endParaRPr>
          </a:p>
        </p:txBody>
      </p:sp>
      <p:sp>
        <p:nvSpPr>
          <p:cNvPr id="1943" name="Google Shape;1943;p11"/>
          <p:cNvSpPr txBox="1"/>
          <p:nvPr/>
        </p:nvSpPr>
        <p:spPr>
          <a:xfrm>
            <a:off x="9085150" y="3931500"/>
            <a:ext cx="2313300" cy="663300"/>
          </a:xfrm>
          <a:prstGeom prst="rect">
            <a:avLst/>
          </a:prstGeom>
          <a:noFill/>
          <a:ln>
            <a:noFill/>
          </a:ln>
        </p:spPr>
        <p:txBody>
          <a:bodyPr spcFirstLastPara="1" wrap="square" lIns="121800" tIns="60900" rIns="121800" bIns="60900" anchor="t" anchorCtr="0">
            <a:spAutoFit/>
          </a:bodyPr>
          <a:lstStyle/>
          <a:p>
            <a:pPr marL="0" marR="0" lvl="0" indent="0" algn="l" rtl="0">
              <a:lnSpc>
                <a:spcPct val="90000"/>
              </a:lnSpc>
              <a:spcBef>
                <a:spcPts val="0"/>
              </a:spcBef>
              <a:spcAft>
                <a:spcPts val="0"/>
              </a:spcAft>
              <a:buClr>
                <a:srgbClr val="000000"/>
              </a:buClr>
              <a:buSzPts val="1300"/>
              <a:buFont typeface="Arial"/>
              <a:buNone/>
            </a:pPr>
            <a:r>
              <a:rPr lang="en-US" sz="1300" b="0" i="0" u="none" strike="noStrike" cap="none">
                <a:solidFill>
                  <a:schemeClr val="dk2"/>
                </a:solidFill>
                <a:latin typeface="Arial"/>
                <a:ea typeface="Arial"/>
                <a:cs typeface="Arial"/>
                <a:sym typeface="Arial"/>
              </a:rPr>
              <a:t>Bolster lateral security and intrusions prevention/ detection</a:t>
            </a:r>
            <a:endParaRPr sz="1300" b="0" i="0" u="none" strike="noStrike" cap="none">
              <a:solidFill>
                <a:schemeClr val="dk2"/>
              </a:solidFill>
              <a:latin typeface="Arial"/>
              <a:ea typeface="Arial"/>
              <a:cs typeface="Arial"/>
              <a:sym typeface="Arial"/>
            </a:endParaRPr>
          </a:p>
        </p:txBody>
      </p:sp>
      <p:sp>
        <p:nvSpPr>
          <p:cNvPr id="1944" name="Google Shape;1944;p11"/>
          <p:cNvSpPr txBox="1"/>
          <p:nvPr/>
        </p:nvSpPr>
        <p:spPr>
          <a:xfrm>
            <a:off x="9085150" y="4904625"/>
            <a:ext cx="2015400" cy="663300"/>
          </a:xfrm>
          <a:prstGeom prst="rect">
            <a:avLst/>
          </a:prstGeom>
          <a:noFill/>
          <a:ln>
            <a:noFill/>
          </a:ln>
        </p:spPr>
        <p:txBody>
          <a:bodyPr spcFirstLastPara="1" wrap="square" lIns="121800" tIns="60900" rIns="121800" bIns="60900" anchor="t" anchorCtr="0">
            <a:spAutoFit/>
          </a:bodyPr>
          <a:lstStyle/>
          <a:p>
            <a:pPr marL="0" marR="0" lvl="0" indent="0" algn="l" rtl="0">
              <a:lnSpc>
                <a:spcPct val="90000"/>
              </a:lnSpc>
              <a:spcBef>
                <a:spcPts val="0"/>
              </a:spcBef>
              <a:spcAft>
                <a:spcPts val="0"/>
              </a:spcAft>
              <a:buClr>
                <a:srgbClr val="000000"/>
              </a:buClr>
              <a:buSzPts val="1300"/>
              <a:buFont typeface="Arial"/>
              <a:buNone/>
            </a:pPr>
            <a:r>
              <a:rPr lang="en-US" sz="1300" b="0" i="0" u="none" strike="noStrike" cap="none">
                <a:solidFill>
                  <a:schemeClr val="dk2"/>
                </a:solidFill>
                <a:latin typeface="Arial"/>
                <a:ea typeface="Arial"/>
                <a:cs typeface="Arial"/>
                <a:sym typeface="Arial"/>
              </a:rPr>
              <a:t>Accelerate recovery from ransomware and other disasters</a:t>
            </a:r>
            <a:endParaRPr sz="1300" b="0" i="0" u="none" strike="noStrike" cap="none">
              <a:solidFill>
                <a:schemeClr val="dk2"/>
              </a:solidFill>
              <a:latin typeface="Arial"/>
              <a:ea typeface="Arial"/>
              <a:cs typeface="Arial"/>
              <a:sym typeface="Arial"/>
            </a:endParaRPr>
          </a:p>
        </p:txBody>
      </p:sp>
      <p:sp>
        <p:nvSpPr>
          <p:cNvPr id="1945" name="Google Shape;1945;p11"/>
          <p:cNvSpPr txBox="1"/>
          <p:nvPr/>
        </p:nvSpPr>
        <p:spPr>
          <a:xfrm>
            <a:off x="9032050" y="3164625"/>
            <a:ext cx="2313300" cy="483300"/>
          </a:xfrm>
          <a:prstGeom prst="rect">
            <a:avLst/>
          </a:prstGeom>
          <a:noFill/>
          <a:ln>
            <a:noFill/>
          </a:ln>
        </p:spPr>
        <p:txBody>
          <a:bodyPr spcFirstLastPara="1" wrap="square" lIns="121800" tIns="60900" rIns="121800" bIns="60900" anchor="t" anchorCtr="0">
            <a:spAutoFit/>
          </a:bodyPr>
          <a:lstStyle/>
          <a:p>
            <a:pPr marL="0" marR="0" lvl="0" indent="0" algn="l" rtl="0">
              <a:lnSpc>
                <a:spcPct val="90000"/>
              </a:lnSpc>
              <a:spcBef>
                <a:spcPts val="0"/>
              </a:spcBef>
              <a:spcAft>
                <a:spcPts val="0"/>
              </a:spcAft>
              <a:buClr>
                <a:srgbClr val="000000"/>
              </a:buClr>
              <a:buSzPts val="1300"/>
              <a:buFont typeface="Arial"/>
              <a:buNone/>
            </a:pPr>
            <a:r>
              <a:rPr lang="en-US" sz="1300" b="0" i="0" u="none" strike="noStrike" cap="none">
                <a:solidFill>
                  <a:schemeClr val="dk2"/>
                </a:solidFill>
                <a:latin typeface="Arial"/>
                <a:ea typeface="Arial"/>
                <a:cs typeface="Arial"/>
                <a:sym typeface="Arial"/>
              </a:rPr>
              <a:t>Strengthen compliance and harden infrastructure</a:t>
            </a:r>
            <a:endParaRPr sz="1300" b="0" i="0" u="none" strike="noStrike" cap="none">
              <a:solidFill>
                <a:schemeClr val="dk2"/>
              </a:solidFill>
              <a:latin typeface="Arial"/>
              <a:ea typeface="Arial"/>
              <a:cs typeface="Arial"/>
              <a:sym typeface="Arial"/>
            </a:endParaRPr>
          </a:p>
        </p:txBody>
      </p:sp>
      <p:cxnSp>
        <p:nvCxnSpPr>
          <p:cNvPr id="1946" name="Google Shape;1946;p11"/>
          <p:cNvCxnSpPr/>
          <p:nvPr/>
        </p:nvCxnSpPr>
        <p:spPr>
          <a:xfrm rot="10800000" flipH="1">
            <a:off x="8408015" y="3861209"/>
            <a:ext cx="3050700" cy="5700"/>
          </a:xfrm>
          <a:prstGeom prst="straightConnector1">
            <a:avLst/>
          </a:prstGeom>
          <a:noFill/>
          <a:ln w="9525" cap="flat" cmpd="sng">
            <a:solidFill>
              <a:srgbClr val="62A60C"/>
            </a:solidFill>
            <a:prstDash val="solid"/>
            <a:round/>
            <a:headEnd type="none" w="sm" len="sm"/>
            <a:tailEnd type="none" w="sm" len="sm"/>
          </a:ln>
        </p:spPr>
      </p:cxnSp>
      <p:cxnSp>
        <p:nvCxnSpPr>
          <p:cNvPr id="1947" name="Google Shape;1947;p11"/>
          <p:cNvCxnSpPr/>
          <p:nvPr/>
        </p:nvCxnSpPr>
        <p:spPr>
          <a:xfrm rot="10800000" flipH="1">
            <a:off x="8408016" y="4740459"/>
            <a:ext cx="3054000" cy="5700"/>
          </a:xfrm>
          <a:prstGeom prst="straightConnector1">
            <a:avLst/>
          </a:prstGeom>
          <a:noFill/>
          <a:ln w="9525" cap="flat" cmpd="sng">
            <a:solidFill>
              <a:srgbClr val="62A60C"/>
            </a:solidFill>
            <a:prstDash val="solid"/>
            <a:round/>
            <a:headEnd type="none" w="sm" len="sm"/>
            <a:tailEnd type="none" w="sm" len="sm"/>
          </a:ln>
        </p:spPr>
      </p:cxnSp>
      <p:grpSp>
        <p:nvGrpSpPr>
          <p:cNvPr id="1948" name="Google Shape;1948;p11"/>
          <p:cNvGrpSpPr/>
          <p:nvPr/>
        </p:nvGrpSpPr>
        <p:grpSpPr>
          <a:xfrm>
            <a:off x="8610485" y="4915505"/>
            <a:ext cx="441900" cy="441900"/>
            <a:chOff x="8610485" y="4077305"/>
            <a:chExt cx="441900" cy="441900"/>
          </a:xfrm>
        </p:grpSpPr>
        <p:sp>
          <p:nvSpPr>
            <p:cNvPr id="1949" name="Google Shape;1949;p11"/>
            <p:cNvSpPr/>
            <p:nvPr/>
          </p:nvSpPr>
          <p:spPr>
            <a:xfrm>
              <a:off x="8610485" y="4077305"/>
              <a:ext cx="441900" cy="441900"/>
            </a:xfrm>
            <a:prstGeom prst="ellipse">
              <a:avLst/>
            </a:prstGeom>
            <a:gradFill>
              <a:gsLst>
                <a:gs pos="0">
                  <a:schemeClr val="accent1"/>
                </a:gs>
                <a:gs pos="51000">
                  <a:schemeClr val="accent1"/>
                </a:gs>
                <a:gs pos="100000">
                  <a:schemeClr val="accent4"/>
                </a:gs>
              </a:gsLst>
              <a:lin ang="18900044" scaled="0"/>
            </a:gra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Arial"/>
                <a:ea typeface="Arial"/>
                <a:cs typeface="Arial"/>
                <a:sym typeface="Arial"/>
              </a:endParaRPr>
            </a:p>
          </p:txBody>
        </p:sp>
        <p:pic>
          <p:nvPicPr>
            <p:cNvPr id="1950" name="Google Shape;1950;p11"/>
            <p:cNvPicPr preferRelativeResize="0"/>
            <p:nvPr/>
          </p:nvPicPr>
          <p:blipFill rotWithShape="1">
            <a:blip r:embed="rId4">
              <a:alphaModFix/>
            </a:blip>
            <a:srcRect/>
            <a:stretch/>
          </p:blipFill>
          <p:spPr>
            <a:xfrm>
              <a:off x="8681148" y="4155380"/>
              <a:ext cx="300726" cy="300726"/>
            </a:xfrm>
            <a:prstGeom prst="rect">
              <a:avLst/>
            </a:prstGeom>
            <a:noFill/>
            <a:ln>
              <a:noFill/>
            </a:ln>
          </p:spPr>
        </p:pic>
      </p:grpSp>
      <p:grpSp>
        <p:nvGrpSpPr>
          <p:cNvPr id="1951" name="Google Shape;1951;p11"/>
          <p:cNvGrpSpPr/>
          <p:nvPr/>
        </p:nvGrpSpPr>
        <p:grpSpPr>
          <a:xfrm>
            <a:off x="8564360" y="3262483"/>
            <a:ext cx="441900" cy="441900"/>
            <a:chOff x="8610485" y="4999783"/>
            <a:chExt cx="441900" cy="441900"/>
          </a:xfrm>
        </p:grpSpPr>
        <p:sp>
          <p:nvSpPr>
            <p:cNvPr id="1952" name="Google Shape;1952;p11"/>
            <p:cNvSpPr/>
            <p:nvPr/>
          </p:nvSpPr>
          <p:spPr>
            <a:xfrm>
              <a:off x="8610485" y="4999783"/>
              <a:ext cx="441900" cy="441900"/>
            </a:xfrm>
            <a:prstGeom prst="ellipse">
              <a:avLst/>
            </a:prstGeom>
            <a:gradFill>
              <a:gsLst>
                <a:gs pos="0">
                  <a:schemeClr val="accent1"/>
                </a:gs>
                <a:gs pos="51000">
                  <a:schemeClr val="accent1"/>
                </a:gs>
                <a:gs pos="100000">
                  <a:schemeClr val="accent4"/>
                </a:gs>
              </a:gsLst>
              <a:lin ang="18900044" scaled="0"/>
            </a:gra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Arial"/>
                <a:ea typeface="Arial"/>
                <a:cs typeface="Arial"/>
                <a:sym typeface="Arial"/>
              </a:endParaRPr>
            </a:p>
          </p:txBody>
        </p:sp>
        <p:pic>
          <p:nvPicPr>
            <p:cNvPr id="1953" name="Google Shape;1953;p11"/>
            <p:cNvPicPr preferRelativeResize="0"/>
            <p:nvPr/>
          </p:nvPicPr>
          <p:blipFill rotWithShape="1">
            <a:blip r:embed="rId5">
              <a:alphaModFix/>
            </a:blip>
            <a:srcRect/>
            <a:stretch/>
          </p:blipFill>
          <p:spPr>
            <a:xfrm>
              <a:off x="8714229" y="5112749"/>
              <a:ext cx="248574" cy="248574"/>
            </a:xfrm>
            <a:prstGeom prst="rect">
              <a:avLst/>
            </a:prstGeom>
            <a:noFill/>
            <a:ln>
              <a:noFill/>
            </a:ln>
          </p:spPr>
        </p:pic>
      </p:grpSp>
      <p:sp>
        <p:nvSpPr>
          <p:cNvPr id="1954" name="Google Shape;1954;p11"/>
          <p:cNvSpPr/>
          <p:nvPr/>
        </p:nvSpPr>
        <p:spPr>
          <a:xfrm>
            <a:off x="8610485" y="4105547"/>
            <a:ext cx="441900" cy="441900"/>
          </a:xfrm>
          <a:prstGeom prst="ellipse">
            <a:avLst/>
          </a:prstGeom>
          <a:gradFill>
            <a:gsLst>
              <a:gs pos="0">
                <a:schemeClr val="accent1"/>
              </a:gs>
              <a:gs pos="51000">
                <a:schemeClr val="accent1"/>
              </a:gs>
              <a:gs pos="100000">
                <a:schemeClr val="accent4"/>
              </a:gs>
            </a:gsLst>
            <a:lin ang="18900044" scaled="0"/>
          </a:gra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Arial"/>
              <a:ea typeface="Arial"/>
              <a:cs typeface="Arial"/>
              <a:sym typeface="Arial"/>
            </a:endParaRPr>
          </a:p>
        </p:txBody>
      </p:sp>
      <p:pic>
        <p:nvPicPr>
          <p:cNvPr id="1955" name="Google Shape;1955;p11"/>
          <p:cNvPicPr preferRelativeResize="0"/>
          <p:nvPr/>
        </p:nvPicPr>
        <p:blipFill rotWithShape="1">
          <a:blip r:embed="rId6">
            <a:alphaModFix/>
          </a:blip>
          <a:srcRect/>
          <a:stretch/>
        </p:blipFill>
        <p:spPr>
          <a:xfrm>
            <a:off x="8696566" y="4191628"/>
            <a:ext cx="269739" cy="269739"/>
          </a:xfrm>
          <a:prstGeom prst="rect">
            <a:avLst/>
          </a:prstGeom>
          <a:noFill/>
          <a:ln>
            <a:noFill/>
          </a:ln>
        </p:spPr>
      </p:pic>
      <p:sp>
        <p:nvSpPr>
          <p:cNvPr id="1956" name="Google Shape;1956;p11"/>
          <p:cNvSpPr/>
          <p:nvPr/>
        </p:nvSpPr>
        <p:spPr>
          <a:xfrm>
            <a:off x="693360" y="2992365"/>
            <a:ext cx="3111900" cy="2627100"/>
          </a:xfrm>
          <a:prstGeom prst="roundRect">
            <a:avLst>
              <a:gd name="adj" fmla="val 2522"/>
            </a:avLst>
          </a:prstGeom>
          <a:gradFill>
            <a:gsLst>
              <a:gs pos="0">
                <a:srgbClr val="6C4B93">
                  <a:alpha val="12941"/>
                </a:srgbClr>
              </a:gs>
              <a:gs pos="100000">
                <a:srgbClr val="6C4B93">
                  <a:alpha val="0"/>
                </a:srgbClr>
              </a:gs>
            </a:gsLst>
            <a:lin ang="5400012" scaled="0"/>
          </a:gradFill>
          <a:ln>
            <a:noFill/>
          </a:ln>
        </p:spPr>
        <p:txBody>
          <a:bodyPr spcFirstLastPara="1" wrap="square" lIns="91275" tIns="91275" rIns="91275" bIns="91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41032"/>
              </a:solidFill>
              <a:latin typeface="Arial"/>
              <a:ea typeface="Arial"/>
              <a:cs typeface="Arial"/>
              <a:sym typeface="Arial"/>
            </a:endParaRPr>
          </a:p>
        </p:txBody>
      </p:sp>
      <p:sp>
        <p:nvSpPr>
          <p:cNvPr id="1957" name="Google Shape;1957;p11"/>
          <p:cNvSpPr/>
          <p:nvPr/>
        </p:nvSpPr>
        <p:spPr>
          <a:xfrm>
            <a:off x="693360" y="992137"/>
            <a:ext cx="3111900" cy="1986900"/>
          </a:xfrm>
          <a:prstGeom prst="roundRect">
            <a:avLst>
              <a:gd name="adj" fmla="val 3467"/>
            </a:avLst>
          </a:prstGeom>
          <a:gradFill>
            <a:gsLst>
              <a:gs pos="0">
                <a:schemeClr val="accent2"/>
              </a:gs>
              <a:gs pos="85000">
                <a:schemeClr val="accent5"/>
              </a:gs>
              <a:gs pos="100000">
                <a:schemeClr val="accent5"/>
              </a:gs>
            </a:gsLst>
            <a:lin ang="18900044" scaled="0"/>
          </a:gradFill>
          <a:ln>
            <a:noFill/>
          </a:ln>
        </p:spPr>
        <p:txBody>
          <a:bodyPr spcFirstLastPara="1" wrap="square" lIns="91275" tIns="45650" rIns="91275"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958" name="Google Shape;1958;p11"/>
          <p:cNvSpPr txBox="1"/>
          <p:nvPr/>
        </p:nvSpPr>
        <p:spPr>
          <a:xfrm>
            <a:off x="1088357" y="2345048"/>
            <a:ext cx="2420700" cy="5541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2000"/>
              <a:buFont typeface="Arial"/>
              <a:buNone/>
            </a:pPr>
            <a:r>
              <a:rPr lang="en-US" sz="2000" b="1" i="0" u="none" strike="noStrike" cap="none">
                <a:solidFill>
                  <a:schemeClr val="lt1"/>
                </a:solidFill>
                <a:latin typeface="Arial"/>
                <a:ea typeface="Arial"/>
                <a:cs typeface="Arial"/>
                <a:sym typeface="Arial"/>
              </a:rPr>
              <a:t>Infrastructure Modernization</a:t>
            </a:r>
            <a:endParaRPr sz="2000" b="1" i="0" u="none" strike="noStrike" cap="none">
              <a:solidFill>
                <a:schemeClr val="lt1"/>
              </a:solidFill>
              <a:latin typeface="Arial"/>
              <a:ea typeface="Arial"/>
              <a:cs typeface="Arial"/>
              <a:sym typeface="Arial"/>
            </a:endParaRPr>
          </a:p>
        </p:txBody>
      </p:sp>
      <p:sp>
        <p:nvSpPr>
          <p:cNvPr id="1959" name="Google Shape;1959;p11"/>
          <p:cNvSpPr txBox="1"/>
          <p:nvPr/>
        </p:nvSpPr>
        <p:spPr>
          <a:xfrm>
            <a:off x="1361610" y="3064317"/>
            <a:ext cx="2348100" cy="723300"/>
          </a:xfrm>
          <a:prstGeom prst="rect">
            <a:avLst/>
          </a:prstGeom>
          <a:noFill/>
          <a:ln>
            <a:noFill/>
          </a:ln>
        </p:spPr>
        <p:txBody>
          <a:bodyPr spcFirstLastPara="1" wrap="square" lIns="121800" tIns="60900" rIns="121800" bIns="60900"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chemeClr val="dk2"/>
                </a:solidFill>
                <a:latin typeface="Arial"/>
                <a:ea typeface="Arial"/>
                <a:cs typeface="Arial"/>
                <a:sym typeface="Arial"/>
              </a:rPr>
              <a:t>Build and deploy private cloud infrastructure on-premises</a:t>
            </a:r>
            <a:endParaRPr sz="1900" b="0" i="0" u="none" strike="noStrike" cap="none">
              <a:solidFill>
                <a:schemeClr val="dk2"/>
              </a:solidFill>
              <a:latin typeface="Arial"/>
              <a:ea typeface="Arial"/>
              <a:cs typeface="Arial"/>
              <a:sym typeface="Arial"/>
            </a:endParaRPr>
          </a:p>
        </p:txBody>
      </p:sp>
      <p:sp>
        <p:nvSpPr>
          <p:cNvPr id="1960" name="Google Shape;1960;p11"/>
          <p:cNvSpPr/>
          <p:nvPr/>
        </p:nvSpPr>
        <p:spPr>
          <a:xfrm>
            <a:off x="905135" y="3191110"/>
            <a:ext cx="442200" cy="442500"/>
          </a:xfrm>
          <a:prstGeom prst="ellipse">
            <a:avLst/>
          </a:prstGeom>
          <a:gradFill>
            <a:gsLst>
              <a:gs pos="0">
                <a:schemeClr val="accent5"/>
              </a:gs>
              <a:gs pos="29000">
                <a:schemeClr val="accent5"/>
              </a:gs>
              <a:gs pos="100000">
                <a:schemeClr val="accent2"/>
              </a:gs>
            </a:gsLst>
            <a:lin ang="8100019" scaled="0"/>
          </a:gradFill>
          <a:ln>
            <a:noFill/>
          </a:ln>
        </p:spPr>
        <p:txBody>
          <a:bodyPr spcFirstLastPara="1" wrap="square" lIns="91275" tIns="45650" rIns="91275"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961" name="Google Shape;1961;p11"/>
          <p:cNvSpPr txBox="1"/>
          <p:nvPr/>
        </p:nvSpPr>
        <p:spPr>
          <a:xfrm>
            <a:off x="1361596" y="4055660"/>
            <a:ext cx="2147100" cy="483300"/>
          </a:xfrm>
          <a:prstGeom prst="rect">
            <a:avLst/>
          </a:prstGeom>
          <a:noFill/>
          <a:ln>
            <a:noFill/>
          </a:ln>
        </p:spPr>
        <p:txBody>
          <a:bodyPr spcFirstLastPara="1" wrap="square" lIns="121800" tIns="60900" rIns="121800" bIns="60900" anchor="t" anchorCtr="0">
            <a:spAutoFit/>
          </a:bodyPr>
          <a:lstStyle/>
          <a:p>
            <a:pPr marL="0" marR="0" lvl="0" indent="0" algn="l" rtl="0">
              <a:lnSpc>
                <a:spcPct val="90000"/>
              </a:lnSpc>
              <a:spcBef>
                <a:spcPts val="0"/>
              </a:spcBef>
              <a:spcAft>
                <a:spcPts val="0"/>
              </a:spcAft>
              <a:buClr>
                <a:srgbClr val="000000"/>
              </a:buClr>
              <a:buSzPts val="1300"/>
              <a:buFont typeface="Arial"/>
              <a:buNone/>
            </a:pPr>
            <a:r>
              <a:rPr lang="en-US" sz="1300" b="0" i="0" u="none" strike="noStrike" cap="none">
                <a:solidFill>
                  <a:schemeClr val="dk2"/>
                </a:solidFill>
                <a:latin typeface="Arial"/>
                <a:ea typeface="Arial"/>
                <a:cs typeface="Arial"/>
                <a:sym typeface="Arial"/>
              </a:rPr>
              <a:t>Optimize infrastructure and operations </a:t>
            </a:r>
            <a:endParaRPr sz="1300" b="0" i="0" u="none" strike="noStrike" cap="none">
              <a:solidFill>
                <a:schemeClr val="dk2"/>
              </a:solidFill>
              <a:latin typeface="Arial"/>
              <a:ea typeface="Arial"/>
              <a:cs typeface="Arial"/>
              <a:sym typeface="Arial"/>
            </a:endParaRPr>
          </a:p>
        </p:txBody>
      </p:sp>
      <p:sp>
        <p:nvSpPr>
          <p:cNvPr id="1962" name="Google Shape;1962;p11"/>
          <p:cNvSpPr txBox="1"/>
          <p:nvPr/>
        </p:nvSpPr>
        <p:spPr>
          <a:xfrm>
            <a:off x="1355873" y="5002350"/>
            <a:ext cx="2147100" cy="663300"/>
          </a:xfrm>
          <a:prstGeom prst="rect">
            <a:avLst/>
          </a:prstGeom>
          <a:noFill/>
          <a:ln>
            <a:noFill/>
          </a:ln>
        </p:spPr>
        <p:txBody>
          <a:bodyPr spcFirstLastPara="1" wrap="square" lIns="121800" tIns="60900" rIns="121800" bIns="60900" anchor="t" anchorCtr="0">
            <a:spAutoFit/>
          </a:bodyPr>
          <a:lstStyle/>
          <a:p>
            <a:pPr marL="0" marR="0" lvl="0" indent="0" algn="l" rtl="0">
              <a:lnSpc>
                <a:spcPct val="90000"/>
              </a:lnSpc>
              <a:spcBef>
                <a:spcPts val="0"/>
              </a:spcBef>
              <a:spcAft>
                <a:spcPts val="0"/>
              </a:spcAft>
              <a:buClr>
                <a:srgbClr val="000000"/>
              </a:buClr>
              <a:buSzPts val="1300"/>
              <a:buFont typeface="Arial"/>
              <a:buNone/>
            </a:pPr>
            <a:r>
              <a:rPr lang="en-US" sz="1300" b="0" i="0" u="none" strike="noStrike" cap="none">
                <a:solidFill>
                  <a:schemeClr val="dk2"/>
                </a:solidFill>
                <a:latin typeface="Arial"/>
                <a:ea typeface="Arial"/>
                <a:cs typeface="Arial"/>
                <a:sym typeface="Arial"/>
              </a:rPr>
              <a:t>Extend data center to the Edge, public and sovereign clouds</a:t>
            </a:r>
            <a:endParaRPr sz="1300" b="0" i="0" u="none" strike="noStrike" cap="none">
              <a:solidFill>
                <a:schemeClr val="dk2"/>
              </a:solidFill>
              <a:latin typeface="Arial"/>
              <a:ea typeface="Arial"/>
              <a:cs typeface="Arial"/>
              <a:sym typeface="Arial"/>
            </a:endParaRPr>
          </a:p>
        </p:txBody>
      </p:sp>
      <p:sp>
        <p:nvSpPr>
          <p:cNvPr id="1963" name="Google Shape;1963;p11"/>
          <p:cNvSpPr/>
          <p:nvPr/>
        </p:nvSpPr>
        <p:spPr>
          <a:xfrm>
            <a:off x="902300" y="4076147"/>
            <a:ext cx="442200" cy="442500"/>
          </a:xfrm>
          <a:prstGeom prst="ellipse">
            <a:avLst/>
          </a:prstGeom>
          <a:gradFill>
            <a:gsLst>
              <a:gs pos="0">
                <a:schemeClr val="accent5"/>
              </a:gs>
              <a:gs pos="29000">
                <a:schemeClr val="accent5"/>
              </a:gs>
              <a:gs pos="100000">
                <a:schemeClr val="accent2"/>
              </a:gs>
            </a:gsLst>
            <a:lin ang="8100019" scaled="0"/>
          </a:gradFill>
          <a:ln>
            <a:noFill/>
          </a:ln>
        </p:spPr>
        <p:txBody>
          <a:bodyPr spcFirstLastPara="1" wrap="square" lIns="91275" tIns="45650" rIns="91275"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964" name="Google Shape;1964;p11"/>
          <p:cNvSpPr/>
          <p:nvPr/>
        </p:nvSpPr>
        <p:spPr>
          <a:xfrm>
            <a:off x="895124" y="4999747"/>
            <a:ext cx="442200" cy="442500"/>
          </a:xfrm>
          <a:prstGeom prst="ellipse">
            <a:avLst/>
          </a:prstGeom>
          <a:gradFill>
            <a:gsLst>
              <a:gs pos="0">
                <a:schemeClr val="accent5"/>
              </a:gs>
              <a:gs pos="29000">
                <a:schemeClr val="accent5"/>
              </a:gs>
              <a:gs pos="100000">
                <a:schemeClr val="accent2"/>
              </a:gs>
            </a:gsLst>
            <a:lin ang="8100019" scaled="0"/>
          </a:gradFill>
          <a:ln>
            <a:noFill/>
          </a:ln>
        </p:spPr>
        <p:txBody>
          <a:bodyPr spcFirstLastPara="1" wrap="square" lIns="91275" tIns="45650" rIns="91275"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pic>
        <p:nvPicPr>
          <p:cNvPr id="1965" name="Google Shape;1965;p11"/>
          <p:cNvPicPr preferRelativeResize="0"/>
          <p:nvPr/>
        </p:nvPicPr>
        <p:blipFill rotWithShape="1">
          <a:blip r:embed="rId7">
            <a:alphaModFix/>
          </a:blip>
          <a:srcRect/>
          <a:stretch/>
        </p:blipFill>
        <p:spPr>
          <a:xfrm>
            <a:off x="1006393" y="4167076"/>
            <a:ext cx="244095" cy="244092"/>
          </a:xfrm>
          <a:prstGeom prst="rect">
            <a:avLst/>
          </a:prstGeom>
          <a:noFill/>
          <a:ln>
            <a:noFill/>
          </a:ln>
        </p:spPr>
      </p:pic>
      <p:pic>
        <p:nvPicPr>
          <p:cNvPr id="1966" name="Google Shape;1966;p11"/>
          <p:cNvPicPr preferRelativeResize="0"/>
          <p:nvPr/>
        </p:nvPicPr>
        <p:blipFill rotWithShape="1">
          <a:blip r:embed="rId8">
            <a:alphaModFix/>
          </a:blip>
          <a:srcRect/>
          <a:stretch/>
        </p:blipFill>
        <p:spPr>
          <a:xfrm>
            <a:off x="995425" y="5119934"/>
            <a:ext cx="226918" cy="226918"/>
          </a:xfrm>
          <a:prstGeom prst="rect">
            <a:avLst/>
          </a:prstGeom>
          <a:noFill/>
          <a:ln>
            <a:noFill/>
          </a:ln>
        </p:spPr>
      </p:pic>
      <p:pic>
        <p:nvPicPr>
          <p:cNvPr id="1967" name="Google Shape;1967;p11"/>
          <p:cNvPicPr preferRelativeResize="0"/>
          <p:nvPr/>
        </p:nvPicPr>
        <p:blipFill rotWithShape="1">
          <a:blip r:embed="rId9">
            <a:alphaModFix/>
          </a:blip>
          <a:srcRect/>
          <a:stretch/>
        </p:blipFill>
        <p:spPr>
          <a:xfrm>
            <a:off x="999206" y="3255499"/>
            <a:ext cx="275410" cy="275410"/>
          </a:xfrm>
          <a:prstGeom prst="rect">
            <a:avLst/>
          </a:prstGeom>
          <a:noFill/>
          <a:ln>
            <a:noFill/>
          </a:ln>
        </p:spPr>
      </p:pic>
      <p:cxnSp>
        <p:nvCxnSpPr>
          <p:cNvPr id="1968" name="Google Shape;1968;p11"/>
          <p:cNvCxnSpPr/>
          <p:nvPr/>
        </p:nvCxnSpPr>
        <p:spPr>
          <a:xfrm rot="10800000" flipH="1">
            <a:off x="699262" y="3872649"/>
            <a:ext cx="3105900" cy="2100"/>
          </a:xfrm>
          <a:prstGeom prst="straightConnector1">
            <a:avLst/>
          </a:prstGeom>
          <a:noFill/>
          <a:ln w="9525" cap="flat" cmpd="sng">
            <a:solidFill>
              <a:srgbClr val="7030A0"/>
            </a:solidFill>
            <a:prstDash val="solid"/>
            <a:round/>
            <a:headEnd type="none" w="sm" len="sm"/>
            <a:tailEnd type="none" w="sm" len="sm"/>
          </a:ln>
        </p:spPr>
      </p:cxnSp>
      <p:cxnSp>
        <p:nvCxnSpPr>
          <p:cNvPr id="1969" name="Google Shape;1969;p11"/>
          <p:cNvCxnSpPr/>
          <p:nvPr/>
        </p:nvCxnSpPr>
        <p:spPr>
          <a:xfrm rot="10800000" flipH="1">
            <a:off x="699262" y="4782210"/>
            <a:ext cx="3105900" cy="2100"/>
          </a:xfrm>
          <a:prstGeom prst="straightConnector1">
            <a:avLst/>
          </a:prstGeom>
          <a:noFill/>
          <a:ln w="9525" cap="flat" cmpd="sng">
            <a:solidFill>
              <a:srgbClr val="7030A0"/>
            </a:solidFill>
            <a:prstDash val="solid"/>
            <a:round/>
            <a:headEnd type="none" w="sm" len="sm"/>
            <a:tailEnd type="none" w="sm" len="sm"/>
          </a:ln>
        </p:spPr>
      </p:cxnSp>
      <p:pic>
        <p:nvPicPr>
          <p:cNvPr id="1970" name="Google Shape;1970;p11" descr="A cloud and rain falling from a fence&#10;&#10;AI-generated content may be incorrect."/>
          <p:cNvPicPr preferRelativeResize="0"/>
          <p:nvPr/>
        </p:nvPicPr>
        <p:blipFill rotWithShape="1">
          <a:blip r:embed="rId10">
            <a:alphaModFix/>
          </a:blip>
          <a:srcRect/>
          <a:stretch/>
        </p:blipFill>
        <p:spPr>
          <a:xfrm>
            <a:off x="1652234" y="1251908"/>
            <a:ext cx="1296667" cy="964189"/>
          </a:xfrm>
          <a:prstGeom prst="rect">
            <a:avLst/>
          </a:prstGeom>
          <a:noFill/>
          <a:ln>
            <a:noFill/>
          </a:ln>
        </p:spPr>
      </p:pic>
      <p:pic>
        <p:nvPicPr>
          <p:cNvPr id="1971" name="Google Shape;1971;p11" descr="A computer screen with a brain and speedometer&#10;&#10;AI-generated content may be incorrect."/>
          <p:cNvPicPr preferRelativeResize="0"/>
          <p:nvPr/>
        </p:nvPicPr>
        <p:blipFill rotWithShape="1">
          <a:blip r:embed="rId11">
            <a:alphaModFix/>
          </a:blip>
          <a:srcRect/>
          <a:stretch/>
        </p:blipFill>
        <p:spPr>
          <a:xfrm>
            <a:off x="5388441" y="1072346"/>
            <a:ext cx="1574298" cy="1253425"/>
          </a:xfrm>
          <a:prstGeom prst="rect">
            <a:avLst/>
          </a:prstGeom>
          <a:noFill/>
          <a:ln>
            <a:noFill/>
          </a:ln>
        </p:spPr>
      </p:pic>
      <p:pic>
        <p:nvPicPr>
          <p:cNvPr id="1972" name="Google Shape;1972;p11" descr="A logo of a shield with a lightning bolt&#10;&#10;AI-generated content may be incorrect."/>
          <p:cNvPicPr preferRelativeResize="0"/>
          <p:nvPr/>
        </p:nvPicPr>
        <p:blipFill rotWithShape="1">
          <a:blip r:embed="rId12">
            <a:alphaModFix/>
          </a:blip>
          <a:srcRect/>
          <a:stretch/>
        </p:blipFill>
        <p:spPr>
          <a:xfrm>
            <a:off x="8916158" y="1373815"/>
            <a:ext cx="1866589" cy="72095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757"/>
        <p:cNvGrpSpPr/>
        <p:nvPr/>
      </p:nvGrpSpPr>
      <p:grpSpPr>
        <a:xfrm>
          <a:off x="0" y="0"/>
          <a:ext cx="0" cy="0"/>
          <a:chOff x="0" y="0"/>
          <a:chExt cx="0" cy="0"/>
        </a:xfrm>
      </p:grpSpPr>
      <p:sp>
        <p:nvSpPr>
          <p:cNvPr id="5758" name="Google Shape;5758;p31"/>
          <p:cNvSpPr/>
          <p:nvPr/>
        </p:nvSpPr>
        <p:spPr>
          <a:xfrm>
            <a:off x="-4094420" y="2585073"/>
            <a:ext cx="19784686" cy="14200291"/>
          </a:xfrm>
          <a:prstGeom prst="arc">
            <a:avLst>
              <a:gd name="adj1" fmla="val 13713559"/>
              <a:gd name="adj2" fmla="val 18374095"/>
            </a:avLst>
          </a:prstGeom>
          <a:noFill/>
          <a:ln w="50800" cap="flat" cmpd="sng">
            <a:gradFill>
              <a:gsLst>
                <a:gs pos="21000">
                  <a:schemeClr val="accent2"/>
                </a:gs>
                <a:gs pos="67000">
                  <a:schemeClr val="accent3"/>
                </a:gs>
                <a:gs pos="33000">
                  <a:schemeClr val="accent5"/>
                </a:gs>
                <a:gs pos="43000">
                  <a:schemeClr val="accent3"/>
                </a:gs>
                <a:gs pos="96000">
                  <a:schemeClr val="accent4"/>
                </a:gs>
                <a:gs pos="83000">
                  <a:schemeClr val="accent1"/>
                </a:gs>
              </a:gsLst>
              <a:lin ang="0" scaled="0"/>
            </a:gra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dirty="0">
              <a:solidFill>
                <a:srgbClr val="717074"/>
              </a:solidFill>
              <a:latin typeface="Arial"/>
              <a:ea typeface="Arial"/>
              <a:cs typeface="Arial"/>
              <a:sym typeface="Arial"/>
            </a:endParaRPr>
          </a:p>
        </p:txBody>
      </p:sp>
      <p:pic>
        <p:nvPicPr>
          <p:cNvPr id="5759" name="Google Shape;5759;p31"/>
          <p:cNvPicPr preferRelativeResize="0"/>
          <p:nvPr/>
        </p:nvPicPr>
        <p:blipFill rotWithShape="1">
          <a:blip r:embed="rId3">
            <a:alphaModFix/>
          </a:blip>
          <a:srcRect/>
          <a:stretch/>
        </p:blipFill>
        <p:spPr>
          <a:xfrm>
            <a:off x="4947404" y="3058462"/>
            <a:ext cx="758754" cy="758754"/>
          </a:xfrm>
          <a:prstGeom prst="rect">
            <a:avLst/>
          </a:prstGeom>
          <a:noFill/>
          <a:ln>
            <a:noFill/>
          </a:ln>
        </p:spPr>
      </p:pic>
      <p:pic>
        <p:nvPicPr>
          <p:cNvPr id="5760" name="Google Shape;5760;p31"/>
          <p:cNvPicPr preferRelativeResize="0"/>
          <p:nvPr/>
        </p:nvPicPr>
        <p:blipFill rotWithShape="1">
          <a:blip r:embed="rId3">
            <a:alphaModFix/>
          </a:blip>
          <a:srcRect/>
          <a:stretch/>
        </p:blipFill>
        <p:spPr>
          <a:xfrm>
            <a:off x="6062938" y="3446414"/>
            <a:ext cx="391969" cy="391969"/>
          </a:xfrm>
          <a:prstGeom prst="rect">
            <a:avLst/>
          </a:prstGeom>
          <a:noFill/>
          <a:ln>
            <a:noFill/>
          </a:ln>
        </p:spPr>
      </p:pic>
      <p:pic>
        <p:nvPicPr>
          <p:cNvPr id="5761" name="Google Shape;5761;p31"/>
          <p:cNvPicPr preferRelativeResize="0"/>
          <p:nvPr/>
        </p:nvPicPr>
        <p:blipFill rotWithShape="1">
          <a:blip r:embed="rId3">
            <a:alphaModFix/>
          </a:blip>
          <a:srcRect/>
          <a:stretch/>
        </p:blipFill>
        <p:spPr>
          <a:xfrm>
            <a:off x="7421523" y="3292949"/>
            <a:ext cx="573372" cy="573372"/>
          </a:xfrm>
          <a:prstGeom prst="rect">
            <a:avLst/>
          </a:prstGeom>
          <a:noFill/>
          <a:ln>
            <a:noFill/>
          </a:ln>
        </p:spPr>
      </p:pic>
      <p:pic>
        <p:nvPicPr>
          <p:cNvPr id="5762" name="Google Shape;5762;p31"/>
          <p:cNvPicPr preferRelativeResize="0"/>
          <p:nvPr/>
        </p:nvPicPr>
        <p:blipFill rotWithShape="1">
          <a:blip r:embed="rId3">
            <a:alphaModFix/>
          </a:blip>
          <a:srcRect/>
          <a:stretch/>
        </p:blipFill>
        <p:spPr>
          <a:xfrm>
            <a:off x="9695493" y="3751575"/>
            <a:ext cx="391969" cy="391969"/>
          </a:xfrm>
          <a:prstGeom prst="rect">
            <a:avLst/>
          </a:prstGeom>
          <a:noFill/>
          <a:ln>
            <a:noFill/>
          </a:ln>
        </p:spPr>
      </p:pic>
      <p:pic>
        <p:nvPicPr>
          <p:cNvPr id="5763" name="Google Shape;5763;p31"/>
          <p:cNvPicPr preferRelativeResize="0"/>
          <p:nvPr/>
        </p:nvPicPr>
        <p:blipFill rotWithShape="1">
          <a:blip r:embed="rId4">
            <a:alphaModFix/>
          </a:blip>
          <a:srcRect/>
          <a:stretch/>
        </p:blipFill>
        <p:spPr>
          <a:xfrm>
            <a:off x="7316240" y="3862040"/>
            <a:ext cx="391969" cy="391969"/>
          </a:xfrm>
          <a:prstGeom prst="rect">
            <a:avLst/>
          </a:prstGeom>
          <a:noFill/>
          <a:ln>
            <a:noFill/>
          </a:ln>
        </p:spPr>
      </p:pic>
      <p:pic>
        <p:nvPicPr>
          <p:cNvPr id="5764" name="Google Shape;5764;p31"/>
          <p:cNvPicPr preferRelativeResize="0"/>
          <p:nvPr/>
        </p:nvPicPr>
        <p:blipFill rotWithShape="1">
          <a:blip r:embed="rId4">
            <a:alphaModFix/>
          </a:blip>
          <a:srcRect/>
          <a:stretch/>
        </p:blipFill>
        <p:spPr>
          <a:xfrm>
            <a:off x="6607681" y="3182484"/>
            <a:ext cx="573372" cy="573372"/>
          </a:xfrm>
          <a:prstGeom prst="rect">
            <a:avLst/>
          </a:prstGeom>
          <a:noFill/>
          <a:ln>
            <a:noFill/>
          </a:ln>
        </p:spPr>
      </p:pic>
      <p:pic>
        <p:nvPicPr>
          <p:cNvPr id="5765" name="Google Shape;5765;p31"/>
          <p:cNvPicPr preferRelativeResize="0"/>
          <p:nvPr/>
        </p:nvPicPr>
        <p:blipFill rotWithShape="1">
          <a:blip r:embed="rId4">
            <a:alphaModFix/>
          </a:blip>
          <a:srcRect/>
          <a:stretch/>
        </p:blipFill>
        <p:spPr>
          <a:xfrm>
            <a:off x="8002244" y="3496765"/>
            <a:ext cx="391969" cy="391969"/>
          </a:xfrm>
          <a:prstGeom prst="rect">
            <a:avLst/>
          </a:prstGeom>
          <a:noFill/>
          <a:ln>
            <a:noFill/>
          </a:ln>
        </p:spPr>
      </p:pic>
      <p:pic>
        <p:nvPicPr>
          <p:cNvPr id="5766" name="Google Shape;5766;p31"/>
          <p:cNvPicPr preferRelativeResize="0"/>
          <p:nvPr/>
        </p:nvPicPr>
        <p:blipFill rotWithShape="1">
          <a:blip r:embed="rId4">
            <a:alphaModFix/>
          </a:blip>
          <a:srcRect/>
          <a:stretch/>
        </p:blipFill>
        <p:spPr>
          <a:xfrm>
            <a:off x="4469663" y="3464618"/>
            <a:ext cx="562737" cy="562737"/>
          </a:xfrm>
          <a:prstGeom prst="rect">
            <a:avLst/>
          </a:prstGeom>
          <a:noFill/>
          <a:ln>
            <a:noFill/>
          </a:ln>
        </p:spPr>
      </p:pic>
      <p:pic>
        <p:nvPicPr>
          <p:cNvPr id="5768" name="Google Shape;5768;p31"/>
          <p:cNvPicPr preferRelativeResize="0"/>
          <p:nvPr/>
        </p:nvPicPr>
        <p:blipFill rotWithShape="1">
          <a:blip r:embed="rId3">
            <a:alphaModFix/>
          </a:blip>
          <a:srcRect/>
          <a:stretch/>
        </p:blipFill>
        <p:spPr>
          <a:xfrm>
            <a:off x="10136826" y="3641995"/>
            <a:ext cx="391969" cy="391969"/>
          </a:xfrm>
          <a:prstGeom prst="rect">
            <a:avLst/>
          </a:prstGeom>
          <a:noFill/>
          <a:ln>
            <a:noFill/>
          </a:ln>
        </p:spPr>
      </p:pic>
      <p:sp>
        <p:nvSpPr>
          <p:cNvPr id="5769" name="Google Shape;5769;p31"/>
          <p:cNvSpPr/>
          <p:nvPr/>
        </p:nvSpPr>
        <p:spPr>
          <a:xfrm>
            <a:off x="317500" y="3095576"/>
            <a:ext cx="914400" cy="100200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000"/>
              <a:buFont typeface="Arial"/>
              <a:buNone/>
            </a:pPr>
            <a:endParaRPr sz="1000" dirty="0">
              <a:solidFill>
                <a:schemeClr val="dk1"/>
              </a:solidFill>
              <a:latin typeface="Arial"/>
              <a:ea typeface="Arial"/>
              <a:cs typeface="Arial"/>
              <a:sym typeface="Arial"/>
            </a:endParaRPr>
          </a:p>
        </p:txBody>
      </p:sp>
      <p:pic>
        <p:nvPicPr>
          <p:cNvPr id="5770" name="Google Shape;5770;p31"/>
          <p:cNvPicPr preferRelativeResize="0"/>
          <p:nvPr/>
        </p:nvPicPr>
        <p:blipFill rotWithShape="1">
          <a:blip r:embed="rId3">
            <a:alphaModFix/>
          </a:blip>
          <a:srcRect/>
          <a:stretch/>
        </p:blipFill>
        <p:spPr>
          <a:xfrm>
            <a:off x="3929905" y="3533393"/>
            <a:ext cx="391969" cy="391969"/>
          </a:xfrm>
          <a:prstGeom prst="rect">
            <a:avLst/>
          </a:prstGeom>
          <a:noFill/>
          <a:ln>
            <a:noFill/>
          </a:ln>
        </p:spPr>
      </p:pic>
      <p:grpSp>
        <p:nvGrpSpPr>
          <p:cNvPr id="5771" name="Google Shape;5771;p31"/>
          <p:cNvGrpSpPr/>
          <p:nvPr/>
        </p:nvGrpSpPr>
        <p:grpSpPr>
          <a:xfrm>
            <a:off x="1174313" y="1541237"/>
            <a:ext cx="3022880" cy="4005572"/>
            <a:chOff x="781204" y="1541237"/>
            <a:chExt cx="3022880" cy="4005572"/>
          </a:xfrm>
        </p:grpSpPr>
        <p:sp>
          <p:nvSpPr>
            <p:cNvPr id="5772" name="Google Shape;5772;p31"/>
            <p:cNvSpPr txBox="1"/>
            <p:nvPr/>
          </p:nvSpPr>
          <p:spPr>
            <a:xfrm>
              <a:off x="781204" y="3950407"/>
              <a:ext cx="3022880" cy="159640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666666"/>
                </a:buClr>
                <a:buSzPts val="1170"/>
                <a:buFont typeface="Arial"/>
                <a:buChar char="•"/>
              </a:pPr>
              <a:r>
                <a:rPr lang="en-US" sz="1300" dirty="0">
                  <a:solidFill>
                    <a:schemeClr val="dk1"/>
                  </a:solidFill>
                  <a:latin typeface="Arial"/>
                  <a:ea typeface="Arial"/>
                  <a:cs typeface="Arial"/>
                  <a:sym typeface="Arial"/>
                </a:rPr>
                <a:t>Architecture &amp; Topologies</a:t>
              </a:r>
              <a:endParaRPr lang="en-US" sz="1800" dirty="0">
                <a:solidFill>
                  <a:schemeClr val="dk1"/>
                </a:solidFill>
                <a:latin typeface="Arial"/>
                <a:ea typeface="Arial"/>
                <a:cs typeface="Arial"/>
                <a:sym typeface="Arial"/>
              </a:endParaRPr>
            </a:p>
            <a:p>
              <a:pPr marL="342900" marR="0" lvl="0" indent="-342900" algn="l" rtl="0">
                <a:lnSpc>
                  <a:spcPct val="100000"/>
                </a:lnSpc>
                <a:spcBef>
                  <a:spcPts val="600"/>
                </a:spcBef>
                <a:spcAft>
                  <a:spcPts val="0"/>
                </a:spcAft>
                <a:buClr>
                  <a:srgbClr val="666666"/>
                </a:buClr>
                <a:buSzPts val="1170"/>
                <a:buFont typeface="Arial"/>
                <a:buChar char="•"/>
              </a:pPr>
              <a:r>
                <a:rPr lang="en-US" sz="1300" dirty="0">
                  <a:solidFill>
                    <a:schemeClr val="dk1"/>
                  </a:solidFill>
                  <a:latin typeface="Arial"/>
                  <a:ea typeface="Arial"/>
                  <a:cs typeface="Arial"/>
                  <a:sym typeface="Arial"/>
                </a:rPr>
                <a:t>Deployment &amp; Scale</a:t>
              </a:r>
              <a:endParaRPr lang="en-US" sz="1800" dirty="0">
                <a:solidFill>
                  <a:schemeClr val="dk1"/>
                </a:solidFill>
                <a:latin typeface="Arial"/>
                <a:ea typeface="Arial"/>
                <a:cs typeface="Arial"/>
                <a:sym typeface="Arial"/>
              </a:endParaRPr>
            </a:p>
            <a:p>
              <a:pPr marL="342900" marR="0" lvl="0" indent="-342900" algn="l" rtl="0">
                <a:lnSpc>
                  <a:spcPct val="100000"/>
                </a:lnSpc>
                <a:spcBef>
                  <a:spcPts val="600"/>
                </a:spcBef>
                <a:spcAft>
                  <a:spcPts val="0"/>
                </a:spcAft>
                <a:buClr>
                  <a:srgbClr val="666666"/>
                </a:buClr>
                <a:buSzPts val="1170"/>
                <a:buFont typeface="Arial"/>
                <a:buChar char="•"/>
              </a:pPr>
              <a:r>
                <a:rPr lang="en-US" sz="1300" dirty="0">
                  <a:solidFill>
                    <a:schemeClr val="dk1"/>
                  </a:solidFill>
                  <a:latin typeface="Arial"/>
                  <a:ea typeface="Arial"/>
                  <a:cs typeface="Arial"/>
                  <a:sym typeface="Arial"/>
                </a:rPr>
                <a:t>Compute, Storage &amp; Networking</a:t>
              </a:r>
            </a:p>
            <a:p>
              <a:pPr marL="342900" marR="0" lvl="0" indent="-342900" algn="l" rtl="0">
                <a:lnSpc>
                  <a:spcPct val="100000"/>
                </a:lnSpc>
                <a:spcBef>
                  <a:spcPts val="600"/>
                </a:spcBef>
                <a:spcAft>
                  <a:spcPts val="0"/>
                </a:spcAft>
                <a:buClr>
                  <a:srgbClr val="666666"/>
                </a:buClr>
                <a:buSzPts val="1170"/>
                <a:buFont typeface="Arial"/>
                <a:buChar char="•"/>
              </a:pPr>
              <a:r>
                <a:rPr lang="en-US" sz="1300" dirty="0">
                  <a:solidFill>
                    <a:schemeClr val="dk1"/>
                  </a:solidFill>
                  <a:latin typeface="Arial"/>
                  <a:ea typeface="Arial"/>
                  <a:cs typeface="Arial"/>
                  <a:sym typeface="Arial"/>
                </a:rPr>
                <a:t>Private Cloud Operations</a:t>
              </a:r>
            </a:p>
            <a:p>
              <a:pPr marL="342900" indent="-342900">
                <a:spcBef>
                  <a:spcPts val="600"/>
                </a:spcBef>
                <a:buClr>
                  <a:srgbClr val="666666"/>
                </a:buClr>
                <a:buSzPts val="1170"/>
                <a:buFont typeface="Arial"/>
                <a:buChar char="•"/>
              </a:pPr>
              <a:r>
                <a:rPr lang="en-US" sz="1300" dirty="0">
                  <a:solidFill>
                    <a:schemeClr val="dk1"/>
                  </a:solidFill>
                  <a:latin typeface="Arial"/>
                  <a:ea typeface="Arial"/>
                  <a:cs typeface="Arial"/>
                  <a:sym typeface="Arial"/>
                </a:rPr>
                <a:t>Deliver Self-service IaaS</a:t>
              </a:r>
            </a:p>
            <a:p>
              <a:pPr marL="342900" marR="0" lvl="0" indent="-342900" algn="l" rtl="0">
                <a:lnSpc>
                  <a:spcPct val="100000"/>
                </a:lnSpc>
                <a:spcBef>
                  <a:spcPts val="600"/>
                </a:spcBef>
                <a:spcAft>
                  <a:spcPts val="0"/>
                </a:spcAft>
                <a:buClr>
                  <a:srgbClr val="666666"/>
                </a:buClr>
                <a:buSzPts val="1170"/>
                <a:buFont typeface="Arial"/>
                <a:buChar char="•"/>
              </a:pPr>
              <a:r>
                <a:rPr lang="en-US" sz="1300" dirty="0">
                  <a:solidFill>
                    <a:schemeClr val="dk1"/>
                  </a:solidFill>
                  <a:latin typeface="Arial"/>
                  <a:ea typeface="Arial"/>
                  <a:cs typeface="Arial"/>
                  <a:sym typeface="Arial"/>
                </a:rPr>
                <a:t>Migrating to VCF</a:t>
              </a:r>
            </a:p>
            <a:p>
              <a:pPr marL="342900" marR="0" lvl="0" indent="-342900" algn="l" rtl="0">
                <a:lnSpc>
                  <a:spcPct val="100000"/>
                </a:lnSpc>
                <a:spcBef>
                  <a:spcPts val="600"/>
                </a:spcBef>
                <a:spcAft>
                  <a:spcPts val="0"/>
                </a:spcAft>
                <a:buClr>
                  <a:srgbClr val="666666"/>
                </a:buClr>
                <a:buSzPts val="1170"/>
                <a:buFont typeface="Arial"/>
                <a:buChar char="•"/>
              </a:pPr>
              <a:endParaRPr lang="en-US" sz="1300" dirty="0">
                <a:solidFill>
                  <a:schemeClr val="dk1"/>
                </a:solidFill>
                <a:latin typeface="Arial"/>
                <a:ea typeface="Arial"/>
                <a:cs typeface="Arial"/>
                <a:sym typeface="Arial"/>
              </a:endParaRPr>
            </a:p>
            <a:p>
              <a:pPr marL="342900" marR="0" lvl="0" indent="-342900" algn="l" rtl="0">
                <a:lnSpc>
                  <a:spcPct val="100000"/>
                </a:lnSpc>
                <a:spcBef>
                  <a:spcPts val="600"/>
                </a:spcBef>
                <a:spcAft>
                  <a:spcPts val="0"/>
                </a:spcAft>
                <a:buClr>
                  <a:srgbClr val="666666"/>
                </a:buClr>
                <a:buSzPts val="1170"/>
                <a:buFont typeface="Arial"/>
                <a:buChar char="•"/>
              </a:pPr>
              <a:endParaRPr lang="en-US" sz="1800" dirty="0">
                <a:solidFill>
                  <a:schemeClr val="dk1"/>
                </a:solidFill>
                <a:latin typeface="Arial"/>
                <a:ea typeface="Arial"/>
                <a:cs typeface="Arial"/>
                <a:sym typeface="Arial"/>
              </a:endParaRPr>
            </a:p>
            <a:p>
              <a:pPr marL="342900" marR="0" lvl="0" indent="-228600" algn="l" rtl="0">
                <a:lnSpc>
                  <a:spcPct val="100000"/>
                </a:lnSpc>
                <a:spcBef>
                  <a:spcPts val="600"/>
                </a:spcBef>
                <a:spcAft>
                  <a:spcPts val="0"/>
                </a:spcAft>
                <a:buClr>
                  <a:srgbClr val="666666"/>
                </a:buClr>
                <a:buSzPts val="1800"/>
                <a:buFont typeface="Arial"/>
                <a:buNone/>
              </a:pPr>
              <a:endParaRPr lang="en-US" sz="2000" dirty="0">
                <a:solidFill>
                  <a:schemeClr val="dk1"/>
                </a:solidFill>
                <a:latin typeface="Arial"/>
                <a:ea typeface="Arial"/>
                <a:cs typeface="Arial"/>
                <a:sym typeface="Arial"/>
              </a:endParaRPr>
            </a:p>
            <a:p>
              <a:pPr marL="0" marR="0" lvl="0" indent="0" algn="l" rtl="0">
                <a:lnSpc>
                  <a:spcPct val="100000"/>
                </a:lnSpc>
                <a:spcBef>
                  <a:spcPts val="600"/>
                </a:spcBef>
                <a:spcAft>
                  <a:spcPts val="0"/>
                </a:spcAft>
                <a:buClr>
                  <a:srgbClr val="666666"/>
                </a:buClr>
                <a:buSzPts val="1800"/>
                <a:buFont typeface="Arial"/>
                <a:buNone/>
              </a:pPr>
              <a:endParaRPr sz="2000" dirty="0">
                <a:solidFill>
                  <a:schemeClr val="dk1"/>
                </a:solidFill>
                <a:latin typeface="Arial"/>
                <a:ea typeface="Arial"/>
                <a:cs typeface="Arial"/>
                <a:sym typeface="Arial"/>
              </a:endParaRPr>
            </a:p>
          </p:txBody>
        </p:sp>
        <p:grpSp>
          <p:nvGrpSpPr>
            <p:cNvPr id="5773" name="Google Shape;5773;p31"/>
            <p:cNvGrpSpPr/>
            <p:nvPr/>
          </p:nvGrpSpPr>
          <p:grpSpPr>
            <a:xfrm>
              <a:off x="1121726" y="2294053"/>
              <a:ext cx="1975340" cy="846680"/>
              <a:chOff x="12476192" y="3025185"/>
              <a:chExt cx="665958" cy="285446"/>
            </a:xfrm>
          </p:grpSpPr>
          <p:sp>
            <p:nvSpPr>
              <p:cNvPr id="5774" name="Google Shape;5774;p31"/>
              <p:cNvSpPr/>
              <p:nvPr/>
            </p:nvSpPr>
            <p:spPr>
              <a:xfrm>
                <a:off x="12476192" y="3025185"/>
                <a:ext cx="583653" cy="238296"/>
              </a:xfrm>
              <a:custGeom>
                <a:avLst/>
                <a:gdLst/>
                <a:ahLst/>
                <a:cxnLst/>
                <a:rect l="l" t="t" r="r" b="b"/>
                <a:pathLst>
                  <a:path w="907209" h="370400" extrusionOk="0">
                    <a:moveTo>
                      <a:pt x="749249" y="212440"/>
                    </a:moveTo>
                    <a:cubicBezTo>
                      <a:pt x="732060" y="212440"/>
                      <a:pt x="715512" y="215236"/>
                      <a:pt x="700014" y="220306"/>
                    </a:cubicBezTo>
                    <a:cubicBezTo>
                      <a:pt x="686729" y="96489"/>
                      <a:pt x="581907" y="0"/>
                      <a:pt x="454537" y="0"/>
                    </a:cubicBezTo>
                    <a:cubicBezTo>
                      <a:pt x="337246" y="0"/>
                      <a:pt x="239126" y="81806"/>
                      <a:pt x="213896" y="191405"/>
                    </a:cubicBezTo>
                    <a:lnTo>
                      <a:pt x="178995" y="191405"/>
                    </a:lnTo>
                    <a:cubicBezTo>
                      <a:pt x="80116" y="191405"/>
                      <a:pt x="0" y="271522"/>
                      <a:pt x="0" y="370400"/>
                    </a:cubicBezTo>
                    <a:lnTo>
                      <a:pt x="907209" y="370400"/>
                    </a:lnTo>
                    <a:cubicBezTo>
                      <a:pt x="907209" y="283175"/>
                      <a:pt x="836474" y="212440"/>
                      <a:pt x="749249" y="212440"/>
                    </a:cubicBezTo>
                    <a:close/>
                  </a:path>
                </a:pathLst>
              </a:custGeom>
              <a:gradFill>
                <a:gsLst>
                  <a:gs pos="0">
                    <a:schemeClr val="lt1"/>
                  </a:gs>
                  <a:gs pos="26000">
                    <a:schemeClr val="lt1"/>
                  </a:gs>
                  <a:gs pos="69000">
                    <a:srgbClr val="A4D4F1"/>
                  </a:gs>
                  <a:gs pos="100000">
                    <a:srgbClr val="A4D4F1"/>
                  </a:gs>
                </a:gsLst>
                <a:lin ang="2699796" scaled="0"/>
              </a:gradFill>
              <a:ln>
                <a:noFill/>
              </a:ln>
            </p:spPr>
            <p:txBody>
              <a:bodyPr spcFirstLastPara="1" wrap="square" lIns="36575" tIns="18275" rIns="36575" bIns="1827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717074"/>
                  </a:solidFill>
                  <a:latin typeface="Arial"/>
                  <a:ea typeface="Arial"/>
                  <a:cs typeface="Arial"/>
                  <a:sym typeface="Arial"/>
                </a:endParaRPr>
              </a:p>
            </p:txBody>
          </p:sp>
          <p:sp>
            <p:nvSpPr>
              <p:cNvPr id="5775" name="Google Shape;5775;p31"/>
              <p:cNvSpPr/>
              <p:nvPr/>
            </p:nvSpPr>
            <p:spPr>
              <a:xfrm>
                <a:off x="12778089" y="3134512"/>
                <a:ext cx="364061" cy="144900"/>
              </a:xfrm>
              <a:custGeom>
                <a:avLst/>
                <a:gdLst/>
                <a:ahLst/>
                <a:cxnLst/>
                <a:rect l="l" t="t" r="r" b="b"/>
                <a:pathLst>
                  <a:path w="565884" h="225229" extrusionOk="0">
                    <a:moveTo>
                      <a:pt x="154872" y="70357"/>
                    </a:moveTo>
                    <a:lnTo>
                      <a:pt x="0" y="225229"/>
                    </a:lnTo>
                    <a:lnTo>
                      <a:pt x="565884" y="225229"/>
                    </a:lnTo>
                    <a:cubicBezTo>
                      <a:pt x="562272" y="168711"/>
                      <a:pt x="538965" y="113299"/>
                      <a:pt x="496023" y="70357"/>
                    </a:cubicBezTo>
                    <a:lnTo>
                      <a:pt x="496023" y="70357"/>
                    </a:lnTo>
                    <a:cubicBezTo>
                      <a:pt x="402213" y="-23452"/>
                      <a:pt x="248681" y="-23452"/>
                      <a:pt x="154872" y="70357"/>
                    </a:cubicBezTo>
                    <a:close/>
                  </a:path>
                </a:pathLst>
              </a:custGeom>
              <a:gradFill>
                <a:gsLst>
                  <a:gs pos="0">
                    <a:schemeClr val="lt1"/>
                  </a:gs>
                  <a:gs pos="34000">
                    <a:schemeClr val="lt1"/>
                  </a:gs>
                  <a:gs pos="69000">
                    <a:srgbClr val="A4D4F1"/>
                  </a:gs>
                  <a:gs pos="100000">
                    <a:srgbClr val="A4D4F1"/>
                  </a:gs>
                </a:gsLst>
                <a:lin ang="2699796" scaled="0"/>
              </a:gradFill>
              <a:ln>
                <a:noFill/>
              </a:ln>
            </p:spPr>
            <p:txBody>
              <a:bodyPr spcFirstLastPara="1" wrap="square" lIns="36575" tIns="18275" rIns="36575" bIns="1827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717074"/>
                  </a:solidFill>
                  <a:latin typeface="Arial"/>
                  <a:ea typeface="Arial"/>
                  <a:cs typeface="Arial"/>
                  <a:sym typeface="Arial"/>
                </a:endParaRPr>
              </a:p>
            </p:txBody>
          </p:sp>
          <p:sp>
            <p:nvSpPr>
              <p:cNvPr id="5776" name="Google Shape;5776;p31"/>
              <p:cNvSpPr/>
              <p:nvPr/>
            </p:nvSpPr>
            <p:spPr>
              <a:xfrm>
                <a:off x="12554829" y="3185661"/>
                <a:ext cx="306086" cy="124970"/>
              </a:xfrm>
              <a:custGeom>
                <a:avLst/>
                <a:gdLst/>
                <a:ahLst/>
                <a:cxnLst/>
                <a:rect l="l" t="t" r="r" b="b"/>
                <a:pathLst>
                  <a:path w="907209" h="370400" extrusionOk="0">
                    <a:moveTo>
                      <a:pt x="749249" y="212440"/>
                    </a:moveTo>
                    <a:cubicBezTo>
                      <a:pt x="732060" y="212440"/>
                      <a:pt x="715512" y="215236"/>
                      <a:pt x="700014" y="220306"/>
                    </a:cubicBezTo>
                    <a:cubicBezTo>
                      <a:pt x="686729" y="96489"/>
                      <a:pt x="581907" y="0"/>
                      <a:pt x="454537" y="0"/>
                    </a:cubicBezTo>
                    <a:cubicBezTo>
                      <a:pt x="337246" y="0"/>
                      <a:pt x="239126" y="81806"/>
                      <a:pt x="213896" y="191405"/>
                    </a:cubicBezTo>
                    <a:lnTo>
                      <a:pt x="178995" y="191405"/>
                    </a:lnTo>
                    <a:cubicBezTo>
                      <a:pt x="80116" y="191405"/>
                      <a:pt x="0" y="271522"/>
                      <a:pt x="0" y="370400"/>
                    </a:cubicBezTo>
                    <a:lnTo>
                      <a:pt x="907209" y="370400"/>
                    </a:lnTo>
                    <a:cubicBezTo>
                      <a:pt x="907209" y="283175"/>
                      <a:pt x="836474" y="212440"/>
                      <a:pt x="749249" y="212440"/>
                    </a:cubicBezTo>
                    <a:close/>
                  </a:path>
                </a:pathLst>
              </a:custGeom>
              <a:gradFill>
                <a:gsLst>
                  <a:gs pos="0">
                    <a:schemeClr val="lt1"/>
                  </a:gs>
                  <a:gs pos="34000">
                    <a:schemeClr val="lt1"/>
                  </a:gs>
                  <a:gs pos="69000">
                    <a:srgbClr val="A4D4F1"/>
                  </a:gs>
                  <a:gs pos="100000">
                    <a:srgbClr val="A4D4F1"/>
                  </a:gs>
                </a:gsLst>
                <a:lin ang="2699796" scaled="0"/>
              </a:gradFill>
              <a:ln>
                <a:noFill/>
              </a:ln>
            </p:spPr>
            <p:txBody>
              <a:bodyPr spcFirstLastPara="1" wrap="square" lIns="36575" tIns="18275" rIns="36575" bIns="1827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717074"/>
                  </a:solidFill>
                  <a:latin typeface="Arial"/>
                  <a:ea typeface="Arial"/>
                  <a:cs typeface="Arial"/>
                  <a:sym typeface="Arial"/>
                </a:endParaRPr>
              </a:p>
            </p:txBody>
          </p:sp>
        </p:grpSp>
        <p:sp>
          <p:nvSpPr>
            <p:cNvPr id="5777" name="Google Shape;5777;p31"/>
            <p:cNvSpPr txBox="1"/>
            <p:nvPr/>
          </p:nvSpPr>
          <p:spPr>
            <a:xfrm>
              <a:off x="1102974" y="1541237"/>
              <a:ext cx="1992527" cy="76940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B050"/>
                </a:buClr>
                <a:buSzPts val="2800"/>
                <a:buFont typeface="Arial"/>
                <a:buNone/>
              </a:pPr>
              <a:r>
                <a:rPr lang="en-US" sz="2800" dirty="0">
                  <a:solidFill>
                    <a:schemeClr val="accent5"/>
                  </a:solidFill>
                  <a:latin typeface="Arial"/>
                  <a:ea typeface="Arial"/>
                  <a:cs typeface="Arial"/>
                  <a:sym typeface="Arial"/>
                </a:rPr>
                <a:t>Modernize</a:t>
              </a:r>
              <a:endParaRPr sz="1400" b="0" i="0" u="none" strike="noStrike" cap="none" dirty="0">
                <a:solidFill>
                  <a:schemeClr val="accent5"/>
                </a:solidFill>
                <a:latin typeface="Arial"/>
                <a:ea typeface="Arial"/>
                <a:cs typeface="Arial"/>
                <a:sym typeface="Arial"/>
              </a:endParaRPr>
            </a:p>
            <a:p>
              <a:pPr marL="0" marR="0" lvl="0" indent="0" algn="ctr" rtl="0">
                <a:lnSpc>
                  <a:spcPct val="100000"/>
                </a:lnSpc>
                <a:spcBef>
                  <a:spcPts val="0"/>
                </a:spcBef>
                <a:spcAft>
                  <a:spcPts val="0"/>
                </a:spcAft>
                <a:buClr>
                  <a:srgbClr val="3F3F3F"/>
                </a:buClr>
                <a:buSzPts val="1600"/>
                <a:buFont typeface="Arial"/>
                <a:buNone/>
              </a:pPr>
              <a:r>
                <a:rPr lang="en-US" sz="1600" b="0" i="0" u="none" strike="noStrike" cap="none" dirty="0">
                  <a:solidFill>
                    <a:srgbClr val="3F3F3F"/>
                  </a:solidFill>
                  <a:latin typeface="Arial"/>
                  <a:ea typeface="Arial"/>
                  <a:cs typeface="Arial"/>
                  <a:sym typeface="Arial"/>
                </a:rPr>
                <a:t> </a:t>
              </a:r>
              <a:r>
                <a:rPr lang="en-US" sz="1600" dirty="0">
                  <a:solidFill>
                    <a:srgbClr val="3F3F3F"/>
                  </a:solidFill>
                  <a:latin typeface="Arial"/>
                  <a:ea typeface="Arial"/>
                  <a:cs typeface="Arial"/>
                  <a:sym typeface="Arial"/>
                </a:rPr>
                <a:t>Infrastructure</a:t>
              </a:r>
              <a:endParaRPr sz="1400" b="0" i="0" u="none" strike="noStrike" cap="none" dirty="0">
                <a:solidFill>
                  <a:srgbClr val="000000"/>
                </a:solidFill>
                <a:latin typeface="Arial"/>
                <a:ea typeface="Arial"/>
                <a:cs typeface="Arial"/>
                <a:sym typeface="Arial"/>
              </a:endParaRPr>
            </a:p>
          </p:txBody>
        </p:sp>
        <p:sp>
          <p:nvSpPr>
            <p:cNvPr id="5782" name="Google Shape;5782;p31"/>
            <p:cNvSpPr/>
            <p:nvPr/>
          </p:nvSpPr>
          <p:spPr>
            <a:xfrm>
              <a:off x="1963596" y="3013435"/>
              <a:ext cx="392029" cy="392223"/>
            </a:xfrm>
            <a:custGeom>
              <a:avLst/>
              <a:gdLst/>
              <a:ahLst/>
              <a:cxnLst/>
              <a:rect l="l" t="t" r="r" b="b"/>
              <a:pathLst>
                <a:path w="597674" h="597674" extrusionOk="0">
                  <a:moveTo>
                    <a:pt x="298521" y="597675"/>
                  </a:moveTo>
                  <a:cubicBezTo>
                    <a:pt x="133449" y="597675"/>
                    <a:pt x="0" y="463593"/>
                    <a:pt x="0" y="298521"/>
                  </a:cubicBezTo>
                  <a:cubicBezTo>
                    <a:pt x="0" y="133449"/>
                    <a:pt x="134082" y="0"/>
                    <a:pt x="298521" y="0"/>
                  </a:cubicBezTo>
                  <a:cubicBezTo>
                    <a:pt x="462961" y="0"/>
                    <a:pt x="597675" y="134082"/>
                    <a:pt x="597675" y="298521"/>
                  </a:cubicBezTo>
                  <a:cubicBezTo>
                    <a:pt x="597675" y="462961"/>
                    <a:pt x="462961" y="597675"/>
                    <a:pt x="298521" y="597675"/>
                  </a:cubicBezTo>
                  <a:close/>
                  <a:moveTo>
                    <a:pt x="298521" y="15811"/>
                  </a:moveTo>
                  <a:cubicBezTo>
                    <a:pt x="142304" y="15811"/>
                    <a:pt x="15179" y="142936"/>
                    <a:pt x="15179" y="299154"/>
                  </a:cubicBezTo>
                  <a:cubicBezTo>
                    <a:pt x="15179" y="455371"/>
                    <a:pt x="142304" y="582496"/>
                    <a:pt x="298521" y="582496"/>
                  </a:cubicBezTo>
                  <a:cubicBezTo>
                    <a:pt x="454739" y="582496"/>
                    <a:pt x="581863" y="455371"/>
                    <a:pt x="581863" y="299154"/>
                  </a:cubicBezTo>
                  <a:cubicBezTo>
                    <a:pt x="581863" y="142936"/>
                    <a:pt x="454106" y="15811"/>
                    <a:pt x="298521" y="1581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717074"/>
                </a:solidFill>
                <a:latin typeface="Arial"/>
                <a:ea typeface="Arial"/>
                <a:cs typeface="Arial"/>
                <a:sym typeface="Arial"/>
              </a:endParaRPr>
            </a:p>
          </p:txBody>
        </p:sp>
      </p:grpSp>
      <p:sp>
        <p:nvSpPr>
          <p:cNvPr id="5808" name="Google Shape;5808;p31"/>
          <p:cNvSpPr/>
          <p:nvPr/>
        </p:nvSpPr>
        <p:spPr>
          <a:xfrm>
            <a:off x="637309" y="279131"/>
            <a:ext cx="11134628" cy="1144761"/>
          </a:xfrm>
          <a:prstGeom prst="rect">
            <a:avLst/>
          </a:prstGeom>
          <a:solidFill>
            <a:schemeClr val="lt1">
              <a:alpha val="71764"/>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000"/>
              <a:buFont typeface="Arial"/>
              <a:buNone/>
            </a:pPr>
            <a:endParaRPr sz="1000" dirty="0">
              <a:solidFill>
                <a:schemeClr val="dk1"/>
              </a:solidFill>
              <a:latin typeface="Arial"/>
              <a:ea typeface="Arial"/>
              <a:cs typeface="Arial"/>
              <a:sym typeface="Arial"/>
            </a:endParaRPr>
          </a:p>
        </p:txBody>
      </p:sp>
      <p:grpSp>
        <p:nvGrpSpPr>
          <p:cNvPr id="5809" name="Google Shape;5809;p31"/>
          <p:cNvGrpSpPr/>
          <p:nvPr/>
        </p:nvGrpSpPr>
        <p:grpSpPr>
          <a:xfrm>
            <a:off x="4558521" y="842850"/>
            <a:ext cx="3286068" cy="4699969"/>
            <a:chOff x="3139918" y="919759"/>
            <a:chExt cx="3286068" cy="4699969"/>
          </a:xfrm>
        </p:grpSpPr>
        <p:grpSp>
          <p:nvGrpSpPr>
            <p:cNvPr id="5810" name="Google Shape;5810;p31"/>
            <p:cNvGrpSpPr/>
            <p:nvPr/>
          </p:nvGrpSpPr>
          <p:grpSpPr>
            <a:xfrm>
              <a:off x="3376052" y="919759"/>
              <a:ext cx="2362742" cy="2117144"/>
              <a:chOff x="3376052" y="-58141"/>
              <a:chExt cx="2362742" cy="2117144"/>
            </a:xfrm>
          </p:grpSpPr>
          <p:grpSp>
            <p:nvGrpSpPr>
              <p:cNvPr id="5811" name="Google Shape;5811;p31"/>
              <p:cNvGrpSpPr/>
              <p:nvPr/>
            </p:nvGrpSpPr>
            <p:grpSpPr>
              <a:xfrm>
                <a:off x="3548416" y="1081279"/>
                <a:ext cx="2021076" cy="977724"/>
                <a:chOff x="12464666" y="3025185"/>
                <a:chExt cx="681377" cy="329628"/>
              </a:xfrm>
            </p:grpSpPr>
            <p:sp>
              <p:nvSpPr>
                <p:cNvPr id="5812" name="Google Shape;5812;p31"/>
                <p:cNvSpPr/>
                <p:nvPr/>
              </p:nvSpPr>
              <p:spPr>
                <a:xfrm>
                  <a:off x="12464666" y="3041125"/>
                  <a:ext cx="306086" cy="124970"/>
                </a:xfrm>
                <a:custGeom>
                  <a:avLst/>
                  <a:gdLst/>
                  <a:ahLst/>
                  <a:cxnLst/>
                  <a:rect l="l" t="t" r="r" b="b"/>
                  <a:pathLst>
                    <a:path w="907209" h="370400" extrusionOk="0">
                      <a:moveTo>
                        <a:pt x="749249" y="212440"/>
                      </a:moveTo>
                      <a:cubicBezTo>
                        <a:pt x="732060" y="212440"/>
                        <a:pt x="715512" y="215236"/>
                        <a:pt x="700014" y="220306"/>
                      </a:cubicBezTo>
                      <a:cubicBezTo>
                        <a:pt x="686729" y="96489"/>
                        <a:pt x="581907" y="0"/>
                        <a:pt x="454537" y="0"/>
                      </a:cubicBezTo>
                      <a:cubicBezTo>
                        <a:pt x="337246" y="0"/>
                        <a:pt x="239126" y="81806"/>
                        <a:pt x="213896" y="191405"/>
                      </a:cubicBezTo>
                      <a:lnTo>
                        <a:pt x="178995" y="191405"/>
                      </a:lnTo>
                      <a:cubicBezTo>
                        <a:pt x="80116" y="191405"/>
                        <a:pt x="0" y="271522"/>
                        <a:pt x="0" y="370400"/>
                      </a:cubicBezTo>
                      <a:lnTo>
                        <a:pt x="907209" y="370400"/>
                      </a:lnTo>
                      <a:cubicBezTo>
                        <a:pt x="907209" y="283175"/>
                        <a:pt x="836474" y="212440"/>
                        <a:pt x="749249" y="212440"/>
                      </a:cubicBezTo>
                      <a:close/>
                    </a:path>
                  </a:pathLst>
                </a:custGeom>
                <a:gradFill>
                  <a:gsLst>
                    <a:gs pos="0">
                      <a:schemeClr val="lt1"/>
                    </a:gs>
                    <a:gs pos="25000">
                      <a:schemeClr val="lt1"/>
                    </a:gs>
                    <a:gs pos="62000">
                      <a:srgbClr val="A4D4F1"/>
                    </a:gs>
                    <a:gs pos="100000">
                      <a:srgbClr val="A4D4F1"/>
                    </a:gs>
                  </a:gsLst>
                  <a:lin ang="2699796" scaled="0"/>
                </a:gradFill>
                <a:ln>
                  <a:noFill/>
                </a:ln>
              </p:spPr>
              <p:txBody>
                <a:bodyPr spcFirstLastPara="1" wrap="square" lIns="36575" tIns="18275" rIns="36575" bIns="1827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717074"/>
                    </a:solidFill>
                    <a:latin typeface="Arial"/>
                    <a:ea typeface="Arial"/>
                    <a:cs typeface="Arial"/>
                    <a:sym typeface="Arial"/>
                  </a:endParaRPr>
                </a:p>
              </p:txBody>
            </p:sp>
            <p:sp>
              <p:nvSpPr>
                <p:cNvPr id="5813" name="Google Shape;5813;p31"/>
                <p:cNvSpPr/>
                <p:nvPr/>
              </p:nvSpPr>
              <p:spPr>
                <a:xfrm>
                  <a:off x="12517750" y="3025185"/>
                  <a:ext cx="583653" cy="238296"/>
                </a:xfrm>
                <a:custGeom>
                  <a:avLst/>
                  <a:gdLst/>
                  <a:ahLst/>
                  <a:cxnLst/>
                  <a:rect l="l" t="t" r="r" b="b"/>
                  <a:pathLst>
                    <a:path w="907209" h="370400" extrusionOk="0">
                      <a:moveTo>
                        <a:pt x="749249" y="212440"/>
                      </a:moveTo>
                      <a:cubicBezTo>
                        <a:pt x="732060" y="212440"/>
                        <a:pt x="715512" y="215236"/>
                        <a:pt x="700014" y="220306"/>
                      </a:cubicBezTo>
                      <a:cubicBezTo>
                        <a:pt x="686729" y="96489"/>
                        <a:pt x="581907" y="0"/>
                        <a:pt x="454537" y="0"/>
                      </a:cubicBezTo>
                      <a:cubicBezTo>
                        <a:pt x="337246" y="0"/>
                        <a:pt x="239126" y="81806"/>
                        <a:pt x="213896" y="191405"/>
                      </a:cubicBezTo>
                      <a:lnTo>
                        <a:pt x="178995" y="191405"/>
                      </a:lnTo>
                      <a:cubicBezTo>
                        <a:pt x="80116" y="191405"/>
                        <a:pt x="0" y="271522"/>
                        <a:pt x="0" y="370400"/>
                      </a:cubicBezTo>
                      <a:lnTo>
                        <a:pt x="907209" y="370400"/>
                      </a:lnTo>
                      <a:cubicBezTo>
                        <a:pt x="907209" y="283175"/>
                        <a:pt x="836474" y="212440"/>
                        <a:pt x="749249" y="212440"/>
                      </a:cubicBezTo>
                      <a:close/>
                    </a:path>
                  </a:pathLst>
                </a:custGeom>
                <a:gradFill>
                  <a:gsLst>
                    <a:gs pos="0">
                      <a:schemeClr val="lt1"/>
                    </a:gs>
                    <a:gs pos="26000">
                      <a:schemeClr val="lt1"/>
                    </a:gs>
                    <a:gs pos="69000">
                      <a:srgbClr val="A4D4F1"/>
                    </a:gs>
                    <a:gs pos="100000">
                      <a:srgbClr val="A4D4F1"/>
                    </a:gs>
                  </a:gsLst>
                  <a:lin ang="2699796" scaled="0"/>
                </a:gradFill>
                <a:ln>
                  <a:noFill/>
                </a:ln>
              </p:spPr>
              <p:txBody>
                <a:bodyPr spcFirstLastPara="1" wrap="square" lIns="36575" tIns="18275" rIns="36575" bIns="1827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717074"/>
                    </a:solidFill>
                    <a:latin typeface="Arial"/>
                    <a:ea typeface="Arial"/>
                    <a:cs typeface="Arial"/>
                    <a:sym typeface="Arial"/>
                  </a:endParaRPr>
                </a:p>
              </p:txBody>
            </p:sp>
            <p:sp>
              <p:nvSpPr>
                <p:cNvPr id="5814" name="Google Shape;5814;p31"/>
                <p:cNvSpPr/>
                <p:nvPr/>
              </p:nvSpPr>
              <p:spPr>
                <a:xfrm>
                  <a:off x="12781982" y="3209913"/>
                  <a:ext cx="364061" cy="144900"/>
                </a:xfrm>
                <a:custGeom>
                  <a:avLst/>
                  <a:gdLst/>
                  <a:ahLst/>
                  <a:cxnLst/>
                  <a:rect l="l" t="t" r="r" b="b"/>
                  <a:pathLst>
                    <a:path w="565884" h="225229" extrusionOk="0">
                      <a:moveTo>
                        <a:pt x="154872" y="70357"/>
                      </a:moveTo>
                      <a:lnTo>
                        <a:pt x="0" y="225229"/>
                      </a:lnTo>
                      <a:lnTo>
                        <a:pt x="565884" y="225229"/>
                      </a:lnTo>
                      <a:cubicBezTo>
                        <a:pt x="562272" y="168711"/>
                        <a:pt x="538965" y="113299"/>
                        <a:pt x="496023" y="70357"/>
                      </a:cubicBezTo>
                      <a:lnTo>
                        <a:pt x="496023" y="70357"/>
                      </a:lnTo>
                      <a:cubicBezTo>
                        <a:pt x="402213" y="-23452"/>
                        <a:pt x="248681" y="-23452"/>
                        <a:pt x="154872" y="70357"/>
                      </a:cubicBezTo>
                      <a:close/>
                    </a:path>
                  </a:pathLst>
                </a:custGeom>
                <a:gradFill>
                  <a:gsLst>
                    <a:gs pos="0">
                      <a:srgbClr val="FFFFFF"/>
                    </a:gs>
                    <a:gs pos="29000">
                      <a:srgbClr val="FFFFFF"/>
                    </a:gs>
                    <a:gs pos="48000">
                      <a:srgbClr val="F8FBFE"/>
                    </a:gs>
                    <a:gs pos="69000">
                      <a:srgbClr val="E7F3FB"/>
                    </a:gs>
                    <a:gs pos="100000">
                      <a:srgbClr val="CEE6F7"/>
                    </a:gs>
                  </a:gsLst>
                  <a:lin ang="2700000" scaled="0"/>
                </a:gradFill>
                <a:ln>
                  <a:noFill/>
                </a:ln>
              </p:spPr>
              <p:txBody>
                <a:bodyPr spcFirstLastPara="1" wrap="square" lIns="36575" tIns="18275" rIns="36575" bIns="1827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717074"/>
                    </a:solidFill>
                    <a:latin typeface="Arial"/>
                    <a:ea typeface="Arial"/>
                    <a:cs typeface="Arial"/>
                    <a:sym typeface="Arial"/>
                  </a:endParaRPr>
                </a:p>
              </p:txBody>
            </p:sp>
          </p:grpSp>
          <p:sp>
            <p:nvSpPr>
              <p:cNvPr id="5815" name="Google Shape;5815;p31"/>
              <p:cNvSpPr txBox="1"/>
              <p:nvPr/>
            </p:nvSpPr>
            <p:spPr>
              <a:xfrm>
                <a:off x="3376052" y="-58141"/>
                <a:ext cx="2362742" cy="101562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3F3F3F"/>
                  </a:buClr>
                  <a:buSzPts val="1600"/>
                  <a:buFont typeface="Arial"/>
                  <a:buNone/>
                </a:pPr>
                <a:r>
                  <a:rPr lang="en-US" sz="1600" dirty="0">
                    <a:solidFill>
                      <a:srgbClr val="3F3F3F"/>
                    </a:solidFill>
                    <a:latin typeface="Arial"/>
                    <a:ea typeface="Arial"/>
                    <a:cs typeface="Arial"/>
                    <a:sym typeface="Arial"/>
                  </a:rPr>
                  <a:t>Deliver a Unified</a:t>
                </a:r>
                <a:r>
                  <a:rPr lang="en-US" sz="1600" b="0" i="0" u="none" strike="noStrike" cap="none" dirty="0">
                    <a:solidFill>
                      <a:srgbClr val="3F3F3F"/>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B0F0"/>
                  </a:buClr>
                  <a:buSzPts val="2800"/>
                  <a:buFont typeface="Arial"/>
                  <a:buNone/>
                </a:pPr>
                <a:r>
                  <a:rPr lang="en-US" sz="2800" dirty="0">
                    <a:solidFill>
                      <a:schemeClr val="accent3"/>
                    </a:solidFill>
                    <a:latin typeface="Arial"/>
                    <a:ea typeface="Arial"/>
                    <a:cs typeface="Arial"/>
                    <a:sym typeface="Arial"/>
                  </a:rPr>
                  <a:t>Cloud</a:t>
                </a:r>
                <a:r>
                  <a:rPr lang="en-US" sz="2800" b="0" i="0" u="none" strike="noStrike" cap="none" dirty="0">
                    <a:solidFill>
                      <a:srgbClr val="3F3F3F"/>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3F3F3F"/>
                  </a:buClr>
                  <a:buSzPts val="1600"/>
                  <a:buFont typeface="Arial"/>
                  <a:buNone/>
                </a:pPr>
                <a:r>
                  <a:rPr lang="en-US" sz="1600" dirty="0">
                    <a:solidFill>
                      <a:srgbClr val="3F3F3F"/>
                    </a:solidFill>
                    <a:latin typeface="Arial"/>
                    <a:ea typeface="Arial"/>
                    <a:cs typeface="Arial"/>
                    <a:sym typeface="Arial"/>
                  </a:rPr>
                  <a:t>Experience</a:t>
                </a:r>
                <a:endParaRPr sz="1600" b="0" i="0" u="none" strike="noStrike" cap="none" dirty="0">
                  <a:solidFill>
                    <a:srgbClr val="3F3F3F"/>
                  </a:solidFill>
                  <a:latin typeface="Arial"/>
                  <a:ea typeface="Arial"/>
                  <a:cs typeface="Arial"/>
                  <a:sym typeface="Arial"/>
                </a:endParaRPr>
              </a:p>
            </p:txBody>
          </p:sp>
          <p:grpSp>
            <p:nvGrpSpPr>
              <p:cNvPr id="5818" name="Google Shape;5818;p31" descr="Solution Developer&#10;"/>
              <p:cNvGrpSpPr/>
              <p:nvPr/>
            </p:nvGrpSpPr>
            <p:grpSpPr>
              <a:xfrm>
                <a:off x="4344065" y="1676675"/>
                <a:ext cx="388710" cy="344209"/>
                <a:chOff x="8450011" y="775576"/>
                <a:chExt cx="592615" cy="524768"/>
              </a:xfrm>
            </p:grpSpPr>
            <p:sp>
              <p:nvSpPr>
                <p:cNvPr id="5819" name="Google Shape;5819;p31"/>
                <p:cNvSpPr/>
                <p:nvPr/>
              </p:nvSpPr>
              <p:spPr>
                <a:xfrm>
                  <a:off x="8704260" y="775576"/>
                  <a:ext cx="338366" cy="419561"/>
                </a:xfrm>
                <a:custGeom>
                  <a:avLst/>
                  <a:gdLst/>
                  <a:ahLst/>
                  <a:cxnLst/>
                  <a:rect l="l" t="t" r="r" b="b"/>
                  <a:pathLst>
                    <a:path w="338366" h="419561" extrusionOk="0">
                      <a:moveTo>
                        <a:pt x="0" y="0"/>
                      </a:moveTo>
                      <a:lnTo>
                        <a:pt x="0" y="39928"/>
                      </a:lnTo>
                      <a:lnTo>
                        <a:pt x="15812" y="39928"/>
                      </a:lnTo>
                      <a:lnTo>
                        <a:pt x="15812" y="15844"/>
                      </a:lnTo>
                      <a:lnTo>
                        <a:pt x="322555" y="15844"/>
                      </a:lnTo>
                      <a:lnTo>
                        <a:pt x="322555" y="403717"/>
                      </a:lnTo>
                      <a:lnTo>
                        <a:pt x="187208" y="403717"/>
                      </a:lnTo>
                      <a:lnTo>
                        <a:pt x="187208" y="419561"/>
                      </a:lnTo>
                      <a:lnTo>
                        <a:pt x="338366" y="419561"/>
                      </a:lnTo>
                      <a:lnTo>
                        <a:pt x="338366"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717074"/>
                    </a:solidFill>
                    <a:latin typeface="Arial"/>
                    <a:ea typeface="Arial"/>
                    <a:cs typeface="Arial"/>
                    <a:sym typeface="Arial"/>
                  </a:endParaRPr>
                </a:p>
              </p:txBody>
            </p:sp>
            <p:grpSp>
              <p:nvGrpSpPr>
                <p:cNvPr id="5820" name="Google Shape;5820;p31"/>
                <p:cNvGrpSpPr/>
                <p:nvPr/>
              </p:nvGrpSpPr>
              <p:grpSpPr>
                <a:xfrm>
                  <a:off x="8450011" y="834518"/>
                  <a:ext cx="418056" cy="465826"/>
                  <a:chOff x="8450011" y="834518"/>
                  <a:chExt cx="418056" cy="465826"/>
                </a:xfrm>
              </p:grpSpPr>
              <p:sp>
                <p:nvSpPr>
                  <p:cNvPr id="5821" name="Google Shape;5821;p31"/>
                  <p:cNvSpPr/>
                  <p:nvPr/>
                </p:nvSpPr>
                <p:spPr>
                  <a:xfrm>
                    <a:off x="8450011" y="1084860"/>
                    <a:ext cx="418056" cy="215484"/>
                  </a:xfrm>
                  <a:custGeom>
                    <a:avLst/>
                    <a:gdLst/>
                    <a:ahLst/>
                    <a:cxnLst/>
                    <a:rect l="l" t="t" r="r" b="b"/>
                    <a:pathLst>
                      <a:path w="418056" h="215484" extrusionOk="0">
                        <a:moveTo>
                          <a:pt x="209344" y="15844"/>
                        </a:moveTo>
                        <a:cubicBezTo>
                          <a:pt x="277650" y="15844"/>
                          <a:pt x="344058" y="48167"/>
                          <a:pt x="396552" y="106475"/>
                        </a:cubicBezTo>
                        <a:cubicBezTo>
                          <a:pt x="399715" y="110277"/>
                          <a:pt x="401612" y="115348"/>
                          <a:pt x="401612" y="120418"/>
                        </a:cubicBezTo>
                        <a:lnTo>
                          <a:pt x="401612" y="179993"/>
                        </a:lnTo>
                        <a:cubicBezTo>
                          <a:pt x="401612" y="190767"/>
                          <a:pt x="393390" y="199640"/>
                          <a:pt x="383271" y="199640"/>
                        </a:cubicBezTo>
                        <a:lnTo>
                          <a:pt x="34153" y="199640"/>
                        </a:lnTo>
                        <a:cubicBezTo>
                          <a:pt x="24033" y="199640"/>
                          <a:pt x="15812" y="190767"/>
                          <a:pt x="15812" y="179993"/>
                        </a:cubicBezTo>
                        <a:lnTo>
                          <a:pt x="15812" y="120418"/>
                        </a:lnTo>
                        <a:cubicBezTo>
                          <a:pt x="15812" y="115348"/>
                          <a:pt x="17709" y="110277"/>
                          <a:pt x="20871" y="106475"/>
                        </a:cubicBezTo>
                        <a:cubicBezTo>
                          <a:pt x="24033" y="102672"/>
                          <a:pt x="27828" y="98869"/>
                          <a:pt x="31623" y="95067"/>
                        </a:cubicBezTo>
                        <a:cubicBezTo>
                          <a:pt x="84117" y="43097"/>
                          <a:pt x="145466" y="15844"/>
                          <a:pt x="209344" y="15844"/>
                        </a:cubicBezTo>
                        <a:moveTo>
                          <a:pt x="209344" y="0"/>
                        </a:moveTo>
                        <a:cubicBezTo>
                          <a:pt x="142936" y="0"/>
                          <a:pt x="76528" y="27886"/>
                          <a:pt x="20239" y="83659"/>
                        </a:cubicBezTo>
                        <a:cubicBezTo>
                          <a:pt x="16444" y="87461"/>
                          <a:pt x="12649" y="91264"/>
                          <a:pt x="8854" y="95701"/>
                        </a:cubicBezTo>
                        <a:cubicBezTo>
                          <a:pt x="3162" y="102038"/>
                          <a:pt x="0" y="110911"/>
                          <a:pt x="0" y="120418"/>
                        </a:cubicBezTo>
                        <a:lnTo>
                          <a:pt x="0" y="179993"/>
                        </a:lnTo>
                        <a:cubicBezTo>
                          <a:pt x="0" y="199640"/>
                          <a:pt x="15179" y="215485"/>
                          <a:pt x="34153" y="215485"/>
                        </a:cubicBezTo>
                        <a:lnTo>
                          <a:pt x="383903" y="215485"/>
                        </a:lnTo>
                        <a:cubicBezTo>
                          <a:pt x="402877" y="215485"/>
                          <a:pt x="418056" y="199640"/>
                          <a:pt x="418056" y="179993"/>
                        </a:cubicBezTo>
                        <a:lnTo>
                          <a:pt x="418056" y="120418"/>
                        </a:lnTo>
                        <a:cubicBezTo>
                          <a:pt x="418056" y="111545"/>
                          <a:pt x="414894" y="102672"/>
                          <a:pt x="409202" y="95701"/>
                        </a:cubicBezTo>
                        <a:cubicBezTo>
                          <a:pt x="351648" y="32323"/>
                          <a:pt x="280812" y="0"/>
                          <a:pt x="209344" y="0"/>
                        </a:cubicBezTo>
                        <a:lnTo>
                          <a:pt x="209344"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717074"/>
                      </a:solidFill>
                      <a:latin typeface="Arial"/>
                      <a:ea typeface="Arial"/>
                      <a:cs typeface="Arial"/>
                      <a:sym typeface="Arial"/>
                    </a:endParaRPr>
                  </a:p>
                </p:txBody>
              </p:sp>
              <p:sp>
                <p:nvSpPr>
                  <p:cNvPr id="5822" name="Google Shape;5822;p31"/>
                  <p:cNvSpPr/>
                  <p:nvPr/>
                </p:nvSpPr>
                <p:spPr>
                  <a:xfrm>
                    <a:off x="8539820" y="834518"/>
                    <a:ext cx="237804" cy="238300"/>
                  </a:xfrm>
                  <a:custGeom>
                    <a:avLst/>
                    <a:gdLst/>
                    <a:ahLst/>
                    <a:cxnLst/>
                    <a:rect l="l" t="t" r="r" b="b"/>
                    <a:pathLst>
                      <a:path w="237804" h="238300" extrusionOk="0">
                        <a:moveTo>
                          <a:pt x="118902" y="15844"/>
                        </a:moveTo>
                        <a:cubicBezTo>
                          <a:pt x="175824" y="15844"/>
                          <a:pt x="221993" y="62110"/>
                          <a:pt x="221993" y="119150"/>
                        </a:cubicBezTo>
                        <a:cubicBezTo>
                          <a:pt x="221993" y="176190"/>
                          <a:pt x="175824" y="222456"/>
                          <a:pt x="118902" y="222456"/>
                        </a:cubicBezTo>
                        <a:cubicBezTo>
                          <a:pt x="61981" y="222456"/>
                          <a:pt x="15812" y="176190"/>
                          <a:pt x="15812" y="119150"/>
                        </a:cubicBezTo>
                        <a:cubicBezTo>
                          <a:pt x="15812" y="62110"/>
                          <a:pt x="62614" y="15844"/>
                          <a:pt x="118902" y="15844"/>
                        </a:cubicBezTo>
                        <a:moveTo>
                          <a:pt x="118902" y="0"/>
                        </a:moveTo>
                        <a:cubicBezTo>
                          <a:pt x="53127" y="0"/>
                          <a:pt x="0" y="53237"/>
                          <a:pt x="0" y="119150"/>
                        </a:cubicBezTo>
                        <a:cubicBezTo>
                          <a:pt x="0" y="185063"/>
                          <a:pt x="53127" y="238301"/>
                          <a:pt x="118902" y="238301"/>
                        </a:cubicBezTo>
                        <a:cubicBezTo>
                          <a:pt x="184678" y="238301"/>
                          <a:pt x="237805" y="185063"/>
                          <a:pt x="237805" y="119150"/>
                        </a:cubicBezTo>
                        <a:cubicBezTo>
                          <a:pt x="237805" y="53237"/>
                          <a:pt x="184678" y="0"/>
                          <a:pt x="118902" y="0"/>
                        </a:cubicBezTo>
                        <a:lnTo>
                          <a:pt x="118902"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717074"/>
                      </a:solidFill>
                      <a:latin typeface="Arial"/>
                      <a:ea typeface="Arial"/>
                      <a:cs typeface="Arial"/>
                      <a:sym typeface="Arial"/>
                    </a:endParaRPr>
                  </a:p>
                </p:txBody>
              </p:sp>
            </p:grpSp>
            <p:grpSp>
              <p:nvGrpSpPr>
                <p:cNvPr id="5823" name="Google Shape;5823;p31"/>
                <p:cNvGrpSpPr/>
                <p:nvPr/>
              </p:nvGrpSpPr>
              <p:grpSpPr>
                <a:xfrm>
                  <a:off x="8791540" y="899163"/>
                  <a:ext cx="209976" cy="139431"/>
                  <a:chOff x="8791540" y="899163"/>
                  <a:chExt cx="209976" cy="139431"/>
                </a:xfrm>
              </p:grpSpPr>
              <p:sp>
                <p:nvSpPr>
                  <p:cNvPr id="5824" name="Google Shape;5824;p31"/>
                  <p:cNvSpPr/>
                  <p:nvPr/>
                </p:nvSpPr>
                <p:spPr>
                  <a:xfrm>
                    <a:off x="8791540" y="923247"/>
                    <a:ext cx="63878" cy="88095"/>
                  </a:xfrm>
                  <a:custGeom>
                    <a:avLst/>
                    <a:gdLst/>
                    <a:ahLst/>
                    <a:cxnLst/>
                    <a:rect l="l" t="t" r="r" b="b"/>
                    <a:pathLst>
                      <a:path w="63878" h="88095" extrusionOk="0">
                        <a:moveTo>
                          <a:pt x="0" y="52604"/>
                        </a:moveTo>
                        <a:lnTo>
                          <a:pt x="0" y="36125"/>
                        </a:lnTo>
                        <a:lnTo>
                          <a:pt x="63878" y="0"/>
                        </a:lnTo>
                        <a:lnTo>
                          <a:pt x="63878" y="17112"/>
                        </a:lnTo>
                        <a:lnTo>
                          <a:pt x="13914" y="43731"/>
                        </a:lnTo>
                        <a:lnTo>
                          <a:pt x="63878" y="70349"/>
                        </a:lnTo>
                        <a:lnTo>
                          <a:pt x="63878" y="88095"/>
                        </a:lnTo>
                        <a:lnTo>
                          <a:pt x="0" y="5260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717074"/>
                      </a:solidFill>
                      <a:latin typeface="Arial"/>
                      <a:ea typeface="Arial"/>
                      <a:cs typeface="Arial"/>
                      <a:sym typeface="Arial"/>
                    </a:endParaRPr>
                  </a:p>
                </p:txBody>
              </p:sp>
              <p:sp>
                <p:nvSpPr>
                  <p:cNvPr id="5825" name="Google Shape;5825;p31"/>
                  <p:cNvSpPr/>
                  <p:nvPr/>
                </p:nvSpPr>
                <p:spPr>
                  <a:xfrm>
                    <a:off x="8866802" y="899163"/>
                    <a:ext cx="59451" cy="139431"/>
                  </a:xfrm>
                  <a:custGeom>
                    <a:avLst/>
                    <a:gdLst/>
                    <a:ahLst/>
                    <a:cxnLst/>
                    <a:rect l="l" t="t" r="r" b="b"/>
                    <a:pathLst>
                      <a:path w="59451" h="139431" extrusionOk="0">
                        <a:moveTo>
                          <a:pt x="43007" y="0"/>
                        </a:moveTo>
                        <a:lnTo>
                          <a:pt x="59451" y="0"/>
                        </a:lnTo>
                        <a:lnTo>
                          <a:pt x="16444" y="139431"/>
                        </a:lnTo>
                        <a:lnTo>
                          <a:pt x="0" y="139431"/>
                        </a:lnTo>
                        <a:lnTo>
                          <a:pt x="43007"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717074"/>
                      </a:solidFill>
                      <a:latin typeface="Arial"/>
                      <a:ea typeface="Arial"/>
                      <a:cs typeface="Arial"/>
                      <a:sym typeface="Arial"/>
                    </a:endParaRPr>
                  </a:p>
                </p:txBody>
              </p:sp>
              <p:sp>
                <p:nvSpPr>
                  <p:cNvPr id="5826" name="Google Shape;5826;p31"/>
                  <p:cNvSpPr/>
                  <p:nvPr/>
                </p:nvSpPr>
                <p:spPr>
                  <a:xfrm>
                    <a:off x="8937638" y="923880"/>
                    <a:ext cx="63878" cy="88728"/>
                  </a:xfrm>
                  <a:custGeom>
                    <a:avLst/>
                    <a:gdLst/>
                    <a:ahLst/>
                    <a:cxnLst/>
                    <a:rect l="l" t="t" r="r" b="b"/>
                    <a:pathLst>
                      <a:path w="63878" h="88728" extrusionOk="0">
                        <a:moveTo>
                          <a:pt x="0" y="70349"/>
                        </a:moveTo>
                        <a:lnTo>
                          <a:pt x="49964" y="43731"/>
                        </a:lnTo>
                        <a:lnTo>
                          <a:pt x="0" y="17112"/>
                        </a:lnTo>
                        <a:lnTo>
                          <a:pt x="0" y="0"/>
                        </a:lnTo>
                        <a:lnTo>
                          <a:pt x="63878" y="36125"/>
                        </a:lnTo>
                        <a:lnTo>
                          <a:pt x="63878" y="52604"/>
                        </a:lnTo>
                        <a:lnTo>
                          <a:pt x="0" y="88729"/>
                        </a:lnTo>
                        <a:lnTo>
                          <a:pt x="0" y="7034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717074"/>
                      </a:solidFill>
                      <a:latin typeface="Arial"/>
                      <a:ea typeface="Arial"/>
                      <a:cs typeface="Arial"/>
                      <a:sym typeface="Arial"/>
                    </a:endParaRPr>
                  </a:p>
                </p:txBody>
              </p:sp>
            </p:grpSp>
          </p:grpSp>
        </p:grpSp>
        <p:sp>
          <p:nvSpPr>
            <p:cNvPr id="5827" name="Google Shape;5827;p31"/>
            <p:cNvSpPr txBox="1"/>
            <p:nvPr/>
          </p:nvSpPr>
          <p:spPr>
            <a:xfrm>
              <a:off x="3139918" y="4023326"/>
              <a:ext cx="3286068" cy="159640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666666"/>
                </a:buClr>
                <a:buSzPts val="1170"/>
                <a:buFont typeface="Arial"/>
                <a:buChar char="•"/>
              </a:pPr>
              <a:r>
                <a:rPr lang="en-US" sz="1300" dirty="0">
                  <a:solidFill>
                    <a:schemeClr val="dk1"/>
                  </a:solidFill>
                  <a:latin typeface="Arial"/>
                  <a:ea typeface="Arial"/>
                  <a:cs typeface="Arial"/>
                  <a:sym typeface="Arial"/>
                </a:rPr>
                <a:t>Infrastructure for Kubernetes</a:t>
              </a:r>
              <a:endParaRPr sz="1800" dirty="0">
                <a:solidFill>
                  <a:schemeClr val="dk1"/>
                </a:solidFill>
                <a:latin typeface="Arial"/>
                <a:ea typeface="Arial"/>
                <a:cs typeface="Arial"/>
                <a:sym typeface="Arial"/>
              </a:endParaRPr>
            </a:p>
            <a:p>
              <a:pPr marL="342900" marR="0" lvl="0" indent="-342900" algn="l" rtl="0">
                <a:lnSpc>
                  <a:spcPct val="100000"/>
                </a:lnSpc>
                <a:spcBef>
                  <a:spcPts val="600"/>
                </a:spcBef>
                <a:spcAft>
                  <a:spcPts val="0"/>
                </a:spcAft>
                <a:buClr>
                  <a:srgbClr val="666666"/>
                </a:buClr>
                <a:buSzPts val="1170"/>
                <a:buFont typeface="Arial"/>
                <a:buChar char="•"/>
              </a:pPr>
              <a:r>
                <a:rPr lang="en-US" sz="1300" dirty="0">
                  <a:solidFill>
                    <a:schemeClr val="dk1"/>
                  </a:solidFill>
                  <a:latin typeface="Arial"/>
                  <a:ea typeface="Arial"/>
                  <a:cs typeface="Arial"/>
                  <a:sym typeface="Arial"/>
                </a:rPr>
                <a:t>Private AI</a:t>
              </a:r>
            </a:p>
            <a:p>
              <a:pPr marL="342900" marR="0" lvl="0" indent="-342900" algn="l" rtl="0">
                <a:lnSpc>
                  <a:spcPct val="100000"/>
                </a:lnSpc>
                <a:spcBef>
                  <a:spcPts val="600"/>
                </a:spcBef>
                <a:spcAft>
                  <a:spcPts val="0"/>
                </a:spcAft>
                <a:buClr>
                  <a:srgbClr val="666666"/>
                </a:buClr>
                <a:buSzPts val="1170"/>
                <a:buFont typeface="Arial"/>
                <a:buChar char="•"/>
              </a:pPr>
              <a:endParaRPr sz="1800" dirty="0">
                <a:solidFill>
                  <a:schemeClr val="dk1"/>
                </a:solidFill>
                <a:latin typeface="Arial"/>
                <a:ea typeface="Arial"/>
                <a:cs typeface="Arial"/>
                <a:sym typeface="Arial"/>
              </a:endParaRPr>
            </a:p>
            <a:p>
              <a:pPr marL="342900" marR="0" lvl="0" indent="-268605" algn="l" rtl="0">
                <a:lnSpc>
                  <a:spcPct val="100000"/>
                </a:lnSpc>
                <a:spcBef>
                  <a:spcPts val="600"/>
                </a:spcBef>
                <a:spcAft>
                  <a:spcPts val="0"/>
                </a:spcAft>
                <a:buClr>
                  <a:srgbClr val="666666"/>
                </a:buClr>
                <a:buSzPts val="1170"/>
                <a:buFont typeface="Arial"/>
                <a:buNone/>
              </a:pPr>
              <a:endParaRPr sz="1800" dirty="0">
                <a:solidFill>
                  <a:schemeClr val="dk1"/>
                </a:solidFill>
                <a:latin typeface="Arial"/>
                <a:ea typeface="Arial"/>
                <a:cs typeface="Arial"/>
                <a:sym typeface="Arial"/>
              </a:endParaRPr>
            </a:p>
            <a:p>
              <a:pPr marL="342900" marR="0" lvl="0" indent="-228600" algn="l" rtl="0">
                <a:lnSpc>
                  <a:spcPct val="100000"/>
                </a:lnSpc>
                <a:spcBef>
                  <a:spcPts val="600"/>
                </a:spcBef>
                <a:spcAft>
                  <a:spcPts val="0"/>
                </a:spcAft>
                <a:buClr>
                  <a:srgbClr val="666666"/>
                </a:buClr>
                <a:buSzPts val="1800"/>
                <a:buFont typeface="Arial"/>
                <a:buNone/>
              </a:pPr>
              <a:endParaRPr sz="2000" dirty="0">
                <a:solidFill>
                  <a:schemeClr val="dk1"/>
                </a:solidFill>
                <a:latin typeface="Arial"/>
                <a:ea typeface="Arial"/>
                <a:cs typeface="Arial"/>
                <a:sym typeface="Arial"/>
              </a:endParaRPr>
            </a:p>
            <a:p>
              <a:pPr marL="0" marR="0" lvl="0" indent="0" algn="l" rtl="0">
                <a:lnSpc>
                  <a:spcPct val="100000"/>
                </a:lnSpc>
                <a:spcBef>
                  <a:spcPts val="600"/>
                </a:spcBef>
                <a:spcAft>
                  <a:spcPts val="0"/>
                </a:spcAft>
                <a:buClr>
                  <a:srgbClr val="666666"/>
                </a:buClr>
                <a:buSzPts val="1800"/>
                <a:buFont typeface="Arial"/>
                <a:buNone/>
              </a:pPr>
              <a:endParaRPr sz="2000" dirty="0">
                <a:solidFill>
                  <a:schemeClr val="dk1"/>
                </a:solidFill>
                <a:latin typeface="Arial"/>
                <a:ea typeface="Arial"/>
                <a:cs typeface="Arial"/>
                <a:sym typeface="Arial"/>
              </a:endParaRPr>
            </a:p>
          </p:txBody>
        </p:sp>
      </p:grpSp>
      <p:grpSp>
        <p:nvGrpSpPr>
          <p:cNvPr id="7" name="Group 6">
            <a:extLst>
              <a:ext uri="{FF2B5EF4-FFF2-40B4-BE49-F238E27FC236}">
                <a16:creationId xmlns:a16="http://schemas.microsoft.com/office/drawing/2014/main" id="{6A4DC45C-D4CB-A0DB-0EC8-FB393E243E7E}"/>
              </a:ext>
            </a:extLst>
          </p:cNvPr>
          <p:cNvGrpSpPr/>
          <p:nvPr/>
        </p:nvGrpSpPr>
        <p:grpSpPr>
          <a:xfrm>
            <a:off x="8437023" y="1284487"/>
            <a:ext cx="1862290" cy="2301029"/>
            <a:chOff x="9189059" y="1284487"/>
            <a:chExt cx="1862290" cy="2301029"/>
          </a:xfrm>
        </p:grpSpPr>
        <p:grpSp>
          <p:nvGrpSpPr>
            <p:cNvPr id="5784" name="Google Shape;5784;p31"/>
            <p:cNvGrpSpPr/>
            <p:nvPr/>
          </p:nvGrpSpPr>
          <p:grpSpPr>
            <a:xfrm>
              <a:off x="9189059" y="1284487"/>
              <a:ext cx="1862290" cy="2301029"/>
              <a:chOff x="9189059" y="1284487"/>
              <a:chExt cx="1862290" cy="2301029"/>
            </a:xfrm>
          </p:grpSpPr>
          <p:grpSp>
            <p:nvGrpSpPr>
              <p:cNvPr id="5785" name="Google Shape;5785;p31"/>
              <p:cNvGrpSpPr/>
              <p:nvPr/>
            </p:nvGrpSpPr>
            <p:grpSpPr>
              <a:xfrm>
                <a:off x="9199277" y="2334636"/>
                <a:ext cx="1852072" cy="706825"/>
                <a:chOff x="12517750" y="3071895"/>
                <a:chExt cx="624400" cy="238296"/>
              </a:xfrm>
            </p:grpSpPr>
            <p:sp>
              <p:nvSpPr>
                <p:cNvPr id="5786" name="Google Shape;5786;p31"/>
                <p:cNvSpPr/>
                <p:nvPr/>
              </p:nvSpPr>
              <p:spPr>
                <a:xfrm>
                  <a:off x="12517750" y="3071895"/>
                  <a:ext cx="583653" cy="238296"/>
                </a:xfrm>
                <a:custGeom>
                  <a:avLst/>
                  <a:gdLst/>
                  <a:ahLst/>
                  <a:cxnLst/>
                  <a:rect l="l" t="t" r="r" b="b"/>
                  <a:pathLst>
                    <a:path w="907209" h="370400" extrusionOk="0">
                      <a:moveTo>
                        <a:pt x="749249" y="212440"/>
                      </a:moveTo>
                      <a:cubicBezTo>
                        <a:pt x="732060" y="212440"/>
                        <a:pt x="715512" y="215236"/>
                        <a:pt x="700014" y="220306"/>
                      </a:cubicBezTo>
                      <a:cubicBezTo>
                        <a:pt x="686729" y="96489"/>
                        <a:pt x="581907" y="0"/>
                        <a:pt x="454537" y="0"/>
                      </a:cubicBezTo>
                      <a:cubicBezTo>
                        <a:pt x="337246" y="0"/>
                        <a:pt x="239126" y="81806"/>
                        <a:pt x="213896" y="191405"/>
                      </a:cubicBezTo>
                      <a:lnTo>
                        <a:pt x="178995" y="191405"/>
                      </a:lnTo>
                      <a:cubicBezTo>
                        <a:pt x="80116" y="191405"/>
                        <a:pt x="0" y="271522"/>
                        <a:pt x="0" y="370400"/>
                      </a:cubicBezTo>
                      <a:lnTo>
                        <a:pt x="907209" y="370400"/>
                      </a:lnTo>
                      <a:cubicBezTo>
                        <a:pt x="907209" y="283175"/>
                        <a:pt x="836474" y="212440"/>
                        <a:pt x="749249" y="212440"/>
                      </a:cubicBezTo>
                      <a:close/>
                    </a:path>
                  </a:pathLst>
                </a:custGeom>
                <a:gradFill>
                  <a:gsLst>
                    <a:gs pos="0">
                      <a:schemeClr val="lt1"/>
                    </a:gs>
                    <a:gs pos="28000">
                      <a:schemeClr val="lt1"/>
                    </a:gs>
                    <a:gs pos="69000">
                      <a:srgbClr val="A4D4F1"/>
                    </a:gs>
                    <a:gs pos="100000">
                      <a:srgbClr val="A4D4F1"/>
                    </a:gs>
                  </a:gsLst>
                  <a:lin ang="2699796" scaled="0"/>
                </a:gradFill>
                <a:ln>
                  <a:noFill/>
                </a:ln>
              </p:spPr>
              <p:txBody>
                <a:bodyPr spcFirstLastPara="1" wrap="square" lIns="36575" tIns="18275" rIns="36575" bIns="1827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717074"/>
                    </a:solidFill>
                    <a:latin typeface="Arial"/>
                    <a:ea typeface="Arial"/>
                    <a:cs typeface="Arial"/>
                    <a:sym typeface="Arial"/>
                  </a:endParaRPr>
                </a:p>
              </p:txBody>
            </p:sp>
            <p:sp>
              <p:nvSpPr>
                <p:cNvPr id="5787" name="Google Shape;5787;p31"/>
                <p:cNvSpPr/>
                <p:nvPr/>
              </p:nvSpPr>
              <p:spPr>
                <a:xfrm>
                  <a:off x="12778089" y="3112492"/>
                  <a:ext cx="364061" cy="144900"/>
                </a:xfrm>
                <a:custGeom>
                  <a:avLst/>
                  <a:gdLst/>
                  <a:ahLst/>
                  <a:cxnLst/>
                  <a:rect l="l" t="t" r="r" b="b"/>
                  <a:pathLst>
                    <a:path w="565884" h="225229" extrusionOk="0">
                      <a:moveTo>
                        <a:pt x="154872" y="70357"/>
                      </a:moveTo>
                      <a:lnTo>
                        <a:pt x="0" y="225229"/>
                      </a:lnTo>
                      <a:lnTo>
                        <a:pt x="565884" y="225229"/>
                      </a:lnTo>
                      <a:cubicBezTo>
                        <a:pt x="562272" y="168711"/>
                        <a:pt x="538965" y="113299"/>
                        <a:pt x="496023" y="70357"/>
                      </a:cubicBezTo>
                      <a:lnTo>
                        <a:pt x="496023" y="70357"/>
                      </a:lnTo>
                      <a:cubicBezTo>
                        <a:pt x="402213" y="-23452"/>
                        <a:pt x="248681" y="-23452"/>
                        <a:pt x="154872" y="70357"/>
                      </a:cubicBezTo>
                      <a:close/>
                    </a:path>
                  </a:pathLst>
                </a:custGeom>
                <a:gradFill>
                  <a:gsLst>
                    <a:gs pos="0">
                      <a:schemeClr val="lt1"/>
                    </a:gs>
                    <a:gs pos="34000">
                      <a:schemeClr val="lt1"/>
                    </a:gs>
                    <a:gs pos="69000">
                      <a:srgbClr val="A4D4F1"/>
                    </a:gs>
                    <a:gs pos="100000">
                      <a:srgbClr val="A4D4F1"/>
                    </a:gs>
                  </a:gsLst>
                  <a:lin ang="2699796" scaled="0"/>
                </a:gradFill>
                <a:ln>
                  <a:noFill/>
                </a:ln>
              </p:spPr>
              <p:txBody>
                <a:bodyPr spcFirstLastPara="1" wrap="square" lIns="36575" tIns="18275" rIns="36575" bIns="1827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717074"/>
                    </a:solidFill>
                    <a:latin typeface="Arial"/>
                    <a:ea typeface="Arial"/>
                    <a:cs typeface="Arial"/>
                    <a:sym typeface="Arial"/>
                  </a:endParaRPr>
                </a:p>
              </p:txBody>
            </p:sp>
            <p:sp>
              <p:nvSpPr>
                <p:cNvPr id="5788" name="Google Shape;5788;p31"/>
                <p:cNvSpPr/>
                <p:nvPr/>
              </p:nvSpPr>
              <p:spPr>
                <a:xfrm>
                  <a:off x="12588940" y="3180461"/>
                  <a:ext cx="306086" cy="124970"/>
                </a:xfrm>
                <a:custGeom>
                  <a:avLst/>
                  <a:gdLst/>
                  <a:ahLst/>
                  <a:cxnLst/>
                  <a:rect l="l" t="t" r="r" b="b"/>
                  <a:pathLst>
                    <a:path w="907209" h="370400" extrusionOk="0">
                      <a:moveTo>
                        <a:pt x="749249" y="212440"/>
                      </a:moveTo>
                      <a:cubicBezTo>
                        <a:pt x="732060" y="212440"/>
                        <a:pt x="715512" y="215236"/>
                        <a:pt x="700014" y="220306"/>
                      </a:cubicBezTo>
                      <a:cubicBezTo>
                        <a:pt x="686729" y="96489"/>
                        <a:pt x="581907" y="0"/>
                        <a:pt x="454537" y="0"/>
                      </a:cubicBezTo>
                      <a:cubicBezTo>
                        <a:pt x="337246" y="0"/>
                        <a:pt x="239126" y="81806"/>
                        <a:pt x="213896" y="191405"/>
                      </a:cubicBezTo>
                      <a:lnTo>
                        <a:pt x="178995" y="191405"/>
                      </a:lnTo>
                      <a:cubicBezTo>
                        <a:pt x="80116" y="191405"/>
                        <a:pt x="0" y="271522"/>
                        <a:pt x="0" y="370400"/>
                      </a:cubicBezTo>
                      <a:lnTo>
                        <a:pt x="907209" y="370400"/>
                      </a:lnTo>
                      <a:cubicBezTo>
                        <a:pt x="907209" y="283175"/>
                        <a:pt x="836474" y="212440"/>
                        <a:pt x="749249" y="212440"/>
                      </a:cubicBezTo>
                      <a:close/>
                    </a:path>
                  </a:pathLst>
                </a:custGeom>
                <a:gradFill>
                  <a:gsLst>
                    <a:gs pos="0">
                      <a:schemeClr val="lt1"/>
                    </a:gs>
                    <a:gs pos="34000">
                      <a:schemeClr val="lt1"/>
                    </a:gs>
                    <a:gs pos="69000">
                      <a:srgbClr val="A4D4F1"/>
                    </a:gs>
                    <a:gs pos="100000">
                      <a:srgbClr val="A4D4F1"/>
                    </a:gs>
                  </a:gsLst>
                  <a:lin ang="2699796" scaled="0"/>
                </a:gradFill>
                <a:ln>
                  <a:noFill/>
                </a:ln>
              </p:spPr>
              <p:txBody>
                <a:bodyPr spcFirstLastPara="1" wrap="square" lIns="36575" tIns="18275" rIns="36575" bIns="1827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717074"/>
                    </a:solidFill>
                    <a:latin typeface="Arial"/>
                    <a:ea typeface="Arial"/>
                    <a:cs typeface="Arial"/>
                    <a:sym typeface="Arial"/>
                  </a:endParaRPr>
                </a:p>
              </p:txBody>
            </p:sp>
          </p:grpSp>
          <p:sp>
            <p:nvSpPr>
              <p:cNvPr id="5789" name="Google Shape;5789;p31"/>
              <p:cNvSpPr txBox="1"/>
              <p:nvPr/>
            </p:nvSpPr>
            <p:spPr>
              <a:xfrm>
                <a:off x="9189059" y="1284487"/>
                <a:ext cx="1731210" cy="101562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B666FD"/>
                  </a:buClr>
                  <a:buSzPts val="2800"/>
                  <a:buFont typeface="Arial"/>
                  <a:buNone/>
                </a:pPr>
                <a:r>
                  <a:rPr lang="en-US" sz="2800" dirty="0">
                    <a:solidFill>
                      <a:schemeClr val="accent4"/>
                    </a:solidFill>
                    <a:latin typeface="Arial"/>
                    <a:ea typeface="Arial"/>
                    <a:cs typeface="Arial"/>
                    <a:sym typeface="Arial"/>
                  </a:rPr>
                  <a:t>Secure</a:t>
                </a:r>
                <a:r>
                  <a:rPr lang="en-US" sz="1600" b="0" i="0" u="none" strike="noStrike" cap="none" dirty="0">
                    <a:solidFill>
                      <a:srgbClr val="3F3F3F"/>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3F3F3F"/>
                  </a:buClr>
                  <a:buSzPts val="1600"/>
                  <a:buFont typeface="Arial"/>
                  <a:buNone/>
                </a:pPr>
                <a:r>
                  <a:rPr lang="en-US" sz="1600" dirty="0">
                    <a:solidFill>
                      <a:srgbClr val="3F3F3F"/>
                    </a:solidFill>
                    <a:latin typeface="Arial"/>
                    <a:ea typeface="Arial"/>
                    <a:cs typeface="Arial"/>
                    <a:sym typeface="Arial"/>
                  </a:rPr>
                  <a:t>and Protect y</a:t>
                </a:r>
                <a:r>
                  <a:rPr lang="en-US" sz="1600" b="0" i="0" u="none" strike="noStrike" cap="none" dirty="0">
                    <a:solidFill>
                      <a:srgbClr val="3F3F3F"/>
                    </a:solidFill>
                    <a:latin typeface="Arial"/>
                    <a:ea typeface="Arial"/>
                    <a:cs typeface="Arial"/>
                    <a:sym typeface="Arial"/>
                  </a:rPr>
                  <a:t>our Private Cloud</a:t>
                </a:r>
                <a:endParaRPr sz="1400" b="0" i="0" u="none" strike="noStrike" cap="none" dirty="0">
                  <a:solidFill>
                    <a:srgbClr val="000000"/>
                  </a:solidFill>
                  <a:latin typeface="Arial"/>
                  <a:ea typeface="Arial"/>
                  <a:cs typeface="Arial"/>
                  <a:sym typeface="Arial"/>
                </a:endParaRPr>
              </a:p>
            </p:txBody>
          </p:sp>
          <p:sp>
            <p:nvSpPr>
              <p:cNvPr id="5791" name="Google Shape;5791;p31"/>
              <p:cNvSpPr/>
              <p:nvPr/>
            </p:nvSpPr>
            <p:spPr>
              <a:xfrm>
                <a:off x="9709737" y="2853996"/>
                <a:ext cx="731616" cy="731520"/>
              </a:xfrm>
              <a:prstGeom prst="ellipse">
                <a:avLst/>
              </a:prstGeom>
              <a:solidFill>
                <a:schemeClr val="accent4"/>
              </a:solidFill>
              <a:ln w="25400" cap="flat" cmpd="sng">
                <a:solidFill>
                  <a:schemeClr val="lt1"/>
                </a:solidFill>
                <a:prstDash val="solid"/>
                <a:round/>
                <a:headEnd type="none" w="sm" len="sm"/>
                <a:tailEnd type="none" w="sm" len="sm"/>
              </a:ln>
            </p:spPr>
            <p:txBody>
              <a:bodyPr spcFirstLastPara="1" wrap="square" lIns="60900" tIns="30450" rIns="60900" bIns="30450"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dirty="0">
                  <a:solidFill>
                    <a:srgbClr val="3F3F3F"/>
                  </a:solidFill>
                  <a:latin typeface="Arial"/>
                  <a:ea typeface="Arial"/>
                  <a:cs typeface="Arial"/>
                  <a:sym typeface="Arial"/>
                </a:endParaRPr>
              </a:p>
            </p:txBody>
          </p:sp>
        </p:grpSp>
        <p:sp>
          <p:nvSpPr>
            <p:cNvPr id="4" name="Google Shape;5804;p31">
              <a:extLst>
                <a:ext uri="{FF2B5EF4-FFF2-40B4-BE49-F238E27FC236}">
                  <a16:creationId xmlns:a16="http://schemas.microsoft.com/office/drawing/2014/main" id="{12054FE1-1E19-31A7-7F81-98304A922054}"/>
                </a:ext>
              </a:extLst>
            </p:cNvPr>
            <p:cNvSpPr/>
            <p:nvPr/>
          </p:nvSpPr>
          <p:spPr>
            <a:xfrm>
              <a:off x="9904196" y="3026289"/>
              <a:ext cx="366532" cy="373491"/>
            </a:xfrm>
            <a:custGeom>
              <a:avLst/>
              <a:gdLst/>
              <a:ahLst/>
              <a:cxnLst/>
              <a:rect l="l" t="t" r="r" b="b"/>
              <a:pathLst>
                <a:path w="579532" h="576685" extrusionOk="0">
                  <a:moveTo>
                    <a:pt x="130350" y="576685"/>
                  </a:moveTo>
                  <a:lnTo>
                    <a:pt x="0" y="576685"/>
                  </a:lnTo>
                  <a:lnTo>
                    <a:pt x="0" y="452407"/>
                  </a:lnTo>
                  <a:lnTo>
                    <a:pt x="2277" y="450130"/>
                  </a:lnTo>
                  <a:cubicBezTo>
                    <a:pt x="2277" y="450130"/>
                    <a:pt x="2277" y="450130"/>
                    <a:pt x="206119" y="250968"/>
                  </a:cubicBezTo>
                  <a:lnTo>
                    <a:pt x="143821" y="188671"/>
                  </a:lnTo>
                  <a:cubicBezTo>
                    <a:pt x="124078" y="168914"/>
                    <a:pt x="124078" y="136896"/>
                    <a:pt x="143821" y="117140"/>
                  </a:cubicBezTo>
                  <a:lnTo>
                    <a:pt x="246153" y="14808"/>
                  </a:lnTo>
                  <a:cubicBezTo>
                    <a:pt x="265910" y="-4936"/>
                    <a:pt x="297928" y="-4936"/>
                    <a:pt x="317685" y="14808"/>
                  </a:cubicBezTo>
                  <a:lnTo>
                    <a:pt x="564724" y="261847"/>
                  </a:lnTo>
                  <a:cubicBezTo>
                    <a:pt x="584469" y="281603"/>
                    <a:pt x="584469" y="313621"/>
                    <a:pt x="564724" y="333378"/>
                  </a:cubicBezTo>
                  <a:lnTo>
                    <a:pt x="462392" y="435773"/>
                  </a:lnTo>
                  <a:cubicBezTo>
                    <a:pt x="442657" y="455391"/>
                    <a:pt x="410785" y="455391"/>
                    <a:pt x="391050" y="435773"/>
                  </a:cubicBezTo>
                  <a:lnTo>
                    <a:pt x="329701" y="374424"/>
                  </a:lnTo>
                  <a:lnTo>
                    <a:pt x="285998" y="417685"/>
                  </a:lnTo>
                  <a:lnTo>
                    <a:pt x="231101" y="417685"/>
                  </a:lnTo>
                  <a:lnTo>
                    <a:pt x="231101" y="472266"/>
                  </a:lnTo>
                  <a:lnTo>
                    <a:pt x="189295" y="513755"/>
                  </a:lnTo>
                  <a:lnTo>
                    <a:pt x="130350" y="513755"/>
                  </a:lnTo>
                  <a:close/>
                  <a:moveTo>
                    <a:pt x="15812" y="560874"/>
                  </a:moveTo>
                  <a:lnTo>
                    <a:pt x="114539" y="560874"/>
                  </a:lnTo>
                  <a:lnTo>
                    <a:pt x="114539" y="497628"/>
                  </a:lnTo>
                  <a:lnTo>
                    <a:pt x="182781" y="497628"/>
                  </a:lnTo>
                  <a:lnTo>
                    <a:pt x="215289" y="465309"/>
                  </a:lnTo>
                  <a:lnTo>
                    <a:pt x="215289" y="401810"/>
                  </a:lnTo>
                  <a:lnTo>
                    <a:pt x="279294" y="401810"/>
                  </a:lnTo>
                  <a:lnTo>
                    <a:pt x="329891" y="352035"/>
                  </a:lnTo>
                  <a:lnTo>
                    <a:pt x="402055" y="424515"/>
                  </a:lnTo>
                  <a:cubicBezTo>
                    <a:pt x="415604" y="438085"/>
                    <a:pt x="437589" y="438102"/>
                    <a:pt x="451159" y="424553"/>
                  </a:cubicBezTo>
                  <a:cubicBezTo>
                    <a:pt x="451172" y="424541"/>
                    <a:pt x="451184" y="424528"/>
                    <a:pt x="451197" y="424515"/>
                  </a:cubicBezTo>
                  <a:lnTo>
                    <a:pt x="553529" y="321930"/>
                  </a:lnTo>
                  <a:cubicBezTo>
                    <a:pt x="567102" y="308381"/>
                    <a:pt x="567114" y="286396"/>
                    <a:pt x="553567" y="272826"/>
                  </a:cubicBezTo>
                  <a:cubicBezTo>
                    <a:pt x="553554" y="272813"/>
                    <a:pt x="553542" y="272801"/>
                    <a:pt x="553529" y="272788"/>
                  </a:cubicBezTo>
                  <a:lnTo>
                    <a:pt x="306870" y="25749"/>
                  </a:lnTo>
                  <a:cubicBezTo>
                    <a:pt x="293241" y="12261"/>
                    <a:pt x="271293" y="12261"/>
                    <a:pt x="257664" y="25749"/>
                  </a:cubicBezTo>
                  <a:lnTo>
                    <a:pt x="155016" y="128334"/>
                  </a:lnTo>
                  <a:cubicBezTo>
                    <a:pt x="141527" y="141963"/>
                    <a:pt x="141527" y="163911"/>
                    <a:pt x="155016" y="177540"/>
                  </a:cubicBezTo>
                  <a:lnTo>
                    <a:pt x="228571" y="251095"/>
                  </a:lnTo>
                  <a:lnTo>
                    <a:pt x="222879" y="256660"/>
                  </a:lnTo>
                  <a:lnTo>
                    <a:pt x="15812" y="45904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717074"/>
                </a:solidFill>
                <a:latin typeface="Arial"/>
                <a:ea typeface="Arial"/>
                <a:cs typeface="Arial"/>
                <a:sym typeface="Arial"/>
              </a:endParaRPr>
            </a:p>
          </p:txBody>
        </p:sp>
        <p:sp>
          <p:nvSpPr>
            <p:cNvPr id="5" name="Google Shape;5805;p31">
              <a:extLst>
                <a:ext uri="{FF2B5EF4-FFF2-40B4-BE49-F238E27FC236}">
                  <a16:creationId xmlns:a16="http://schemas.microsoft.com/office/drawing/2014/main" id="{DA9B45A9-1735-EF80-30B1-01997F6D92B6}"/>
                </a:ext>
              </a:extLst>
            </p:cNvPr>
            <p:cNvSpPr/>
            <p:nvPr/>
          </p:nvSpPr>
          <p:spPr>
            <a:xfrm rot="18900000">
              <a:off x="9926012" y="3278047"/>
              <a:ext cx="166283" cy="10240"/>
            </a:xfrm>
            <a:custGeom>
              <a:avLst/>
              <a:gdLst/>
              <a:ahLst/>
              <a:cxnLst/>
              <a:rect l="l" t="t" r="r" b="b"/>
              <a:pathLst>
                <a:path w="262913" h="15811" extrusionOk="0">
                  <a:moveTo>
                    <a:pt x="0" y="0"/>
                  </a:moveTo>
                  <a:lnTo>
                    <a:pt x="262914" y="0"/>
                  </a:lnTo>
                  <a:lnTo>
                    <a:pt x="262914" y="15812"/>
                  </a:lnTo>
                  <a:lnTo>
                    <a:pt x="0" y="1581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717074"/>
                </a:solidFill>
                <a:latin typeface="Arial"/>
                <a:ea typeface="Arial"/>
                <a:cs typeface="Arial"/>
                <a:sym typeface="Arial"/>
              </a:endParaRPr>
            </a:p>
          </p:txBody>
        </p:sp>
        <p:sp>
          <p:nvSpPr>
            <p:cNvPr id="6" name="Google Shape;5806;p31">
              <a:extLst>
                <a:ext uri="{FF2B5EF4-FFF2-40B4-BE49-F238E27FC236}">
                  <a16:creationId xmlns:a16="http://schemas.microsoft.com/office/drawing/2014/main" id="{C976E74F-EF7E-9F23-700D-8C826551B415}"/>
                </a:ext>
              </a:extLst>
            </p:cNvPr>
            <p:cNvSpPr/>
            <p:nvPr/>
          </p:nvSpPr>
          <p:spPr>
            <a:xfrm>
              <a:off x="10102118" y="3141523"/>
              <a:ext cx="80001" cy="81923"/>
            </a:xfrm>
            <a:custGeom>
              <a:avLst/>
              <a:gdLst/>
              <a:ahLst/>
              <a:cxnLst/>
              <a:rect l="l" t="t" r="r" b="b"/>
              <a:pathLst>
                <a:path w="126492" h="126492" extrusionOk="0">
                  <a:moveTo>
                    <a:pt x="63246" y="126366"/>
                  </a:moveTo>
                  <a:cubicBezTo>
                    <a:pt x="58915" y="125814"/>
                    <a:pt x="55851" y="121856"/>
                    <a:pt x="56402" y="117525"/>
                  </a:cubicBezTo>
                  <a:cubicBezTo>
                    <a:pt x="56856" y="113950"/>
                    <a:pt x="59671" y="111135"/>
                    <a:pt x="63246" y="110681"/>
                  </a:cubicBezTo>
                  <a:cubicBezTo>
                    <a:pt x="89443" y="110681"/>
                    <a:pt x="110681" y="89443"/>
                    <a:pt x="110681" y="63246"/>
                  </a:cubicBezTo>
                  <a:cubicBezTo>
                    <a:pt x="110681" y="37049"/>
                    <a:pt x="89443" y="15812"/>
                    <a:pt x="63246" y="15812"/>
                  </a:cubicBezTo>
                  <a:cubicBezTo>
                    <a:pt x="37049" y="15812"/>
                    <a:pt x="15812" y="37049"/>
                    <a:pt x="15812" y="63246"/>
                  </a:cubicBezTo>
                  <a:cubicBezTo>
                    <a:pt x="15812" y="67613"/>
                    <a:pt x="12272" y="71152"/>
                    <a:pt x="7906" y="71152"/>
                  </a:cubicBezTo>
                  <a:cubicBezTo>
                    <a:pt x="3539" y="71152"/>
                    <a:pt x="0" y="67613"/>
                    <a:pt x="0" y="63246"/>
                  </a:cubicBezTo>
                  <a:cubicBezTo>
                    <a:pt x="0" y="28316"/>
                    <a:pt x="28316" y="0"/>
                    <a:pt x="63246" y="0"/>
                  </a:cubicBezTo>
                  <a:cubicBezTo>
                    <a:pt x="98176" y="0"/>
                    <a:pt x="126492" y="28316"/>
                    <a:pt x="126492" y="63246"/>
                  </a:cubicBezTo>
                  <a:cubicBezTo>
                    <a:pt x="126492" y="98176"/>
                    <a:pt x="98176" y="126492"/>
                    <a:pt x="63246" y="12649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717074"/>
                </a:solidFill>
                <a:latin typeface="Arial"/>
                <a:ea typeface="Arial"/>
                <a:cs typeface="Arial"/>
                <a:sym typeface="Arial"/>
              </a:endParaRPr>
            </a:p>
          </p:txBody>
        </p:sp>
      </p:grpSp>
      <p:sp>
        <p:nvSpPr>
          <p:cNvPr id="35" name="Google Shape;1375;p16">
            <a:extLst>
              <a:ext uri="{FF2B5EF4-FFF2-40B4-BE49-F238E27FC236}">
                <a16:creationId xmlns:a16="http://schemas.microsoft.com/office/drawing/2014/main" id="{20421701-9CEC-F7F8-E712-7520AE2A1E77}"/>
              </a:ext>
            </a:extLst>
          </p:cNvPr>
          <p:cNvSpPr/>
          <p:nvPr/>
        </p:nvSpPr>
        <p:spPr>
          <a:xfrm>
            <a:off x="1905745" y="2369475"/>
            <a:ext cx="1287766" cy="1290645"/>
          </a:xfrm>
          <a:prstGeom prst="ellipse">
            <a:avLst/>
          </a:prstGeom>
          <a:solidFill>
            <a:srgbClr val="F2F2F2">
              <a:alpha val="49019"/>
            </a:srgbClr>
          </a:solidFill>
          <a:ln>
            <a:noFill/>
          </a:ln>
        </p:spPr>
        <p:txBody>
          <a:bodyPr spcFirstLastPara="1" wrap="square" lIns="91350" tIns="45675" rIns="91350"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u="none" strike="noStrike" kern="1200" cap="none" spc="0" normalizeH="0" baseline="0" noProof="0" dirty="0">
              <a:ln>
                <a:noFill/>
              </a:ln>
              <a:solidFill>
                <a:srgbClr val="FFFFFF"/>
              </a:solidFill>
              <a:effectLst/>
              <a:uLnTx/>
              <a:uFillTx/>
              <a:latin typeface="Arial" panose="020B0604020202020204" pitchFamily="34" charset="0"/>
              <a:sym typeface="Arial"/>
            </a:endParaRPr>
          </a:p>
        </p:txBody>
      </p:sp>
      <p:grpSp>
        <p:nvGrpSpPr>
          <p:cNvPr id="36" name="Google Shape;1376;p16">
            <a:extLst>
              <a:ext uri="{FF2B5EF4-FFF2-40B4-BE49-F238E27FC236}">
                <a16:creationId xmlns:a16="http://schemas.microsoft.com/office/drawing/2014/main" id="{DAB0A36E-20F0-BA70-E612-C4DF9E44D54F}"/>
              </a:ext>
            </a:extLst>
          </p:cNvPr>
          <p:cNvGrpSpPr/>
          <p:nvPr/>
        </p:nvGrpSpPr>
        <p:grpSpPr>
          <a:xfrm>
            <a:off x="1976514" y="2440403"/>
            <a:ext cx="1146226" cy="1148790"/>
            <a:chOff x="4907426" y="1918730"/>
            <a:chExt cx="983346" cy="985545"/>
          </a:xfrm>
        </p:grpSpPr>
        <p:sp>
          <p:nvSpPr>
            <p:cNvPr id="37" name="Google Shape;1377;p16">
              <a:extLst>
                <a:ext uri="{FF2B5EF4-FFF2-40B4-BE49-F238E27FC236}">
                  <a16:creationId xmlns:a16="http://schemas.microsoft.com/office/drawing/2014/main" id="{BC1102C9-A580-1F0F-1879-0E240094EE67}"/>
                </a:ext>
              </a:extLst>
            </p:cNvPr>
            <p:cNvSpPr/>
            <p:nvPr/>
          </p:nvSpPr>
          <p:spPr>
            <a:xfrm>
              <a:off x="4907426" y="1918730"/>
              <a:ext cx="983346" cy="985545"/>
            </a:xfrm>
            <a:prstGeom prst="ellipse">
              <a:avLst/>
            </a:prstGeom>
            <a:gradFill>
              <a:gsLst>
                <a:gs pos="0">
                  <a:schemeClr val="accent5"/>
                </a:gs>
                <a:gs pos="29000">
                  <a:schemeClr val="accent5"/>
                </a:gs>
                <a:gs pos="100000">
                  <a:schemeClr val="accent2"/>
                </a:gs>
              </a:gsLst>
              <a:lin ang="8100000" scaled="0"/>
            </a:gradFill>
            <a:ln>
              <a:noFill/>
            </a:ln>
          </p:spPr>
          <p:txBody>
            <a:bodyPr spcFirstLastPara="1" wrap="square" lIns="91350" tIns="45675" rIns="91350"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u="none" strike="noStrike" kern="1200" cap="none" spc="0" normalizeH="0" baseline="0" noProof="0" dirty="0">
                <a:ln>
                  <a:noFill/>
                </a:ln>
                <a:solidFill>
                  <a:srgbClr val="FFFFFF"/>
                </a:solidFill>
                <a:effectLst/>
                <a:uLnTx/>
                <a:uFillTx/>
                <a:latin typeface="Arial" panose="020B0604020202020204" pitchFamily="34" charset="0"/>
                <a:sym typeface="Arial"/>
              </a:endParaRPr>
            </a:p>
          </p:txBody>
        </p:sp>
        <p:grpSp>
          <p:nvGrpSpPr>
            <p:cNvPr id="38" name="Google Shape;1378;p16">
              <a:extLst>
                <a:ext uri="{FF2B5EF4-FFF2-40B4-BE49-F238E27FC236}">
                  <a16:creationId xmlns:a16="http://schemas.microsoft.com/office/drawing/2014/main" id="{25A31A78-E7DA-5C03-10AE-A13195A51F50}"/>
                </a:ext>
              </a:extLst>
            </p:cNvPr>
            <p:cNvGrpSpPr/>
            <p:nvPr/>
          </p:nvGrpSpPr>
          <p:grpSpPr>
            <a:xfrm>
              <a:off x="5101312" y="2167085"/>
              <a:ext cx="640019" cy="488811"/>
              <a:chOff x="1838171" y="5616069"/>
              <a:chExt cx="652849" cy="498611"/>
            </a:xfrm>
          </p:grpSpPr>
          <p:sp>
            <p:nvSpPr>
              <p:cNvPr id="39" name="Google Shape;1379;p16">
                <a:extLst>
                  <a:ext uri="{FF2B5EF4-FFF2-40B4-BE49-F238E27FC236}">
                    <a16:creationId xmlns:a16="http://schemas.microsoft.com/office/drawing/2014/main" id="{9B6956FA-4AA2-D5B3-8A11-43667D9FE992}"/>
                  </a:ext>
                </a:extLst>
              </p:cNvPr>
              <p:cNvSpPr/>
              <p:nvPr/>
            </p:nvSpPr>
            <p:spPr>
              <a:xfrm>
                <a:off x="1838171" y="5625544"/>
                <a:ext cx="246435" cy="336419"/>
              </a:xfrm>
              <a:custGeom>
                <a:avLst/>
                <a:gdLst/>
                <a:ahLst/>
                <a:cxnLst/>
                <a:rect l="l" t="t" r="r" b="b"/>
                <a:pathLst>
                  <a:path w="246435" h="336419" extrusionOk="0">
                    <a:moveTo>
                      <a:pt x="17291" y="61280"/>
                    </a:moveTo>
                    <a:lnTo>
                      <a:pt x="57130" y="61280"/>
                    </a:lnTo>
                    <a:lnTo>
                      <a:pt x="57130" y="315808"/>
                    </a:lnTo>
                    <a:lnTo>
                      <a:pt x="74422" y="315808"/>
                    </a:lnTo>
                    <a:lnTo>
                      <a:pt x="74422" y="17291"/>
                    </a:lnTo>
                    <a:lnTo>
                      <a:pt x="229144" y="17291"/>
                    </a:lnTo>
                    <a:lnTo>
                      <a:pt x="229144" y="222158"/>
                    </a:lnTo>
                    <a:lnTo>
                      <a:pt x="246435" y="222158"/>
                    </a:lnTo>
                    <a:lnTo>
                      <a:pt x="246435" y="0"/>
                    </a:lnTo>
                    <a:lnTo>
                      <a:pt x="57130" y="0"/>
                    </a:lnTo>
                    <a:lnTo>
                      <a:pt x="57130" y="43989"/>
                    </a:lnTo>
                    <a:lnTo>
                      <a:pt x="0" y="43989"/>
                    </a:lnTo>
                    <a:lnTo>
                      <a:pt x="0" y="336419"/>
                    </a:lnTo>
                    <a:lnTo>
                      <a:pt x="17291" y="336419"/>
                    </a:lnTo>
                    <a:lnTo>
                      <a:pt x="17291" y="61280"/>
                    </a:lnTo>
                    <a:close/>
                  </a:path>
                </a:pathLst>
              </a:custGeom>
              <a:solidFill>
                <a:schemeClr val="lt1"/>
              </a:solidFill>
              <a:ln>
                <a:noFill/>
              </a:ln>
            </p:spPr>
            <p:txBody>
              <a:bodyPr spcFirstLastPara="1" wrap="square" lIns="91325" tIns="45650" rIns="91325" bIns="4565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5"/>
                  <a:buFont typeface="Arial"/>
                  <a:buNone/>
                  <a:tabLst/>
                  <a:defRPr/>
                </a:pPr>
                <a:endParaRPr kumimoji="0" sz="1795" u="none" strike="noStrike" kern="1200" cap="none" spc="0" normalizeH="0" baseline="0" noProof="0" dirty="0">
                  <a:ln>
                    <a:noFill/>
                  </a:ln>
                  <a:solidFill>
                    <a:srgbClr val="000000"/>
                  </a:solidFill>
                  <a:effectLst/>
                  <a:uLnTx/>
                  <a:uFillTx/>
                  <a:latin typeface="Arial" panose="020B0604020202020204" pitchFamily="34" charset="0"/>
                  <a:sym typeface="Arial"/>
                </a:endParaRPr>
              </a:p>
            </p:txBody>
          </p:sp>
          <p:sp>
            <p:nvSpPr>
              <p:cNvPr id="40" name="Google Shape;1380;p16">
                <a:extLst>
                  <a:ext uri="{FF2B5EF4-FFF2-40B4-BE49-F238E27FC236}">
                    <a16:creationId xmlns:a16="http://schemas.microsoft.com/office/drawing/2014/main" id="{92A04B2F-0F60-21E1-A7CD-E52349153410}"/>
                  </a:ext>
                </a:extLst>
              </p:cNvPr>
              <p:cNvSpPr/>
              <p:nvPr/>
            </p:nvSpPr>
            <p:spPr>
              <a:xfrm>
                <a:off x="1951670" y="5669187"/>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325" tIns="45650" rIns="91325" bIns="4565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5"/>
                  <a:buFont typeface="Arial"/>
                  <a:buNone/>
                  <a:tabLst/>
                  <a:defRPr/>
                </a:pPr>
                <a:endParaRPr kumimoji="0" sz="1795" u="none" strike="noStrike" kern="1200" cap="none" spc="0" normalizeH="0" baseline="0" noProof="0" dirty="0">
                  <a:ln>
                    <a:noFill/>
                  </a:ln>
                  <a:solidFill>
                    <a:srgbClr val="000000"/>
                  </a:solidFill>
                  <a:effectLst/>
                  <a:uLnTx/>
                  <a:uFillTx/>
                  <a:latin typeface="Arial" panose="020B0604020202020204" pitchFamily="34" charset="0"/>
                  <a:sym typeface="Arial"/>
                </a:endParaRPr>
              </a:p>
            </p:txBody>
          </p:sp>
          <p:sp>
            <p:nvSpPr>
              <p:cNvPr id="41" name="Google Shape;1381;p16">
                <a:extLst>
                  <a:ext uri="{FF2B5EF4-FFF2-40B4-BE49-F238E27FC236}">
                    <a16:creationId xmlns:a16="http://schemas.microsoft.com/office/drawing/2014/main" id="{5A23CE0B-AC40-7813-175D-430623BB90E9}"/>
                  </a:ext>
                </a:extLst>
              </p:cNvPr>
              <p:cNvSpPr/>
              <p:nvPr/>
            </p:nvSpPr>
            <p:spPr>
              <a:xfrm>
                <a:off x="1951670" y="5735932"/>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325" tIns="45650" rIns="91325" bIns="4565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5"/>
                  <a:buFont typeface="Arial"/>
                  <a:buNone/>
                  <a:tabLst/>
                  <a:defRPr/>
                </a:pPr>
                <a:endParaRPr kumimoji="0" sz="1795" u="none" strike="noStrike" kern="1200" cap="none" spc="0" normalizeH="0" baseline="0" noProof="0" dirty="0">
                  <a:ln>
                    <a:noFill/>
                  </a:ln>
                  <a:solidFill>
                    <a:srgbClr val="000000"/>
                  </a:solidFill>
                  <a:effectLst/>
                  <a:uLnTx/>
                  <a:uFillTx/>
                  <a:latin typeface="Arial" panose="020B0604020202020204" pitchFamily="34" charset="0"/>
                  <a:sym typeface="Arial"/>
                </a:endParaRPr>
              </a:p>
            </p:txBody>
          </p:sp>
          <p:sp>
            <p:nvSpPr>
              <p:cNvPr id="42" name="Google Shape;1382;p16">
                <a:extLst>
                  <a:ext uri="{FF2B5EF4-FFF2-40B4-BE49-F238E27FC236}">
                    <a16:creationId xmlns:a16="http://schemas.microsoft.com/office/drawing/2014/main" id="{048FC450-D422-A6A7-1E85-0260FD61E72E}"/>
                  </a:ext>
                </a:extLst>
              </p:cNvPr>
              <p:cNvSpPr/>
              <p:nvPr/>
            </p:nvSpPr>
            <p:spPr>
              <a:xfrm>
                <a:off x="1951670" y="5800739"/>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325" tIns="45650" rIns="91325" bIns="4565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5"/>
                  <a:buFont typeface="Arial"/>
                  <a:buNone/>
                  <a:tabLst/>
                  <a:defRPr/>
                </a:pPr>
                <a:endParaRPr kumimoji="0" sz="1795" u="none" strike="noStrike" kern="1200" cap="none" spc="0" normalizeH="0" baseline="0" noProof="0" dirty="0">
                  <a:ln>
                    <a:noFill/>
                  </a:ln>
                  <a:solidFill>
                    <a:srgbClr val="000000"/>
                  </a:solidFill>
                  <a:effectLst/>
                  <a:uLnTx/>
                  <a:uFillTx/>
                  <a:latin typeface="Arial" panose="020B0604020202020204" pitchFamily="34" charset="0"/>
                  <a:sym typeface="Arial"/>
                </a:endParaRPr>
              </a:p>
            </p:txBody>
          </p:sp>
          <p:sp>
            <p:nvSpPr>
              <p:cNvPr id="43" name="Google Shape;1383;p16">
                <a:extLst>
                  <a:ext uri="{FF2B5EF4-FFF2-40B4-BE49-F238E27FC236}">
                    <a16:creationId xmlns:a16="http://schemas.microsoft.com/office/drawing/2014/main" id="{0FEF3338-1E86-79C6-7F6C-D12F6611AE58}"/>
                  </a:ext>
                </a:extLst>
              </p:cNvPr>
              <p:cNvSpPr/>
              <p:nvPr/>
            </p:nvSpPr>
            <p:spPr>
              <a:xfrm>
                <a:off x="2006380" y="5669187"/>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325" tIns="45650" rIns="91325" bIns="4565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5"/>
                  <a:buFont typeface="Arial"/>
                  <a:buNone/>
                  <a:tabLst/>
                  <a:defRPr/>
                </a:pPr>
                <a:endParaRPr kumimoji="0" sz="1795" u="none" strike="noStrike" kern="1200" cap="none" spc="0" normalizeH="0" baseline="0" noProof="0" dirty="0">
                  <a:ln>
                    <a:noFill/>
                  </a:ln>
                  <a:solidFill>
                    <a:srgbClr val="000000"/>
                  </a:solidFill>
                  <a:effectLst/>
                  <a:uLnTx/>
                  <a:uFillTx/>
                  <a:latin typeface="Arial" panose="020B0604020202020204" pitchFamily="34" charset="0"/>
                  <a:sym typeface="Arial"/>
                </a:endParaRPr>
              </a:p>
            </p:txBody>
          </p:sp>
          <p:sp>
            <p:nvSpPr>
              <p:cNvPr id="44" name="Google Shape;1384;p16">
                <a:extLst>
                  <a:ext uri="{FF2B5EF4-FFF2-40B4-BE49-F238E27FC236}">
                    <a16:creationId xmlns:a16="http://schemas.microsoft.com/office/drawing/2014/main" id="{9B309597-895B-325A-967B-4B77CC8FA112}"/>
                  </a:ext>
                </a:extLst>
              </p:cNvPr>
              <p:cNvSpPr/>
              <p:nvPr/>
            </p:nvSpPr>
            <p:spPr>
              <a:xfrm>
                <a:off x="2006380" y="5735932"/>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325" tIns="45650" rIns="91325" bIns="4565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5"/>
                  <a:buFont typeface="Arial"/>
                  <a:buNone/>
                  <a:tabLst/>
                  <a:defRPr/>
                </a:pPr>
                <a:endParaRPr kumimoji="0" sz="1795" u="none" strike="noStrike" kern="1200" cap="none" spc="0" normalizeH="0" baseline="0" noProof="0" dirty="0">
                  <a:ln>
                    <a:noFill/>
                  </a:ln>
                  <a:solidFill>
                    <a:srgbClr val="000000"/>
                  </a:solidFill>
                  <a:effectLst/>
                  <a:uLnTx/>
                  <a:uFillTx/>
                  <a:latin typeface="Arial" panose="020B0604020202020204" pitchFamily="34" charset="0"/>
                  <a:sym typeface="Arial"/>
                </a:endParaRPr>
              </a:p>
            </p:txBody>
          </p:sp>
          <p:sp>
            <p:nvSpPr>
              <p:cNvPr id="45" name="Google Shape;1385;p16">
                <a:extLst>
                  <a:ext uri="{FF2B5EF4-FFF2-40B4-BE49-F238E27FC236}">
                    <a16:creationId xmlns:a16="http://schemas.microsoft.com/office/drawing/2014/main" id="{78156F78-81BE-E5A5-6921-14B219BDBACF}"/>
                  </a:ext>
                </a:extLst>
              </p:cNvPr>
              <p:cNvSpPr/>
              <p:nvPr/>
            </p:nvSpPr>
            <p:spPr>
              <a:xfrm>
                <a:off x="2006380" y="5800739"/>
                <a:ext cx="17291" cy="29395"/>
              </a:xfrm>
              <a:custGeom>
                <a:avLst/>
                <a:gdLst/>
                <a:ahLst/>
                <a:cxnLst/>
                <a:rect l="l" t="t" r="r" b="b"/>
                <a:pathLst>
                  <a:path w="17291" h="29395" extrusionOk="0">
                    <a:moveTo>
                      <a:pt x="0" y="0"/>
                    </a:moveTo>
                    <a:lnTo>
                      <a:pt x="17291" y="0"/>
                    </a:lnTo>
                    <a:lnTo>
                      <a:pt x="17291" y="29395"/>
                    </a:lnTo>
                    <a:lnTo>
                      <a:pt x="0" y="29395"/>
                    </a:lnTo>
                    <a:close/>
                  </a:path>
                </a:pathLst>
              </a:custGeom>
              <a:solidFill>
                <a:schemeClr val="lt1"/>
              </a:solidFill>
              <a:ln>
                <a:noFill/>
              </a:ln>
            </p:spPr>
            <p:txBody>
              <a:bodyPr spcFirstLastPara="1" wrap="square" lIns="91325" tIns="45650" rIns="91325" bIns="4565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5"/>
                  <a:buFont typeface="Arial"/>
                  <a:buNone/>
                  <a:tabLst/>
                  <a:defRPr/>
                </a:pPr>
                <a:endParaRPr kumimoji="0" sz="1795" u="none" strike="noStrike" kern="1200" cap="none" spc="0" normalizeH="0" baseline="0" noProof="0" dirty="0">
                  <a:ln>
                    <a:noFill/>
                  </a:ln>
                  <a:solidFill>
                    <a:srgbClr val="000000"/>
                  </a:solidFill>
                  <a:effectLst/>
                  <a:uLnTx/>
                  <a:uFillTx/>
                  <a:latin typeface="Arial" panose="020B0604020202020204" pitchFamily="34" charset="0"/>
                  <a:sym typeface="Arial"/>
                </a:endParaRPr>
              </a:p>
            </p:txBody>
          </p:sp>
          <p:sp>
            <p:nvSpPr>
              <p:cNvPr id="46" name="Google Shape;1386;p16">
                <a:extLst>
                  <a:ext uri="{FF2B5EF4-FFF2-40B4-BE49-F238E27FC236}">
                    <a16:creationId xmlns:a16="http://schemas.microsoft.com/office/drawing/2014/main" id="{E0884843-D6D8-9DBE-B7AD-96031E7E691E}"/>
                  </a:ext>
                </a:extLst>
              </p:cNvPr>
              <p:cNvSpPr/>
              <p:nvPr/>
            </p:nvSpPr>
            <p:spPr>
              <a:xfrm>
                <a:off x="1847627" y="5830135"/>
                <a:ext cx="497694" cy="284545"/>
              </a:xfrm>
              <a:custGeom>
                <a:avLst/>
                <a:gdLst/>
                <a:ahLst/>
                <a:cxnLst/>
                <a:rect l="l" t="t" r="r" b="b"/>
                <a:pathLst>
                  <a:path w="497694" h="284545" extrusionOk="0">
                    <a:moveTo>
                      <a:pt x="428635" y="106653"/>
                    </a:moveTo>
                    <a:cubicBezTo>
                      <a:pt x="423309" y="47793"/>
                      <a:pt x="378974" y="1383"/>
                      <a:pt x="323919" y="0"/>
                    </a:cubicBezTo>
                    <a:cubicBezTo>
                      <a:pt x="323020" y="0"/>
                      <a:pt x="322121" y="0"/>
                      <a:pt x="321291" y="0"/>
                    </a:cubicBezTo>
                    <a:cubicBezTo>
                      <a:pt x="276748" y="0"/>
                      <a:pt x="238292" y="29879"/>
                      <a:pt x="221693" y="72693"/>
                    </a:cubicBezTo>
                    <a:cubicBezTo>
                      <a:pt x="210350" y="67229"/>
                      <a:pt x="197831" y="64185"/>
                      <a:pt x="184551" y="63770"/>
                    </a:cubicBezTo>
                    <a:cubicBezTo>
                      <a:pt x="183790" y="63770"/>
                      <a:pt x="183030" y="63770"/>
                      <a:pt x="182269" y="63770"/>
                    </a:cubicBezTo>
                    <a:cubicBezTo>
                      <a:pt x="138487" y="63770"/>
                      <a:pt x="101691" y="94895"/>
                      <a:pt x="92700" y="136947"/>
                    </a:cubicBezTo>
                    <a:cubicBezTo>
                      <a:pt x="86959" y="135356"/>
                      <a:pt x="80873" y="134526"/>
                      <a:pt x="74717" y="134388"/>
                    </a:cubicBezTo>
                    <a:cubicBezTo>
                      <a:pt x="74094" y="134388"/>
                      <a:pt x="73541" y="134388"/>
                      <a:pt x="72919" y="134388"/>
                    </a:cubicBezTo>
                    <a:cubicBezTo>
                      <a:pt x="33425" y="134388"/>
                      <a:pt x="918" y="166065"/>
                      <a:pt x="19" y="205974"/>
                    </a:cubicBezTo>
                    <a:cubicBezTo>
                      <a:pt x="-950" y="246435"/>
                      <a:pt x="35915" y="283439"/>
                      <a:pt x="76169" y="284545"/>
                    </a:cubicBezTo>
                    <a:cubicBezTo>
                      <a:pt x="77207" y="284545"/>
                      <a:pt x="80112" y="284545"/>
                      <a:pt x="84746" y="284545"/>
                    </a:cubicBezTo>
                    <a:cubicBezTo>
                      <a:pt x="133162" y="284545"/>
                      <a:pt x="363620" y="283577"/>
                      <a:pt x="411551" y="283577"/>
                    </a:cubicBezTo>
                    <a:cubicBezTo>
                      <a:pt x="416116" y="283577"/>
                      <a:pt x="419021" y="283577"/>
                      <a:pt x="419989" y="283577"/>
                    </a:cubicBezTo>
                    <a:cubicBezTo>
                      <a:pt x="420543" y="283577"/>
                      <a:pt x="421165" y="283577"/>
                      <a:pt x="421718" y="283577"/>
                    </a:cubicBezTo>
                    <a:cubicBezTo>
                      <a:pt x="462664" y="283577"/>
                      <a:pt x="496624" y="244983"/>
                      <a:pt x="497662" y="196913"/>
                    </a:cubicBezTo>
                    <a:cubicBezTo>
                      <a:pt x="498837" y="149604"/>
                      <a:pt x="468266" y="110526"/>
                      <a:pt x="428704" y="106722"/>
                    </a:cubicBezTo>
                    <a:close/>
                    <a:moveTo>
                      <a:pt x="421649" y="266217"/>
                    </a:moveTo>
                    <a:lnTo>
                      <a:pt x="420266" y="266217"/>
                    </a:lnTo>
                    <a:cubicBezTo>
                      <a:pt x="419298" y="266217"/>
                      <a:pt x="416254" y="266217"/>
                      <a:pt x="411482" y="266217"/>
                    </a:cubicBezTo>
                    <a:cubicBezTo>
                      <a:pt x="387551" y="266217"/>
                      <a:pt x="316933" y="266493"/>
                      <a:pt x="248736" y="266701"/>
                    </a:cubicBezTo>
                    <a:cubicBezTo>
                      <a:pt x="179986" y="266977"/>
                      <a:pt x="108954" y="267185"/>
                      <a:pt x="84677" y="267185"/>
                    </a:cubicBezTo>
                    <a:cubicBezTo>
                      <a:pt x="80250" y="267185"/>
                      <a:pt x="77414" y="267185"/>
                      <a:pt x="76584" y="267185"/>
                    </a:cubicBezTo>
                    <a:cubicBezTo>
                      <a:pt x="45322" y="266355"/>
                      <a:pt x="16480" y="236752"/>
                      <a:pt x="17241" y="206320"/>
                    </a:cubicBezTo>
                    <a:cubicBezTo>
                      <a:pt x="17932" y="176164"/>
                      <a:pt x="42901" y="151679"/>
                      <a:pt x="72850" y="151679"/>
                    </a:cubicBezTo>
                    <a:lnTo>
                      <a:pt x="74302" y="151679"/>
                    </a:lnTo>
                    <a:cubicBezTo>
                      <a:pt x="79144" y="151817"/>
                      <a:pt x="83708" y="152440"/>
                      <a:pt x="87997" y="153616"/>
                    </a:cubicBezTo>
                    <a:lnTo>
                      <a:pt x="105703" y="158526"/>
                    </a:lnTo>
                    <a:lnTo>
                      <a:pt x="109576" y="140613"/>
                    </a:lnTo>
                    <a:cubicBezTo>
                      <a:pt x="116977" y="106168"/>
                      <a:pt x="147548" y="81131"/>
                      <a:pt x="182269" y="81131"/>
                    </a:cubicBezTo>
                    <a:cubicBezTo>
                      <a:pt x="182891" y="81131"/>
                      <a:pt x="183514" y="81131"/>
                      <a:pt x="184067" y="81131"/>
                    </a:cubicBezTo>
                    <a:cubicBezTo>
                      <a:pt x="194857" y="81407"/>
                      <a:pt x="204955" y="83828"/>
                      <a:pt x="214154" y="88324"/>
                    </a:cubicBezTo>
                    <a:lnTo>
                      <a:pt x="231030" y="96485"/>
                    </a:lnTo>
                    <a:lnTo>
                      <a:pt x="237808" y="78987"/>
                    </a:lnTo>
                    <a:cubicBezTo>
                      <a:pt x="252333" y="41568"/>
                      <a:pt x="285048" y="17360"/>
                      <a:pt x="321221" y="17360"/>
                    </a:cubicBezTo>
                    <a:cubicBezTo>
                      <a:pt x="321982" y="17360"/>
                      <a:pt x="322674" y="17360"/>
                      <a:pt x="323435" y="17360"/>
                    </a:cubicBezTo>
                    <a:cubicBezTo>
                      <a:pt x="368945" y="18467"/>
                      <a:pt x="406779" y="57545"/>
                      <a:pt x="411344" y="108243"/>
                    </a:cubicBezTo>
                    <a:lnTo>
                      <a:pt x="412658" y="122491"/>
                    </a:lnTo>
                    <a:lnTo>
                      <a:pt x="426906" y="123875"/>
                    </a:lnTo>
                    <a:cubicBezTo>
                      <a:pt x="457753" y="126849"/>
                      <a:pt x="481200" y="158665"/>
                      <a:pt x="480232" y="196429"/>
                    </a:cubicBezTo>
                    <a:cubicBezTo>
                      <a:pt x="479402" y="234885"/>
                      <a:pt x="453050" y="266217"/>
                      <a:pt x="421580" y="266217"/>
                    </a:cubicBezTo>
                    <a:close/>
                  </a:path>
                </a:pathLst>
              </a:custGeom>
              <a:solidFill>
                <a:schemeClr val="lt1"/>
              </a:solidFill>
              <a:ln>
                <a:noFill/>
              </a:ln>
            </p:spPr>
            <p:txBody>
              <a:bodyPr spcFirstLastPara="1" wrap="square" lIns="91325" tIns="45650" rIns="91325" bIns="4565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5"/>
                  <a:buFont typeface="Arial"/>
                  <a:buNone/>
                  <a:tabLst/>
                  <a:defRPr/>
                </a:pPr>
                <a:endParaRPr kumimoji="0" sz="1795" u="none" strike="noStrike" kern="1200" cap="none" spc="0" normalizeH="0" baseline="0" noProof="0" dirty="0">
                  <a:ln>
                    <a:noFill/>
                  </a:ln>
                  <a:solidFill>
                    <a:srgbClr val="000000"/>
                  </a:solidFill>
                  <a:effectLst/>
                  <a:uLnTx/>
                  <a:uFillTx/>
                  <a:latin typeface="Arial" panose="020B0604020202020204" pitchFamily="34" charset="0"/>
                  <a:sym typeface="Arial"/>
                </a:endParaRPr>
              </a:p>
            </p:txBody>
          </p:sp>
          <p:sp>
            <p:nvSpPr>
              <p:cNvPr id="47" name="Google Shape;1387;p16">
                <a:extLst>
                  <a:ext uri="{FF2B5EF4-FFF2-40B4-BE49-F238E27FC236}">
                    <a16:creationId xmlns:a16="http://schemas.microsoft.com/office/drawing/2014/main" id="{FFCDF56B-FB33-46AC-D310-3237F6DC5F2B}"/>
                  </a:ext>
                </a:extLst>
              </p:cNvPr>
              <p:cNvSpPr/>
              <p:nvPr/>
            </p:nvSpPr>
            <p:spPr>
              <a:xfrm>
                <a:off x="2257934" y="5625959"/>
                <a:ext cx="233086" cy="231080"/>
              </a:xfrm>
              <a:custGeom>
                <a:avLst/>
                <a:gdLst/>
                <a:ahLst/>
                <a:cxnLst/>
                <a:rect l="l" t="t" r="r" b="b"/>
                <a:pathLst>
                  <a:path w="233086" h="231080" extrusionOk="0">
                    <a:moveTo>
                      <a:pt x="179760" y="14041"/>
                    </a:moveTo>
                    <a:lnTo>
                      <a:pt x="194285" y="28704"/>
                    </a:lnTo>
                    <a:lnTo>
                      <a:pt x="0" y="221259"/>
                    </a:lnTo>
                    <a:lnTo>
                      <a:pt x="9683" y="231081"/>
                    </a:lnTo>
                    <a:lnTo>
                      <a:pt x="204037" y="38525"/>
                    </a:lnTo>
                    <a:lnTo>
                      <a:pt x="218562" y="53257"/>
                    </a:lnTo>
                    <a:lnTo>
                      <a:pt x="233086" y="0"/>
                    </a:lnTo>
                    <a:lnTo>
                      <a:pt x="179760" y="14041"/>
                    </a:lnTo>
                    <a:close/>
                  </a:path>
                </a:pathLst>
              </a:custGeom>
              <a:solidFill>
                <a:schemeClr val="lt1"/>
              </a:solidFill>
              <a:ln>
                <a:noFill/>
              </a:ln>
            </p:spPr>
            <p:txBody>
              <a:bodyPr spcFirstLastPara="1" wrap="square" lIns="91325" tIns="45650" rIns="91325" bIns="4565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5"/>
                  <a:buFont typeface="Arial"/>
                  <a:buNone/>
                  <a:tabLst/>
                  <a:defRPr/>
                </a:pPr>
                <a:endParaRPr kumimoji="0" sz="1795" u="none" strike="noStrike" kern="1200" cap="none" spc="0" normalizeH="0" baseline="0" noProof="0" dirty="0">
                  <a:ln>
                    <a:noFill/>
                  </a:ln>
                  <a:solidFill>
                    <a:srgbClr val="000000"/>
                  </a:solidFill>
                  <a:effectLst/>
                  <a:uLnTx/>
                  <a:uFillTx/>
                  <a:latin typeface="Arial" panose="020B0604020202020204" pitchFamily="34" charset="0"/>
                  <a:sym typeface="Arial"/>
                </a:endParaRPr>
              </a:p>
            </p:txBody>
          </p:sp>
          <p:sp>
            <p:nvSpPr>
              <p:cNvPr id="48" name="Google Shape;1388;p16">
                <a:extLst>
                  <a:ext uri="{FF2B5EF4-FFF2-40B4-BE49-F238E27FC236}">
                    <a16:creationId xmlns:a16="http://schemas.microsoft.com/office/drawing/2014/main" id="{17ABE345-4DA6-EC12-C86E-2C6F3D5234C6}"/>
                  </a:ext>
                </a:extLst>
              </p:cNvPr>
              <p:cNvSpPr/>
              <p:nvPr/>
            </p:nvSpPr>
            <p:spPr>
              <a:xfrm>
                <a:off x="2115177" y="5616069"/>
                <a:ext cx="203068" cy="201339"/>
              </a:xfrm>
              <a:custGeom>
                <a:avLst/>
                <a:gdLst/>
                <a:ahLst/>
                <a:cxnLst/>
                <a:rect l="l" t="t" r="r" b="b"/>
                <a:pathLst>
                  <a:path w="203068" h="201339" extrusionOk="0">
                    <a:moveTo>
                      <a:pt x="9752" y="201340"/>
                    </a:moveTo>
                    <a:lnTo>
                      <a:pt x="174019" y="38525"/>
                    </a:lnTo>
                    <a:lnTo>
                      <a:pt x="188544" y="53257"/>
                    </a:lnTo>
                    <a:lnTo>
                      <a:pt x="203069" y="0"/>
                    </a:lnTo>
                    <a:lnTo>
                      <a:pt x="149742" y="14041"/>
                    </a:lnTo>
                    <a:lnTo>
                      <a:pt x="164267" y="28704"/>
                    </a:lnTo>
                    <a:lnTo>
                      <a:pt x="0" y="191518"/>
                    </a:lnTo>
                    <a:lnTo>
                      <a:pt x="9752" y="201340"/>
                    </a:lnTo>
                    <a:close/>
                  </a:path>
                </a:pathLst>
              </a:custGeom>
              <a:solidFill>
                <a:schemeClr val="lt1"/>
              </a:solidFill>
              <a:ln>
                <a:noFill/>
              </a:ln>
            </p:spPr>
            <p:txBody>
              <a:bodyPr spcFirstLastPara="1" wrap="square" lIns="91325" tIns="45650" rIns="91325" bIns="4565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5"/>
                  <a:buFont typeface="Arial"/>
                  <a:buNone/>
                  <a:tabLst/>
                  <a:defRPr/>
                </a:pPr>
                <a:endParaRPr kumimoji="0" sz="1795" u="none" strike="noStrike" kern="1200" cap="none" spc="0" normalizeH="0" baseline="0" noProof="0" dirty="0">
                  <a:ln>
                    <a:noFill/>
                  </a:ln>
                  <a:solidFill>
                    <a:srgbClr val="000000"/>
                  </a:solidFill>
                  <a:effectLst/>
                  <a:uLnTx/>
                  <a:uFillTx/>
                  <a:latin typeface="Arial" panose="020B0604020202020204" pitchFamily="34" charset="0"/>
                  <a:sym typeface="Arial"/>
                </a:endParaRPr>
              </a:p>
            </p:txBody>
          </p:sp>
        </p:grpSp>
      </p:grpSp>
      <p:grpSp>
        <p:nvGrpSpPr>
          <p:cNvPr id="60" name="Google Shape;1428;p16">
            <a:extLst>
              <a:ext uri="{FF2B5EF4-FFF2-40B4-BE49-F238E27FC236}">
                <a16:creationId xmlns:a16="http://schemas.microsoft.com/office/drawing/2014/main" id="{6014F3FF-74B6-8194-CA9C-EDE7D91EE116}"/>
              </a:ext>
            </a:extLst>
          </p:cNvPr>
          <p:cNvGrpSpPr/>
          <p:nvPr/>
        </p:nvGrpSpPr>
        <p:grpSpPr>
          <a:xfrm>
            <a:off x="5336894" y="1898295"/>
            <a:ext cx="1287766" cy="1290645"/>
            <a:chOff x="8608478" y="1596058"/>
            <a:chExt cx="1288152" cy="1291032"/>
          </a:xfrm>
        </p:grpSpPr>
        <p:sp>
          <p:nvSpPr>
            <p:cNvPr id="61" name="Google Shape;1429;p16">
              <a:extLst>
                <a:ext uri="{FF2B5EF4-FFF2-40B4-BE49-F238E27FC236}">
                  <a16:creationId xmlns:a16="http://schemas.microsoft.com/office/drawing/2014/main" id="{9BE6D08B-44C9-D750-A836-61BA491C81B4}"/>
                </a:ext>
              </a:extLst>
            </p:cNvPr>
            <p:cNvSpPr/>
            <p:nvPr/>
          </p:nvSpPr>
          <p:spPr>
            <a:xfrm>
              <a:off x="8608478" y="1596058"/>
              <a:ext cx="1288152" cy="1291032"/>
            </a:xfrm>
            <a:prstGeom prst="ellipse">
              <a:avLst/>
            </a:prstGeom>
            <a:solidFill>
              <a:srgbClr val="F2F2F2">
                <a:alpha val="49019"/>
              </a:srgbClr>
            </a:solidFill>
            <a:ln>
              <a:noFill/>
            </a:ln>
          </p:spPr>
          <p:txBody>
            <a:bodyPr spcFirstLastPara="1" wrap="square" lIns="91350" tIns="45675" rIns="91350"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u="none" strike="noStrike" kern="1200" cap="none" spc="0" normalizeH="0" baseline="0" noProof="0" dirty="0">
                <a:ln>
                  <a:noFill/>
                </a:ln>
                <a:solidFill>
                  <a:srgbClr val="FFFFFF"/>
                </a:solidFill>
                <a:effectLst/>
                <a:uLnTx/>
                <a:uFillTx/>
                <a:latin typeface="Arial" panose="020B0604020202020204" pitchFamily="34" charset="0"/>
                <a:sym typeface="Arial"/>
              </a:endParaRPr>
            </a:p>
          </p:txBody>
        </p:sp>
        <p:grpSp>
          <p:nvGrpSpPr>
            <p:cNvPr id="62" name="Google Shape;1430;p16">
              <a:extLst>
                <a:ext uri="{FF2B5EF4-FFF2-40B4-BE49-F238E27FC236}">
                  <a16:creationId xmlns:a16="http://schemas.microsoft.com/office/drawing/2014/main" id="{54E90AAF-8E82-793C-D63D-FA1093C504FE}"/>
                </a:ext>
              </a:extLst>
            </p:cNvPr>
            <p:cNvGrpSpPr/>
            <p:nvPr/>
          </p:nvGrpSpPr>
          <p:grpSpPr>
            <a:xfrm>
              <a:off x="8679268" y="1667007"/>
              <a:ext cx="1146570" cy="1149134"/>
              <a:chOff x="8679268" y="1667007"/>
              <a:chExt cx="1146570" cy="1149134"/>
            </a:xfrm>
          </p:grpSpPr>
          <p:sp>
            <p:nvSpPr>
              <p:cNvPr id="63" name="Google Shape;1431;p16">
                <a:extLst>
                  <a:ext uri="{FF2B5EF4-FFF2-40B4-BE49-F238E27FC236}">
                    <a16:creationId xmlns:a16="http://schemas.microsoft.com/office/drawing/2014/main" id="{82F52339-936E-6FF3-D210-045C2E8D7CF2}"/>
                  </a:ext>
                </a:extLst>
              </p:cNvPr>
              <p:cNvSpPr/>
              <p:nvPr/>
            </p:nvSpPr>
            <p:spPr>
              <a:xfrm>
                <a:off x="8679268" y="1667007"/>
                <a:ext cx="1146570" cy="1149134"/>
              </a:xfrm>
              <a:prstGeom prst="ellipse">
                <a:avLst/>
              </a:prstGeom>
              <a:gradFill>
                <a:gsLst>
                  <a:gs pos="0">
                    <a:schemeClr val="accent2"/>
                  </a:gs>
                  <a:gs pos="71000">
                    <a:schemeClr val="accent3"/>
                  </a:gs>
                  <a:gs pos="100000">
                    <a:schemeClr val="accent3"/>
                  </a:gs>
                </a:gsLst>
                <a:lin ang="18900000" scaled="0"/>
              </a:gradFill>
              <a:ln>
                <a:noFill/>
              </a:ln>
            </p:spPr>
            <p:txBody>
              <a:bodyPr spcFirstLastPara="1" wrap="square" lIns="91350" tIns="45675" rIns="91350"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u="none" strike="noStrike" kern="1200" cap="none" spc="0" normalizeH="0" baseline="0" noProof="0" dirty="0">
                  <a:ln>
                    <a:noFill/>
                  </a:ln>
                  <a:solidFill>
                    <a:srgbClr val="FFFFFF"/>
                  </a:solidFill>
                  <a:effectLst/>
                  <a:uLnTx/>
                  <a:uFillTx/>
                  <a:latin typeface="Arial" panose="020B0604020202020204" pitchFamily="34" charset="0"/>
                  <a:sym typeface="Arial"/>
                </a:endParaRPr>
              </a:p>
            </p:txBody>
          </p:sp>
          <p:grpSp>
            <p:nvGrpSpPr>
              <p:cNvPr id="5829" name="Google Shape;1432;p16">
                <a:extLst>
                  <a:ext uri="{FF2B5EF4-FFF2-40B4-BE49-F238E27FC236}">
                    <a16:creationId xmlns:a16="http://schemas.microsoft.com/office/drawing/2014/main" id="{69575D7A-CDD3-3DA1-C2B7-214B36D541AF}"/>
                  </a:ext>
                </a:extLst>
              </p:cNvPr>
              <p:cNvGrpSpPr/>
              <p:nvPr/>
            </p:nvGrpSpPr>
            <p:grpSpPr>
              <a:xfrm>
                <a:off x="8942231" y="1952085"/>
                <a:ext cx="620645" cy="578979"/>
                <a:chOff x="1854219" y="4375174"/>
                <a:chExt cx="543307" cy="506834"/>
              </a:xfrm>
            </p:grpSpPr>
            <p:sp>
              <p:nvSpPr>
                <p:cNvPr id="5830" name="Google Shape;1433;p16">
                  <a:extLst>
                    <a:ext uri="{FF2B5EF4-FFF2-40B4-BE49-F238E27FC236}">
                      <a16:creationId xmlns:a16="http://schemas.microsoft.com/office/drawing/2014/main" id="{042C711E-B2AA-7E08-674D-D56D73E132D9}"/>
                    </a:ext>
                  </a:extLst>
                </p:cNvPr>
                <p:cNvSpPr/>
                <p:nvPr/>
              </p:nvSpPr>
              <p:spPr>
                <a:xfrm>
                  <a:off x="1854219" y="4375174"/>
                  <a:ext cx="283524" cy="352456"/>
                </a:xfrm>
                <a:custGeom>
                  <a:avLst/>
                  <a:gdLst/>
                  <a:ahLst/>
                  <a:cxnLst/>
                  <a:rect l="l" t="t" r="r" b="b"/>
                  <a:pathLst>
                    <a:path w="283524" h="352456" extrusionOk="0">
                      <a:moveTo>
                        <a:pt x="276356" y="338120"/>
                      </a:moveTo>
                      <a:lnTo>
                        <a:pt x="65491" y="338120"/>
                      </a:lnTo>
                      <a:lnTo>
                        <a:pt x="65491" y="116128"/>
                      </a:lnTo>
                      <a:cubicBezTo>
                        <a:pt x="94279" y="112573"/>
                        <a:pt x="116644" y="88028"/>
                        <a:pt x="116644" y="58322"/>
                      </a:cubicBezTo>
                      <a:cubicBezTo>
                        <a:pt x="116644" y="26150"/>
                        <a:pt x="90494" y="0"/>
                        <a:pt x="58322" y="0"/>
                      </a:cubicBezTo>
                      <a:cubicBezTo>
                        <a:pt x="26150" y="0"/>
                        <a:pt x="0" y="26150"/>
                        <a:pt x="0" y="58322"/>
                      </a:cubicBezTo>
                      <a:cubicBezTo>
                        <a:pt x="0" y="88028"/>
                        <a:pt x="22365" y="112573"/>
                        <a:pt x="51154" y="116128"/>
                      </a:cubicBezTo>
                      <a:lnTo>
                        <a:pt x="51154" y="345288"/>
                      </a:lnTo>
                      <a:cubicBezTo>
                        <a:pt x="51154" y="349245"/>
                        <a:pt x="54365" y="352456"/>
                        <a:pt x="58322" y="352456"/>
                      </a:cubicBezTo>
                      <a:lnTo>
                        <a:pt x="276356" y="352456"/>
                      </a:lnTo>
                      <a:cubicBezTo>
                        <a:pt x="280313" y="352456"/>
                        <a:pt x="283525" y="349245"/>
                        <a:pt x="283525" y="345288"/>
                      </a:cubicBezTo>
                      <a:cubicBezTo>
                        <a:pt x="283525" y="341331"/>
                        <a:pt x="280313" y="338120"/>
                        <a:pt x="276356" y="338120"/>
                      </a:cubicBezTo>
                      <a:close/>
                      <a:moveTo>
                        <a:pt x="14337" y="58322"/>
                      </a:moveTo>
                      <a:cubicBezTo>
                        <a:pt x="14337" y="34064"/>
                        <a:pt x="34064" y="14337"/>
                        <a:pt x="58322" y="14337"/>
                      </a:cubicBezTo>
                      <a:cubicBezTo>
                        <a:pt x="82580" y="14337"/>
                        <a:pt x="102308" y="34064"/>
                        <a:pt x="102308" y="58322"/>
                      </a:cubicBezTo>
                      <a:cubicBezTo>
                        <a:pt x="102308" y="82580"/>
                        <a:pt x="82580" y="102308"/>
                        <a:pt x="58322" y="102308"/>
                      </a:cubicBezTo>
                      <a:cubicBezTo>
                        <a:pt x="34064" y="102308"/>
                        <a:pt x="14337" y="82580"/>
                        <a:pt x="14337" y="5832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u="none" strike="noStrike" kern="1200" cap="none" spc="0" normalizeH="0" baseline="0" noProof="0" dirty="0">
                    <a:ln>
                      <a:noFill/>
                    </a:ln>
                    <a:solidFill>
                      <a:srgbClr val="000000"/>
                    </a:solidFill>
                    <a:effectLst/>
                    <a:uLnTx/>
                    <a:uFillTx/>
                    <a:latin typeface="Arial" panose="020B0604020202020204" pitchFamily="34" charset="0"/>
                    <a:sym typeface="Arial"/>
                  </a:endParaRPr>
                </a:p>
              </p:txBody>
            </p:sp>
            <p:sp>
              <p:nvSpPr>
                <p:cNvPr id="5831" name="Google Shape;1434;p16">
                  <a:extLst>
                    <a:ext uri="{FF2B5EF4-FFF2-40B4-BE49-F238E27FC236}">
                      <a16:creationId xmlns:a16="http://schemas.microsoft.com/office/drawing/2014/main" id="{D140580E-E1FF-3EFB-224B-EF7F0EDDF09A}"/>
                    </a:ext>
                  </a:extLst>
                </p:cNvPr>
                <p:cNvSpPr/>
                <p:nvPr/>
              </p:nvSpPr>
              <p:spPr>
                <a:xfrm>
                  <a:off x="2148873" y="4639319"/>
                  <a:ext cx="115837" cy="170087"/>
                </a:xfrm>
                <a:custGeom>
                  <a:avLst/>
                  <a:gdLst/>
                  <a:ahLst/>
                  <a:cxnLst/>
                  <a:rect l="l" t="t" r="r" b="b"/>
                  <a:pathLst>
                    <a:path w="115837" h="170087" extrusionOk="0">
                      <a:moveTo>
                        <a:pt x="113027" y="79364"/>
                      </a:moveTo>
                      <a:lnTo>
                        <a:pt x="11522" y="1487"/>
                      </a:lnTo>
                      <a:cubicBezTo>
                        <a:pt x="8368" y="-922"/>
                        <a:pt x="3895" y="-348"/>
                        <a:pt x="1487" y="2806"/>
                      </a:cubicBezTo>
                      <a:cubicBezTo>
                        <a:pt x="-922" y="5960"/>
                        <a:pt x="-348" y="10433"/>
                        <a:pt x="2806" y="12841"/>
                      </a:cubicBezTo>
                      <a:lnTo>
                        <a:pt x="96855" y="85042"/>
                      </a:lnTo>
                      <a:lnTo>
                        <a:pt x="2806" y="157242"/>
                      </a:lnTo>
                      <a:cubicBezTo>
                        <a:pt x="-348" y="159650"/>
                        <a:pt x="-922" y="164181"/>
                        <a:pt x="1487" y="167278"/>
                      </a:cubicBezTo>
                      <a:cubicBezTo>
                        <a:pt x="2920" y="169113"/>
                        <a:pt x="5042" y="170088"/>
                        <a:pt x="7164" y="170088"/>
                      </a:cubicBezTo>
                      <a:cubicBezTo>
                        <a:pt x="8712" y="170088"/>
                        <a:pt x="10203" y="169629"/>
                        <a:pt x="11522" y="168597"/>
                      </a:cubicBezTo>
                      <a:lnTo>
                        <a:pt x="113027" y="90719"/>
                      </a:lnTo>
                      <a:cubicBezTo>
                        <a:pt x="114805" y="89343"/>
                        <a:pt x="115837" y="87278"/>
                        <a:pt x="115837" y="85042"/>
                      </a:cubicBezTo>
                      <a:cubicBezTo>
                        <a:pt x="115837" y="82805"/>
                        <a:pt x="114805" y="80741"/>
                        <a:pt x="113027" y="79364"/>
                      </a:cubicBezTo>
                      <a:lnTo>
                        <a:pt x="113027" y="79364"/>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u="none" strike="noStrike" kern="1200" cap="none" spc="0" normalizeH="0" baseline="0" noProof="0" dirty="0">
                    <a:ln>
                      <a:noFill/>
                    </a:ln>
                    <a:solidFill>
                      <a:srgbClr val="000000"/>
                    </a:solidFill>
                    <a:effectLst/>
                    <a:uLnTx/>
                    <a:uFillTx/>
                    <a:latin typeface="Arial" panose="020B0604020202020204" pitchFamily="34" charset="0"/>
                    <a:sym typeface="Arial"/>
                  </a:endParaRPr>
                </a:p>
              </p:txBody>
            </p:sp>
            <p:sp>
              <p:nvSpPr>
                <p:cNvPr id="5832" name="Google Shape;1435;p16">
                  <a:extLst>
                    <a:ext uri="{FF2B5EF4-FFF2-40B4-BE49-F238E27FC236}">
                      <a16:creationId xmlns:a16="http://schemas.microsoft.com/office/drawing/2014/main" id="{48A5CCB7-5101-EAB8-C920-6301657464F7}"/>
                    </a:ext>
                  </a:extLst>
                </p:cNvPr>
                <p:cNvSpPr/>
                <p:nvPr/>
              </p:nvSpPr>
              <p:spPr>
                <a:xfrm>
                  <a:off x="2114002" y="4529552"/>
                  <a:ext cx="283524" cy="352456"/>
                </a:xfrm>
                <a:custGeom>
                  <a:avLst/>
                  <a:gdLst/>
                  <a:ahLst/>
                  <a:cxnLst/>
                  <a:rect l="l" t="t" r="r" b="b"/>
                  <a:pathLst>
                    <a:path w="283524" h="352456" extrusionOk="0">
                      <a:moveTo>
                        <a:pt x="232371" y="236328"/>
                      </a:moveTo>
                      <a:lnTo>
                        <a:pt x="232371" y="7168"/>
                      </a:lnTo>
                      <a:cubicBezTo>
                        <a:pt x="232371" y="3211"/>
                        <a:pt x="229160" y="0"/>
                        <a:pt x="225203" y="0"/>
                      </a:cubicBezTo>
                      <a:lnTo>
                        <a:pt x="7168" y="0"/>
                      </a:lnTo>
                      <a:cubicBezTo>
                        <a:pt x="3211" y="0"/>
                        <a:pt x="0" y="3211"/>
                        <a:pt x="0" y="7168"/>
                      </a:cubicBezTo>
                      <a:cubicBezTo>
                        <a:pt x="0" y="11125"/>
                        <a:pt x="3211" y="14337"/>
                        <a:pt x="7168" y="14337"/>
                      </a:cubicBezTo>
                      <a:lnTo>
                        <a:pt x="218034" y="14337"/>
                      </a:lnTo>
                      <a:lnTo>
                        <a:pt x="218034" y="236328"/>
                      </a:lnTo>
                      <a:cubicBezTo>
                        <a:pt x="189246" y="239884"/>
                        <a:pt x="166881" y="264428"/>
                        <a:pt x="166881" y="294134"/>
                      </a:cubicBezTo>
                      <a:cubicBezTo>
                        <a:pt x="166881" y="326306"/>
                        <a:pt x="193031" y="352456"/>
                        <a:pt x="225203" y="352456"/>
                      </a:cubicBezTo>
                      <a:cubicBezTo>
                        <a:pt x="257375" y="352456"/>
                        <a:pt x="283525" y="326306"/>
                        <a:pt x="283525" y="294134"/>
                      </a:cubicBezTo>
                      <a:cubicBezTo>
                        <a:pt x="283525" y="264428"/>
                        <a:pt x="261159" y="239884"/>
                        <a:pt x="232371" y="236328"/>
                      </a:cubicBezTo>
                      <a:close/>
                      <a:moveTo>
                        <a:pt x="225203" y="338120"/>
                      </a:moveTo>
                      <a:cubicBezTo>
                        <a:pt x="200945" y="338120"/>
                        <a:pt x="181217" y="318392"/>
                        <a:pt x="181217" y="294134"/>
                      </a:cubicBezTo>
                      <a:cubicBezTo>
                        <a:pt x="181217" y="269876"/>
                        <a:pt x="200945" y="250149"/>
                        <a:pt x="225203" y="250149"/>
                      </a:cubicBezTo>
                      <a:cubicBezTo>
                        <a:pt x="249461" y="250149"/>
                        <a:pt x="269188" y="269876"/>
                        <a:pt x="269188" y="294134"/>
                      </a:cubicBezTo>
                      <a:cubicBezTo>
                        <a:pt x="269188" y="318392"/>
                        <a:pt x="249461" y="338120"/>
                        <a:pt x="225203" y="33812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u="none" strike="noStrike" kern="1200" cap="none" spc="0" normalizeH="0" baseline="0" noProof="0" dirty="0">
                    <a:ln>
                      <a:noFill/>
                    </a:ln>
                    <a:solidFill>
                      <a:srgbClr val="000000"/>
                    </a:solidFill>
                    <a:effectLst/>
                    <a:uLnTx/>
                    <a:uFillTx/>
                    <a:latin typeface="Arial" panose="020B0604020202020204" pitchFamily="34" charset="0"/>
                    <a:sym typeface="Arial"/>
                  </a:endParaRPr>
                </a:p>
              </p:txBody>
            </p:sp>
            <p:sp>
              <p:nvSpPr>
                <p:cNvPr id="5833" name="Google Shape;1436;p16">
                  <a:extLst>
                    <a:ext uri="{FF2B5EF4-FFF2-40B4-BE49-F238E27FC236}">
                      <a16:creationId xmlns:a16="http://schemas.microsoft.com/office/drawing/2014/main" id="{DDB640CF-EB92-5A11-766D-EF1C782A7F42}"/>
                    </a:ext>
                  </a:extLst>
                </p:cNvPr>
                <p:cNvSpPr/>
                <p:nvPr/>
              </p:nvSpPr>
              <p:spPr>
                <a:xfrm>
                  <a:off x="1986920" y="4447722"/>
                  <a:ext cx="115894" cy="170087"/>
                </a:xfrm>
                <a:custGeom>
                  <a:avLst/>
                  <a:gdLst/>
                  <a:ahLst/>
                  <a:cxnLst/>
                  <a:rect l="l" t="t" r="r" b="b"/>
                  <a:pathLst>
                    <a:path w="115894" h="170087" extrusionOk="0">
                      <a:moveTo>
                        <a:pt x="2867" y="90719"/>
                      </a:moveTo>
                      <a:lnTo>
                        <a:pt x="104372" y="168597"/>
                      </a:lnTo>
                      <a:cubicBezTo>
                        <a:pt x="105691" y="169571"/>
                        <a:pt x="107182" y="170088"/>
                        <a:pt x="108730" y="170088"/>
                      </a:cubicBezTo>
                      <a:cubicBezTo>
                        <a:pt x="110910" y="170088"/>
                        <a:pt x="113031" y="169113"/>
                        <a:pt x="114408" y="167278"/>
                      </a:cubicBezTo>
                      <a:cubicBezTo>
                        <a:pt x="116816" y="164124"/>
                        <a:pt x="116243" y="159650"/>
                        <a:pt x="113089" y="157242"/>
                      </a:cubicBezTo>
                      <a:lnTo>
                        <a:pt x="18982" y="85042"/>
                      </a:lnTo>
                      <a:lnTo>
                        <a:pt x="113031" y="12841"/>
                      </a:lnTo>
                      <a:cubicBezTo>
                        <a:pt x="116186" y="10433"/>
                        <a:pt x="116759" y="5960"/>
                        <a:pt x="114350" y="2806"/>
                      </a:cubicBezTo>
                      <a:cubicBezTo>
                        <a:pt x="111942" y="-348"/>
                        <a:pt x="107411" y="-922"/>
                        <a:pt x="104315" y="1487"/>
                      </a:cubicBezTo>
                      <a:lnTo>
                        <a:pt x="2810" y="79364"/>
                      </a:lnTo>
                      <a:cubicBezTo>
                        <a:pt x="1032" y="80741"/>
                        <a:pt x="0" y="82805"/>
                        <a:pt x="0" y="85042"/>
                      </a:cubicBezTo>
                      <a:cubicBezTo>
                        <a:pt x="0" y="87278"/>
                        <a:pt x="1032" y="89400"/>
                        <a:pt x="2810" y="90719"/>
                      </a:cubicBezTo>
                      <a:lnTo>
                        <a:pt x="2810" y="90719"/>
                      </a:ln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u="none" strike="noStrike" kern="1200" cap="none" spc="0" normalizeH="0" baseline="0" noProof="0" dirty="0">
                    <a:ln>
                      <a:noFill/>
                    </a:ln>
                    <a:solidFill>
                      <a:srgbClr val="000000"/>
                    </a:solidFill>
                    <a:effectLst/>
                    <a:uLnTx/>
                    <a:uFillTx/>
                    <a:latin typeface="Arial" panose="020B0604020202020204" pitchFamily="34" charset="0"/>
                    <a:sym typeface="Arial"/>
                  </a:endParaRPr>
                </a:p>
              </p:txBody>
            </p:sp>
            <p:sp>
              <p:nvSpPr>
                <p:cNvPr id="5834" name="Google Shape;1437;p16">
                  <a:extLst>
                    <a:ext uri="{FF2B5EF4-FFF2-40B4-BE49-F238E27FC236}">
                      <a16:creationId xmlns:a16="http://schemas.microsoft.com/office/drawing/2014/main" id="{FAA5096A-5B53-940F-861A-9D12250FD78B}"/>
                    </a:ext>
                  </a:extLst>
                </p:cNvPr>
                <p:cNvSpPr/>
                <p:nvPr/>
              </p:nvSpPr>
              <p:spPr>
                <a:xfrm>
                  <a:off x="1854219" y="4765364"/>
                  <a:ext cx="116644" cy="116644"/>
                </a:xfrm>
                <a:custGeom>
                  <a:avLst/>
                  <a:gdLst/>
                  <a:ahLst/>
                  <a:cxnLst/>
                  <a:rect l="l" t="t" r="r" b="b"/>
                  <a:pathLst>
                    <a:path w="116644" h="116644" extrusionOk="0">
                      <a:moveTo>
                        <a:pt x="58322" y="116644"/>
                      </a:moveTo>
                      <a:cubicBezTo>
                        <a:pt x="26150" y="116644"/>
                        <a:pt x="0" y="90494"/>
                        <a:pt x="0" y="58322"/>
                      </a:cubicBezTo>
                      <a:cubicBezTo>
                        <a:pt x="0" y="26150"/>
                        <a:pt x="26150" y="0"/>
                        <a:pt x="58322" y="0"/>
                      </a:cubicBezTo>
                      <a:cubicBezTo>
                        <a:pt x="90494" y="0"/>
                        <a:pt x="116644" y="26150"/>
                        <a:pt x="116644" y="58322"/>
                      </a:cubicBezTo>
                      <a:cubicBezTo>
                        <a:pt x="116644" y="90494"/>
                        <a:pt x="90494" y="116644"/>
                        <a:pt x="58322" y="116644"/>
                      </a:cubicBezTo>
                      <a:close/>
                      <a:moveTo>
                        <a:pt x="58322" y="14337"/>
                      </a:moveTo>
                      <a:cubicBezTo>
                        <a:pt x="34064" y="14337"/>
                        <a:pt x="14337" y="34064"/>
                        <a:pt x="14337" y="58322"/>
                      </a:cubicBezTo>
                      <a:cubicBezTo>
                        <a:pt x="14337" y="82580"/>
                        <a:pt x="34064" y="102308"/>
                        <a:pt x="58322" y="102308"/>
                      </a:cubicBezTo>
                      <a:cubicBezTo>
                        <a:pt x="82580" y="102308"/>
                        <a:pt x="102308" y="82580"/>
                        <a:pt x="102308" y="58322"/>
                      </a:cubicBezTo>
                      <a:cubicBezTo>
                        <a:pt x="102308" y="34064"/>
                        <a:pt x="82580" y="14337"/>
                        <a:pt x="58322" y="1433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u="none" strike="noStrike" kern="1200" cap="none" spc="0" normalizeH="0" baseline="0" noProof="0" dirty="0">
                    <a:ln>
                      <a:noFill/>
                    </a:ln>
                    <a:solidFill>
                      <a:srgbClr val="000000"/>
                    </a:solidFill>
                    <a:effectLst/>
                    <a:uLnTx/>
                    <a:uFillTx/>
                    <a:latin typeface="Arial" panose="020B0604020202020204" pitchFamily="34" charset="0"/>
                    <a:sym typeface="Arial"/>
                  </a:endParaRPr>
                </a:p>
              </p:txBody>
            </p:sp>
            <p:sp>
              <p:nvSpPr>
                <p:cNvPr id="5835" name="Google Shape;1438;p16">
                  <a:extLst>
                    <a:ext uri="{FF2B5EF4-FFF2-40B4-BE49-F238E27FC236}">
                      <a16:creationId xmlns:a16="http://schemas.microsoft.com/office/drawing/2014/main" id="{5D8DE740-CCCB-473D-E026-C99E0ABC6DDE}"/>
                    </a:ext>
                  </a:extLst>
                </p:cNvPr>
                <p:cNvSpPr/>
                <p:nvPr/>
              </p:nvSpPr>
              <p:spPr>
                <a:xfrm>
                  <a:off x="2280882" y="4375174"/>
                  <a:ext cx="116644" cy="116644"/>
                </a:xfrm>
                <a:custGeom>
                  <a:avLst/>
                  <a:gdLst/>
                  <a:ahLst/>
                  <a:cxnLst/>
                  <a:rect l="l" t="t" r="r" b="b"/>
                  <a:pathLst>
                    <a:path w="116644" h="116644" extrusionOk="0">
                      <a:moveTo>
                        <a:pt x="58322" y="116644"/>
                      </a:moveTo>
                      <a:cubicBezTo>
                        <a:pt x="26150" y="116644"/>
                        <a:pt x="0" y="90494"/>
                        <a:pt x="0" y="58322"/>
                      </a:cubicBezTo>
                      <a:cubicBezTo>
                        <a:pt x="0" y="26150"/>
                        <a:pt x="26150" y="0"/>
                        <a:pt x="58322" y="0"/>
                      </a:cubicBezTo>
                      <a:cubicBezTo>
                        <a:pt x="90494" y="0"/>
                        <a:pt x="116644" y="26150"/>
                        <a:pt x="116644" y="58322"/>
                      </a:cubicBezTo>
                      <a:cubicBezTo>
                        <a:pt x="116644" y="90494"/>
                        <a:pt x="90494" y="116644"/>
                        <a:pt x="58322" y="116644"/>
                      </a:cubicBezTo>
                      <a:close/>
                      <a:moveTo>
                        <a:pt x="58322" y="14337"/>
                      </a:moveTo>
                      <a:cubicBezTo>
                        <a:pt x="34064" y="14337"/>
                        <a:pt x="14337" y="34064"/>
                        <a:pt x="14337" y="58322"/>
                      </a:cubicBezTo>
                      <a:cubicBezTo>
                        <a:pt x="14337" y="82580"/>
                        <a:pt x="34064" y="102308"/>
                        <a:pt x="58322" y="102308"/>
                      </a:cubicBezTo>
                      <a:cubicBezTo>
                        <a:pt x="82580" y="102308"/>
                        <a:pt x="102308" y="82580"/>
                        <a:pt x="102308" y="58322"/>
                      </a:cubicBezTo>
                      <a:cubicBezTo>
                        <a:pt x="102308" y="34064"/>
                        <a:pt x="82580" y="14337"/>
                        <a:pt x="58322" y="1433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u="none" strike="noStrike" kern="1200" cap="none" spc="0" normalizeH="0" baseline="0" noProof="0" dirty="0">
                    <a:ln>
                      <a:noFill/>
                    </a:ln>
                    <a:solidFill>
                      <a:srgbClr val="000000"/>
                    </a:solidFill>
                    <a:effectLst/>
                    <a:uLnTx/>
                    <a:uFillTx/>
                    <a:latin typeface="Arial" panose="020B0604020202020204" pitchFamily="34" charset="0"/>
                    <a:sym typeface="Arial"/>
                  </a:endParaRPr>
                </a:p>
              </p:txBody>
            </p:sp>
          </p:grpSp>
        </p:grpSp>
      </p:grpSp>
      <p:grpSp>
        <p:nvGrpSpPr>
          <p:cNvPr id="5836" name="Google Shape;1439;p16">
            <a:extLst>
              <a:ext uri="{FF2B5EF4-FFF2-40B4-BE49-F238E27FC236}">
                <a16:creationId xmlns:a16="http://schemas.microsoft.com/office/drawing/2014/main" id="{153D192F-61F5-C277-FA19-B920250DCE9B}"/>
              </a:ext>
            </a:extLst>
          </p:cNvPr>
          <p:cNvGrpSpPr/>
          <p:nvPr/>
        </p:nvGrpSpPr>
        <p:grpSpPr>
          <a:xfrm>
            <a:off x="8694466" y="2392503"/>
            <a:ext cx="1287817" cy="1290696"/>
            <a:chOff x="5942869" y="4312444"/>
            <a:chExt cx="1288152" cy="1291032"/>
          </a:xfrm>
        </p:grpSpPr>
        <p:sp>
          <p:nvSpPr>
            <p:cNvPr id="5837" name="Google Shape;1440;p16">
              <a:extLst>
                <a:ext uri="{FF2B5EF4-FFF2-40B4-BE49-F238E27FC236}">
                  <a16:creationId xmlns:a16="http://schemas.microsoft.com/office/drawing/2014/main" id="{9071793C-B9DE-ECDA-3FB7-DF5A6B4732DD}"/>
                </a:ext>
              </a:extLst>
            </p:cNvPr>
            <p:cNvSpPr/>
            <p:nvPr/>
          </p:nvSpPr>
          <p:spPr>
            <a:xfrm>
              <a:off x="5942869" y="4312444"/>
              <a:ext cx="1288152" cy="1291032"/>
            </a:xfrm>
            <a:prstGeom prst="ellipse">
              <a:avLst/>
            </a:prstGeom>
            <a:solidFill>
              <a:srgbClr val="F2F2F2">
                <a:alpha val="49019"/>
              </a:srgbClr>
            </a:solidFill>
            <a:ln>
              <a:noFill/>
            </a:ln>
          </p:spPr>
          <p:txBody>
            <a:bodyPr spcFirstLastPara="1" wrap="square" lIns="91350" tIns="45675" rIns="91350"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u="none" strike="noStrike" kern="1200" cap="none" spc="0" normalizeH="0" baseline="0" noProof="0" dirty="0">
                <a:ln>
                  <a:noFill/>
                </a:ln>
                <a:solidFill>
                  <a:srgbClr val="FFFFFF"/>
                </a:solidFill>
                <a:effectLst/>
                <a:uLnTx/>
                <a:uFillTx/>
                <a:latin typeface="Arial" panose="020B0604020202020204" pitchFamily="34" charset="0"/>
                <a:sym typeface="Arial"/>
              </a:endParaRPr>
            </a:p>
          </p:txBody>
        </p:sp>
        <p:grpSp>
          <p:nvGrpSpPr>
            <p:cNvPr id="5838" name="Google Shape;1441;p16">
              <a:extLst>
                <a:ext uri="{FF2B5EF4-FFF2-40B4-BE49-F238E27FC236}">
                  <a16:creationId xmlns:a16="http://schemas.microsoft.com/office/drawing/2014/main" id="{FFB46F07-B588-C3BA-BF35-830AA404A135}"/>
                </a:ext>
              </a:extLst>
            </p:cNvPr>
            <p:cNvGrpSpPr/>
            <p:nvPr/>
          </p:nvGrpSpPr>
          <p:grpSpPr>
            <a:xfrm>
              <a:off x="6013661" y="4383395"/>
              <a:ext cx="1146570" cy="1149135"/>
              <a:chOff x="6013661" y="4383395"/>
              <a:chExt cx="1146570" cy="1149135"/>
            </a:xfrm>
          </p:grpSpPr>
          <p:sp>
            <p:nvSpPr>
              <p:cNvPr id="5839" name="Google Shape;1442;p16">
                <a:extLst>
                  <a:ext uri="{FF2B5EF4-FFF2-40B4-BE49-F238E27FC236}">
                    <a16:creationId xmlns:a16="http://schemas.microsoft.com/office/drawing/2014/main" id="{6058A795-5C43-D63F-5236-EFFAF252A0C5}"/>
                  </a:ext>
                </a:extLst>
              </p:cNvPr>
              <p:cNvSpPr/>
              <p:nvPr/>
            </p:nvSpPr>
            <p:spPr>
              <a:xfrm>
                <a:off x="6013661" y="4383395"/>
                <a:ext cx="1146570" cy="1149135"/>
              </a:xfrm>
              <a:prstGeom prst="ellipse">
                <a:avLst/>
              </a:prstGeom>
              <a:gradFill>
                <a:gsLst>
                  <a:gs pos="0">
                    <a:schemeClr val="accent1"/>
                  </a:gs>
                  <a:gs pos="30000">
                    <a:schemeClr val="accent1"/>
                  </a:gs>
                  <a:gs pos="100000">
                    <a:schemeClr val="accent4"/>
                  </a:gs>
                </a:gsLst>
                <a:lin ang="18900000" scaled="0"/>
              </a:gradFill>
              <a:ln>
                <a:noFill/>
              </a:ln>
            </p:spPr>
            <p:txBody>
              <a:bodyPr spcFirstLastPara="1" wrap="square" lIns="91350" tIns="45675" rIns="91350"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u="none" strike="noStrike" kern="1200" cap="none" spc="0" normalizeH="0" baseline="0" noProof="0" dirty="0">
                  <a:ln>
                    <a:noFill/>
                  </a:ln>
                  <a:solidFill>
                    <a:srgbClr val="FFFFFF"/>
                  </a:solidFill>
                  <a:effectLst/>
                  <a:uLnTx/>
                  <a:uFillTx/>
                  <a:latin typeface="Arial" panose="020B0604020202020204" pitchFamily="34" charset="0"/>
                  <a:sym typeface="Arial"/>
                </a:endParaRPr>
              </a:p>
            </p:txBody>
          </p:sp>
          <p:grpSp>
            <p:nvGrpSpPr>
              <p:cNvPr id="5840" name="Google Shape;1443;p16">
                <a:extLst>
                  <a:ext uri="{FF2B5EF4-FFF2-40B4-BE49-F238E27FC236}">
                    <a16:creationId xmlns:a16="http://schemas.microsoft.com/office/drawing/2014/main" id="{DBC6512E-95DD-42C3-62A4-BC639364334C}"/>
                  </a:ext>
                </a:extLst>
              </p:cNvPr>
              <p:cNvGrpSpPr/>
              <p:nvPr/>
            </p:nvGrpSpPr>
            <p:grpSpPr>
              <a:xfrm>
                <a:off x="6281660" y="4599336"/>
                <a:ext cx="610572" cy="717253"/>
                <a:chOff x="1893239" y="713314"/>
                <a:chExt cx="510395" cy="599572"/>
              </a:xfrm>
            </p:grpSpPr>
            <p:sp>
              <p:nvSpPr>
                <p:cNvPr id="5841" name="Google Shape;1444;p16">
                  <a:extLst>
                    <a:ext uri="{FF2B5EF4-FFF2-40B4-BE49-F238E27FC236}">
                      <a16:creationId xmlns:a16="http://schemas.microsoft.com/office/drawing/2014/main" id="{1C85DACE-1D89-4A0C-F300-4BB0250337F6}"/>
                    </a:ext>
                  </a:extLst>
                </p:cNvPr>
                <p:cNvSpPr/>
                <p:nvPr/>
              </p:nvSpPr>
              <p:spPr>
                <a:xfrm>
                  <a:off x="1893239" y="713314"/>
                  <a:ext cx="510395" cy="599572"/>
                </a:xfrm>
                <a:custGeom>
                  <a:avLst/>
                  <a:gdLst/>
                  <a:ahLst/>
                  <a:cxnLst/>
                  <a:rect l="l" t="t" r="r" b="b"/>
                  <a:pathLst>
                    <a:path w="510395" h="599572" extrusionOk="0">
                      <a:moveTo>
                        <a:pt x="254881" y="18974"/>
                      </a:moveTo>
                      <a:lnTo>
                        <a:pt x="259941" y="22136"/>
                      </a:lnTo>
                      <a:cubicBezTo>
                        <a:pt x="294726" y="43640"/>
                        <a:pt x="330777" y="63246"/>
                        <a:pt x="368092" y="79058"/>
                      </a:cubicBezTo>
                      <a:cubicBezTo>
                        <a:pt x="406039" y="96134"/>
                        <a:pt x="445884" y="110048"/>
                        <a:pt x="486362" y="120800"/>
                      </a:cubicBezTo>
                      <a:lnTo>
                        <a:pt x="493319" y="122697"/>
                      </a:lnTo>
                      <a:lnTo>
                        <a:pt x="493319" y="263736"/>
                      </a:lnTo>
                      <a:cubicBezTo>
                        <a:pt x="493319" y="356707"/>
                        <a:pt x="456636" y="436397"/>
                        <a:pt x="385168" y="501541"/>
                      </a:cubicBezTo>
                      <a:cubicBezTo>
                        <a:pt x="323820" y="557197"/>
                        <a:pt x="259941" y="579966"/>
                        <a:pt x="257411" y="581231"/>
                      </a:cubicBezTo>
                      <a:lnTo>
                        <a:pt x="253616" y="582496"/>
                      </a:lnTo>
                      <a:lnTo>
                        <a:pt x="251087" y="581863"/>
                      </a:lnTo>
                      <a:cubicBezTo>
                        <a:pt x="239702" y="577436"/>
                        <a:pt x="15179" y="488892"/>
                        <a:pt x="15179" y="263736"/>
                      </a:cubicBezTo>
                      <a:lnTo>
                        <a:pt x="15179" y="122697"/>
                      </a:lnTo>
                      <a:lnTo>
                        <a:pt x="22769" y="120800"/>
                      </a:lnTo>
                      <a:cubicBezTo>
                        <a:pt x="63246" y="110048"/>
                        <a:pt x="102459" y="96134"/>
                        <a:pt x="140406" y="79058"/>
                      </a:cubicBezTo>
                      <a:cubicBezTo>
                        <a:pt x="177721" y="62614"/>
                        <a:pt x="214404" y="43640"/>
                        <a:pt x="249189" y="21504"/>
                      </a:cubicBezTo>
                      <a:lnTo>
                        <a:pt x="254881" y="18974"/>
                      </a:lnTo>
                      <a:moveTo>
                        <a:pt x="254881" y="0"/>
                      </a:moveTo>
                      <a:lnTo>
                        <a:pt x="240967" y="8854"/>
                      </a:lnTo>
                      <a:cubicBezTo>
                        <a:pt x="207447" y="30358"/>
                        <a:pt x="171397" y="49332"/>
                        <a:pt x="134714" y="65143"/>
                      </a:cubicBezTo>
                      <a:cubicBezTo>
                        <a:pt x="97399" y="81587"/>
                        <a:pt x="58186" y="95501"/>
                        <a:pt x="18974" y="106253"/>
                      </a:cubicBezTo>
                      <a:lnTo>
                        <a:pt x="0" y="110681"/>
                      </a:lnTo>
                      <a:lnTo>
                        <a:pt x="0" y="263736"/>
                      </a:lnTo>
                      <a:cubicBezTo>
                        <a:pt x="0" y="500908"/>
                        <a:pt x="235908" y="592615"/>
                        <a:pt x="246027" y="596410"/>
                      </a:cubicBezTo>
                      <a:lnTo>
                        <a:pt x="254881" y="599572"/>
                      </a:lnTo>
                      <a:lnTo>
                        <a:pt x="263736" y="596410"/>
                      </a:lnTo>
                      <a:lnTo>
                        <a:pt x="263736" y="595777"/>
                      </a:lnTo>
                      <a:cubicBezTo>
                        <a:pt x="289667" y="586290"/>
                        <a:pt x="510395" y="495216"/>
                        <a:pt x="510395" y="263103"/>
                      </a:cubicBezTo>
                      <a:lnTo>
                        <a:pt x="510395" y="110681"/>
                      </a:lnTo>
                      <a:lnTo>
                        <a:pt x="491421" y="105621"/>
                      </a:lnTo>
                      <a:cubicBezTo>
                        <a:pt x="452209" y="94869"/>
                        <a:pt x="412996" y="81587"/>
                        <a:pt x="375681" y="64511"/>
                      </a:cubicBezTo>
                      <a:cubicBezTo>
                        <a:pt x="338999" y="48699"/>
                        <a:pt x="303581" y="29726"/>
                        <a:pt x="269428" y="8222"/>
                      </a:cubicBezTo>
                      <a:lnTo>
                        <a:pt x="254881" y="0"/>
                      </a:lnTo>
                      <a:lnTo>
                        <a:pt x="254881" y="0"/>
                      </a:lnTo>
                      <a:close/>
                    </a:path>
                  </a:pathLst>
                </a:custGeom>
                <a:solidFill>
                  <a:schemeClr val="lt1"/>
                </a:solidFill>
                <a:ln>
                  <a:noFill/>
                </a:ln>
              </p:spPr>
              <p:txBody>
                <a:bodyPr spcFirstLastPara="1" wrap="square" lIns="86825" tIns="43400" rIns="86825" bIns="434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u="none" strike="noStrike" kern="1200" cap="none" spc="0" normalizeH="0" baseline="0" noProof="0" dirty="0">
                    <a:ln>
                      <a:noFill/>
                    </a:ln>
                    <a:solidFill>
                      <a:srgbClr val="000000"/>
                    </a:solidFill>
                    <a:effectLst/>
                    <a:uLnTx/>
                    <a:uFillTx/>
                    <a:latin typeface="Arial" panose="020B0604020202020204" pitchFamily="34" charset="0"/>
                    <a:sym typeface="Arial"/>
                  </a:endParaRPr>
                </a:p>
              </p:txBody>
            </p:sp>
            <p:sp>
              <p:nvSpPr>
                <p:cNvPr id="5842" name="Google Shape;1445;p16">
                  <a:extLst>
                    <a:ext uri="{FF2B5EF4-FFF2-40B4-BE49-F238E27FC236}">
                      <a16:creationId xmlns:a16="http://schemas.microsoft.com/office/drawing/2014/main" id="{42FB0232-6D4F-D014-8D51-5B19132D2A23}"/>
                    </a:ext>
                  </a:extLst>
                </p:cNvPr>
                <p:cNvSpPr/>
                <p:nvPr/>
              </p:nvSpPr>
              <p:spPr>
                <a:xfrm>
                  <a:off x="2030483" y="933410"/>
                  <a:ext cx="244129" cy="178986"/>
                </a:xfrm>
                <a:custGeom>
                  <a:avLst/>
                  <a:gdLst/>
                  <a:ahLst/>
                  <a:cxnLst/>
                  <a:rect l="l" t="t" r="r" b="b"/>
                  <a:pathLst>
                    <a:path w="244129" h="178986" extrusionOk="0">
                      <a:moveTo>
                        <a:pt x="75895" y="178986"/>
                      </a:moveTo>
                      <a:lnTo>
                        <a:pt x="0" y="103091"/>
                      </a:lnTo>
                      <a:lnTo>
                        <a:pt x="11384" y="92339"/>
                      </a:lnTo>
                      <a:lnTo>
                        <a:pt x="75895" y="156850"/>
                      </a:lnTo>
                      <a:lnTo>
                        <a:pt x="232745" y="0"/>
                      </a:lnTo>
                      <a:lnTo>
                        <a:pt x="244130" y="10752"/>
                      </a:lnTo>
                      <a:close/>
                    </a:path>
                  </a:pathLst>
                </a:custGeom>
                <a:solidFill>
                  <a:schemeClr val="lt1"/>
                </a:solidFill>
                <a:ln>
                  <a:noFill/>
                </a:ln>
              </p:spPr>
              <p:txBody>
                <a:bodyPr spcFirstLastPara="1" wrap="square" lIns="86825" tIns="43400" rIns="86825" bIns="434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u="none" strike="noStrike" kern="1200" cap="none" spc="0" normalizeH="0" baseline="0" noProof="0" dirty="0">
                    <a:ln>
                      <a:noFill/>
                    </a:ln>
                    <a:solidFill>
                      <a:srgbClr val="000000"/>
                    </a:solidFill>
                    <a:effectLst/>
                    <a:uLnTx/>
                    <a:uFillTx/>
                    <a:latin typeface="Arial" panose="020B0604020202020204" pitchFamily="34" charset="0"/>
                    <a:sym typeface="Arial"/>
                  </a:endParaRPr>
                </a:p>
              </p:txBody>
            </p:sp>
          </p:grpSp>
        </p:grpSp>
      </p:grpSp>
      <p:pic>
        <p:nvPicPr>
          <p:cNvPr id="5845" name="Google Shape;5763;p31">
            <a:extLst>
              <a:ext uri="{FF2B5EF4-FFF2-40B4-BE49-F238E27FC236}">
                <a16:creationId xmlns:a16="http://schemas.microsoft.com/office/drawing/2014/main" id="{5E176ECA-4FBD-49C3-B44D-0ABC9ACA09AE}"/>
              </a:ext>
            </a:extLst>
          </p:cNvPr>
          <p:cNvPicPr preferRelativeResize="0">
            <a:picLocks noChangeAspect="1"/>
          </p:cNvPicPr>
          <p:nvPr/>
        </p:nvPicPr>
        <p:blipFill rotWithShape="1">
          <a:blip r:embed="rId4">
            <a:alphaModFix/>
          </a:blip>
          <a:srcRect/>
          <a:stretch/>
        </p:blipFill>
        <p:spPr>
          <a:xfrm>
            <a:off x="1821468" y="3585547"/>
            <a:ext cx="293977" cy="293977"/>
          </a:xfrm>
          <a:prstGeom prst="rect">
            <a:avLst/>
          </a:prstGeom>
          <a:noFill/>
          <a:ln>
            <a:noFill/>
          </a:ln>
        </p:spPr>
      </p:pic>
      <p:pic>
        <p:nvPicPr>
          <p:cNvPr id="5846" name="Google Shape;5770;p31">
            <a:extLst>
              <a:ext uri="{FF2B5EF4-FFF2-40B4-BE49-F238E27FC236}">
                <a16:creationId xmlns:a16="http://schemas.microsoft.com/office/drawing/2014/main" id="{B9159A92-7A24-F515-F62E-F5211EFCE3AA}"/>
              </a:ext>
            </a:extLst>
          </p:cNvPr>
          <p:cNvPicPr preferRelativeResize="0"/>
          <p:nvPr/>
        </p:nvPicPr>
        <p:blipFill rotWithShape="1">
          <a:blip r:embed="rId3">
            <a:alphaModFix/>
          </a:blip>
          <a:srcRect/>
          <a:stretch/>
        </p:blipFill>
        <p:spPr>
          <a:xfrm>
            <a:off x="2191322" y="3627058"/>
            <a:ext cx="391969" cy="391969"/>
          </a:xfrm>
          <a:prstGeom prst="rect">
            <a:avLst/>
          </a:prstGeom>
          <a:noFill/>
          <a:ln>
            <a:noFill/>
          </a:ln>
        </p:spPr>
      </p:pic>
      <p:pic>
        <p:nvPicPr>
          <p:cNvPr id="5851" name="Google Shape;5763;p31">
            <a:extLst>
              <a:ext uri="{FF2B5EF4-FFF2-40B4-BE49-F238E27FC236}">
                <a16:creationId xmlns:a16="http://schemas.microsoft.com/office/drawing/2014/main" id="{D22C1F5C-2F88-F519-5A0A-1846D09DD088}"/>
              </a:ext>
            </a:extLst>
          </p:cNvPr>
          <p:cNvPicPr preferRelativeResize="0"/>
          <p:nvPr/>
        </p:nvPicPr>
        <p:blipFill rotWithShape="1">
          <a:blip r:embed="rId4">
            <a:alphaModFix/>
          </a:blip>
          <a:srcRect/>
          <a:stretch/>
        </p:blipFill>
        <p:spPr>
          <a:xfrm>
            <a:off x="3175113" y="3630680"/>
            <a:ext cx="391969" cy="391969"/>
          </a:xfrm>
          <a:prstGeom prst="rect">
            <a:avLst/>
          </a:prstGeom>
          <a:noFill/>
          <a:ln>
            <a:noFill/>
          </a:ln>
        </p:spPr>
      </p:pic>
      <p:pic>
        <p:nvPicPr>
          <p:cNvPr id="5852" name="Google Shape;5763;p31">
            <a:extLst>
              <a:ext uri="{FF2B5EF4-FFF2-40B4-BE49-F238E27FC236}">
                <a16:creationId xmlns:a16="http://schemas.microsoft.com/office/drawing/2014/main" id="{F9121C08-1F41-09E3-4B76-16FD404FF937}"/>
              </a:ext>
            </a:extLst>
          </p:cNvPr>
          <p:cNvPicPr preferRelativeResize="0">
            <a:picLocks noChangeAspect="1"/>
          </p:cNvPicPr>
          <p:nvPr/>
        </p:nvPicPr>
        <p:blipFill rotWithShape="1">
          <a:blip r:embed="rId4">
            <a:alphaModFix/>
          </a:blip>
          <a:srcRect/>
          <a:stretch/>
        </p:blipFill>
        <p:spPr>
          <a:xfrm>
            <a:off x="9542808" y="4251020"/>
            <a:ext cx="293977" cy="293977"/>
          </a:xfrm>
          <a:prstGeom prst="rect">
            <a:avLst/>
          </a:prstGeom>
          <a:noFill/>
          <a:ln>
            <a:noFill/>
          </a:ln>
        </p:spPr>
      </p:pic>
      <p:sp>
        <p:nvSpPr>
          <p:cNvPr id="22" name="Google Shape;5793;p31">
            <a:extLst>
              <a:ext uri="{FF2B5EF4-FFF2-40B4-BE49-F238E27FC236}">
                <a16:creationId xmlns:a16="http://schemas.microsoft.com/office/drawing/2014/main" id="{DC556C40-8799-90B3-82C3-942B6595BB0F}"/>
              </a:ext>
            </a:extLst>
          </p:cNvPr>
          <p:cNvSpPr txBox="1"/>
          <p:nvPr/>
        </p:nvSpPr>
        <p:spPr>
          <a:xfrm>
            <a:off x="8277195" y="3951243"/>
            <a:ext cx="3166775" cy="159640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666666"/>
              </a:buClr>
              <a:buSzPts val="1170"/>
              <a:buFont typeface="Arial"/>
              <a:buChar char="•"/>
            </a:pPr>
            <a:r>
              <a:rPr lang="en-US" sz="1300" dirty="0">
                <a:solidFill>
                  <a:schemeClr val="dk1"/>
                </a:solidFill>
                <a:latin typeface="Arial"/>
                <a:ea typeface="Arial"/>
                <a:cs typeface="Arial"/>
                <a:sym typeface="Arial"/>
              </a:rPr>
              <a:t>Operations</a:t>
            </a:r>
            <a:endParaRPr sz="1800" dirty="0">
              <a:solidFill>
                <a:schemeClr val="dk1"/>
              </a:solidFill>
              <a:latin typeface="Arial"/>
              <a:ea typeface="Arial"/>
              <a:cs typeface="Arial"/>
              <a:sym typeface="Arial"/>
            </a:endParaRPr>
          </a:p>
          <a:p>
            <a:pPr marL="342900" marR="0" lvl="0" indent="-342900" algn="l" rtl="0">
              <a:lnSpc>
                <a:spcPct val="100000"/>
              </a:lnSpc>
              <a:spcBef>
                <a:spcPts val="600"/>
              </a:spcBef>
              <a:spcAft>
                <a:spcPts val="0"/>
              </a:spcAft>
              <a:buClr>
                <a:srgbClr val="666666"/>
              </a:buClr>
              <a:buSzPts val="1170"/>
              <a:buFont typeface="Arial"/>
              <a:buChar char="•"/>
            </a:pPr>
            <a:r>
              <a:rPr lang="en-US" sz="1300" dirty="0">
                <a:solidFill>
                  <a:schemeClr val="dk1"/>
                </a:solidFill>
                <a:latin typeface="Arial"/>
                <a:ea typeface="Arial"/>
                <a:cs typeface="Arial"/>
                <a:sym typeface="Arial"/>
              </a:rPr>
              <a:t>Infrastructure</a:t>
            </a:r>
            <a:endParaRPr sz="1800" dirty="0">
              <a:solidFill>
                <a:schemeClr val="dk1"/>
              </a:solidFill>
              <a:latin typeface="Arial"/>
              <a:ea typeface="Arial"/>
              <a:cs typeface="Arial"/>
              <a:sym typeface="Arial"/>
            </a:endParaRPr>
          </a:p>
          <a:p>
            <a:pPr marL="342900" marR="0" lvl="0" indent="-342900" algn="l" rtl="0">
              <a:lnSpc>
                <a:spcPct val="100000"/>
              </a:lnSpc>
              <a:spcBef>
                <a:spcPts val="600"/>
              </a:spcBef>
              <a:spcAft>
                <a:spcPts val="0"/>
              </a:spcAft>
              <a:buClr>
                <a:srgbClr val="666666"/>
              </a:buClr>
              <a:buSzPts val="1170"/>
              <a:buFont typeface="Arial"/>
              <a:buChar char="•"/>
            </a:pPr>
            <a:r>
              <a:rPr lang="en-US" sz="1300" dirty="0">
                <a:solidFill>
                  <a:schemeClr val="dk1"/>
                </a:solidFill>
                <a:latin typeface="Arial"/>
                <a:ea typeface="Arial"/>
                <a:cs typeface="Arial"/>
                <a:sym typeface="Arial"/>
              </a:rPr>
              <a:t>Resiliency</a:t>
            </a:r>
          </a:p>
          <a:p>
            <a:pPr marL="342900" marR="0" lvl="0" indent="-342900" algn="l" rtl="0">
              <a:lnSpc>
                <a:spcPct val="100000"/>
              </a:lnSpc>
              <a:spcBef>
                <a:spcPts val="600"/>
              </a:spcBef>
              <a:spcAft>
                <a:spcPts val="0"/>
              </a:spcAft>
              <a:buClr>
                <a:srgbClr val="666666"/>
              </a:buClr>
              <a:buSzPts val="1170"/>
              <a:buFont typeface="Arial"/>
              <a:buChar char="•"/>
            </a:pPr>
            <a:r>
              <a:rPr lang="en-US" sz="1300" dirty="0">
                <a:solidFill>
                  <a:schemeClr val="dk1"/>
                </a:solidFill>
                <a:latin typeface="Arial"/>
                <a:ea typeface="Arial"/>
                <a:cs typeface="Arial"/>
                <a:sym typeface="Arial"/>
              </a:rPr>
              <a:t>Security</a:t>
            </a:r>
            <a:endParaRPr sz="1800" dirty="0">
              <a:solidFill>
                <a:schemeClr val="dk1"/>
              </a:solidFill>
              <a:latin typeface="Arial"/>
              <a:ea typeface="Arial"/>
              <a:cs typeface="Arial"/>
              <a:sym typeface="Arial"/>
            </a:endParaRPr>
          </a:p>
          <a:p>
            <a:pPr marR="0" lvl="0" algn="l" rtl="0">
              <a:lnSpc>
                <a:spcPct val="100000"/>
              </a:lnSpc>
              <a:spcBef>
                <a:spcPts val="0"/>
              </a:spcBef>
              <a:spcAft>
                <a:spcPts val="0"/>
              </a:spcAft>
              <a:buClr>
                <a:srgbClr val="666666"/>
              </a:buClr>
              <a:buSzPts val="1170"/>
            </a:pPr>
            <a:endParaRPr sz="1800" dirty="0">
              <a:solidFill>
                <a:schemeClr val="dk1"/>
              </a:solidFill>
              <a:latin typeface="Arial"/>
              <a:ea typeface="Arial"/>
              <a:cs typeface="Arial"/>
              <a:sym typeface="Arial"/>
            </a:endParaRPr>
          </a:p>
          <a:p>
            <a:pPr marL="342900" marR="0" lvl="0" indent="-228600" algn="l" rtl="0">
              <a:lnSpc>
                <a:spcPct val="100000"/>
              </a:lnSpc>
              <a:spcBef>
                <a:spcPts val="600"/>
              </a:spcBef>
              <a:spcAft>
                <a:spcPts val="0"/>
              </a:spcAft>
              <a:buClr>
                <a:srgbClr val="666666"/>
              </a:buClr>
              <a:buSzPts val="1800"/>
              <a:buFont typeface="Arial"/>
              <a:buNone/>
            </a:pPr>
            <a:endParaRPr sz="2000" dirty="0">
              <a:solidFill>
                <a:schemeClr val="dk1"/>
              </a:solidFill>
              <a:latin typeface="Arial"/>
              <a:ea typeface="Arial"/>
              <a:cs typeface="Arial"/>
              <a:sym typeface="Arial"/>
            </a:endParaRPr>
          </a:p>
          <a:p>
            <a:pPr marL="0" marR="0" lvl="0" indent="0" algn="l" rtl="0">
              <a:lnSpc>
                <a:spcPct val="100000"/>
              </a:lnSpc>
              <a:spcBef>
                <a:spcPts val="600"/>
              </a:spcBef>
              <a:spcAft>
                <a:spcPts val="0"/>
              </a:spcAft>
              <a:buClr>
                <a:srgbClr val="666666"/>
              </a:buClr>
              <a:buSzPts val="1800"/>
              <a:buFont typeface="Arial"/>
              <a:buNone/>
            </a:pPr>
            <a:endParaRPr sz="2000" dirty="0">
              <a:solidFill>
                <a:schemeClr val="dk1"/>
              </a:solidFill>
              <a:latin typeface="Arial"/>
              <a:ea typeface="Arial"/>
              <a:cs typeface="Arial"/>
              <a:sym typeface="Arial"/>
            </a:endParaRPr>
          </a:p>
        </p:txBody>
      </p:sp>
      <p:pic>
        <p:nvPicPr>
          <p:cNvPr id="2" name="Google Shape;5763;p31">
            <a:extLst>
              <a:ext uri="{FF2B5EF4-FFF2-40B4-BE49-F238E27FC236}">
                <a16:creationId xmlns:a16="http://schemas.microsoft.com/office/drawing/2014/main" id="{EA007C31-AB59-7E77-F356-248FA27673DA}"/>
              </a:ext>
            </a:extLst>
          </p:cNvPr>
          <p:cNvPicPr preferRelativeResize="0">
            <a:picLocks noChangeAspect="1"/>
          </p:cNvPicPr>
          <p:nvPr/>
        </p:nvPicPr>
        <p:blipFill rotWithShape="1">
          <a:blip r:embed="rId4">
            <a:alphaModFix/>
          </a:blip>
          <a:srcRect/>
          <a:stretch/>
        </p:blipFill>
        <p:spPr>
          <a:xfrm>
            <a:off x="3733397" y="4001186"/>
            <a:ext cx="293977" cy="293977"/>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877">
          <a:extLst>
            <a:ext uri="{FF2B5EF4-FFF2-40B4-BE49-F238E27FC236}">
              <a16:creationId xmlns:a16="http://schemas.microsoft.com/office/drawing/2014/main" id="{DA776F67-D81F-2D29-A22E-0867E53E3C5D}"/>
            </a:ext>
          </a:extLst>
        </p:cNvPr>
        <p:cNvGrpSpPr/>
        <p:nvPr/>
      </p:nvGrpSpPr>
      <p:grpSpPr>
        <a:xfrm>
          <a:off x="0" y="0"/>
          <a:ext cx="0" cy="0"/>
          <a:chOff x="0" y="0"/>
          <a:chExt cx="0" cy="0"/>
        </a:xfrm>
      </p:grpSpPr>
      <p:sp>
        <p:nvSpPr>
          <p:cNvPr id="5878" name="Google Shape;5878;p70">
            <a:extLst>
              <a:ext uri="{FF2B5EF4-FFF2-40B4-BE49-F238E27FC236}">
                <a16:creationId xmlns:a16="http://schemas.microsoft.com/office/drawing/2014/main" id="{8405B3E0-DA75-983D-E331-75BFAD946E02}"/>
              </a:ext>
            </a:extLst>
          </p:cNvPr>
          <p:cNvSpPr txBox="1">
            <a:spLocks noGrp="1"/>
          </p:cNvSpPr>
          <p:nvPr>
            <p:ph type="title"/>
          </p:nvPr>
        </p:nvSpPr>
        <p:spPr>
          <a:xfrm>
            <a:off x="589107" y="938794"/>
            <a:ext cx="6555971" cy="1229360"/>
          </a:xfrm>
        </p:spPr>
        <p:txBody>
          <a:bodyPr spcFirstLastPara="1" wrap="square" lIns="0" tIns="0" rIns="0" bIns="0" anchor="b" anchorCtr="0">
            <a:normAutofit/>
          </a:bodyPr>
          <a:lstStyle/>
          <a:p>
            <a:pPr>
              <a:spcBef>
                <a:spcPts val="0"/>
              </a:spcBef>
              <a:buClr>
                <a:schemeClr val="accent2"/>
              </a:buClr>
              <a:buSzPts val="3600"/>
            </a:pPr>
            <a:r>
              <a:rPr lang="en-US" dirty="0"/>
              <a:t>Modernize Infrastructure</a:t>
            </a:r>
            <a:br>
              <a:rPr lang="en-US" dirty="0"/>
            </a:br>
            <a:r>
              <a:rPr lang="en-US" dirty="0"/>
              <a:t>VCF Automation</a:t>
            </a:r>
          </a:p>
        </p:txBody>
      </p:sp>
      <p:sp>
        <p:nvSpPr>
          <p:cNvPr id="5879" name="Google Shape;5879;p70">
            <a:extLst>
              <a:ext uri="{FF2B5EF4-FFF2-40B4-BE49-F238E27FC236}">
                <a16:creationId xmlns:a16="http://schemas.microsoft.com/office/drawing/2014/main" id="{25E903DD-683D-EC6B-9E75-96A3FCA966B6}"/>
              </a:ext>
            </a:extLst>
          </p:cNvPr>
          <p:cNvSpPr txBox="1">
            <a:spLocks noGrp="1"/>
          </p:cNvSpPr>
          <p:nvPr>
            <p:ph type="subTitle" idx="10"/>
          </p:nvPr>
        </p:nvSpPr>
        <p:spPr>
          <a:xfrm>
            <a:off x="602966" y="2267712"/>
            <a:ext cx="6542112" cy="700882"/>
          </a:xfrm>
        </p:spPr>
        <p:txBody>
          <a:bodyPr spcFirstLastPara="1" lIns="0" tIns="0" rIns="0" bIns="0" anchorCtr="0">
            <a:normAutofit/>
          </a:bodyPr>
          <a:lstStyle/>
          <a:p>
            <a:pPr marL="0" lvl="0" indent="0" rtl="0">
              <a:spcBef>
                <a:spcPts val="0"/>
              </a:spcBef>
              <a:spcAft>
                <a:spcPts val="600"/>
              </a:spcAft>
              <a:buSzPts val="2160"/>
              <a:buNone/>
            </a:pPr>
            <a:endParaRPr lang="en-AU" dirty="0"/>
          </a:p>
        </p:txBody>
      </p:sp>
    </p:spTree>
    <p:extLst>
      <p:ext uri="{BB962C8B-B14F-4D97-AF65-F5344CB8AC3E}">
        <p14:creationId xmlns:p14="http://schemas.microsoft.com/office/powerpoint/2010/main" val="1449354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35044-DF45-9F2D-47DB-EB1335C585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EFAC47-77C9-2336-A69E-1BF5D9D0CDB2}"/>
              </a:ext>
            </a:extLst>
          </p:cNvPr>
          <p:cNvSpPr>
            <a:spLocks noGrp="1"/>
          </p:cNvSpPr>
          <p:nvPr>
            <p:ph type="title"/>
          </p:nvPr>
        </p:nvSpPr>
        <p:spPr/>
        <p:txBody>
          <a:bodyPr/>
          <a:lstStyle/>
          <a:p>
            <a:r>
              <a:rPr lang="en-US" dirty="0"/>
              <a:t>The VCF Automation Solution Overview</a:t>
            </a:r>
          </a:p>
        </p:txBody>
      </p:sp>
      <p:sp>
        <p:nvSpPr>
          <p:cNvPr id="3" name="Subtitle 2">
            <a:extLst>
              <a:ext uri="{FF2B5EF4-FFF2-40B4-BE49-F238E27FC236}">
                <a16:creationId xmlns:a16="http://schemas.microsoft.com/office/drawing/2014/main" id="{08C5DAED-1988-B91C-743B-208D8A63FAED}"/>
              </a:ext>
            </a:extLst>
          </p:cNvPr>
          <p:cNvSpPr>
            <a:spLocks noGrp="1"/>
          </p:cNvSpPr>
          <p:nvPr>
            <p:ph type="subTitle" idx="1"/>
          </p:nvPr>
        </p:nvSpPr>
        <p:spPr/>
        <p:txBody>
          <a:bodyPr/>
          <a:lstStyle/>
          <a:p>
            <a:r>
              <a:rPr lang="en-US" dirty="0">
                <a:extLst>
                  <a:ext uri="http://customooxmlschemas.google.com/">
                    <go:slidesCustomData xmlns:lc="http://schemas.openxmlformats.org/drawingml/2006/lockedCanvas"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0"/>
                  </a:ext>
                </a:extLst>
              </a:rPr>
              <a:t>Deliver a Self-service Private Cloud for AI/K8s/VM-based applications</a:t>
            </a:r>
            <a:endParaRPr lang="en-US" dirty="0"/>
          </a:p>
          <a:p>
            <a:endParaRPr lang="en-US" dirty="0"/>
          </a:p>
        </p:txBody>
      </p:sp>
      <p:sp>
        <p:nvSpPr>
          <p:cNvPr id="7" name="Google Shape;3014;p19">
            <a:extLst>
              <a:ext uri="{FF2B5EF4-FFF2-40B4-BE49-F238E27FC236}">
                <a16:creationId xmlns:a16="http://schemas.microsoft.com/office/drawing/2014/main" id="{E27F0D30-B594-F27E-95CA-22B41CBF4F27}"/>
              </a:ext>
            </a:extLst>
          </p:cNvPr>
          <p:cNvSpPr/>
          <p:nvPr/>
        </p:nvSpPr>
        <p:spPr>
          <a:xfrm>
            <a:off x="3921605" y="4583897"/>
            <a:ext cx="7031605" cy="505531"/>
          </a:xfrm>
          <a:prstGeom prst="roundRect">
            <a:avLst>
              <a:gd name="adj" fmla="val 9827"/>
            </a:avLst>
          </a:prstGeom>
          <a:noFill/>
          <a:ln w="12700" cap="flat" cmpd="sng">
            <a:solidFill>
              <a:schemeClr val="accent1"/>
            </a:solidFill>
            <a:prstDash val="dash"/>
            <a:round/>
            <a:headEnd type="none" w="sm" len="sm"/>
            <a:tailEnd type="none" w="sm" len="sm"/>
          </a:ln>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endParaRPr kumimoji="0" sz="16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8" name="Google Shape;3015;p19">
            <a:extLst>
              <a:ext uri="{FF2B5EF4-FFF2-40B4-BE49-F238E27FC236}">
                <a16:creationId xmlns:a16="http://schemas.microsoft.com/office/drawing/2014/main" id="{0F92F663-891D-A528-C8C5-B6C9010FE47B}"/>
              </a:ext>
            </a:extLst>
          </p:cNvPr>
          <p:cNvSpPr/>
          <p:nvPr/>
        </p:nvSpPr>
        <p:spPr>
          <a:xfrm>
            <a:off x="5879137" y="5054662"/>
            <a:ext cx="481075" cy="116670"/>
          </a:xfrm>
          <a:prstGeom prst="rect">
            <a:avLst/>
          </a:prstGeom>
          <a:solidFill>
            <a:schemeClr val="lt1"/>
          </a:solidFill>
          <a:ln>
            <a:noFill/>
          </a:ln>
        </p:spPr>
        <p:txBody>
          <a:bodyPr spcFirstLastPara="1" wrap="square" lIns="91401" tIns="91401" rIns="91401" bIns="91401"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dirty="0">
              <a:ln>
                <a:noFill/>
              </a:ln>
              <a:solidFill>
                <a:srgbClr val="005C8A"/>
              </a:solidFill>
              <a:effectLst/>
              <a:uLnTx/>
              <a:uFillTx/>
              <a:latin typeface="Arial"/>
              <a:ea typeface="Arial"/>
              <a:cs typeface="Arial"/>
              <a:sym typeface="Arial"/>
            </a:endParaRPr>
          </a:p>
        </p:txBody>
      </p:sp>
      <p:sp>
        <p:nvSpPr>
          <p:cNvPr id="9" name="Google Shape;3016;p19">
            <a:extLst>
              <a:ext uri="{FF2B5EF4-FFF2-40B4-BE49-F238E27FC236}">
                <a16:creationId xmlns:a16="http://schemas.microsoft.com/office/drawing/2014/main" id="{67337BD2-E020-56E5-CF49-A6BE87A958D2}"/>
              </a:ext>
            </a:extLst>
          </p:cNvPr>
          <p:cNvSpPr/>
          <p:nvPr/>
        </p:nvSpPr>
        <p:spPr>
          <a:xfrm>
            <a:off x="7198957" y="5054662"/>
            <a:ext cx="437286" cy="116670"/>
          </a:xfrm>
          <a:prstGeom prst="rect">
            <a:avLst/>
          </a:prstGeom>
          <a:solidFill>
            <a:schemeClr val="lt1"/>
          </a:solidFill>
          <a:ln>
            <a:noFill/>
          </a:ln>
        </p:spPr>
        <p:txBody>
          <a:bodyPr spcFirstLastPara="1" wrap="square" lIns="91401" tIns="91401" rIns="91401" bIns="91401"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dirty="0">
              <a:ln>
                <a:noFill/>
              </a:ln>
              <a:solidFill>
                <a:srgbClr val="005C8A"/>
              </a:solidFill>
              <a:effectLst/>
              <a:uLnTx/>
              <a:uFillTx/>
              <a:latin typeface="Arial"/>
              <a:ea typeface="Arial"/>
              <a:cs typeface="Arial"/>
              <a:sym typeface="Arial"/>
            </a:endParaRPr>
          </a:p>
        </p:txBody>
      </p:sp>
      <p:sp>
        <p:nvSpPr>
          <p:cNvPr id="10" name="Google Shape;3017;p19">
            <a:extLst>
              <a:ext uri="{FF2B5EF4-FFF2-40B4-BE49-F238E27FC236}">
                <a16:creationId xmlns:a16="http://schemas.microsoft.com/office/drawing/2014/main" id="{4AF0C32D-3FF6-0B23-C435-EE2BF529F49B}"/>
              </a:ext>
            </a:extLst>
          </p:cNvPr>
          <p:cNvSpPr/>
          <p:nvPr/>
        </p:nvSpPr>
        <p:spPr>
          <a:xfrm>
            <a:off x="8429943" y="4858003"/>
            <a:ext cx="484674" cy="484674"/>
          </a:xfrm>
          <a:prstGeom prst="ellipse">
            <a:avLst/>
          </a:prstGeom>
          <a:solidFill>
            <a:schemeClr val="lt1"/>
          </a:solidFill>
          <a:ln>
            <a:noFill/>
          </a:ln>
        </p:spPr>
        <p:txBody>
          <a:bodyPr spcFirstLastPara="1" wrap="square" lIns="91401" tIns="91401" rIns="91401" bIns="91401"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3" name="Google Shape;3020;p19">
            <a:extLst>
              <a:ext uri="{FF2B5EF4-FFF2-40B4-BE49-F238E27FC236}">
                <a16:creationId xmlns:a16="http://schemas.microsoft.com/office/drawing/2014/main" id="{E2E3D525-090C-2CFB-0A24-62873A78D912}"/>
              </a:ext>
            </a:extLst>
          </p:cNvPr>
          <p:cNvSpPr/>
          <p:nvPr/>
        </p:nvSpPr>
        <p:spPr>
          <a:xfrm>
            <a:off x="4039697" y="3385872"/>
            <a:ext cx="6761739" cy="1321611"/>
          </a:xfrm>
          <a:prstGeom prst="roundRect">
            <a:avLst>
              <a:gd name="adj" fmla="val 6569"/>
            </a:avLst>
          </a:prstGeom>
          <a:gradFill>
            <a:gsLst>
              <a:gs pos="0">
                <a:schemeClr val="accent5"/>
              </a:gs>
              <a:gs pos="100000">
                <a:schemeClr val="accent2"/>
              </a:gs>
            </a:gsLst>
            <a:lin ang="0" scaled="0"/>
          </a:gradFill>
          <a:ln>
            <a:noFill/>
          </a:ln>
          <a:effectLst>
            <a:reflection stA="41000" endPos="10000" dist="50800" dir="5400000" fadeDir="5400012" sy="-100000" algn="bl" rotWithShape="0"/>
          </a:effectLst>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endParaRPr kumimoji="0" sz="16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5" name="Google Shape;3022;p19">
            <a:extLst>
              <a:ext uri="{FF2B5EF4-FFF2-40B4-BE49-F238E27FC236}">
                <a16:creationId xmlns:a16="http://schemas.microsoft.com/office/drawing/2014/main" id="{778A6123-C60D-0BA7-AE8F-F2AC2B5C43E7}"/>
              </a:ext>
            </a:extLst>
          </p:cNvPr>
          <p:cNvSpPr txBox="1"/>
          <p:nvPr/>
        </p:nvSpPr>
        <p:spPr>
          <a:xfrm>
            <a:off x="5346977" y="5378031"/>
            <a:ext cx="1561993" cy="307720"/>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5C8A"/>
              </a:buClr>
              <a:buSzPts val="1100"/>
              <a:buFontTx/>
              <a:buNone/>
              <a:tabLst/>
              <a:defRPr/>
            </a:pPr>
            <a:r>
              <a:rPr kumimoji="0" lang="en-US" sz="1100" b="0" i="0" u="none" strike="noStrike" kern="1200" cap="none" spc="0" normalizeH="0" baseline="0" noProof="0" dirty="0">
                <a:ln>
                  <a:noFill/>
                </a:ln>
                <a:solidFill>
                  <a:srgbClr val="005C8A"/>
                </a:solidFill>
                <a:effectLst/>
                <a:uLnTx/>
                <a:uFillTx/>
                <a:latin typeface="Arial"/>
                <a:ea typeface="Arial"/>
                <a:cs typeface="Arial"/>
                <a:sym typeface="Arial"/>
              </a:rPr>
              <a:t>Compute </a:t>
            </a:r>
            <a:br>
              <a:rPr kumimoji="0" lang="en-US" sz="1100" b="0" i="0" u="none" strike="noStrike" kern="1200" cap="none" spc="0" normalizeH="0" baseline="0" noProof="0" dirty="0">
                <a:ln>
                  <a:noFill/>
                </a:ln>
                <a:solidFill>
                  <a:srgbClr val="005C8A"/>
                </a:solidFill>
                <a:effectLst/>
                <a:uLnTx/>
                <a:uFillTx/>
                <a:latin typeface="Arial"/>
                <a:ea typeface="Arial"/>
                <a:cs typeface="Arial"/>
                <a:sym typeface="Arial"/>
              </a:rPr>
            </a:br>
            <a:r>
              <a:rPr kumimoji="0" lang="en-US" sz="900" b="0" i="0" u="none" strike="noStrike" kern="1200" cap="none" spc="0" normalizeH="0" baseline="0" noProof="0" dirty="0">
                <a:ln>
                  <a:noFill/>
                </a:ln>
                <a:solidFill>
                  <a:srgbClr val="005C8A"/>
                </a:solidFill>
                <a:effectLst/>
                <a:uLnTx/>
                <a:uFillTx/>
                <a:latin typeface="Arial"/>
                <a:ea typeface="Arial"/>
                <a:cs typeface="Arial"/>
                <a:sym typeface="Arial"/>
              </a:rPr>
              <a:t>(vSphere)</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6" name="Google Shape;3023;p19">
            <a:extLst>
              <a:ext uri="{FF2B5EF4-FFF2-40B4-BE49-F238E27FC236}">
                <a16:creationId xmlns:a16="http://schemas.microsoft.com/office/drawing/2014/main" id="{B0E33DE8-3502-589A-AB83-072AD970B89C}"/>
              </a:ext>
            </a:extLst>
          </p:cNvPr>
          <p:cNvSpPr txBox="1"/>
          <p:nvPr/>
        </p:nvSpPr>
        <p:spPr>
          <a:xfrm>
            <a:off x="7896060" y="5378031"/>
            <a:ext cx="1561993" cy="307720"/>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5C8A"/>
              </a:buClr>
              <a:buSzPts val="1100"/>
              <a:buFontTx/>
              <a:buNone/>
              <a:tabLst/>
              <a:defRPr/>
            </a:pPr>
            <a:r>
              <a:rPr kumimoji="0" lang="en-US" sz="1100" b="0" i="0" u="none" strike="noStrike" kern="1200" cap="none" spc="0" normalizeH="0" baseline="0" noProof="0" dirty="0">
                <a:ln>
                  <a:noFill/>
                </a:ln>
                <a:solidFill>
                  <a:srgbClr val="005C8A"/>
                </a:solidFill>
                <a:effectLst/>
                <a:uLnTx/>
                <a:uFillTx/>
                <a:latin typeface="Arial"/>
                <a:ea typeface="Arial"/>
                <a:cs typeface="Arial"/>
                <a:sym typeface="Arial"/>
              </a:rPr>
              <a:t>Network </a:t>
            </a:r>
            <a:br>
              <a:rPr kumimoji="0" lang="en-US" sz="1100" b="0" i="0" u="none" strike="noStrike" kern="1200" cap="none" spc="0" normalizeH="0" baseline="0" noProof="0" dirty="0">
                <a:ln>
                  <a:noFill/>
                </a:ln>
                <a:solidFill>
                  <a:srgbClr val="005C8A"/>
                </a:solidFill>
                <a:effectLst/>
                <a:uLnTx/>
                <a:uFillTx/>
                <a:latin typeface="Arial"/>
                <a:ea typeface="Arial"/>
                <a:cs typeface="Arial"/>
                <a:sym typeface="Arial"/>
              </a:rPr>
            </a:br>
            <a:r>
              <a:rPr kumimoji="0" lang="en-US" sz="900" b="0" i="0" u="none" strike="noStrike" kern="1200" cap="none" spc="0" normalizeH="0" baseline="0" noProof="0" dirty="0">
                <a:ln>
                  <a:noFill/>
                </a:ln>
                <a:solidFill>
                  <a:srgbClr val="005C8A"/>
                </a:solidFill>
                <a:effectLst/>
                <a:uLnTx/>
                <a:uFillTx/>
                <a:latin typeface="Arial"/>
                <a:ea typeface="Arial"/>
                <a:cs typeface="Arial"/>
                <a:sym typeface="Arial"/>
              </a:rPr>
              <a:t>(NSX)</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7" name="Google Shape;3024;p19">
            <a:extLst>
              <a:ext uri="{FF2B5EF4-FFF2-40B4-BE49-F238E27FC236}">
                <a16:creationId xmlns:a16="http://schemas.microsoft.com/office/drawing/2014/main" id="{B0609DFF-DEF9-F845-038F-2B3E5B325ACE}"/>
              </a:ext>
            </a:extLst>
          </p:cNvPr>
          <p:cNvSpPr txBox="1"/>
          <p:nvPr/>
        </p:nvSpPr>
        <p:spPr>
          <a:xfrm>
            <a:off x="6639496" y="5378031"/>
            <a:ext cx="1561993" cy="307720"/>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5C8A"/>
              </a:buClr>
              <a:buSzPts val="1100"/>
              <a:buFontTx/>
              <a:buNone/>
              <a:tabLst/>
              <a:defRPr/>
            </a:pPr>
            <a:r>
              <a:rPr kumimoji="0" lang="en-US" sz="1100" b="0" i="0" u="none" strike="noStrike" kern="1200" cap="none" spc="0" normalizeH="0" baseline="0" noProof="0" dirty="0">
                <a:ln>
                  <a:noFill/>
                </a:ln>
                <a:solidFill>
                  <a:srgbClr val="005C8A"/>
                </a:solidFill>
                <a:effectLst/>
                <a:uLnTx/>
                <a:uFillTx/>
                <a:latin typeface="Arial"/>
                <a:ea typeface="Arial"/>
                <a:cs typeface="Arial"/>
                <a:sym typeface="Arial"/>
              </a:rPr>
              <a:t>Storage </a:t>
            </a:r>
            <a:br>
              <a:rPr kumimoji="0" lang="en-US" sz="1100" b="0" i="0" u="none" strike="noStrike" kern="1200" cap="none" spc="0" normalizeH="0" baseline="0" noProof="0" dirty="0">
                <a:ln>
                  <a:noFill/>
                </a:ln>
                <a:solidFill>
                  <a:srgbClr val="005C8A"/>
                </a:solidFill>
                <a:effectLst/>
                <a:uLnTx/>
                <a:uFillTx/>
                <a:latin typeface="Arial"/>
                <a:ea typeface="Arial"/>
                <a:cs typeface="Arial"/>
                <a:sym typeface="Arial"/>
              </a:rPr>
            </a:br>
            <a:r>
              <a:rPr kumimoji="0" lang="en-US" sz="900" b="0" i="0" u="none" strike="noStrike" kern="1200" cap="none" spc="0" normalizeH="0" baseline="0" noProof="0" dirty="0">
                <a:ln>
                  <a:noFill/>
                </a:ln>
                <a:solidFill>
                  <a:srgbClr val="005C8A"/>
                </a:solidFill>
                <a:effectLst/>
                <a:uLnTx/>
                <a:uFillTx/>
                <a:latin typeface="Arial"/>
                <a:ea typeface="Arial"/>
                <a:cs typeface="Arial"/>
                <a:sym typeface="Arial"/>
              </a:rPr>
              <a:t>(vSAN)</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8" name="Google Shape;3025;p19">
            <a:extLst>
              <a:ext uri="{FF2B5EF4-FFF2-40B4-BE49-F238E27FC236}">
                <a16:creationId xmlns:a16="http://schemas.microsoft.com/office/drawing/2014/main" id="{4B3081B1-55F8-ADAF-F278-F93BB2CE647B}"/>
              </a:ext>
            </a:extLst>
          </p:cNvPr>
          <p:cNvSpPr/>
          <p:nvPr/>
        </p:nvSpPr>
        <p:spPr>
          <a:xfrm>
            <a:off x="4380980" y="2213827"/>
            <a:ext cx="6079116" cy="449283"/>
          </a:xfrm>
          <a:prstGeom prst="rect">
            <a:avLst/>
          </a:prstGeom>
          <a:noFill/>
          <a:ln>
            <a:noFill/>
          </a:ln>
        </p:spPr>
        <p:txBody>
          <a:bodyPr spcFirstLastPara="1" wrap="square" lIns="91351" tIns="91351" rIns="91351" bIns="91351"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600" b="0" i="0" u="none" strike="noStrike" kern="1200" cap="none" spc="0" normalizeH="0" baseline="0" noProof="0" dirty="0">
                <a:ln>
                  <a:noFill/>
                </a:ln>
                <a:solidFill>
                  <a:srgbClr val="FFFFFF"/>
                </a:solidFill>
                <a:effectLst/>
                <a:uLnTx/>
                <a:uFillTx/>
                <a:latin typeface="Arial"/>
                <a:ea typeface="Arial"/>
                <a:cs typeface="Arial"/>
                <a:sym typeface="Arial"/>
              </a:rPr>
              <a:t>Modern Developer Interface: AI/ML, K8s, Traditional VMs</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nvGrpSpPr>
          <p:cNvPr id="72" name="Google Shape;3079;p19">
            <a:extLst>
              <a:ext uri="{FF2B5EF4-FFF2-40B4-BE49-F238E27FC236}">
                <a16:creationId xmlns:a16="http://schemas.microsoft.com/office/drawing/2014/main" id="{18C7DBD8-C9E8-5D6D-50A2-C4ECD97476F9}"/>
              </a:ext>
            </a:extLst>
          </p:cNvPr>
          <p:cNvGrpSpPr/>
          <p:nvPr/>
        </p:nvGrpSpPr>
        <p:grpSpPr>
          <a:xfrm>
            <a:off x="5949765" y="4918921"/>
            <a:ext cx="343422" cy="343414"/>
            <a:chOff x="3822556" y="5087301"/>
            <a:chExt cx="611339" cy="557273"/>
          </a:xfrm>
        </p:grpSpPr>
        <p:sp>
          <p:nvSpPr>
            <p:cNvPr id="73" name="Google Shape;3080;p19">
              <a:extLst>
                <a:ext uri="{FF2B5EF4-FFF2-40B4-BE49-F238E27FC236}">
                  <a16:creationId xmlns:a16="http://schemas.microsoft.com/office/drawing/2014/main" id="{6D104270-2AB0-2445-6821-EB25BDB2BDB8}"/>
                </a:ext>
              </a:extLst>
            </p:cNvPr>
            <p:cNvSpPr/>
            <p:nvPr/>
          </p:nvSpPr>
          <p:spPr>
            <a:xfrm>
              <a:off x="3822556" y="5087301"/>
              <a:ext cx="611339" cy="161801"/>
            </a:xfrm>
            <a:custGeom>
              <a:avLst/>
              <a:gdLst/>
              <a:ahLst/>
              <a:cxnLst/>
              <a:rect l="l" t="t" r="r" b="b"/>
              <a:pathLst>
                <a:path w="611339" h="161801" extrusionOk="0">
                  <a:moveTo>
                    <a:pt x="0" y="0"/>
                  </a:moveTo>
                  <a:lnTo>
                    <a:pt x="0" y="161802"/>
                  </a:lnTo>
                  <a:lnTo>
                    <a:pt x="611339" y="161802"/>
                  </a:lnTo>
                  <a:lnTo>
                    <a:pt x="611339" y="0"/>
                  </a:lnTo>
                  <a:lnTo>
                    <a:pt x="0" y="0"/>
                  </a:lnTo>
                  <a:close/>
                  <a:moveTo>
                    <a:pt x="72043" y="98901"/>
                  </a:moveTo>
                  <a:cubicBezTo>
                    <a:pt x="62114" y="98901"/>
                    <a:pt x="54065" y="90852"/>
                    <a:pt x="54065" y="80923"/>
                  </a:cubicBezTo>
                  <a:cubicBezTo>
                    <a:pt x="54065" y="70993"/>
                    <a:pt x="62114" y="62945"/>
                    <a:pt x="72043" y="62945"/>
                  </a:cubicBezTo>
                  <a:cubicBezTo>
                    <a:pt x="81973" y="62945"/>
                    <a:pt x="90021" y="70993"/>
                    <a:pt x="90021" y="80923"/>
                  </a:cubicBezTo>
                  <a:cubicBezTo>
                    <a:pt x="90021" y="90852"/>
                    <a:pt x="81973" y="98901"/>
                    <a:pt x="72043" y="98901"/>
                  </a:cubicBezTo>
                  <a:close/>
                  <a:moveTo>
                    <a:pt x="299283" y="108568"/>
                  </a:moveTo>
                  <a:lnTo>
                    <a:pt x="286161" y="108568"/>
                  </a:lnTo>
                  <a:lnTo>
                    <a:pt x="286161" y="54634"/>
                  </a:lnTo>
                  <a:lnTo>
                    <a:pt x="299283" y="54634"/>
                  </a:lnTo>
                  <a:lnTo>
                    <a:pt x="299283" y="108568"/>
                  </a:lnTo>
                  <a:close/>
                  <a:moveTo>
                    <a:pt x="335370" y="108568"/>
                  </a:moveTo>
                  <a:lnTo>
                    <a:pt x="322248" y="108568"/>
                  </a:lnTo>
                  <a:lnTo>
                    <a:pt x="322248" y="54634"/>
                  </a:lnTo>
                  <a:lnTo>
                    <a:pt x="335370" y="54634"/>
                  </a:lnTo>
                  <a:lnTo>
                    <a:pt x="335370" y="108568"/>
                  </a:lnTo>
                  <a:close/>
                  <a:moveTo>
                    <a:pt x="371414" y="108568"/>
                  </a:moveTo>
                  <a:lnTo>
                    <a:pt x="358291" y="108568"/>
                  </a:lnTo>
                  <a:lnTo>
                    <a:pt x="358291" y="54634"/>
                  </a:lnTo>
                  <a:lnTo>
                    <a:pt x="371414" y="54634"/>
                  </a:lnTo>
                  <a:lnTo>
                    <a:pt x="371414" y="108568"/>
                  </a:lnTo>
                  <a:close/>
                  <a:moveTo>
                    <a:pt x="407501" y="108568"/>
                  </a:moveTo>
                  <a:lnTo>
                    <a:pt x="394378" y="108568"/>
                  </a:lnTo>
                  <a:lnTo>
                    <a:pt x="394378" y="54634"/>
                  </a:lnTo>
                  <a:lnTo>
                    <a:pt x="407501" y="54634"/>
                  </a:lnTo>
                  <a:lnTo>
                    <a:pt x="407501" y="108568"/>
                  </a:lnTo>
                  <a:close/>
                  <a:moveTo>
                    <a:pt x="443588" y="108568"/>
                  </a:moveTo>
                  <a:lnTo>
                    <a:pt x="430466" y="108568"/>
                  </a:lnTo>
                  <a:lnTo>
                    <a:pt x="430466" y="54634"/>
                  </a:lnTo>
                  <a:lnTo>
                    <a:pt x="443588" y="54634"/>
                  </a:lnTo>
                  <a:lnTo>
                    <a:pt x="443588" y="108568"/>
                  </a:lnTo>
                  <a:close/>
                  <a:moveTo>
                    <a:pt x="479632" y="108568"/>
                  </a:moveTo>
                  <a:lnTo>
                    <a:pt x="466509" y="108568"/>
                  </a:lnTo>
                  <a:lnTo>
                    <a:pt x="466509" y="54634"/>
                  </a:lnTo>
                  <a:lnTo>
                    <a:pt x="479632" y="54634"/>
                  </a:lnTo>
                  <a:lnTo>
                    <a:pt x="479632" y="108568"/>
                  </a:lnTo>
                  <a:close/>
                  <a:moveTo>
                    <a:pt x="515719" y="108568"/>
                  </a:moveTo>
                  <a:lnTo>
                    <a:pt x="502596" y="108568"/>
                  </a:lnTo>
                  <a:lnTo>
                    <a:pt x="502596" y="54634"/>
                  </a:lnTo>
                  <a:lnTo>
                    <a:pt x="515719" y="54634"/>
                  </a:lnTo>
                  <a:lnTo>
                    <a:pt x="515719" y="108568"/>
                  </a:lnTo>
                  <a:close/>
                  <a:moveTo>
                    <a:pt x="551762" y="108568"/>
                  </a:moveTo>
                  <a:lnTo>
                    <a:pt x="538640" y="108568"/>
                  </a:lnTo>
                  <a:lnTo>
                    <a:pt x="538640" y="54634"/>
                  </a:lnTo>
                  <a:lnTo>
                    <a:pt x="551762" y="54634"/>
                  </a:lnTo>
                  <a:lnTo>
                    <a:pt x="551762" y="108568"/>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1799"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74" name="Google Shape;3081;p19">
              <a:extLst>
                <a:ext uri="{FF2B5EF4-FFF2-40B4-BE49-F238E27FC236}">
                  <a16:creationId xmlns:a16="http://schemas.microsoft.com/office/drawing/2014/main" id="{B8A94E17-3980-4DF4-A412-8CA25677B845}"/>
                </a:ext>
              </a:extLst>
            </p:cNvPr>
            <p:cNvSpPr/>
            <p:nvPr/>
          </p:nvSpPr>
          <p:spPr>
            <a:xfrm>
              <a:off x="3822556" y="5284403"/>
              <a:ext cx="611339" cy="161845"/>
            </a:xfrm>
            <a:custGeom>
              <a:avLst/>
              <a:gdLst/>
              <a:ahLst/>
              <a:cxnLst/>
              <a:rect l="l" t="t" r="r" b="b"/>
              <a:pathLst>
                <a:path w="611339" h="161845" extrusionOk="0">
                  <a:moveTo>
                    <a:pt x="0" y="0"/>
                  </a:moveTo>
                  <a:lnTo>
                    <a:pt x="0" y="161846"/>
                  </a:lnTo>
                  <a:lnTo>
                    <a:pt x="611339" y="161846"/>
                  </a:lnTo>
                  <a:lnTo>
                    <a:pt x="611339" y="0"/>
                  </a:lnTo>
                  <a:lnTo>
                    <a:pt x="0" y="0"/>
                  </a:lnTo>
                  <a:close/>
                  <a:moveTo>
                    <a:pt x="72043" y="98857"/>
                  </a:moveTo>
                  <a:cubicBezTo>
                    <a:pt x="62114" y="98857"/>
                    <a:pt x="54065" y="90809"/>
                    <a:pt x="54065" y="80879"/>
                  </a:cubicBezTo>
                  <a:cubicBezTo>
                    <a:pt x="54065" y="70950"/>
                    <a:pt x="62114" y="62901"/>
                    <a:pt x="72043" y="62901"/>
                  </a:cubicBezTo>
                  <a:cubicBezTo>
                    <a:pt x="81973" y="62901"/>
                    <a:pt x="90021" y="70950"/>
                    <a:pt x="90021" y="80879"/>
                  </a:cubicBezTo>
                  <a:cubicBezTo>
                    <a:pt x="90021" y="90809"/>
                    <a:pt x="81973" y="98857"/>
                    <a:pt x="72043" y="98857"/>
                  </a:cubicBezTo>
                  <a:close/>
                  <a:moveTo>
                    <a:pt x="299283" y="108524"/>
                  </a:moveTo>
                  <a:lnTo>
                    <a:pt x="286161" y="108524"/>
                  </a:lnTo>
                  <a:lnTo>
                    <a:pt x="286161" y="54590"/>
                  </a:lnTo>
                  <a:lnTo>
                    <a:pt x="299283" y="54590"/>
                  </a:lnTo>
                  <a:lnTo>
                    <a:pt x="299283" y="108524"/>
                  </a:lnTo>
                  <a:close/>
                  <a:moveTo>
                    <a:pt x="335370" y="108524"/>
                  </a:moveTo>
                  <a:lnTo>
                    <a:pt x="322248" y="108524"/>
                  </a:lnTo>
                  <a:lnTo>
                    <a:pt x="322248" y="54590"/>
                  </a:lnTo>
                  <a:lnTo>
                    <a:pt x="335370" y="54590"/>
                  </a:lnTo>
                  <a:lnTo>
                    <a:pt x="335370" y="108524"/>
                  </a:lnTo>
                  <a:close/>
                  <a:moveTo>
                    <a:pt x="371414" y="108524"/>
                  </a:moveTo>
                  <a:lnTo>
                    <a:pt x="358291" y="108524"/>
                  </a:lnTo>
                  <a:lnTo>
                    <a:pt x="358291" y="54590"/>
                  </a:lnTo>
                  <a:lnTo>
                    <a:pt x="371414" y="54590"/>
                  </a:lnTo>
                  <a:lnTo>
                    <a:pt x="371414" y="108524"/>
                  </a:lnTo>
                  <a:close/>
                  <a:moveTo>
                    <a:pt x="407501" y="108524"/>
                  </a:moveTo>
                  <a:lnTo>
                    <a:pt x="394378" y="108524"/>
                  </a:lnTo>
                  <a:lnTo>
                    <a:pt x="394378" y="54590"/>
                  </a:lnTo>
                  <a:lnTo>
                    <a:pt x="407501" y="54590"/>
                  </a:lnTo>
                  <a:lnTo>
                    <a:pt x="407501" y="108524"/>
                  </a:lnTo>
                  <a:close/>
                  <a:moveTo>
                    <a:pt x="443588" y="108524"/>
                  </a:moveTo>
                  <a:lnTo>
                    <a:pt x="430466" y="108524"/>
                  </a:lnTo>
                  <a:lnTo>
                    <a:pt x="430466" y="54590"/>
                  </a:lnTo>
                  <a:lnTo>
                    <a:pt x="443588" y="54590"/>
                  </a:lnTo>
                  <a:lnTo>
                    <a:pt x="443588" y="108524"/>
                  </a:lnTo>
                  <a:close/>
                  <a:moveTo>
                    <a:pt x="479632" y="108524"/>
                  </a:moveTo>
                  <a:lnTo>
                    <a:pt x="466509" y="108524"/>
                  </a:lnTo>
                  <a:lnTo>
                    <a:pt x="466509" y="54590"/>
                  </a:lnTo>
                  <a:lnTo>
                    <a:pt x="479632" y="54590"/>
                  </a:lnTo>
                  <a:lnTo>
                    <a:pt x="479632" y="108524"/>
                  </a:lnTo>
                  <a:close/>
                  <a:moveTo>
                    <a:pt x="515719" y="108524"/>
                  </a:moveTo>
                  <a:lnTo>
                    <a:pt x="502596" y="108524"/>
                  </a:lnTo>
                  <a:lnTo>
                    <a:pt x="502596" y="54590"/>
                  </a:lnTo>
                  <a:lnTo>
                    <a:pt x="515719" y="54590"/>
                  </a:lnTo>
                  <a:lnTo>
                    <a:pt x="515719" y="108524"/>
                  </a:lnTo>
                  <a:close/>
                  <a:moveTo>
                    <a:pt x="551762" y="108524"/>
                  </a:moveTo>
                  <a:lnTo>
                    <a:pt x="538640" y="108524"/>
                  </a:lnTo>
                  <a:lnTo>
                    <a:pt x="538640" y="54590"/>
                  </a:lnTo>
                  <a:lnTo>
                    <a:pt x="551762" y="54590"/>
                  </a:lnTo>
                  <a:lnTo>
                    <a:pt x="551762" y="108524"/>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1799"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75" name="Google Shape;3082;p19">
              <a:extLst>
                <a:ext uri="{FF2B5EF4-FFF2-40B4-BE49-F238E27FC236}">
                  <a16:creationId xmlns:a16="http://schemas.microsoft.com/office/drawing/2014/main" id="{5C33460F-B754-FCD4-9C08-C3C174042007}"/>
                </a:ext>
              </a:extLst>
            </p:cNvPr>
            <p:cNvSpPr/>
            <p:nvPr/>
          </p:nvSpPr>
          <p:spPr>
            <a:xfrm>
              <a:off x="3822556" y="5482729"/>
              <a:ext cx="611339" cy="161845"/>
            </a:xfrm>
            <a:custGeom>
              <a:avLst/>
              <a:gdLst/>
              <a:ahLst/>
              <a:cxnLst/>
              <a:rect l="l" t="t" r="r" b="b"/>
              <a:pathLst>
                <a:path w="611339" h="161845" extrusionOk="0">
                  <a:moveTo>
                    <a:pt x="0" y="0"/>
                  </a:moveTo>
                  <a:lnTo>
                    <a:pt x="0" y="161846"/>
                  </a:lnTo>
                  <a:lnTo>
                    <a:pt x="611339" y="161846"/>
                  </a:lnTo>
                  <a:lnTo>
                    <a:pt x="611339" y="0"/>
                  </a:lnTo>
                  <a:lnTo>
                    <a:pt x="0" y="0"/>
                  </a:lnTo>
                  <a:close/>
                  <a:moveTo>
                    <a:pt x="72043" y="98901"/>
                  </a:moveTo>
                  <a:cubicBezTo>
                    <a:pt x="62114" y="98901"/>
                    <a:pt x="54065" y="90852"/>
                    <a:pt x="54065" y="80923"/>
                  </a:cubicBezTo>
                  <a:cubicBezTo>
                    <a:pt x="54065" y="70993"/>
                    <a:pt x="62114" y="62945"/>
                    <a:pt x="72043" y="62945"/>
                  </a:cubicBezTo>
                  <a:cubicBezTo>
                    <a:pt x="81973" y="62945"/>
                    <a:pt x="90021" y="70993"/>
                    <a:pt x="90021" y="80923"/>
                  </a:cubicBezTo>
                  <a:cubicBezTo>
                    <a:pt x="90021" y="90852"/>
                    <a:pt x="81973" y="98901"/>
                    <a:pt x="72043" y="98901"/>
                  </a:cubicBezTo>
                  <a:close/>
                  <a:moveTo>
                    <a:pt x="299283" y="108568"/>
                  </a:moveTo>
                  <a:lnTo>
                    <a:pt x="286161" y="108568"/>
                  </a:lnTo>
                  <a:lnTo>
                    <a:pt x="286161" y="54634"/>
                  </a:lnTo>
                  <a:lnTo>
                    <a:pt x="299283" y="54634"/>
                  </a:lnTo>
                  <a:lnTo>
                    <a:pt x="299283" y="108568"/>
                  </a:lnTo>
                  <a:close/>
                  <a:moveTo>
                    <a:pt x="335370" y="108568"/>
                  </a:moveTo>
                  <a:lnTo>
                    <a:pt x="322248" y="108568"/>
                  </a:lnTo>
                  <a:lnTo>
                    <a:pt x="322248" y="54634"/>
                  </a:lnTo>
                  <a:lnTo>
                    <a:pt x="335370" y="54634"/>
                  </a:lnTo>
                  <a:lnTo>
                    <a:pt x="335370" y="108568"/>
                  </a:lnTo>
                  <a:close/>
                  <a:moveTo>
                    <a:pt x="371414" y="108568"/>
                  </a:moveTo>
                  <a:lnTo>
                    <a:pt x="358291" y="108568"/>
                  </a:lnTo>
                  <a:lnTo>
                    <a:pt x="358291" y="54634"/>
                  </a:lnTo>
                  <a:lnTo>
                    <a:pt x="371414" y="54634"/>
                  </a:lnTo>
                  <a:lnTo>
                    <a:pt x="371414" y="108568"/>
                  </a:lnTo>
                  <a:close/>
                  <a:moveTo>
                    <a:pt x="407501" y="108568"/>
                  </a:moveTo>
                  <a:lnTo>
                    <a:pt x="394378" y="108568"/>
                  </a:lnTo>
                  <a:lnTo>
                    <a:pt x="394378" y="54634"/>
                  </a:lnTo>
                  <a:lnTo>
                    <a:pt x="407501" y="54634"/>
                  </a:lnTo>
                  <a:lnTo>
                    <a:pt x="407501" y="108568"/>
                  </a:lnTo>
                  <a:close/>
                  <a:moveTo>
                    <a:pt x="443588" y="108568"/>
                  </a:moveTo>
                  <a:lnTo>
                    <a:pt x="430466" y="108568"/>
                  </a:lnTo>
                  <a:lnTo>
                    <a:pt x="430466" y="54634"/>
                  </a:lnTo>
                  <a:lnTo>
                    <a:pt x="443588" y="54634"/>
                  </a:lnTo>
                  <a:lnTo>
                    <a:pt x="443588" y="108568"/>
                  </a:lnTo>
                  <a:close/>
                  <a:moveTo>
                    <a:pt x="479632" y="108568"/>
                  </a:moveTo>
                  <a:lnTo>
                    <a:pt x="466509" y="108568"/>
                  </a:lnTo>
                  <a:lnTo>
                    <a:pt x="466509" y="54634"/>
                  </a:lnTo>
                  <a:lnTo>
                    <a:pt x="479632" y="54634"/>
                  </a:lnTo>
                  <a:lnTo>
                    <a:pt x="479632" y="108568"/>
                  </a:lnTo>
                  <a:close/>
                  <a:moveTo>
                    <a:pt x="515719" y="108568"/>
                  </a:moveTo>
                  <a:lnTo>
                    <a:pt x="502596" y="108568"/>
                  </a:lnTo>
                  <a:lnTo>
                    <a:pt x="502596" y="54634"/>
                  </a:lnTo>
                  <a:lnTo>
                    <a:pt x="515719" y="54634"/>
                  </a:lnTo>
                  <a:lnTo>
                    <a:pt x="515719" y="108568"/>
                  </a:lnTo>
                  <a:close/>
                  <a:moveTo>
                    <a:pt x="551762" y="108568"/>
                  </a:moveTo>
                  <a:lnTo>
                    <a:pt x="538640" y="108568"/>
                  </a:lnTo>
                  <a:lnTo>
                    <a:pt x="538640" y="54634"/>
                  </a:lnTo>
                  <a:lnTo>
                    <a:pt x="551762" y="54634"/>
                  </a:lnTo>
                  <a:lnTo>
                    <a:pt x="551762" y="108568"/>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1799"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
        <p:nvSpPr>
          <p:cNvPr id="76" name="Google Shape;3083;p19">
            <a:extLst>
              <a:ext uri="{FF2B5EF4-FFF2-40B4-BE49-F238E27FC236}">
                <a16:creationId xmlns:a16="http://schemas.microsoft.com/office/drawing/2014/main" id="{AFF4117E-C782-2454-D378-B242BFD460F2}"/>
              </a:ext>
            </a:extLst>
          </p:cNvPr>
          <p:cNvSpPr/>
          <p:nvPr/>
        </p:nvSpPr>
        <p:spPr>
          <a:xfrm>
            <a:off x="8486103" y="4894867"/>
            <a:ext cx="377573" cy="377573"/>
          </a:xfrm>
          <a:custGeom>
            <a:avLst/>
            <a:gdLst/>
            <a:ahLst/>
            <a:cxnLst/>
            <a:rect l="l" t="t" r="r" b="b"/>
            <a:pathLst>
              <a:path w="686675" h="686675" extrusionOk="0">
                <a:moveTo>
                  <a:pt x="343338" y="0"/>
                </a:moveTo>
                <a:cubicBezTo>
                  <a:pt x="153736" y="0"/>
                  <a:pt x="0" y="153736"/>
                  <a:pt x="0" y="343338"/>
                </a:cubicBezTo>
                <a:cubicBezTo>
                  <a:pt x="0" y="532939"/>
                  <a:pt x="153736" y="686676"/>
                  <a:pt x="343338" y="686676"/>
                </a:cubicBezTo>
                <a:cubicBezTo>
                  <a:pt x="532939" y="686676"/>
                  <a:pt x="686676" y="532939"/>
                  <a:pt x="686676" y="343338"/>
                </a:cubicBezTo>
                <a:cubicBezTo>
                  <a:pt x="686676" y="153736"/>
                  <a:pt x="532939" y="0"/>
                  <a:pt x="343338" y="0"/>
                </a:cubicBezTo>
                <a:close/>
                <a:moveTo>
                  <a:pt x="431519" y="150822"/>
                </a:moveTo>
                <a:lnTo>
                  <a:pt x="545981" y="265284"/>
                </a:lnTo>
                <a:lnTo>
                  <a:pt x="521528" y="289738"/>
                </a:lnTo>
                <a:lnTo>
                  <a:pt x="407065" y="175275"/>
                </a:lnTo>
                <a:lnTo>
                  <a:pt x="431519" y="150822"/>
                </a:lnTo>
                <a:close/>
                <a:moveTo>
                  <a:pt x="502805" y="332173"/>
                </a:moveTo>
                <a:lnTo>
                  <a:pt x="502805" y="366754"/>
                </a:lnTo>
                <a:lnTo>
                  <a:pt x="429296" y="366754"/>
                </a:lnTo>
                <a:lnTo>
                  <a:pt x="429296" y="332173"/>
                </a:lnTo>
                <a:lnTo>
                  <a:pt x="502805" y="332173"/>
                </a:lnTo>
                <a:close/>
                <a:moveTo>
                  <a:pt x="59627" y="347685"/>
                </a:moveTo>
                <a:cubicBezTo>
                  <a:pt x="59627" y="317748"/>
                  <a:pt x="83883" y="293492"/>
                  <a:pt x="113820" y="293492"/>
                </a:cubicBezTo>
                <a:cubicBezTo>
                  <a:pt x="143757" y="293492"/>
                  <a:pt x="168013" y="317748"/>
                  <a:pt x="168013" y="347685"/>
                </a:cubicBezTo>
                <a:cubicBezTo>
                  <a:pt x="168013" y="377622"/>
                  <a:pt x="143757" y="401878"/>
                  <a:pt x="113820" y="401878"/>
                </a:cubicBezTo>
                <a:cubicBezTo>
                  <a:pt x="83883" y="401878"/>
                  <a:pt x="59627" y="377622"/>
                  <a:pt x="59627" y="347685"/>
                </a:cubicBezTo>
                <a:close/>
                <a:moveTo>
                  <a:pt x="265679" y="537583"/>
                </a:moveTo>
                <a:lnTo>
                  <a:pt x="151217" y="423121"/>
                </a:lnTo>
                <a:lnTo>
                  <a:pt x="175670" y="398667"/>
                </a:lnTo>
                <a:lnTo>
                  <a:pt x="290133" y="513130"/>
                </a:lnTo>
                <a:lnTo>
                  <a:pt x="265679" y="537583"/>
                </a:lnTo>
                <a:close/>
                <a:moveTo>
                  <a:pt x="191182" y="366754"/>
                </a:moveTo>
                <a:lnTo>
                  <a:pt x="191182" y="332173"/>
                </a:lnTo>
                <a:lnTo>
                  <a:pt x="264691" y="332173"/>
                </a:lnTo>
                <a:lnTo>
                  <a:pt x="264691" y="366754"/>
                </a:lnTo>
                <a:lnTo>
                  <a:pt x="191182" y="366754"/>
                </a:lnTo>
                <a:close/>
                <a:moveTo>
                  <a:pt x="175670" y="289787"/>
                </a:moveTo>
                <a:lnTo>
                  <a:pt x="151217" y="265334"/>
                </a:lnTo>
                <a:lnTo>
                  <a:pt x="265679" y="150871"/>
                </a:lnTo>
                <a:lnTo>
                  <a:pt x="290133" y="175325"/>
                </a:lnTo>
                <a:lnTo>
                  <a:pt x="175670" y="289787"/>
                </a:lnTo>
                <a:close/>
                <a:moveTo>
                  <a:pt x="345116" y="626802"/>
                </a:moveTo>
                <a:cubicBezTo>
                  <a:pt x="315179" y="626802"/>
                  <a:pt x="290923" y="602546"/>
                  <a:pt x="290923" y="572609"/>
                </a:cubicBezTo>
                <a:cubicBezTo>
                  <a:pt x="290923" y="542671"/>
                  <a:pt x="315179" y="518415"/>
                  <a:pt x="345116" y="518415"/>
                </a:cubicBezTo>
                <a:cubicBezTo>
                  <a:pt x="375053" y="518415"/>
                  <a:pt x="399309" y="542671"/>
                  <a:pt x="399309" y="572609"/>
                </a:cubicBezTo>
                <a:cubicBezTo>
                  <a:pt x="399309" y="602546"/>
                  <a:pt x="375053" y="626802"/>
                  <a:pt x="345116" y="626802"/>
                </a:cubicBezTo>
                <a:close/>
                <a:moveTo>
                  <a:pt x="345116" y="400594"/>
                </a:moveTo>
                <a:cubicBezTo>
                  <a:pt x="315179" y="400594"/>
                  <a:pt x="290923" y="376338"/>
                  <a:pt x="290923" y="346401"/>
                </a:cubicBezTo>
                <a:cubicBezTo>
                  <a:pt x="290923" y="316464"/>
                  <a:pt x="315179" y="292208"/>
                  <a:pt x="345116" y="292208"/>
                </a:cubicBezTo>
                <a:cubicBezTo>
                  <a:pt x="375053" y="292208"/>
                  <a:pt x="399309" y="316464"/>
                  <a:pt x="399309" y="346401"/>
                </a:cubicBezTo>
                <a:cubicBezTo>
                  <a:pt x="399309" y="376338"/>
                  <a:pt x="375053" y="400594"/>
                  <a:pt x="345116" y="400594"/>
                </a:cubicBezTo>
                <a:close/>
                <a:moveTo>
                  <a:pt x="345116" y="168063"/>
                </a:moveTo>
                <a:cubicBezTo>
                  <a:pt x="315179" y="168063"/>
                  <a:pt x="290923" y="143807"/>
                  <a:pt x="290923" y="113870"/>
                </a:cubicBezTo>
                <a:cubicBezTo>
                  <a:pt x="290923" y="83933"/>
                  <a:pt x="315179" y="59677"/>
                  <a:pt x="345116" y="59677"/>
                </a:cubicBezTo>
                <a:cubicBezTo>
                  <a:pt x="375053" y="59677"/>
                  <a:pt x="399309" y="83933"/>
                  <a:pt x="399309" y="113870"/>
                </a:cubicBezTo>
                <a:cubicBezTo>
                  <a:pt x="399309" y="143807"/>
                  <a:pt x="375053" y="168063"/>
                  <a:pt x="345116" y="168063"/>
                </a:cubicBezTo>
                <a:close/>
                <a:moveTo>
                  <a:pt x="431519" y="537583"/>
                </a:moveTo>
                <a:lnTo>
                  <a:pt x="407065" y="513130"/>
                </a:lnTo>
                <a:lnTo>
                  <a:pt x="521528" y="398667"/>
                </a:lnTo>
                <a:lnTo>
                  <a:pt x="545981" y="423121"/>
                </a:lnTo>
                <a:lnTo>
                  <a:pt x="431519" y="537583"/>
                </a:lnTo>
                <a:close/>
                <a:moveTo>
                  <a:pt x="576412" y="401878"/>
                </a:moveTo>
                <a:cubicBezTo>
                  <a:pt x="546475" y="401878"/>
                  <a:pt x="522219" y="377622"/>
                  <a:pt x="522219" y="347685"/>
                </a:cubicBezTo>
                <a:cubicBezTo>
                  <a:pt x="522219" y="317748"/>
                  <a:pt x="546475" y="293492"/>
                  <a:pt x="576412" y="293492"/>
                </a:cubicBezTo>
                <a:cubicBezTo>
                  <a:pt x="606350" y="293492"/>
                  <a:pt x="630605" y="317748"/>
                  <a:pt x="630605" y="347685"/>
                </a:cubicBezTo>
                <a:cubicBezTo>
                  <a:pt x="630605" y="377622"/>
                  <a:pt x="606350" y="401878"/>
                  <a:pt x="576412" y="401878"/>
                </a:cubicBez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1799"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77" name="Google Shape;3084;p19">
            <a:extLst>
              <a:ext uri="{FF2B5EF4-FFF2-40B4-BE49-F238E27FC236}">
                <a16:creationId xmlns:a16="http://schemas.microsoft.com/office/drawing/2014/main" id="{377F1B33-E18C-6E70-E4D1-E97051166E24}"/>
              </a:ext>
            </a:extLst>
          </p:cNvPr>
          <p:cNvSpPr/>
          <p:nvPr/>
        </p:nvSpPr>
        <p:spPr>
          <a:xfrm>
            <a:off x="7266876" y="4918901"/>
            <a:ext cx="307594" cy="343780"/>
          </a:xfrm>
          <a:custGeom>
            <a:avLst/>
            <a:gdLst/>
            <a:ahLst/>
            <a:cxnLst/>
            <a:rect l="l" t="t" r="r" b="b"/>
            <a:pathLst>
              <a:path w="271078" h="302969" extrusionOk="0">
                <a:moveTo>
                  <a:pt x="135539" y="0"/>
                </a:moveTo>
                <a:cubicBezTo>
                  <a:pt x="210386" y="0"/>
                  <a:pt x="271079" y="16074"/>
                  <a:pt x="271079" y="35918"/>
                </a:cubicBezTo>
                <a:lnTo>
                  <a:pt x="271079" y="51827"/>
                </a:lnTo>
                <a:cubicBezTo>
                  <a:pt x="271079" y="71647"/>
                  <a:pt x="210386" y="87697"/>
                  <a:pt x="135539" y="87697"/>
                </a:cubicBezTo>
                <a:cubicBezTo>
                  <a:pt x="60693" y="87697"/>
                  <a:pt x="0" y="71623"/>
                  <a:pt x="0" y="51827"/>
                </a:cubicBezTo>
                <a:lnTo>
                  <a:pt x="0" y="35871"/>
                </a:lnTo>
                <a:cubicBezTo>
                  <a:pt x="0" y="16051"/>
                  <a:pt x="60693" y="0"/>
                  <a:pt x="135539" y="0"/>
                </a:cubicBezTo>
                <a:close/>
                <a:moveTo>
                  <a:pt x="271079" y="267099"/>
                </a:moveTo>
                <a:cubicBezTo>
                  <a:pt x="271079" y="286919"/>
                  <a:pt x="210386" y="302970"/>
                  <a:pt x="135539" y="302970"/>
                </a:cubicBezTo>
                <a:cubicBezTo>
                  <a:pt x="60693" y="302970"/>
                  <a:pt x="0" y="286895"/>
                  <a:pt x="0" y="267099"/>
                </a:cubicBezTo>
                <a:lnTo>
                  <a:pt x="0" y="219255"/>
                </a:lnTo>
                <a:cubicBezTo>
                  <a:pt x="0" y="239076"/>
                  <a:pt x="60693" y="255126"/>
                  <a:pt x="135539" y="255126"/>
                </a:cubicBezTo>
                <a:cubicBezTo>
                  <a:pt x="210386" y="255126"/>
                  <a:pt x="271079" y="239076"/>
                  <a:pt x="271079" y="219279"/>
                </a:cubicBezTo>
                <a:lnTo>
                  <a:pt x="271079" y="267075"/>
                </a:lnTo>
                <a:close/>
                <a:moveTo>
                  <a:pt x="271079" y="195334"/>
                </a:moveTo>
                <a:cubicBezTo>
                  <a:pt x="271079" y="215154"/>
                  <a:pt x="210386" y="231204"/>
                  <a:pt x="135539" y="231204"/>
                </a:cubicBezTo>
                <a:cubicBezTo>
                  <a:pt x="60693" y="231204"/>
                  <a:pt x="0" y="215130"/>
                  <a:pt x="0" y="195334"/>
                </a:cubicBezTo>
                <a:lnTo>
                  <a:pt x="0" y="147490"/>
                </a:lnTo>
                <a:cubicBezTo>
                  <a:pt x="0" y="167310"/>
                  <a:pt x="60693" y="183361"/>
                  <a:pt x="135539" y="183361"/>
                </a:cubicBezTo>
                <a:cubicBezTo>
                  <a:pt x="210386" y="183361"/>
                  <a:pt x="271079" y="167310"/>
                  <a:pt x="271079" y="147514"/>
                </a:cubicBezTo>
                <a:lnTo>
                  <a:pt x="271079" y="195334"/>
                </a:lnTo>
                <a:close/>
                <a:moveTo>
                  <a:pt x="271079" y="123568"/>
                </a:moveTo>
                <a:cubicBezTo>
                  <a:pt x="271079" y="143388"/>
                  <a:pt x="210386" y="159439"/>
                  <a:pt x="135539" y="159439"/>
                </a:cubicBezTo>
                <a:cubicBezTo>
                  <a:pt x="60693" y="159439"/>
                  <a:pt x="0" y="143365"/>
                  <a:pt x="0" y="123568"/>
                </a:cubicBezTo>
                <a:lnTo>
                  <a:pt x="0" y="75725"/>
                </a:lnTo>
                <a:cubicBezTo>
                  <a:pt x="0" y="95545"/>
                  <a:pt x="60693" y="111595"/>
                  <a:pt x="135539" y="111595"/>
                </a:cubicBezTo>
                <a:cubicBezTo>
                  <a:pt x="210386" y="111595"/>
                  <a:pt x="271079" y="95545"/>
                  <a:pt x="271079" y="75748"/>
                </a:cubicBezTo>
                <a:lnTo>
                  <a:pt x="271079" y="123568"/>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1799"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78" name="Google Shape;3085;p19">
            <a:extLst>
              <a:ext uri="{FF2B5EF4-FFF2-40B4-BE49-F238E27FC236}">
                <a16:creationId xmlns:a16="http://schemas.microsoft.com/office/drawing/2014/main" id="{1D2FC5C6-2D02-DCEE-B9E8-5ABC46CDC881}"/>
              </a:ext>
            </a:extLst>
          </p:cNvPr>
          <p:cNvSpPr/>
          <p:nvPr/>
        </p:nvSpPr>
        <p:spPr>
          <a:xfrm>
            <a:off x="5893832" y="2683896"/>
            <a:ext cx="379860" cy="343690"/>
          </a:xfrm>
          <a:custGeom>
            <a:avLst/>
            <a:gdLst/>
            <a:ahLst/>
            <a:cxnLst/>
            <a:rect l="l" t="t" r="r" b="b"/>
            <a:pathLst>
              <a:path w="690834" h="625055" extrusionOk="0">
                <a:moveTo>
                  <a:pt x="526283" y="456636"/>
                </a:moveTo>
                <a:cubicBezTo>
                  <a:pt x="515286" y="456636"/>
                  <a:pt x="506326" y="465596"/>
                  <a:pt x="506326" y="476593"/>
                </a:cubicBezTo>
                <a:cubicBezTo>
                  <a:pt x="506326" y="487590"/>
                  <a:pt x="515286" y="496551"/>
                  <a:pt x="526283" y="496551"/>
                </a:cubicBezTo>
                <a:cubicBezTo>
                  <a:pt x="537281" y="496551"/>
                  <a:pt x="546241" y="487590"/>
                  <a:pt x="546241" y="476593"/>
                </a:cubicBezTo>
                <a:cubicBezTo>
                  <a:pt x="546241" y="465596"/>
                  <a:pt x="537281" y="456636"/>
                  <a:pt x="526283" y="456636"/>
                </a:cubicBezTo>
                <a:close/>
                <a:moveTo>
                  <a:pt x="602347" y="336736"/>
                </a:moveTo>
                <a:cubicBezTo>
                  <a:pt x="591350" y="336736"/>
                  <a:pt x="582390" y="345697"/>
                  <a:pt x="582390" y="356694"/>
                </a:cubicBezTo>
                <a:cubicBezTo>
                  <a:pt x="582390" y="367691"/>
                  <a:pt x="591350" y="376652"/>
                  <a:pt x="602347" y="376652"/>
                </a:cubicBezTo>
                <a:cubicBezTo>
                  <a:pt x="613344" y="376652"/>
                  <a:pt x="622305" y="367691"/>
                  <a:pt x="622305" y="356694"/>
                </a:cubicBezTo>
                <a:cubicBezTo>
                  <a:pt x="622305" y="345697"/>
                  <a:pt x="613344" y="336736"/>
                  <a:pt x="602347" y="336736"/>
                </a:cubicBezTo>
                <a:close/>
                <a:moveTo>
                  <a:pt x="50505" y="290558"/>
                </a:moveTo>
                <a:cubicBezTo>
                  <a:pt x="39508" y="290558"/>
                  <a:pt x="30548" y="299519"/>
                  <a:pt x="30548" y="310516"/>
                </a:cubicBezTo>
                <a:cubicBezTo>
                  <a:pt x="30548" y="321513"/>
                  <a:pt x="39508" y="330474"/>
                  <a:pt x="50505" y="330474"/>
                </a:cubicBezTo>
                <a:cubicBezTo>
                  <a:pt x="61503" y="330474"/>
                  <a:pt x="70463" y="321513"/>
                  <a:pt x="70463" y="310516"/>
                </a:cubicBezTo>
                <a:cubicBezTo>
                  <a:pt x="70463" y="299519"/>
                  <a:pt x="61503" y="290558"/>
                  <a:pt x="50505" y="290558"/>
                </a:cubicBezTo>
                <a:close/>
                <a:moveTo>
                  <a:pt x="640328" y="216837"/>
                </a:moveTo>
                <a:cubicBezTo>
                  <a:pt x="629331" y="216837"/>
                  <a:pt x="620371" y="225797"/>
                  <a:pt x="620371" y="236794"/>
                </a:cubicBezTo>
                <a:cubicBezTo>
                  <a:pt x="620371" y="247791"/>
                  <a:pt x="629331" y="256752"/>
                  <a:pt x="640328" y="256752"/>
                </a:cubicBezTo>
                <a:cubicBezTo>
                  <a:pt x="651326" y="256752"/>
                  <a:pt x="660286" y="247791"/>
                  <a:pt x="660286" y="236794"/>
                </a:cubicBezTo>
                <a:cubicBezTo>
                  <a:pt x="660286" y="225797"/>
                  <a:pt x="651326" y="216837"/>
                  <a:pt x="640328" y="216837"/>
                </a:cubicBezTo>
                <a:close/>
                <a:moveTo>
                  <a:pt x="570628" y="96938"/>
                </a:moveTo>
                <a:cubicBezTo>
                  <a:pt x="559631" y="96938"/>
                  <a:pt x="550671" y="105898"/>
                  <a:pt x="550671" y="116895"/>
                </a:cubicBezTo>
                <a:cubicBezTo>
                  <a:pt x="550671" y="127892"/>
                  <a:pt x="559631" y="136853"/>
                  <a:pt x="570628" y="136853"/>
                </a:cubicBezTo>
                <a:cubicBezTo>
                  <a:pt x="581626" y="136853"/>
                  <a:pt x="590586" y="127892"/>
                  <a:pt x="590586" y="116895"/>
                </a:cubicBezTo>
                <a:cubicBezTo>
                  <a:pt x="590586" y="105898"/>
                  <a:pt x="581626" y="96938"/>
                  <a:pt x="570628" y="96938"/>
                </a:cubicBezTo>
                <a:close/>
                <a:moveTo>
                  <a:pt x="354352" y="30548"/>
                </a:moveTo>
                <a:cubicBezTo>
                  <a:pt x="314831" y="30548"/>
                  <a:pt x="279147" y="51569"/>
                  <a:pt x="259329" y="83815"/>
                </a:cubicBezTo>
                <a:lnTo>
                  <a:pt x="252360" y="101446"/>
                </a:lnTo>
                <a:lnTo>
                  <a:pt x="273553" y="98974"/>
                </a:lnTo>
                <a:cubicBezTo>
                  <a:pt x="283125" y="99788"/>
                  <a:pt x="292646" y="101570"/>
                  <a:pt x="301810" y="104269"/>
                </a:cubicBezTo>
                <a:lnTo>
                  <a:pt x="293206" y="133595"/>
                </a:lnTo>
                <a:cubicBezTo>
                  <a:pt x="286027" y="131456"/>
                  <a:pt x="278543" y="130082"/>
                  <a:pt x="271008" y="129471"/>
                </a:cubicBezTo>
                <a:cubicBezTo>
                  <a:pt x="209862" y="124430"/>
                  <a:pt x="155843" y="169946"/>
                  <a:pt x="150701" y="231092"/>
                </a:cubicBezTo>
                <a:cubicBezTo>
                  <a:pt x="149581" y="244457"/>
                  <a:pt x="150879" y="257796"/>
                  <a:pt x="154437" y="270499"/>
                </a:cubicBezTo>
                <a:lnTo>
                  <a:pt x="160642" y="283270"/>
                </a:lnTo>
                <a:lnTo>
                  <a:pt x="186646" y="259094"/>
                </a:lnTo>
                <a:cubicBezTo>
                  <a:pt x="194842" y="254054"/>
                  <a:pt x="203498" y="249777"/>
                  <a:pt x="212458" y="246519"/>
                </a:cubicBezTo>
                <a:lnTo>
                  <a:pt x="222997" y="275183"/>
                </a:lnTo>
                <a:cubicBezTo>
                  <a:pt x="215971" y="277779"/>
                  <a:pt x="209149" y="281089"/>
                  <a:pt x="202683" y="285060"/>
                </a:cubicBezTo>
                <a:cubicBezTo>
                  <a:pt x="150447" y="317389"/>
                  <a:pt x="134256" y="386172"/>
                  <a:pt x="166586" y="438358"/>
                </a:cubicBezTo>
                <a:cubicBezTo>
                  <a:pt x="173637" y="449763"/>
                  <a:pt x="182623" y="459703"/>
                  <a:pt x="193048" y="467786"/>
                </a:cubicBezTo>
                <a:lnTo>
                  <a:pt x="222567" y="483161"/>
                </a:lnTo>
                <a:lnTo>
                  <a:pt x="243006" y="483161"/>
                </a:lnTo>
                <a:cubicBezTo>
                  <a:pt x="243006" y="544562"/>
                  <a:pt x="292951" y="594507"/>
                  <a:pt x="354352" y="594507"/>
                </a:cubicBezTo>
                <a:cubicBezTo>
                  <a:pt x="376397" y="594507"/>
                  <a:pt x="397526" y="588092"/>
                  <a:pt x="415803" y="575873"/>
                </a:cubicBezTo>
                <a:lnTo>
                  <a:pt x="415803" y="491817"/>
                </a:lnTo>
                <a:lnTo>
                  <a:pt x="367487" y="491817"/>
                </a:lnTo>
                <a:cubicBezTo>
                  <a:pt x="351654" y="491817"/>
                  <a:pt x="338773" y="506632"/>
                  <a:pt x="338773" y="524808"/>
                </a:cubicBezTo>
                <a:lnTo>
                  <a:pt x="308225" y="524808"/>
                </a:lnTo>
                <a:cubicBezTo>
                  <a:pt x="308225" y="489780"/>
                  <a:pt x="334801" y="461269"/>
                  <a:pt x="367487" y="461269"/>
                </a:cubicBezTo>
                <a:lnTo>
                  <a:pt x="415803" y="461269"/>
                </a:lnTo>
                <a:lnTo>
                  <a:pt x="415803" y="371306"/>
                </a:lnTo>
                <a:lnTo>
                  <a:pt x="270193" y="371306"/>
                </a:lnTo>
                <a:cubicBezTo>
                  <a:pt x="254360" y="371306"/>
                  <a:pt x="241479" y="386121"/>
                  <a:pt x="241479" y="404297"/>
                </a:cubicBezTo>
                <a:lnTo>
                  <a:pt x="210931" y="404297"/>
                </a:lnTo>
                <a:cubicBezTo>
                  <a:pt x="210931" y="369269"/>
                  <a:pt x="237507" y="340758"/>
                  <a:pt x="270193" y="340758"/>
                </a:cubicBezTo>
                <a:lnTo>
                  <a:pt x="415803" y="340758"/>
                </a:lnTo>
                <a:lnTo>
                  <a:pt x="415803" y="251712"/>
                </a:lnTo>
                <a:lnTo>
                  <a:pt x="303082" y="251712"/>
                </a:lnTo>
                <a:cubicBezTo>
                  <a:pt x="270396" y="251712"/>
                  <a:pt x="243820" y="225136"/>
                  <a:pt x="243820" y="192450"/>
                </a:cubicBezTo>
                <a:lnTo>
                  <a:pt x="274368" y="192450"/>
                </a:lnTo>
                <a:cubicBezTo>
                  <a:pt x="274368" y="208284"/>
                  <a:pt x="287249" y="221165"/>
                  <a:pt x="303082" y="221165"/>
                </a:cubicBezTo>
                <a:lnTo>
                  <a:pt x="415803" y="221165"/>
                </a:lnTo>
                <a:lnTo>
                  <a:pt x="415803" y="132119"/>
                </a:lnTo>
                <a:lnTo>
                  <a:pt x="375633" y="132119"/>
                </a:lnTo>
                <a:lnTo>
                  <a:pt x="375633" y="101571"/>
                </a:lnTo>
                <a:lnTo>
                  <a:pt x="415803" y="101571"/>
                </a:lnTo>
                <a:lnTo>
                  <a:pt x="415803" y="49182"/>
                </a:lnTo>
                <a:cubicBezTo>
                  <a:pt x="397475" y="36963"/>
                  <a:pt x="376397" y="30548"/>
                  <a:pt x="354352" y="30548"/>
                </a:cubicBezTo>
                <a:close/>
                <a:moveTo>
                  <a:pt x="354352" y="0"/>
                </a:moveTo>
                <a:cubicBezTo>
                  <a:pt x="385612" y="0"/>
                  <a:pt x="415345" y="10081"/>
                  <a:pt x="440343" y="29173"/>
                </a:cubicBezTo>
                <a:lnTo>
                  <a:pt x="446351" y="33755"/>
                </a:lnTo>
                <a:lnTo>
                  <a:pt x="446351" y="101571"/>
                </a:lnTo>
                <a:lnTo>
                  <a:pt x="523214" y="101571"/>
                </a:lnTo>
                <a:lnTo>
                  <a:pt x="524098" y="97204"/>
                </a:lnTo>
                <a:cubicBezTo>
                  <a:pt x="531775" y="79083"/>
                  <a:pt x="549741" y="66339"/>
                  <a:pt x="570628" y="66339"/>
                </a:cubicBezTo>
                <a:cubicBezTo>
                  <a:pt x="598478" y="66339"/>
                  <a:pt x="621134" y="88995"/>
                  <a:pt x="621134" y="116844"/>
                </a:cubicBezTo>
                <a:cubicBezTo>
                  <a:pt x="621134" y="144694"/>
                  <a:pt x="598478" y="167350"/>
                  <a:pt x="570628" y="167350"/>
                </a:cubicBezTo>
                <a:cubicBezTo>
                  <a:pt x="549741" y="167350"/>
                  <a:pt x="531775" y="154606"/>
                  <a:pt x="524098" y="136485"/>
                </a:cubicBezTo>
                <a:lnTo>
                  <a:pt x="523214" y="132119"/>
                </a:lnTo>
                <a:lnTo>
                  <a:pt x="446351" y="132119"/>
                </a:lnTo>
                <a:lnTo>
                  <a:pt x="446351" y="221470"/>
                </a:lnTo>
                <a:lnTo>
                  <a:pt x="592914" y="221470"/>
                </a:lnTo>
                <a:lnTo>
                  <a:pt x="593798" y="217103"/>
                </a:lnTo>
                <a:cubicBezTo>
                  <a:pt x="601476" y="198982"/>
                  <a:pt x="619442" y="186238"/>
                  <a:pt x="640328" y="186238"/>
                </a:cubicBezTo>
                <a:cubicBezTo>
                  <a:pt x="668178" y="186238"/>
                  <a:pt x="690834" y="208894"/>
                  <a:pt x="690834" y="236743"/>
                </a:cubicBezTo>
                <a:cubicBezTo>
                  <a:pt x="690834" y="264593"/>
                  <a:pt x="668178" y="287249"/>
                  <a:pt x="640328" y="287249"/>
                </a:cubicBezTo>
                <a:cubicBezTo>
                  <a:pt x="619442" y="287249"/>
                  <a:pt x="601476" y="274505"/>
                  <a:pt x="593798" y="256384"/>
                </a:cubicBezTo>
                <a:lnTo>
                  <a:pt x="592915" y="252018"/>
                </a:lnTo>
                <a:lnTo>
                  <a:pt x="446351" y="252018"/>
                </a:lnTo>
                <a:lnTo>
                  <a:pt x="446351" y="341369"/>
                </a:lnTo>
                <a:lnTo>
                  <a:pt x="554933" y="341369"/>
                </a:lnTo>
                <a:lnTo>
                  <a:pt x="555817" y="337003"/>
                </a:lnTo>
                <a:cubicBezTo>
                  <a:pt x="563494" y="318882"/>
                  <a:pt x="581460" y="306138"/>
                  <a:pt x="602347" y="306138"/>
                </a:cubicBezTo>
                <a:cubicBezTo>
                  <a:pt x="630197" y="306138"/>
                  <a:pt x="652853" y="328794"/>
                  <a:pt x="652853" y="356643"/>
                </a:cubicBezTo>
                <a:cubicBezTo>
                  <a:pt x="652853" y="384493"/>
                  <a:pt x="630197" y="407149"/>
                  <a:pt x="602347" y="407149"/>
                </a:cubicBezTo>
                <a:cubicBezTo>
                  <a:pt x="581460" y="407149"/>
                  <a:pt x="563494" y="394405"/>
                  <a:pt x="555817" y="376284"/>
                </a:cubicBezTo>
                <a:lnTo>
                  <a:pt x="554933" y="371917"/>
                </a:lnTo>
                <a:lnTo>
                  <a:pt x="446351" y="371917"/>
                </a:lnTo>
                <a:lnTo>
                  <a:pt x="446351" y="461269"/>
                </a:lnTo>
                <a:lnTo>
                  <a:pt x="478869" y="461269"/>
                </a:lnTo>
                <a:lnTo>
                  <a:pt x="479753" y="456902"/>
                </a:lnTo>
                <a:cubicBezTo>
                  <a:pt x="487430" y="438781"/>
                  <a:pt x="505396" y="426037"/>
                  <a:pt x="526283" y="426037"/>
                </a:cubicBezTo>
                <a:cubicBezTo>
                  <a:pt x="554133" y="426037"/>
                  <a:pt x="576789" y="448693"/>
                  <a:pt x="576789" y="476542"/>
                </a:cubicBezTo>
                <a:cubicBezTo>
                  <a:pt x="576789" y="504392"/>
                  <a:pt x="554133" y="527048"/>
                  <a:pt x="526283" y="527048"/>
                </a:cubicBezTo>
                <a:cubicBezTo>
                  <a:pt x="505396" y="527048"/>
                  <a:pt x="487430" y="514304"/>
                  <a:pt x="479753" y="496183"/>
                </a:cubicBezTo>
                <a:lnTo>
                  <a:pt x="478869" y="491817"/>
                </a:lnTo>
                <a:lnTo>
                  <a:pt x="446351" y="491817"/>
                </a:lnTo>
                <a:lnTo>
                  <a:pt x="446351" y="591249"/>
                </a:lnTo>
                <a:lnTo>
                  <a:pt x="440343" y="595831"/>
                </a:lnTo>
                <a:cubicBezTo>
                  <a:pt x="415345" y="614923"/>
                  <a:pt x="385612" y="625055"/>
                  <a:pt x="354352" y="625055"/>
                </a:cubicBezTo>
                <a:cubicBezTo>
                  <a:pt x="295662" y="625055"/>
                  <a:pt x="245192" y="589257"/>
                  <a:pt x="223624" y="538345"/>
                </a:cubicBezTo>
                <a:lnTo>
                  <a:pt x="218933" y="515161"/>
                </a:lnTo>
                <a:lnTo>
                  <a:pt x="174395" y="491924"/>
                </a:lnTo>
                <a:cubicBezTo>
                  <a:pt x="161113" y="481621"/>
                  <a:pt x="149657" y="468957"/>
                  <a:pt x="140671" y="454446"/>
                </a:cubicBezTo>
                <a:cubicBezTo>
                  <a:pt x="120714" y="422219"/>
                  <a:pt x="114502" y="384136"/>
                  <a:pt x="123208" y="347224"/>
                </a:cubicBezTo>
                <a:lnTo>
                  <a:pt x="132938" y="325790"/>
                </a:lnTo>
                <a:lnTo>
                  <a:pt x="97909" y="325790"/>
                </a:lnTo>
                <a:lnTo>
                  <a:pt x="97036" y="330106"/>
                </a:lnTo>
                <a:cubicBezTo>
                  <a:pt x="89358" y="348227"/>
                  <a:pt x="71392" y="360971"/>
                  <a:pt x="50505" y="360971"/>
                </a:cubicBezTo>
                <a:cubicBezTo>
                  <a:pt x="22656" y="360971"/>
                  <a:pt x="0" y="338315"/>
                  <a:pt x="0" y="310465"/>
                </a:cubicBezTo>
                <a:cubicBezTo>
                  <a:pt x="0" y="282616"/>
                  <a:pt x="22656" y="259960"/>
                  <a:pt x="50505" y="259960"/>
                </a:cubicBezTo>
                <a:cubicBezTo>
                  <a:pt x="71392" y="259960"/>
                  <a:pt x="89358" y="272704"/>
                  <a:pt x="97036" y="290825"/>
                </a:cubicBezTo>
                <a:lnTo>
                  <a:pt x="97930" y="295242"/>
                </a:lnTo>
                <a:lnTo>
                  <a:pt x="133039" y="295242"/>
                </a:lnTo>
                <a:lnTo>
                  <a:pt x="125015" y="278721"/>
                </a:lnTo>
                <a:cubicBezTo>
                  <a:pt x="120484" y="262531"/>
                  <a:pt x="118829" y="245526"/>
                  <a:pt x="120255" y="228496"/>
                </a:cubicBezTo>
                <a:cubicBezTo>
                  <a:pt x="125181" y="170035"/>
                  <a:pt x="165045" y="122743"/>
                  <a:pt x="217597" y="105501"/>
                </a:cubicBezTo>
                <a:lnTo>
                  <a:pt x="218443" y="105402"/>
                </a:lnTo>
                <a:lnTo>
                  <a:pt x="233261" y="67916"/>
                </a:lnTo>
                <a:cubicBezTo>
                  <a:pt x="258518" y="26805"/>
                  <a:pt x="303986" y="0"/>
                  <a:pt x="354352" y="0"/>
                </a:cubicBezTo>
                <a:close/>
              </a:path>
            </a:pathLst>
          </a:custGeom>
          <a:solidFill>
            <a:srgbClr val="FFFFFF"/>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1799"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80" name="Google Shape;3087;p19">
            <a:extLst>
              <a:ext uri="{FF2B5EF4-FFF2-40B4-BE49-F238E27FC236}">
                <a16:creationId xmlns:a16="http://schemas.microsoft.com/office/drawing/2014/main" id="{4DBCA674-0C30-B76D-F23C-4AEFE0E6FEAF}"/>
              </a:ext>
            </a:extLst>
          </p:cNvPr>
          <p:cNvSpPr/>
          <p:nvPr/>
        </p:nvSpPr>
        <p:spPr>
          <a:xfrm>
            <a:off x="8485105" y="2664765"/>
            <a:ext cx="375329" cy="375593"/>
          </a:xfrm>
          <a:custGeom>
            <a:avLst/>
            <a:gdLst/>
            <a:ahLst/>
            <a:cxnLst/>
            <a:rect l="l" t="t" r="r" b="b"/>
            <a:pathLst>
              <a:path w="682595" h="683075" extrusionOk="0">
                <a:moveTo>
                  <a:pt x="205196" y="288762"/>
                </a:moveTo>
                <a:lnTo>
                  <a:pt x="229961" y="288762"/>
                </a:lnTo>
                <a:lnTo>
                  <a:pt x="258536" y="360390"/>
                </a:lnTo>
                <a:lnTo>
                  <a:pt x="286539" y="288762"/>
                </a:lnTo>
                <a:lnTo>
                  <a:pt x="311114" y="288762"/>
                </a:lnTo>
                <a:lnTo>
                  <a:pt x="269394" y="387250"/>
                </a:lnTo>
                <a:lnTo>
                  <a:pt x="247677" y="387250"/>
                </a:lnTo>
                <a:close/>
                <a:moveTo>
                  <a:pt x="379376" y="286476"/>
                </a:moveTo>
                <a:cubicBezTo>
                  <a:pt x="394997" y="286476"/>
                  <a:pt x="407570" y="295620"/>
                  <a:pt x="412714" y="309907"/>
                </a:cubicBezTo>
                <a:cubicBezTo>
                  <a:pt x="415381" y="295810"/>
                  <a:pt x="427192" y="286476"/>
                  <a:pt x="442622" y="286476"/>
                </a:cubicBezTo>
                <a:cubicBezTo>
                  <a:pt x="463196" y="286476"/>
                  <a:pt x="478627" y="302287"/>
                  <a:pt x="478627" y="324576"/>
                </a:cubicBezTo>
                <a:lnTo>
                  <a:pt x="478627" y="387250"/>
                </a:lnTo>
                <a:lnTo>
                  <a:pt x="455957" y="387250"/>
                </a:lnTo>
                <a:lnTo>
                  <a:pt x="455957" y="328386"/>
                </a:lnTo>
                <a:cubicBezTo>
                  <a:pt x="455957" y="315432"/>
                  <a:pt x="448147" y="306288"/>
                  <a:pt x="436907" y="306288"/>
                </a:cubicBezTo>
                <a:cubicBezTo>
                  <a:pt x="424144" y="306288"/>
                  <a:pt x="415190" y="314860"/>
                  <a:pt x="415190" y="326862"/>
                </a:cubicBezTo>
                <a:lnTo>
                  <a:pt x="415190" y="387250"/>
                </a:lnTo>
                <a:lnTo>
                  <a:pt x="392711" y="387250"/>
                </a:lnTo>
                <a:lnTo>
                  <a:pt x="392711" y="328386"/>
                </a:lnTo>
                <a:cubicBezTo>
                  <a:pt x="392711" y="315432"/>
                  <a:pt x="384710" y="306288"/>
                  <a:pt x="373471" y="306288"/>
                </a:cubicBezTo>
                <a:cubicBezTo>
                  <a:pt x="360898" y="306288"/>
                  <a:pt x="351944" y="314860"/>
                  <a:pt x="351944" y="326862"/>
                </a:cubicBezTo>
                <a:lnTo>
                  <a:pt x="351944" y="387250"/>
                </a:lnTo>
                <a:lnTo>
                  <a:pt x="328703" y="387250"/>
                </a:lnTo>
                <a:lnTo>
                  <a:pt x="328703" y="288762"/>
                </a:lnTo>
                <a:lnTo>
                  <a:pt x="351944" y="288762"/>
                </a:lnTo>
                <a:lnTo>
                  <a:pt x="351944" y="302097"/>
                </a:lnTo>
                <a:cubicBezTo>
                  <a:pt x="356897" y="292572"/>
                  <a:pt x="366994" y="286476"/>
                  <a:pt x="379376" y="286476"/>
                </a:cubicBezTo>
                <a:close/>
                <a:moveTo>
                  <a:pt x="0" y="0"/>
                </a:moveTo>
                <a:lnTo>
                  <a:pt x="682595" y="0"/>
                </a:lnTo>
                <a:lnTo>
                  <a:pt x="682595" y="661954"/>
                </a:lnTo>
                <a:lnTo>
                  <a:pt x="634593" y="661954"/>
                </a:lnTo>
                <a:lnTo>
                  <a:pt x="634593" y="48002"/>
                </a:lnTo>
                <a:lnTo>
                  <a:pt x="48002" y="48002"/>
                </a:lnTo>
                <a:lnTo>
                  <a:pt x="48002" y="635073"/>
                </a:lnTo>
                <a:lnTo>
                  <a:pt x="574590" y="635073"/>
                </a:lnTo>
                <a:lnTo>
                  <a:pt x="574590" y="683075"/>
                </a:lnTo>
                <a:lnTo>
                  <a:pt x="0" y="683075"/>
                </a:lnTo>
                <a:close/>
              </a:path>
            </a:pathLst>
          </a:custGeom>
          <a:solidFill>
            <a:srgbClr val="FFFFFF"/>
          </a:solidFill>
          <a:ln>
            <a:noFill/>
          </a:ln>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89" name="Google Shape;3096;p19">
            <a:extLst>
              <a:ext uri="{FF2B5EF4-FFF2-40B4-BE49-F238E27FC236}">
                <a16:creationId xmlns:a16="http://schemas.microsoft.com/office/drawing/2014/main" id="{C0BC2EDB-CC62-BFCC-EAAD-F10FD18DAE4F}"/>
              </a:ext>
            </a:extLst>
          </p:cNvPr>
          <p:cNvSpPr txBox="1"/>
          <p:nvPr/>
        </p:nvSpPr>
        <p:spPr>
          <a:xfrm>
            <a:off x="5296740" y="3168241"/>
            <a:ext cx="1561993" cy="169156"/>
          </a:xfrm>
          <a:prstGeom prst="rect">
            <a:avLst/>
          </a:prstGeom>
          <a:noFill/>
          <a:ln>
            <a:noFill/>
          </a:ln>
        </p:spPr>
        <p:txBody>
          <a:bodyPr spcFirstLastPara="1" wrap="square" lIns="0" tIns="0" rIns="0" bIns="0" anchor="ctr" anchorCtr="0">
            <a:spAutoFit/>
          </a:bodyPr>
          <a:lstStyle/>
          <a:p>
            <a:pPr marL="0" marR="0" lvl="0" indent="0" algn="ctr" defTabSz="914400" rtl="0" eaLnBrk="1" fontAlgn="auto" latinLnBrk="0" hangingPunct="1">
              <a:lnSpc>
                <a:spcPct val="100000"/>
              </a:lnSpc>
              <a:spcBef>
                <a:spcPts val="0"/>
              </a:spcBef>
              <a:spcAft>
                <a:spcPts val="0"/>
              </a:spcAft>
              <a:buClr>
                <a:srgbClr val="FFFFFF"/>
              </a:buClr>
              <a:buSzPts val="1100"/>
              <a:buFontTx/>
              <a:buNone/>
              <a:tabLst/>
              <a:defRPr/>
            </a:pPr>
            <a:r>
              <a:rPr kumimoji="0" lang="en-US" sz="1100" b="0" i="0" u="none" strike="noStrike" kern="1200" cap="none" spc="0" normalizeH="0" baseline="0" noProof="0" dirty="0">
                <a:ln>
                  <a:noFill/>
                </a:ln>
                <a:solidFill>
                  <a:srgbClr val="FFFFFF"/>
                </a:solidFill>
                <a:effectLst/>
                <a:uLnTx/>
                <a:uFillTx/>
                <a:latin typeface="Arial"/>
                <a:ea typeface="Arial"/>
                <a:cs typeface="Arial"/>
                <a:sym typeface="Arial"/>
              </a:rPr>
              <a:t>AI / ML</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90" name="Google Shape;3097;p19">
            <a:extLst>
              <a:ext uri="{FF2B5EF4-FFF2-40B4-BE49-F238E27FC236}">
                <a16:creationId xmlns:a16="http://schemas.microsoft.com/office/drawing/2014/main" id="{C6A7572A-5390-E693-DED3-DBB49A0A60E0}"/>
              </a:ext>
            </a:extLst>
          </p:cNvPr>
          <p:cNvSpPr txBox="1"/>
          <p:nvPr/>
        </p:nvSpPr>
        <p:spPr>
          <a:xfrm>
            <a:off x="7905109" y="3168241"/>
            <a:ext cx="1561993" cy="169156"/>
          </a:xfrm>
          <a:prstGeom prst="rect">
            <a:avLst/>
          </a:prstGeom>
          <a:noFill/>
          <a:ln>
            <a:noFill/>
          </a:ln>
        </p:spPr>
        <p:txBody>
          <a:bodyPr spcFirstLastPara="1" wrap="square" lIns="0" tIns="0" rIns="0" bIns="0" anchor="ctr" anchorCtr="0">
            <a:spAutoFit/>
          </a:bodyPr>
          <a:lstStyle/>
          <a:p>
            <a:pPr marL="0" marR="0" lvl="0" indent="0" algn="ctr" defTabSz="914400" rtl="0" eaLnBrk="1" fontAlgn="auto" latinLnBrk="0" hangingPunct="1">
              <a:lnSpc>
                <a:spcPct val="100000"/>
              </a:lnSpc>
              <a:spcBef>
                <a:spcPts val="0"/>
              </a:spcBef>
              <a:spcAft>
                <a:spcPts val="0"/>
              </a:spcAft>
              <a:buClr>
                <a:srgbClr val="FFFFFF"/>
              </a:buClr>
              <a:buSzPts val="1100"/>
              <a:buFontTx/>
              <a:buNone/>
              <a:tabLst/>
              <a:defRPr/>
            </a:pPr>
            <a:r>
              <a:rPr kumimoji="0" lang="en-US" sz="1100" b="0" i="0" u="none" strike="noStrike" kern="1200" cap="none" spc="0" normalizeH="0" baseline="0" noProof="0" dirty="0">
                <a:ln>
                  <a:noFill/>
                </a:ln>
                <a:solidFill>
                  <a:srgbClr val="FFFFFF"/>
                </a:solidFill>
                <a:effectLst/>
                <a:uLnTx/>
                <a:uFillTx/>
                <a:latin typeface="Arial"/>
                <a:ea typeface="Arial"/>
                <a:cs typeface="Arial"/>
                <a:sym typeface="Arial"/>
              </a:rPr>
              <a:t>Traditional VMs</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91" name="Google Shape;3098;p19">
            <a:extLst>
              <a:ext uri="{FF2B5EF4-FFF2-40B4-BE49-F238E27FC236}">
                <a16:creationId xmlns:a16="http://schemas.microsoft.com/office/drawing/2014/main" id="{18779FB7-8567-C1A2-115A-2629DAC07D3E}"/>
              </a:ext>
            </a:extLst>
          </p:cNvPr>
          <p:cNvSpPr txBox="1"/>
          <p:nvPr/>
        </p:nvSpPr>
        <p:spPr>
          <a:xfrm>
            <a:off x="6639496" y="3168241"/>
            <a:ext cx="1561993" cy="169156"/>
          </a:xfrm>
          <a:prstGeom prst="rect">
            <a:avLst/>
          </a:prstGeom>
          <a:noFill/>
          <a:ln>
            <a:noFill/>
          </a:ln>
        </p:spPr>
        <p:txBody>
          <a:bodyPr spcFirstLastPara="1" wrap="square" lIns="0" tIns="0" rIns="0" bIns="0" anchor="ctr" anchorCtr="0">
            <a:spAutoFit/>
          </a:bodyPr>
          <a:lstStyle/>
          <a:p>
            <a:pPr marL="0" marR="0" lvl="0" indent="0" algn="ctr" defTabSz="914400" rtl="0" eaLnBrk="1" fontAlgn="auto" latinLnBrk="0" hangingPunct="1">
              <a:lnSpc>
                <a:spcPct val="100000"/>
              </a:lnSpc>
              <a:spcBef>
                <a:spcPts val="0"/>
              </a:spcBef>
              <a:spcAft>
                <a:spcPts val="0"/>
              </a:spcAft>
              <a:buClr>
                <a:srgbClr val="FFFFFF"/>
              </a:buClr>
              <a:buSzPts val="1100"/>
              <a:buFontTx/>
              <a:buNone/>
              <a:tabLst/>
              <a:defRPr/>
            </a:pPr>
            <a:r>
              <a:rPr kumimoji="0" lang="en-US" sz="1100" b="0" i="0" u="none" strike="noStrike" kern="1200" cap="none" spc="0" normalizeH="0" baseline="0" noProof="0" dirty="0">
                <a:ln>
                  <a:noFill/>
                </a:ln>
                <a:solidFill>
                  <a:srgbClr val="FFFFFF"/>
                </a:solidFill>
                <a:effectLst/>
                <a:uLnTx/>
                <a:uFillTx/>
                <a:latin typeface="Arial"/>
                <a:ea typeface="Arial"/>
                <a:cs typeface="Arial"/>
                <a:sym typeface="Arial"/>
              </a:rPr>
              <a:t>K8s</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nvGrpSpPr>
          <p:cNvPr id="121" name="Google Shape;3128;p19">
            <a:extLst>
              <a:ext uri="{FF2B5EF4-FFF2-40B4-BE49-F238E27FC236}">
                <a16:creationId xmlns:a16="http://schemas.microsoft.com/office/drawing/2014/main" id="{708E9ABC-E82E-2F95-BC43-8EEC1D9897E8}"/>
              </a:ext>
            </a:extLst>
          </p:cNvPr>
          <p:cNvGrpSpPr/>
          <p:nvPr/>
        </p:nvGrpSpPr>
        <p:grpSpPr>
          <a:xfrm>
            <a:off x="4176501" y="2717160"/>
            <a:ext cx="1133105" cy="574978"/>
            <a:chOff x="2431212" y="2735100"/>
            <a:chExt cx="1133400" cy="575128"/>
          </a:xfrm>
        </p:grpSpPr>
        <p:sp>
          <p:nvSpPr>
            <p:cNvPr id="122" name="Google Shape;3129;p19">
              <a:extLst>
                <a:ext uri="{FF2B5EF4-FFF2-40B4-BE49-F238E27FC236}">
                  <a16:creationId xmlns:a16="http://schemas.microsoft.com/office/drawing/2014/main" id="{C00A9121-B09A-E1B9-3D59-3F30B893B1D0}"/>
                </a:ext>
              </a:extLst>
            </p:cNvPr>
            <p:cNvSpPr txBox="1"/>
            <p:nvPr/>
          </p:nvSpPr>
          <p:spPr>
            <a:xfrm>
              <a:off x="2461314" y="3033028"/>
              <a:ext cx="1067100" cy="277200"/>
            </a:xfrm>
            <a:prstGeom prst="rect">
              <a:avLst/>
            </a:prstGeom>
            <a:noFill/>
            <a:ln>
              <a:noFill/>
            </a:ln>
          </p:spPr>
          <p:txBody>
            <a:bodyPr spcFirstLastPara="1" wrap="square" lIns="0" tIns="0" rIns="0" bIns="0" anchor="ctr" anchorCtr="0">
              <a:spAutoFit/>
            </a:bodyPr>
            <a:lstStyle/>
            <a:p>
              <a:pPr marL="0" marR="0" lvl="0" indent="0" algn="ctr" defTabSz="914400" rtl="0" eaLnBrk="1" fontAlgn="auto" latinLnBrk="0" hangingPunct="1">
                <a:lnSpc>
                  <a:spcPct val="100000"/>
                </a:lnSpc>
                <a:spcBef>
                  <a:spcPts val="0"/>
                </a:spcBef>
                <a:spcAft>
                  <a:spcPts val="0"/>
                </a:spcAft>
                <a:buClr>
                  <a:srgbClr val="FFFFFF"/>
                </a:buClr>
                <a:buSzPts val="900"/>
                <a:buFontTx/>
                <a:buNone/>
                <a:tabLst/>
                <a:defRPr/>
              </a:pPr>
              <a:r>
                <a:rPr kumimoji="0" lang="en-US" sz="900" b="0" i="0" u="none" strike="noStrike" kern="1200" cap="none" spc="0" normalizeH="0" baseline="0" noProof="0" dirty="0">
                  <a:ln>
                    <a:noFill/>
                  </a:ln>
                  <a:solidFill>
                    <a:srgbClr val="FFFFFF"/>
                  </a:solidFill>
                  <a:effectLst/>
                  <a:uLnTx/>
                  <a:uFillTx/>
                  <a:latin typeface="Arial"/>
                  <a:ea typeface="Arial"/>
                  <a:cs typeface="Arial"/>
                  <a:sym typeface="Arial"/>
                </a:rPr>
                <a:t>Tenant Mgmt, Content</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23" name="Google Shape;3130;p19">
              <a:extLst>
                <a:ext uri="{FF2B5EF4-FFF2-40B4-BE49-F238E27FC236}">
                  <a16:creationId xmlns:a16="http://schemas.microsoft.com/office/drawing/2014/main" id="{7C54DA22-7BD9-9E28-D164-5D3FD8BDCFF6}"/>
                </a:ext>
              </a:extLst>
            </p:cNvPr>
            <p:cNvSpPr txBox="1"/>
            <p:nvPr/>
          </p:nvSpPr>
          <p:spPr>
            <a:xfrm>
              <a:off x="2461314" y="2735100"/>
              <a:ext cx="1067100" cy="169200"/>
            </a:xfrm>
            <a:prstGeom prst="rect">
              <a:avLst/>
            </a:prstGeom>
            <a:noFill/>
            <a:ln>
              <a:noFill/>
            </a:ln>
          </p:spPr>
          <p:txBody>
            <a:bodyPr spcFirstLastPara="1" wrap="square" lIns="0" tIns="0" rIns="0" bIns="0" anchor="b" anchorCtr="0">
              <a:spAutoFit/>
            </a:bodyPr>
            <a:lstStyle/>
            <a:p>
              <a:pPr marL="0" marR="0" lvl="0" indent="0" algn="ctr" defTabSz="914400" rtl="0" eaLnBrk="1" fontAlgn="auto" latinLnBrk="0" hangingPunct="1">
                <a:lnSpc>
                  <a:spcPct val="100000"/>
                </a:lnSpc>
                <a:spcBef>
                  <a:spcPts val="0"/>
                </a:spcBef>
                <a:spcAft>
                  <a:spcPts val="0"/>
                </a:spcAft>
                <a:buClr>
                  <a:srgbClr val="FFFFFF"/>
                </a:buClr>
                <a:buSzPts val="1100"/>
                <a:buFontTx/>
                <a:buNone/>
                <a:tabLst/>
                <a:defRPr/>
              </a:pPr>
              <a:r>
                <a:rPr kumimoji="0" lang="en-US" sz="1100" b="0" i="0" u="none" strike="noStrike" kern="1200" cap="none" spc="0" normalizeH="0" baseline="0" noProof="0" dirty="0">
                  <a:ln>
                    <a:noFill/>
                  </a:ln>
                  <a:solidFill>
                    <a:srgbClr val="FFFFFF"/>
                  </a:solidFill>
                  <a:effectLst/>
                  <a:uLnTx/>
                  <a:uFillTx/>
                  <a:latin typeface="Arial"/>
                  <a:ea typeface="Arial"/>
                  <a:cs typeface="Arial"/>
                  <a:sym typeface="Arial"/>
                </a:rPr>
                <a:t>MANAGE</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cxnSp>
          <p:nvCxnSpPr>
            <p:cNvPr id="124" name="Google Shape;3131;p19">
              <a:extLst>
                <a:ext uri="{FF2B5EF4-FFF2-40B4-BE49-F238E27FC236}">
                  <a16:creationId xmlns:a16="http://schemas.microsoft.com/office/drawing/2014/main" id="{C7198212-0515-435F-6E66-76EF17C63082}"/>
                </a:ext>
              </a:extLst>
            </p:cNvPr>
            <p:cNvCxnSpPr/>
            <p:nvPr/>
          </p:nvCxnSpPr>
          <p:spPr>
            <a:xfrm rot="10800000">
              <a:off x="2431212" y="2967557"/>
              <a:ext cx="1133400" cy="0"/>
            </a:xfrm>
            <a:prstGeom prst="straightConnector1">
              <a:avLst/>
            </a:prstGeom>
            <a:noFill/>
            <a:ln w="9525" cap="sq" cmpd="sng">
              <a:solidFill>
                <a:schemeClr val="lt1"/>
              </a:solidFill>
              <a:prstDash val="solid"/>
              <a:miter lim="800000"/>
              <a:headEnd type="none" w="sm" len="sm"/>
              <a:tailEnd type="none" w="sm" len="sm"/>
            </a:ln>
          </p:spPr>
        </p:cxnSp>
      </p:grpSp>
      <p:grpSp>
        <p:nvGrpSpPr>
          <p:cNvPr id="125" name="Google Shape;3132;p19">
            <a:extLst>
              <a:ext uri="{FF2B5EF4-FFF2-40B4-BE49-F238E27FC236}">
                <a16:creationId xmlns:a16="http://schemas.microsoft.com/office/drawing/2014/main" id="{49CEB487-9C9E-499D-0CAB-DE59DCD1D508}"/>
              </a:ext>
            </a:extLst>
          </p:cNvPr>
          <p:cNvGrpSpPr/>
          <p:nvPr/>
        </p:nvGrpSpPr>
        <p:grpSpPr>
          <a:xfrm>
            <a:off x="9244772" y="2717160"/>
            <a:ext cx="1561993" cy="574978"/>
            <a:chOff x="8411680" y="2735100"/>
            <a:chExt cx="1562400" cy="575128"/>
          </a:xfrm>
        </p:grpSpPr>
        <p:sp>
          <p:nvSpPr>
            <p:cNvPr id="126" name="Google Shape;3133;p19">
              <a:extLst>
                <a:ext uri="{FF2B5EF4-FFF2-40B4-BE49-F238E27FC236}">
                  <a16:creationId xmlns:a16="http://schemas.microsoft.com/office/drawing/2014/main" id="{8316FC79-5B23-DBB2-38DF-02EA5B7C35C3}"/>
                </a:ext>
              </a:extLst>
            </p:cNvPr>
            <p:cNvSpPr txBox="1"/>
            <p:nvPr/>
          </p:nvSpPr>
          <p:spPr>
            <a:xfrm>
              <a:off x="8411680" y="3033028"/>
              <a:ext cx="1562400" cy="277200"/>
            </a:xfrm>
            <a:prstGeom prst="rect">
              <a:avLst/>
            </a:prstGeom>
            <a:noFill/>
            <a:ln>
              <a:noFill/>
            </a:ln>
          </p:spPr>
          <p:txBody>
            <a:bodyPr spcFirstLastPara="1" wrap="square" lIns="0" tIns="0" rIns="0" bIns="0" anchor="ctr" anchorCtr="0">
              <a:spAutoFit/>
            </a:bodyPr>
            <a:lstStyle/>
            <a:p>
              <a:pPr marL="0" marR="0" lvl="0" indent="0" algn="ctr" defTabSz="914400" rtl="0" eaLnBrk="1" fontAlgn="auto" latinLnBrk="0" hangingPunct="1">
                <a:lnSpc>
                  <a:spcPct val="100000"/>
                </a:lnSpc>
                <a:spcBef>
                  <a:spcPts val="0"/>
                </a:spcBef>
                <a:spcAft>
                  <a:spcPts val="0"/>
                </a:spcAft>
                <a:buClr>
                  <a:srgbClr val="FFFFFF"/>
                </a:buClr>
                <a:buSzPts val="900"/>
                <a:buFontTx/>
                <a:buNone/>
                <a:tabLst/>
                <a:defRPr/>
              </a:pPr>
              <a:r>
                <a:rPr kumimoji="0" lang="en-US" sz="900" b="0" i="0" u="none" strike="noStrike" kern="1200" cap="none" spc="0" normalizeH="0" baseline="0" noProof="0" dirty="0">
                  <a:ln>
                    <a:noFill/>
                  </a:ln>
                  <a:solidFill>
                    <a:srgbClr val="FFFFFF"/>
                  </a:solidFill>
                  <a:effectLst/>
                  <a:uLnTx/>
                  <a:uFillTx/>
                  <a:latin typeface="Arial"/>
                  <a:ea typeface="Arial"/>
                  <a:cs typeface="Arial"/>
                  <a:sym typeface="Arial"/>
                </a:rPr>
                <a:t>Service Catalog, Orchestration, Apps</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27" name="Google Shape;3134;p19">
              <a:extLst>
                <a:ext uri="{FF2B5EF4-FFF2-40B4-BE49-F238E27FC236}">
                  <a16:creationId xmlns:a16="http://schemas.microsoft.com/office/drawing/2014/main" id="{05FDC2E3-47B4-1E02-9531-61FC05039AAE}"/>
                </a:ext>
              </a:extLst>
            </p:cNvPr>
            <p:cNvSpPr txBox="1"/>
            <p:nvPr/>
          </p:nvSpPr>
          <p:spPr>
            <a:xfrm>
              <a:off x="8411680" y="2735100"/>
              <a:ext cx="1562400" cy="169200"/>
            </a:xfrm>
            <a:prstGeom prst="rect">
              <a:avLst/>
            </a:prstGeom>
            <a:noFill/>
            <a:ln>
              <a:noFill/>
            </a:ln>
          </p:spPr>
          <p:txBody>
            <a:bodyPr spcFirstLastPara="1" wrap="square" lIns="0" tIns="0" rIns="0" bIns="0" anchor="b" anchorCtr="0">
              <a:spAutoFit/>
            </a:bodyPr>
            <a:lstStyle/>
            <a:p>
              <a:pPr marL="0" marR="0" lvl="0" indent="0" algn="ctr" defTabSz="914400" rtl="0" eaLnBrk="1" fontAlgn="auto" latinLnBrk="0" hangingPunct="1">
                <a:lnSpc>
                  <a:spcPct val="100000"/>
                </a:lnSpc>
                <a:spcBef>
                  <a:spcPts val="0"/>
                </a:spcBef>
                <a:spcAft>
                  <a:spcPts val="0"/>
                </a:spcAft>
                <a:buClr>
                  <a:srgbClr val="FFFFFF"/>
                </a:buClr>
                <a:buSzPts val="1100"/>
                <a:buFontTx/>
                <a:buNone/>
                <a:tabLst/>
                <a:defRPr/>
              </a:pPr>
              <a:r>
                <a:rPr kumimoji="0" lang="en-US" sz="1100" b="0" i="0" u="none" strike="noStrike" kern="1200" cap="none" spc="0" normalizeH="0" baseline="0" noProof="0" dirty="0">
                  <a:ln>
                    <a:noFill/>
                  </a:ln>
                  <a:solidFill>
                    <a:srgbClr val="FFFFFF"/>
                  </a:solidFill>
                  <a:effectLst/>
                  <a:uLnTx/>
                  <a:uFillTx/>
                  <a:latin typeface="Arial"/>
                  <a:ea typeface="Arial"/>
                  <a:cs typeface="Arial"/>
                  <a:sym typeface="Arial"/>
                </a:rPr>
                <a:t>OPERATE</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cxnSp>
          <p:nvCxnSpPr>
            <p:cNvPr id="128" name="Google Shape;3135;p19">
              <a:extLst>
                <a:ext uri="{FF2B5EF4-FFF2-40B4-BE49-F238E27FC236}">
                  <a16:creationId xmlns:a16="http://schemas.microsoft.com/office/drawing/2014/main" id="{98790754-19AA-0FCD-467C-3F9F956DE033}"/>
                </a:ext>
              </a:extLst>
            </p:cNvPr>
            <p:cNvCxnSpPr/>
            <p:nvPr/>
          </p:nvCxnSpPr>
          <p:spPr>
            <a:xfrm rot="10800000">
              <a:off x="8650857" y="2967557"/>
              <a:ext cx="1133400" cy="0"/>
            </a:xfrm>
            <a:prstGeom prst="straightConnector1">
              <a:avLst/>
            </a:prstGeom>
            <a:noFill/>
            <a:ln w="9525" cap="sq" cmpd="sng">
              <a:solidFill>
                <a:schemeClr val="lt1"/>
              </a:solidFill>
              <a:prstDash val="solid"/>
              <a:miter lim="800000"/>
              <a:headEnd type="none" w="sm" len="sm"/>
              <a:tailEnd type="none" w="sm" len="sm"/>
            </a:ln>
          </p:spPr>
        </p:cxnSp>
      </p:grpSp>
      <p:sp>
        <p:nvSpPr>
          <p:cNvPr id="147" name="Google Shape;3020;p19">
            <a:extLst>
              <a:ext uri="{FF2B5EF4-FFF2-40B4-BE49-F238E27FC236}">
                <a16:creationId xmlns:a16="http://schemas.microsoft.com/office/drawing/2014/main" id="{741CCC13-D6F8-7401-1FF9-2775DE84FF01}"/>
              </a:ext>
            </a:extLst>
          </p:cNvPr>
          <p:cNvSpPr/>
          <p:nvPr/>
        </p:nvSpPr>
        <p:spPr>
          <a:xfrm>
            <a:off x="4033096" y="1957721"/>
            <a:ext cx="6761739" cy="1364981"/>
          </a:xfrm>
          <a:prstGeom prst="roundRect">
            <a:avLst>
              <a:gd name="adj" fmla="val 6026"/>
            </a:avLst>
          </a:prstGeom>
          <a:gradFill>
            <a:gsLst>
              <a:gs pos="0">
                <a:schemeClr val="accent2"/>
              </a:gs>
              <a:gs pos="100000">
                <a:schemeClr val="accent3"/>
              </a:gs>
            </a:gsLst>
            <a:lin ang="0" scaled="0"/>
          </a:gradFill>
          <a:ln>
            <a:noFill/>
          </a:ln>
          <a:effectLst/>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endParaRPr kumimoji="0" sz="16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48" name="Google Shape;3021;p19">
            <a:extLst>
              <a:ext uri="{FF2B5EF4-FFF2-40B4-BE49-F238E27FC236}">
                <a16:creationId xmlns:a16="http://schemas.microsoft.com/office/drawing/2014/main" id="{FDC37F23-2134-78F1-68AF-FA4AF0A95523}"/>
              </a:ext>
            </a:extLst>
          </p:cNvPr>
          <p:cNvSpPr/>
          <p:nvPr/>
        </p:nvSpPr>
        <p:spPr>
          <a:xfrm>
            <a:off x="5854148" y="2509970"/>
            <a:ext cx="3119487" cy="449283"/>
          </a:xfrm>
          <a:prstGeom prst="rect">
            <a:avLst/>
          </a:prstGeom>
          <a:noFill/>
          <a:ln>
            <a:noFill/>
          </a:ln>
        </p:spPr>
        <p:txBody>
          <a:bodyPr spcFirstLastPara="1" wrap="square" lIns="91351" tIns="91351" rIns="91351" bIns="91351"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600" b="0" i="0" u="none" strike="noStrike" kern="1200" cap="none" spc="0" normalizeH="0" baseline="0" noProof="0" dirty="0">
                <a:ln>
                  <a:noFill/>
                </a:ln>
                <a:solidFill>
                  <a:srgbClr val="FFFFFF"/>
                </a:solidFill>
                <a:effectLst/>
                <a:uLnTx/>
                <a:uFillTx/>
                <a:latin typeface="Arial"/>
                <a:ea typeface="Arial"/>
                <a:cs typeface="Arial"/>
                <a:sym typeface="Arial"/>
              </a:rPr>
              <a:t>Modern Cloud Interface</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58" name="Google Shape;3020;p19">
            <a:extLst>
              <a:ext uri="{FF2B5EF4-FFF2-40B4-BE49-F238E27FC236}">
                <a16:creationId xmlns:a16="http://schemas.microsoft.com/office/drawing/2014/main" id="{C50E7BCE-D6D5-097E-6036-6A229F1EE5E5}"/>
              </a:ext>
            </a:extLst>
          </p:cNvPr>
          <p:cNvSpPr/>
          <p:nvPr/>
        </p:nvSpPr>
        <p:spPr>
          <a:xfrm>
            <a:off x="4220452" y="4060520"/>
            <a:ext cx="1513840" cy="422295"/>
          </a:xfrm>
          <a:prstGeom prst="roundRect">
            <a:avLst>
              <a:gd name="adj" fmla="val 8857"/>
            </a:avLst>
          </a:prstGeom>
          <a:noFill/>
          <a:ln w="12700">
            <a:solidFill>
              <a:schemeClr val="bg1"/>
            </a:solidFill>
            <a:prstDash val="lgDash"/>
          </a:ln>
          <a:effectLst/>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AU" sz="1100" b="0" i="0" u="none" strike="noStrike" kern="1200" cap="none" spc="0" normalizeH="0" baseline="0" noProof="0" dirty="0">
                <a:ln>
                  <a:noFill/>
                </a:ln>
                <a:solidFill>
                  <a:srgbClr val="FFFFFF"/>
                </a:solidFill>
                <a:effectLst/>
                <a:uLnTx/>
                <a:uFillTx/>
                <a:latin typeface="Arial"/>
                <a:ea typeface="Arial"/>
                <a:cs typeface="Arial"/>
                <a:sym typeface="Arial"/>
              </a:rPr>
              <a:t>Tenant Management</a:t>
            </a:r>
            <a:endParaRPr kumimoji="0" sz="11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59" name="Google Shape;3020;p19">
            <a:extLst>
              <a:ext uri="{FF2B5EF4-FFF2-40B4-BE49-F238E27FC236}">
                <a16:creationId xmlns:a16="http://schemas.microsoft.com/office/drawing/2014/main" id="{344A0926-D1B5-DBED-718F-B72925B0B2FF}"/>
              </a:ext>
            </a:extLst>
          </p:cNvPr>
          <p:cNvSpPr/>
          <p:nvPr/>
        </p:nvSpPr>
        <p:spPr>
          <a:xfrm>
            <a:off x="5885078" y="4062072"/>
            <a:ext cx="1513840" cy="422295"/>
          </a:xfrm>
          <a:prstGeom prst="roundRect">
            <a:avLst>
              <a:gd name="adj" fmla="val 8857"/>
            </a:avLst>
          </a:prstGeom>
          <a:noFill/>
          <a:ln w="12700">
            <a:solidFill>
              <a:schemeClr val="bg1"/>
            </a:solidFill>
            <a:prstDash val="lgDash"/>
          </a:ln>
          <a:effectLst/>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AU" sz="1100" b="0" i="0" u="none" strike="noStrike" kern="1200" cap="none" spc="0" normalizeH="0" baseline="0" noProof="0" dirty="0">
                <a:ln>
                  <a:noFill/>
                </a:ln>
                <a:solidFill>
                  <a:srgbClr val="FFFFFF"/>
                </a:solidFill>
                <a:effectLst/>
                <a:uLnTx/>
                <a:uFillTx/>
                <a:latin typeface="Arial"/>
                <a:ea typeface="Arial"/>
                <a:cs typeface="Arial"/>
                <a:sym typeface="Arial"/>
              </a:rPr>
              <a:t>Content Management</a:t>
            </a:r>
            <a:endParaRPr kumimoji="0" sz="11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60" name="Google Shape;3020;p19">
            <a:extLst>
              <a:ext uri="{FF2B5EF4-FFF2-40B4-BE49-F238E27FC236}">
                <a16:creationId xmlns:a16="http://schemas.microsoft.com/office/drawing/2014/main" id="{9214D50C-55A3-BDB2-B94D-8923FEDF355D}"/>
              </a:ext>
            </a:extLst>
          </p:cNvPr>
          <p:cNvSpPr/>
          <p:nvPr/>
        </p:nvSpPr>
        <p:spPr>
          <a:xfrm>
            <a:off x="7554589" y="4068728"/>
            <a:ext cx="1513840" cy="422295"/>
          </a:xfrm>
          <a:prstGeom prst="roundRect">
            <a:avLst>
              <a:gd name="adj" fmla="val 8857"/>
            </a:avLst>
          </a:prstGeom>
          <a:noFill/>
          <a:ln w="12700">
            <a:solidFill>
              <a:schemeClr val="bg1"/>
            </a:solidFill>
            <a:prstDash val="lgDash"/>
          </a:ln>
          <a:effectLst/>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AU" sz="1100" b="0" i="0" u="none" strike="noStrike" kern="1200" cap="none" spc="0" normalizeH="0" baseline="0" noProof="0" dirty="0">
                <a:ln>
                  <a:noFill/>
                </a:ln>
                <a:solidFill>
                  <a:srgbClr val="FFFFFF"/>
                </a:solidFill>
                <a:effectLst/>
                <a:uLnTx/>
                <a:uFillTx/>
                <a:latin typeface="Arial"/>
                <a:ea typeface="Arial"/>
                <a:cs typeface="Arial"/>
                <a:sym typeface="Arial"/>
              </a:rPr>
              <a:t>Orchestration &amp; Extensibility</a:t>
            </a:r>
            <a:endParaRPr kumimoji="0" sz="11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61" name="Google Shape;3020;p19">
            <a:extLst>
              <a:ext uri="{FF2B5EF4-FFF2-40B4-BE49-F238E27FC236}">
                <a16:creationId xmlns:a16="http://schemas.microsoft.com/office/drawing/2014/main" id="{A14AA43B-2C6F-DA0A-A455-88EE60AD9AFB}"/>
              </a:ext>
            </a:extLst>
          </p:cNvPr>
          <p:cNvSpPr/>
          <p:nvPr/>
        </p:nvSpPr>
        <p:spPr>
          <a:xfrm>
            <a:off x="9221225" y="4068728"/>
            <a:ext cx="1384901" cy="422295"/>
          </a:xfrm>
          <a:prstGeom prst="roundRect">
            <a:avLst>
              <a:gd name="adj" fmla="val 8857"/>
            </a:avLst>
          </a:prstGeom>
          <a:noFill/>
          <a:ln w="12700">
            <a:solidFill>
              <a:schemeClr val="bg1"/>
            </a:solidFill>
            <a:prstDash val="lgDash"/>
          </a:ln>
          <a:effectLst/>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AU" sz="1100" b="0" i="0" u="none" strike="noStrike" kern="1200" cap="none" spc="0" normalizeH="0" baseline="0" noProof="0" dirty="0">
                <a:ln>
                  <a:noFill/>
                </a:ln>
                <a:solidFill>
                  <a:srgbClr val="FFFFFF"/>
                </a:solidFill>
                <a:effectLst/>
                <a:uLnTx/>
                <a:uFillTx/>
                <a:latin typeface="Arial"/>
                <a:ea typeface="Arial"/>
                <a:cs typeface="Arial"/>
                <a:sym typeface="Arial"/>
              </a:rPr>
              <a:t>Workload Lifecycle Management</a:t>
            </a:r>
            <a:endParaRPr kumimoji="0" sz="11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62" name="Google Shape;3020;p19">
            <a:extLst>
              <a:ext uri="{FF2B5EF4-FFF2-40B4-BE49-F238E27FC236}">
                <a16:creationId xmlns:a16="http://schemas.microsoft.com/office/drawing/2014/main" id="{9E0F985F-7A15-68BD-B034-77C9A28FB0DD}"/>
              </a:ext>
            </a:extLst>
          </p:cNvPr>
          <p:cNvSpPr/>
          <p:nvPr/>
        </p:nvSpPr>
        <p:spPr>
          <a:xfrm>
            <a:off x="4233106" y="3516110"/>
            <a:ext cx="1513840" cy="422295"/>
          </a:xfrm>
          <a:prstGeom prst="roundRect">
            <a:avLst>
              <a:gd name="adj" fmla="val 8857"/>
            </a:avLst>
          </a:prstGeom>
          <a:noFill/>
          <a:ln w="12700">
            <a:solidFill>
              <a:schemeClr val="bg1"/>
            </a:solidFill>
            <a:prstDash val="lgDash"/>
          </a:ln>
          <a:effectLst/>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AU" sz="1100" b="0" i="0" u="none" strike="noStrike" kern="1200" cap="none" spc="0" normalizeH="0" baseline="0" noProof="0" dirty="0">
                <a:ln>
                  <a:noFill/>
                </a:ln>
                <a:solidFill>
                  <a:srgbClr val="FFFFFF"/>
                </a:solidFill>
                <a:effectLst/>
                <a:uLnTx/>
                <a:uFillTx/>
                <a:latin typeface="Arial"/>
                <a:ea typeface="Arial"/>
                <a:cs typeface="Arial"/>
                <a:sym typeface="Arial"/>
              </a:rPr>
              <a:t>Governance &amp; Policies</a:t>
            </a:r>
            <a:endParaRPr kumimoji="0" sz="11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63" name="Google Shape;3020;p19">
            <a:extLst>
              <a:ext uri="{FF2B5EF4-FFF2-40B4-BE49-F238E27FC236}">
                <a16:creationId xmlns:a16="http://schemas.microsoft.com/office/drawing/2014/main" id="{8BFF1FB7-8B8F-948E-9188-B0706A124558}"/>
              </a:ext>
            </a:extLst>
          </p:cNvPr>
          <p:cNvSpPr/>
          <p:nvPr/>
        </p:nvSpPr>
        <p:spPr>
          <a:xfrm>
            <a:off x="5897732" y="3517661"/>
            <a:ext cx="1513840" cy="422295"/>
          </a:xfrm>
          <a:prstGeom prst="roundRect">
            <a:avLst>
              <a:gd name="adj" fmla="val 8857"/>
            </a:avLst>
          </a:prstGeom>
          <a:noFill/>
          <a:ln w="12700">
            <a:solidFill>
              <a:schemeClr val="bg1"/>
            </a:solidFill>
            <a:prstDash val="lgDash"/>
          </a:ln>
          <a:effectLst/>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AU" sz="1100" b="0" i="0" u="none" strike="noStrike" kern="1200" cap="none" spc="0" normalizeH="0" baseline="0" noProof="0" dirty="0">
                <a:ln>
                  <a:noFill/>
                </a:ln>
                <a:solidFill>
                  <a:srgbClr val="FFFFFF"/>
                </a:solidFill>
                <a:effectLst/>
                <a:uLnTx/>
                <a:uFillTx/>
                <a:latin typeface="Arial"/>
                <a:ea typeface="Arial"/>
                <a:cs typeface="Arial"/>
                <a:sym typeface="Arial"/>
              </a:rPr>
              <a:t>Infrastructure as Code</a:t>
            </a:r>
            <a:endParaRPr kumimoji="0" sz="11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64" name="Google Shape;3020;p19">
            <a:extLst>
              <a:ext uri="{FF2B5EF4-FFF2-40B4-BE49-F238E27FC236}">
                <a16:creationId xmlns:a16="http://schemas.microsoft.com/office/drawing/2014/main" id="{5BE9AB07-51C7-CF96-9CDA-88B217943FBC}"/>
              </a:ext>
            </a:extLst>
          </p:cNvPr>
          <p:cNvSpPr/>
          <p:nvPr/>
        </p:nvSpPr>
        <p:spPr>
          <a:xfrm>
            <a:off x="7557466" y="3524318"/>
            <a:ext cx="1513840" cy="422295"/>
          </a:xfrm>
          <a:prstGeom prst="roundRect">
            <a:avLst>
              <a:gd name="adj" fmla="val 8857"/>
            </a:avLst>
          </a:prstGeom>
          <a:noFill/>
          <a:ln w="12700">
            <a:solidFill>
              <a:schemeClr val="bg1"/>
            </a:solidFill>
            <a:prstDash val="lgDash"/>
          </a:ln>
          <a:effectLst/>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AU" sz="1100" b="0" i="0" u="none" strike="noStrike" kern="1200" cap="none" spc="0" normalizeH="0" baseline="0" noProof="0" dirty="0">
                <a:ln>
                  <a:noFill/>
                </a:ln>
                <a:solidFill>
                  <a:srgbClr val="FFFFFF"/>
                </a:solidFill>
                <a:effectLst/>
                <a:uLnTx/>
                <a:uFillTx/>
                <a:latin typeface="Arial"/>
                <a:ea typeface="Arial"/>
                <a:cs typeface="Arial"/>
                <a:sym typeface="Arial"/>
              </a:rPr>
              <a:t>Private AI Automation</a:t>
            </a:r>
            <a:endParaRPr kumimoji="0" sz="11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65" name="Google Shape;3020;p19">
            <a:extLst>
              <a:ext uri="{FF2B5EF4-FFF2-40B4-BE49-F238E27FC236}">
                <a16:creationId xmlns:a16="http://schemas.microsoft.com/office/drawing/2014/main" id="{99747EB7-E593-15F5-9189-23539DB08CD7}"/>
              </a:ext>
            </a:extLst>
          </p:cNvPr>
          <p:cNvSpPr/>
          <p:nvPr/>
        </p:nvSpPr>
        <p:spPr>
          <a:xfrm>
            <a:off x="9233286" y="3523491"/>
            <a:ext cx="1384901" cy="422295"/>
          </a:xfrm>
          <a:prstGeom prst="roundRect">
            <a:avLst>
              <a:gd name="adj" fmla="val 8857"/>
            </a:avLst>
          </a:prstGeom>
          <a:noFill/>
          <a:ln w="12700">
            <a:solidFill>
              <a:schemeClr val="bg1"/>
            </a:solidFill>
            <a:prstDash val="lgDash"/>
          </a:ln>
          <a:effectLst/>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AU" sz="1100" b="0" i="0" u="none" strike="noStrike" kern="1200" cap="none" spc="0" normalizeH="0" baseline="0" noProof="0" dirty="0">
                <a:ln>
                  <a:noFill/>
                </a:ln>
                <a:solidFill>
                  <a:srgbClr val="FFFFFF"/>
                </a:solidFill>
                <a:effectLst/>
                <a:uLnTx/>
                <a:uFillTx/>
                <a:latin typeface="Arial"/>
                <a:ea typeface="Arial"/>
                <a:cs typeface="Arial"/>
                <a:sym typeface="Arial"/>
              </a:rPr>
              <a:t>Supervisor Services</a:t>
            </a:r>
            <a:endParaRPr kumimoji="0" sz="11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67" name="Google Shape;3121;p19">
            <a:extLst>
              <a:ext uri="{FF2B5EF4-FFF2-40B4-BE49-F238E27FC236}">
                <a16:creationId xmlns:a16="http://schemas.microsoft.com/office/drawing/2014/main" id="{4BDA7DB2-677E-0758-34BC-01A345E718BC}"/>
              </a:ext>
            </a:extLst>
          </p:cNvPr>
          <p:cNvSpPr txBox="1"/>
          <p:nvPr/>
        </p:nvSpPr>
        <p:spPr>
          <a:xfrm>
            <a:off x="6215371" y="2874799"/>
            <a:ext cx="2393096" cy="138463"/>
          </a:xfrm>
          <a:prstGeom prst="rect">
            <a:avLst/>
          </a:prstGeom>
          <a:noFill/>
          <a:ln>
            <a:noFill/>
          </a:ln>
        </p:spPr>
        <p:txBody>
          <a:bodyPr spcFirstLastPara="1" wrap="square" lIns="0" tIns="0" rIns="0" bIns="0" anchor="ctr" anchorCtr="0">
            <a:spAutoFit/>
          </a:bodyPr>
          <a:lstStyle/>
          <a:p>
            <a:pPr marL="0" marR="0" lvl="0" indent="0" algn="ctr" defTabSz="914400" rtl="0" eaLnBrk="1" fontAlgn="auto" latinLnBrk="0" hangingPunct="1">
              <a:lnSpc>
                <a:spcPct val="100000"/>
              </a:lnSpc>
              <a:spcBef>
                <a:spcPts val="0"/>
              </a:spcBef>
              <a:spcAft>
                <a:spcPts val="0"/>
              </a:spcAft>
              <a:buClr>
                <a:srgbClr val="FFFFFF"/>
              </a:buClr>
              <a:buSzPts val="900"/>
              <a:buFontTx/>
              <a:buNone/>
              <a:tabLst/>
              <a:defRPr/>
            </a:pPr>
            <a:r>
              <a:rPr kumimoji="0" lang="en-US" sz="900" b="0" i="0" u="none" strike="noStrike" kern="1200" cap="none" spc="0" normalizeH="0" baseline="0" noProof="0" dirty="0">
                <a:ln>
                  <a:noFill/>
                </a:ln>
                <a:solidFill>
                  <a:srgbClr val="FFFFFF"/>
                </a:solidFill>
                <a:effectLst/>
                <a:uLnTx/>
                <a:uFillTx/>
                <a:latin typeface="Arial"/>
                <a:ea typeface="Arial"/>
                <a:cs typeface="Arial"/>
                <a:sym typeface="Arial"/>
              </a:rPr>
              <a:t>Self-Service Catalog  |  Self-Service IaaS </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68" name="Google Shape;3121;p19">
            <a:extLst>
              <a:ext uri="{FF2B5EF4-FFF2-40B4-BE49-F238E27FC236}">
                <a16:creationId xmlns:a16="http://schemas.microsoft.com/office/drawing/2014/main" id="{60314DBE-86FB-47AE-532E-0C7A84E869B1}"/>
              </a:ext>
            </a:extLst>
          </p:cNvPr>
          <p:cNvSpPr txBox="1"/>
          <p:nvPr/>
        </p:nvSpPr>
        <p:spPr>
          <a:xfrm>
            <a:off x="6215371" y="3040961"/>
            <a:ext cx="2393096" cy="138463"/>
          </a:xfrm>
          <a:prstGeom prst="rect">
            <a:avLst/>
          </a:prstGeom>
          <a:noFill/>
          <a:ln>
            <a:noFill/>
          </a:ln>
        </p:spPr>
        <p:txBody>
          <a:bodyPr spcFirstLastPara="1" wrap="square" lIns="0" tIns="0" rIns="0" bIns="0" anchor="ctr" anchorCtr="0">
            <a:spAutoFit/>
          </a:bodyPr>
          <a:lstStyle/>
          <a:p>
            <a:pPr marL="0" marR="0" lvl="0" indent="0" algn="ctr" defTabSz="914400" rtl="0" eaLnBrk="1" fontAlgn="auto" latinLnBrk="0" hangingPunct="1">
              <a:lnSpc>
                <a:spcPct val="100000"/>
              </a:lnSpc>
              <a:spcBef>
                <a:spcPts val="0"/>
              </a:spcBef>
              <a:spcAft>
                <a:spcPts val="0"/>
              </a:spcAft>
              <a:buClr>
                <a:srgbClr val="FFFFFF"/>
              </a:buClr>
              <a:buSzPts val="900"/>
              <a:buFontTx/>
              <a:buNone/>
              <a:tabLst/>
              <a:defRPr/>
            </a:pPr>
            <a:r>
              <a:rPr kumimoji="0" lang="en-US" sz="900" b="0" i="0" u="none" strike="noStrike" kern="1200" cap="none" spc="0" normalizeH="0" baseline="0" noProof="0" dirty="0">
                <a:ln>
                  <a:noFill/>
                </a:ln>
                <a:solidFill>
                  <a:srgbClr val="FFFFFF"/>
                </a:solidFill>
                <a:effectLst/>
                <a:uLnTx/>
                <a:uFillTx/>
                <a:latin typeface="Arial"/>
                <a:ea typeface="Arial"/>
                <a:cs typeface="Arial"/>
                <a:sym typeface="Arial"/>
              </a:rPr>
              <a:t>(UI / CLI  / API) </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69" name="Google Shape;3020;p19">
            <a:extLst>
              <a:ext uri="{FF2B5EF4-FFF2-40B4-BE49-F238E27FC236}">
                <a16:creationId xmlns:a16="http://schemas.microsoft.com/office/drawing/2014/main" id="{A0F1AE8B-FC7E-9657-62B5-C785DBA20C61}"/>
              </a:ext>
            </a:extLst>
          </p:cNvPr>
          <p:cNvSpPr/>
          <p:nvPr/>
        </p:nvSpPr>
        <p:spPr>
          <a:xfrm>
            <a:off x="4230624" y="2546898"/>
            <a:ext cx="6375502" cy="682873"/>
          </a:xfrm>
          <a:prstGeom prst="roundRect">
            <a:avLst>
              <a:gd name="adj" fmla="val 8857"/>
            </a:avLst>
          </a:prstGeom>
          <a:noFill/>
          <a:ln w="12700">
            <a:solidFill>
              <a:schemeClr val="bg1"/>
            </a:solidFill>
            <a:prstDash val="lgDash"/>
          </a:ln>
          <a:effectLst/>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endParaRPr kumimoji="0" sz="1100" b="0" i="0" u="none" strike="noStrike" kern="1200" cap="none" spc="0" normalizeH="0" baseline="0" noProof="0" dirty="0">
              <a:ln>
                <a:noFill/>
              </a:ln>
              <a:solidFill>
                <a:srgbClr val="FFFFFF"/>
              </a:solidFill>
              <a:effectLst/>
              <a:uLnTx/>
              <a:uFillTx/>
              <a:latin typeface="Arial"/>
              <a:ea typeface="Arial"/>
              <a:cs typeface="Arial"/>
              <a:sym typeface="Arial"/>
            </a:endParaRPr>
          </a:p>
        </p:txBody>
      </p:sp>
      <p:cxnSp>
        <p:nvCxnSpPr>
          <p:cNvPr id="170" name="Google Shape;3127;p19">
            <a:extLst>
              <a:ext uri="{FF2B5EF4-FFF2-40B4-BE49-F238E27FC236}">
                <a16:creationId xmlns:a16="http://schemas.microsoft.com/office/drawing/2014/main" id="{2A994CFB-154B-7CC8-3560-BA89E8A34D6D}"/>
              </a:ext>
            </a:extLst>
          </p:cNvPr>
          <p:cNvCxnSpPr>
            <a:cxnSpLocks/>
          </p:cNvCxnSpPr>
          <p:nvPr/>
        </p:nvCxnSpPr>
        <p:spPr>
          <a:xfrm flipH="1" flipV="1">
            <a:off x="4225735" y="2489530"/>
            <a:ext cx="6386368" cy="1577"/>
          </a:xfrm>
          <a:prstGeom prst="straightConnector1">
            <a:avLst/>
          </a:prstGeom>
          <a:noFill/>
          <a:ln w="9525" cap="sq" cmpd="sng">
            <a:solidFill>
              <a:schemeClr val="lt1"/>
            </a:solidFill>
            <a:prstDash val="solid"/>
            <a:miter lim="800000"/>
            <a:headEnd type="none" w="sm" len="sm"/>
            <a:tailEnd type="none" w="sm" len="sm"/>
          </a:ln>
        </p:spPr>
      </p:cxnSp>
      <p:sp>
        <p:nvSpPr>
          <p:cNvPr id="172" name="Google Shape;3021;p19">
            <a:extLst>
              <a:ext uri="{FF2B5EF4-FFF2-40B4-BE49-F238E27FC236}">
                <a16:creationId xmlns:a16="http://schemas.microsoft.com/office/drawing/2014/main" id="{7420C04E-17EB-18BF-118E-E4EAA4634A9F}"/>
              </a:ext>
            </a:extLst>
          </p:cNvPr>
          <p:cNvSpPr/>
          <p:nvPr/>
        </p:nvSpPr>
        <p:spPr>
          <a:xfrm>
            <a:off x="5848841" y="2098294"/>
            <a:ext cx="3119487" cy="449283"/>
          </a:xfrm>
          <a:prstGeom prst="rect">
            <a:avLst/>
          </a:prstGeom>
          <a:noFill/>
          <a:ln>
            <a:noFill/>
          </a:ln>
        </p:spPr>
        <p:txBody>
          <a:bodyPr spcFirstLastPara="1" wrap="square" lIns="91351" tIns="91351" rIns="91351" bIns="91351"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600" b="0" i="0" u="none" strike="noStrike" kern="1200" cap="none" spc="0" normalizeH="0" baseline="0" noProof="0" dirty="0">
                <a:ln>
                  <a:noFill/>
                </a:ln>
                <a:solidFill>
                  <a:srgbClr val="FFFFFF"/>
                </a:solidFill>
                <a:effectLst/>
                <a:uLnTx/>
                <a:uFillTx/>
                <a:latin typeface="Arial"/>
                <a:ea typeface="Arial"/>
                <a:cs typeface="Arial"/>
                <a:sym typeface="Arial"/>
              </a:rPr>
              <a:t>VCF Automation</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74" name="Google Shape;4202;p9">
            <a:extLst>
              <a:ext uri="{FF2B5EF4-FFF2-40B4-BE49-F238E27FC236}">
                <a16:creationId xmlns:a16="http://schemas.microsoft.com/office/drawing/2014/main" id="{C3C252F3-91E3-6990-8C51-5C42A6427B17}"/>
              </a:ext>
            </a:extLst>
          </p:cNvPr>
          <p:cNvSpPr>
            <a:spLocks noChangeAspect="1"/>
          </p:cNvSpPr>
          <p:nvPr/>
        </p:nvSpPr>
        <p:spPr>
          <a:xfrm>
            <a:off x="7169043" y="1719812"/>
            <a:ext cx="467878" cy="467878"/>
          </a:xfrm>
          <a:prstGeom prst="ellipse">
            <a:avLst/>
          </a:prstGeom>
          <a:solidFill>
            <a:srgbClr val="F2F2F2"/>
          </a:solidFill>
          <a:ln>
            <a:noFill/>
          </a:ln>
        </p:spPr>
        <p:txBody>
          <a:bodyPr spcFirstLastPara="1" wrap="square" lIns="91277" tIns="45601" rIns="91277" bIns="45601"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FFFFFF"/>
              </a:solidFill>
              <a:effectLst/>
              <a:uLnTx/>
              <a:uFillTx/>
              <a:latin typeface="Arial"/>
              <a:ea typeface="Arial"/>
              <a:cs typeface="Arial"/>
              <a:sym typeface="Arial"/>
            </a:endParaRPr>
          </a:p>
        </p:txBody>
      </p:sp>
      <p:pic>
        <p:nvPicPr>
          <p:cNvPr id="146" name="Google Shape;4220;p9">
            <a:extLst>
              <a:ext uri="{FF2B5EF4-FFF2-40B4-BE49-F238E27FC236}">
                <a16:creationId xmlns:a16="http://schemas.microsoft.com/office/drawing/2014/main" id="{7C1F1D54-DEB2-7F75-F325-A6EA70398D23}"/>
              </a:ext>
            </a:extLst>
          </p:cNvPr>
          <p:cNvPicPr preferRelativeResize="0">
            <a:picLocks noChangeAspect="1"/>
          </p:cNvPicPr>
          <p:nvPr/>
        </p:nvPicPr>
        <p:blipFill rotWithShape="1">
          <a:blip r:embed="rId3">
            <a:alphaModFix/>
          </a:blip>
          <a:srcRect/>
          <a:stretch/>
        </p:blipFill>
        <p:spPr>
          <a:xfrm>
            <a:off x="7244340" y="1779298"/>
            <a:ext cx="334197" cy="334197"/>
          </a:xfrm>
          <a:prstGeom prst="rect">
            <a:avLst/>
          </a:prstGeom>
          <a:noFill/>
          <a:ln>
            <a:noFill/>
          </a:ln>
        </p:spPr>
      </p:pic>
      <p:sp>
        <p:nvSpPr>
          <p:cNvPr id="134" name="Google Shape;3121;p19">
            <a:extLst>
              <a:ext uri="{FF2B5EF4-FFF2-40B4-BE49-F238E27FC236}">
                <a16:creationId xmlns:a16="http://schemas.microsoft.com/office/drawing/2014/main" id="{FA4D1144-0F74-6E2D-BEA0-558DBC2BDD67}"/>
              </a:ext>
            </a:extLst>
          </p:cNvPr>
          <p:cNvSpPr txBox="1"/>
          <p:nvPr/>
        </p:nvSpPr>
        <p:spPr>
          <a:xfrm>
            <a:off x="4204887" y="5020378"/>
            <a:ext cx="1040888" cy="138463"/>
          </a:xfrm>
          <a:prstGeom prst="rect">
            <a:avLst/>
          </a:prstGeom>
          <a:solidFill>
            <a:schemeClr val="bg1"/>
          </a:solidFill>
          <a:ln>
            <a:noFill/>
          </a:ln>
        </p:spPr>
        <p:txBody>
          <a:bodyPr spcFirstLastPara="1" wrap="square" lIns="0" tIns="0" rIns="0" bIns="0" anchor="ctr" anchorCtr="0">
            <a:spAutoFit/>
          </a:bodyPr>
          <a:lstStyle/>
          <a:p>
            <a:pPr marL="0" marR="0" lvl="0" indent="0" algn="ctr" defTabSz="914400" rtl="0" eaLnBrk="1" fontAlgn="auto" latinLnBrk="0" hangingPunct="1">
              <a:lnSpc>
                <a:spcPct val="100000"/>
              </a:lnSpc>
              <a:spcBef>
                <a:spcPts val="0"/>
              </a:spcBef>
              <a:spcAft>
                <a:spcPts val="0"/>
              </a:spcAft>
              <a:buClr>
                <a:srgbClr val="FFFFFF"/>
              </a:buClr>
              <a:buSzPts val="900"/>
              <a:buFontTx/>
              <a:buNone/>
              <a:tabLst/>
              <a:defRPr/>
            </a:pPr>
            <a:r>
              <a:rPr kumimoji="0" lang="en-US" sz="900" b="0" i="0" u="none" strike="noStrike" kern="1200" cap="none" spc="0" normalizeH="0" baseline="0" noProof="0" dirty="0">
                <a:ln>
                  <a:noFill/>
                </a:ln>
                <a:solidFill>
                  <a:srgbClr val="005C8A"/>
                </a:solidFill>
                <a:effectLst/>
                <a:uLnTx/>
                <a:uFillTx/>
                <a:latin typeface="Arial"/>
                <a:ea typeface="Arial"/>
                <a:cs typeface="Arial"/>
                <a:sym typeface="Arial"/>
              </a:rPr>
              <a:t>Core Infrastructure</a:t>
            </a:r>
            <a:endParaRPr kumimoji="0" sz="1400" b="0" i="0" u="none" strike="noStrike" kern="1200" cap="none" spc="0" normalizeH="0" baseline="0" noProof="0" dirty="0">
              <a:ln>
                <a:noFill/>
              </a:ln>
              <a:solidFill>
                <a:srgbClr val="005C8A"/>
              </a:solidFill>
              <a:effectLst/>
              <a:uLnTx/>
              <a:uFillTx/>
              <a:latin typeface="Arial"/>
              <a:ea typeface="Arial"/>
              <a:cs typeface="Arial"/>
              <a:sym typeface="Arial"/>
            </a:endParaRPr>
          </a:p>
        </p:txBody>
      </p:sp>
      <p:sp>
        <p:nvSpPr>
          <p:cNvPr id="177" name="Google Shape;4207;p9">
            <a:extLst>
              <a:ext uri="{FF2B5EF4-FFF2-40B4-BE49-F238E27FC236}">
                <a16:creationId xmlns:a16="http://schemas.microsoft.com/office/drawing/2014/main" id="{CA61AC8C-03F1-45FA-70EF-164077C75B28}"/>
              </a:ext>
            </a:extLst>
          </p:cNvPr>
          <p:cNvSpPr txBox="1"/>
          <p:nvPr/>
        </p:nvSpPr>
        <p:spPr>
          <a:xfrm>
            <a:off x="3428374" y="5776184"/>
            <a:ext cx="8008188" cy="477661"/>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100" b="0" i="0" u="none" strike="noStrike" kern="1200" cap="none" spc="0" normalizeH="0" baseline="0" noProof="0" dirty="0">
                <a:ln>
                  <a:noFill/>
                </a:ln>
                <a:solidFill>
                  <a:srgbClr val="000000"/>
                </a:solidFill>
                <a:effectLst/>
                <a:uLnTx/>
                <a:uFillTx/>
                <a:latin typeface="Arial"/>
                <a:ea typeface="Arial"/>
                <a:cs typeface="Arial"/>
                <a:sym typeface="Arial"/>
              </a:rPr>
              <a:t>Data Center     |      Edge     |      Service Provider      |     </a:t>
            </a:r>
            <a:r>
              <a:rPr kumimoji="0" lang="en-US" sz="1100" b="0" i="0" u="none" strike="noStrike" kern="1200" cap="none" spc="0" normalizeH="0" baseline="0" noProof="0" dirty="0">
                <a:ln>
                  <a:noFill/>
                </a:ln>
                <a:solidFill>
                  <a:srgbClr val="000000"/>
                </a:solidFill>
                <a:effectLst/>
                <a:uLnTx/>
                <a:uFillTx/>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
                  </a:ext>
                </a:extLst>
              </a:rPr>
              <a:t>Public Cloud</a:t>
            </a:r>
            <a:endParaRPr kumimoji="0" sz="11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80" name="Google Shape;4225;p9">
            <a:extLst>
              <a:ext uri="{FF2B5EF4-FFF2-40B4-BE49-F238E27FC236}">
                <a16:creationId xmlns:a16="http://schemas.microsoft.com/office/drawing/2014/main" id="{B99307E8-FF30-B931-41A2-31E4FD9FB67B}"/>
              </a:ext>
            </a:extLst>
          </p:cNvPr>
          <p:cNvSpPr txBox="1"/>
          <p:nvPr/>
        </p:nvSpPr>
        <p:spPr>
          <a:xfrm>
            <a:off x="1801995" y="2617802"/>
            <a:ext cx="1194444" cy="2238491"/>
          </a:xfrm>
          <a:prstGeom prst="rect">
            <a:avLst/>
          </a:prstGeom>
          <a:noFill/>
          <a:ln>
            <a:noFill/>
          </a:ln>
        </p:spPr>
        <p:txBody>
          <a:bodyPr spcFirstLastPara="1" wrap="square" lIns="0" tIns="0" rIns="0" bIns="0" anchor="ctr"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050"/>
              <a:buFontTx/>
              <a:buNone/>
              <a:tabLst/>
              <a:defRPr/>
            </a:pPr>
            <a:r>
              <a:rPr kumimoji="0" lang="en-US" sz="1050" b="0" i="0" u="none" strike="noStrike" kern="1200" cap="none" spc="0" normalizeH="0" baseline="0" noProof="0" dirty="0">
                <a:ln>
                  <a:noFill/>
                </a:ln>
                <a:solidFill>
                  <a:srgbClr val="000000"/>
                </a:solidFill>
                <a:effectLst/>
                <a:uLnTx/>
                <a:uFillTx/>
                <a:latin typeface="Arial"/>
                <a:ea typeface="Arial"/>
                <a:cs typeface="Arial"/>
                <a:sym typeface="Arial"/>
              </a:rPr>
              <a:t>Developers, DevOps Engineers, Data Scientists, Low Tech Users</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00000"/>
              </a:lnSpc>
              <a:spcBef>
                <a:spcPts val="600"/>
              </a:spcBef>
              <a:spcAft>
                <a:spcPts val="0"/>
              </a:spcAft>
              <a:buClr>
                <a:srgbClr val="000000"/>
              </a:buClr>
              <a:buSzPts val="1050"/>
              <a:buFontTx/>
              <a:buNone/>
              <a:tabLst/>
              <a:defRPr/>
            </a:pPr>
            <a:endParaRPr kumimoji="0" sz="1050" b="0" i="0" u="none" strike="noStrike" kern="1200" cap="none" spc="0" normalizeH="0" baseline="0" noProof="0" dirty="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00000"/>
              </a:lnSpc>
              <a:spcBef>
                <a:spcPts val="600"/>
              </a:spcBef>
              <a:spcAft>
                <a:spcPts val="0"/>
              </a:spcAft>
              <a:buClr>
                <a:srgbClr val="000000"/>
              </a:buClr>
              <a:buSzPts val="1050"/>
              <a:buFontTx/>
              <a:buNone/>
              <a:tabLst/>
              <a:defRPr/>
            </a:pPr>
            <a:r>
              <a:rPr kumimoji="0" lang="en-US" sz="1050" b="0" i="0" u="none" strike="noStrike" kern="1200" cap="none" spc="0" normalizeH="0" baseline="0" noProof="0" dirty="0">
                <a:ln>
                  <a:noFill/>
                </a:ln>
                <a:solidFill>
                  <a:srgbClr val="000000"/>
                </a:solidFill>
                <a:effectLst/>
                <a:uLnTx/>
                <a:uFillTx/>
                <a:latin typeface="Arial"/>
                <a:ea typeface="Arial"/>
                <a:cs typeface="Arial"/>
                <a:sym typeface="Arial"/>
              </a:rPr>
              <a:t>LOB Admin, Platform Engineers</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00000"/>
              </a:lnSpc>
              <a:spcBef>
                <a:spcPts val="600"/>
              </a:spcBef>
              <a:spcAft>
                <a:spcPts val="0"/>
              </a:spcAft>
              <a:buClr>
                <a:srgbClr val="000000"/>
              </a:buClr>
              <a:buSzPts val="1050"/>
              <a:buFontTx/>
              <a:buNone/>
              <a:tabLst/>
              <a:defRPr/>
            </a:pPr>
            <a:endParaRPr kumimoji="0" sz="1050" b="0" i="0" u="none" strike="noStrike" kern="1200" cap="none" spc="0" normalizeH="0" baseline="0" noProof="0" dirty="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00000"/>
              </a:lnSpc>
              <a:spcBef>
                <a:spcPts val="600"/>
              </a:spcBef>
              <a:spcAft>
                <a:spcPts val="0"/>
              </a:spcAft>
              <a:buClr>
                <a:srgbClr val="000000"/>
              </a:buClr>
              <a:buSzPts val="1050"/>
              <a:buFontTx/>
              <a:buNone/>
              <a:tabLst/>
              <a:defRPr/>
            </a:pPr>
            <a:r>
              <a:rPr kumimoji="0" lang="en-US" sz="1050" b="0" i="0" u="none" strike="noStrike" kern="1200" cap="none" spc="0" normalizeH="0" baseline="0" noProof="0" dirty="0">
                <a:ln>
                  <a:noFill/>
                </a:ln>
                <a:solidFill>
                  <a:srgbClr val="000000"/>
                </a:solidFill>
                <a:effectLst/>
                <a:uLnTx/>
                <a:uFillTx/>
                <a:latin typeface="Arial"/>
                <a:ea typeface="Arial"/>
                <a:cs typeface="Arial"/>
                <a:sym typeface="Arial"/>
              </a:rPr>
              <a:t>Org Admin </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00000"/>
              </a:lnSpc>
              <a:spcBef>
                <a:spcPts val="600"/>
              </a:spcBef>
              <a:spcAft>
                <a:spcPts val="0"/>
              </a:spcAft>
              <a:buClr>
                <a:srgbClr val="000000"/>
              </a:buClr>
              <a:buSzPts val="1050"/>
              <a:buFontTx/>
              <a:buNone/>
              <a:tabLst/>
              <a:defRPr/>
            </a:pPr>
            <a:endParaRPr kumimoji="0" sz="1050" b="0" i="0" u="none" strike="noStrike" kern="1200" cap="none" spc="0" normalizeH="0" baseline="0" noProof="0" dirty="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00000"/>
              </a:lnSpc>
              <a:spcBef>
                <a:spcPts val="600"/>
              </a:spcBef>
              <a:spcAft>
                <a:spcPts val="0"/>
              </a:spcAft>
              <a:buClr>
                <a:srgbClr val="000000"/>
              </a:buClr>
              <a:buSzPts val="1050"/>
              <a:buFontTx/>
              <a:buNone/>
              <a:tabLst/>
              <a:defRPr/>
            </a:pPr>
            <a:r>
              <a:rPr kumimoji="0" lang="en-US" sz="1050" b="0" i="0" u="none" strike="noStrike" kern="1200" cap="none" spc="0" normalizeH="0" baseline="0" noProof="0" dirty="0">
                <a:ln>
                  <a:noFill/>
                </a:ln>
                <a:solidFill>
                  <a:srgbClr val="000000"/>
                </a:solidFill>
                <a:effectLst/>
                <a:uLnTx/>
                <a:uFillTx/>
                <a:latin typeface="Arial"/>
                <a:ea typeface="Arial"/>
                <a:cs typeface="Arial"/>
                <a:sym typeface="Arial"/>
              </a:rPr>
              <a:t>Enterprise IT Admin</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81" name="Google Shape;4226;p9">
            <a:extLst>
              <a:ext uri="{FF2B5EF4-FFF2-40B4-BE49-F238E27FC236}">
                <a16:creationId xmlns:a16="http://schemas.microsoft.com/office/drawing/2014/main" id="{6BB19BB6-014C-CFCE-5618-206009B707A9}"/>
              </a:ext>
            </a:extLst>
          </p:cNvPr>
          <p:cNvSpPr txBox="1"/>
          <p:nvPr/>
        </p:nvSpPr>
        <p:spPr>
          <a:xfrm>
            <a:off x="789949" y="5831847"/>
            <a:ext cx="762502" cy="239940"/>
          </a:xfrm>
          <a:prstGeom prst="rect">
            <a:avLst/>
          </a:prstGeom>
          <a:noFill/>
          <a:ln>
            <a:noFill/>
          </a:ln>
        </p:spPr>
        <p:txBody>
          <a:bodyPr spcFirstLastPara="1" wrap="square" lIns="0" tIns="0" rIns="0" bIns="0" anchor="ctr" anchorCtr="0">
            <a:spAutoFit/>
          </a:bodyPr>
          <a:lstStyle/>
          <a:p>
            <a:pPr marL="0" marR="0" lvl="0" indent="0" algn="l" defTabSz="914400" rtl="0" eaLnBrk="1" fontAlgn="auto" latinLnBrk="0" hangingPunct="1">
              <a:lnSpc>
                <a:spcPct val="130000"/>
              </a:lnSpc>
              <a:spcBef>
                <a:spcPts val="0"/>
              </a:spcBef>
              <a:spcAft>
                <a:spcPts val="0"/>
              </a:spcAft>
              <a:buClr>
                <a:srgbClr val="000000"/>
              </a:buClr>
              <a:buSzPts val="1200"/>
              <a:buFontTx/>
              <a:buNone/>
              <a:tabLst/>
              <a:defRPr/>
            </a:pPr>
            <a:r>
              <a:rPr kumimoji="0" lang="en-US" sz="1200" b="1" i="0" u="none" strike="noStrike" kern="1200" cap="none" spc="0" normalizeH="0" baseline="0" noProof="0" dirty="0">
                <a:ln>
                  <a:noFill/>
                </a:ln>
                <a:solidFill>
                  <a:srgbClr val="1B1E35"/>
                </a:solidFill>
                <a:effectLst/>
                <a:uLnTx/>
                <a:uFillTx/>
                <a:latin typeface="Arial"/>
                <a:ea typeface="Arial"/>
                <a:cs typeface="Arial"/>
                <a:sym typeface="Arial"/>
              </a:rPr>
              <a:t>Provider</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82" name="Google Shape;4227;p9">
            <a:extLst>
              <a:ext uri="{FF2B5EF4-FFF2-40B4-BE49-F238E27FC236}">
                <a16:creationId xmlns:a16="http://schemas.microsoft.com/office/drawing/2014/main" id="{42F65714-81BE-E052-8691-C4BBA7599ABF}"/>
              </a:ext>
            </a:extLst>
          </p:cNvPr>
          <p:cNvSpPr txBox="1"/>
          <p:nvPr/>
        </p:nvSpPr>
        <p:spPr>
          <a:xfrm>
            <a:off x="2806758" y="2362174"/>
            <a:ext cx="986253" cy="239940"/>
          </a:xfrm>
          <a:prstGeom prst="rect">
            <a:avLst/>
          </a:prstGeom>
          <a:noFill/>
          <a:ln>
            <a:noFill/>
          </a:ln>
        </p:spPr>
        <p:txBody>
          <a:bodyPr spcFirstLastPara="1" wrap="square" lIns="0" tIns="0" rIns="0" bIns="0" anchor="ctr" anchorCtr="0">
            <a:spAutoFit/>
          </a:bodyPr>
          <a:lstStyle/>
          <a:p>
            <a:pPr marL="0" marR="0" lvl="0" indent="0" algn="l" defTabSz="914400" rtl="0" eaLnBrk="1" fontAlgn="auto" latinLnBrk="0" hangingPunct="1">
              <a:lnSpc>
                <a:spcPct val="130000"/>
              </a:lnSpc>
              <a:spcBef>
                <a:spcPts val="0"/>
              </a:spcBef>
              <a:spcAft>
                <a:spcPts val="0"/>
              </a:spcAft>
              <a:buClr>
                <a:srgbClr val="000000"/>
              </a:buClr>
              <a:buSzPts val="1200"/>
              <a:buFontTx/>
              <a:buNone/>
              <a:tabLst/>
              <a:defRPr/>
            </a:pPr>
            <a:r>
              <a:rPr kumimoji="0" lang="en-US" sz="1200" b="1" i="0" u="none" strike="noStrike" kern="1200" cap="none" spc="0" normalizeH="0" baseline="0" noProof="0" dirty="0">
                <a:ln>
                  <a:noFill/>
                </a:ln>
                <a:solidFill>
                  <a:srgbClr val="1B1E35"/>
                </a:solidFill>
                <a:effectLst/>
                <a:uLnTx/>
                <a:uFillTx/>
                <a:latin typeface="Arial"/>
                <a:ea typeface="Arial"/>
                <a:cs typeface="Arial"/>
                <a:sym typeface="Arial"/>
              </a:rPr>
              <a:t>Consumer</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cxnSp>
        <p:nvCxnSpPr>
          <p:cNvPr id="183" name="Google Shape;4228;p9">
            <a:extLst>
              <a:ext uri="{FF2B5EF4-FFF2-40B4-BE49-F238E27FC236}">
                <a16:creationId xmlns:a16="http://schemas.microsoft.com/office/drawing/2014/main" id="{6522A89A-F88E-22C9-F240-BDE839C10A45}"/>
              </a:ext>
            </a:extLst>
          </p:cNvPr>
          <p:cNvCxnSpPr>
            <a:cxnSpLocks/>
          </p:cNvCxnSpPr>
          <p:nvPr/>
        </p:nvCxnSpPr>
        <p:spPr>
          <a:xfrm flipV="1">
            <a:off x="1684338" y="2776458"/>
            <a:ext cx="0" cy="1952787"/>
          </a:xfrm>
          <a:prstGeom prst="straightConnector1">
            <a:avLst/>
          </a:prstGeom>
          <a:noFill/>
          <a:ln w="12700" cap="flat" cmpd="sng">
            <a:solidFill>
              <a:schemeClr val="dk1"/>
            </a:solidFill>
            <a:prstDash val="solid"/>
            <a:miter lim="800000"/>
            <a:headEnd type="triangle" w="med" len="med"/>
            <a:tailEnd type="triangle" w="med" len="med"/>
          </a:ln>
        </p:spPr>
      </p:cxnSp>
      <p:grpSp>
        <p:nvGrpSpPr>
          <p:cNvPr id="186" name="Google Shape;3029;p19">
            <a:extLst>
              <a:ext uri="{FF2B5EF4-FFF2-40B4-BE49-F238E27FC236}">
                <a16:creationId xmlns:a16="http://schemas.microsoft.com/office/drawing/2014/main" id="{C187052A-0C94-E19C-DE46-50850A13B24A}"/>
              </a:ext>
            </a:extLst>
          </p:cNvPr>
          <p:cNvGrpSpPr>
            <a:grpSpLocks noChangeAspect="1"/>
          </p:cNvGrpSpPr>
          <p:nvPr/>
        </p:nvGrpSpPr>
        <p:grpSpPr>
          <a:xfrm>
            <a:off x="795314" y="4512076"/>
            <a:ext cx="741213" cy="1261178"/>
            <a:chOff x="468651" y="3331310"/>
            <a:chExt cx="1267426" cy="2156533"/>
          </a:xfrm>
        </p:grpSpPr>
        <p:grpSp>
          <p:nvGrpSpPr>
            <p:cNvPr id="187" name="Google Shape;3030;p19">
              <a:extLst>
                <a:ext uri="{FF2B5EF4-FFF2-40B4-BE49-F238E27FC236}">
                  <a16:creationId xmlns:a16="http://schemas.microsoft.com/office/drawing/2014/main" id="{2AA5FD7D-8DC5-EF41-91CD-FBD1282611B3}"/>
                </a:ext>
              </a:extLst>
            </p:cNvPr>
            <p:cNvGrpSpPr/>
            <p:nvPr/>
          </p:nvGrpSpPr>
          <p:grpSpPr>
            <a:xfrm>
              <a:off x="757505" y="3331310"/>
              <a:ext cx="978572" cy="1469016"/>
              <a:chOff x="745669" y="3121320"/>
              <a:chExt cx="1260073" cy="1891599"/>
            </a:xfrm>
          </p:grpSpPr>
          <p:sp>
            <p:nvSpPr>
              <p:cNvPr id="203" name="Google Shape;3031;p19">
                <a:extLst>
                  <a:ext uri="{FF2B5EF4-FFF2-40B4-BE49-F238E27FC236}">
                    <a16:creationId xmlns:a16="http://schemas.microsoft.com/office/drawing/2014/main" id="{85D40897-454B-5A39-E23E-185040C69F51}"/>
                  </a:ext>
                </a:extLst>
              </p:cNvPr>
              <p:cNvSpPr/>
              <p:nvPr/>
            </p:nvSpPr>
            <p:spPr>
              <a:xfrm flipH="1">
                <a:off x="1310021" y="3121320"/>
                <a:ext cx="288130" cy="288130"/>
              </a:xfrm>
              <a:custGeom>
                <a:avLst/>
                <a:gdLst/>
                <a:ahLst/>
                <a:cxnLst/>
                <a:rect l="l" t="t" r="r" b="b"/>
                <a:pathLst>
                  <a:path w="261342" h="261342" extrusionOk="0">
                    <a:moveTo>
                      <a:pt x="201362" y="0"/>
                    </a:moveTo>
                    <a:cubicBezTo>
                      <a:pt x="234488" y="0"/>
                      <a:pt x="261342" y="26854"/>
                      <a:pt x="261342" y="59980"/>
                    </a:cubicBezTo>
                    <a:lnTo>
                      <a:pt x="261342" y="201362"/>
                    </a:lnTo>
                    <a:cubicBezTo>
                      <a:pt x="261342" y="234488"/>
                      <a:pt x="234488" y="261342"/>
                      <a:pt x="201362" y="261342"/>
                    </a:cubicBezTo>
                    <a:lnTo>
                      <a:pt x="59980" y="261342"/>
                    </a:lnTo>
                    <a:cubicBezTo>
                      <a:pt x="26854" y="261342"/>
                      <a:pt x="0" y="234488"/>
                      <a:pt x="0" y="201362"/>
                    </a:cubicBezTo>
                    <a:lnTo>
                      <a:pt x="0" y="59980"/>
                    </a:lnTo>
                    <a:cubicBezTo>
                      <a:pt x="0" y="26854"/>
                      <a:pt x="26854" y="0"/>
                      <a:pt x="59980" y="0"/>
                    </a:cubicBezTo>
                    <a:close/>
                  </a:path>
                </a:pathLst>
              </a:custGeom>
              <a:solidFill>
                <a:srgbClr val="2453AA">
                  <a:alpha val="65882"/>
                </a:srgbClr>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1799"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04" name="Google Shape;3032;p19">
                <a:extLst>
                  <a:ext uri="{FF2B5EF4-FFF2-40B4-BE49-F238E27FC236}">
                    <a16:creationId xmlns:a16="http://schemas.microsoft.com/office/drawing/2014/main" id="{0778B3D4-E5AA-C09C-F456-59D494F9D6D1}"/>
                  </a:ext>
                </a:extLst>
              </p:cNvPr>
              <p:cNvSpPr/>
              <p:nvPr/>
            </p:nvSpPr>
            <p:spPr>
              <a:xfrm flipH="1">
                <a:off x="1717612" y="3121320"/>
                <a:ext cx="288130" cy="288130"/>
              </a:xfrm>
              <a:custGeom>
                <a:avLst/>
                <a:gdLst/>
                <a:ahLst/>
                <a:cxnLst/>
                <a:rect l="l" t="t" r="r" b="b"/>
                <a:pathLst>
                  <a:path w="261342" h="261342" extrusionOk="0">
                    <a:moveTo>
                      <a:pt x="201362" y="0"/>
                    </a:moveTo>
                    <a:cubicBezTo>
                      <a:pt x="234488" y="0"/>
                      <a:pt x="261342" y="26854"/>
                      <a:pt x="261342" y="59980"/>
                    </a:cubicBezTo>
                    <a:lnTo>
                      <a:pt x="261342" y="201362"/>
                    </a:lnTo>
                    <a:cubicBezTo>
                      <a:pt x="261342" y="234488"/>
                      <a:pt x="234488" y="261342"/>
                      <a:pt x="201362" y="261342"/>
                    </a:cubicBezTo>
                    <a:lnTo>
                      <a:pt x="59980" y="261342"/>
                    </a:lnTo>
                    <a:cubicBezTo>
                      <a:pt x="26854" y="261342"/>
                      <a:pt x="0" y="234488"/>
                      <a:pt x="0" y="201362"/>
                    </a:cubicBezTo>
                    <a:lnTo>
                      <a:pt x="0" y="59980"/>
                    </a:lnTo>
                    <a:cubicBezTo>
                      <a:pt x="0" y="26854"/>
                      <a:pt x="26854" y="0"/>
                      <a:pt x="59980" y="0"/>
                    </a:cubicBezTo>
                    <a:close/>
                  </a:path>
                </a:pathLst>
              </a:custGeom>
              <a:solidFill>
                <a:srgbClr val="BC9EDC">
                  <a:alpha val="25882"/>
                </a:srgbClr>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1799"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05" name="Google Shape;3033;p19">
                <a:extLst>
                  <a:ext uri="{FF2B5EF4-FFF2-40B4-BE49-F238E27FC236}">
                    <a16:creationId xmlns:a16="http://schemas.microsoft.com/office/drawing/2014/main" id="{78D33D1B-DF8E-12B8-A71D-EA74A103C4BF}"/>
                  </a:ext>
                </a:extLst>
              </p:cNvPr>
              <p:cNvSpPr/>
              <p:nvPr/>
            </p:nvSpPr>
            <p:spPr>
              <a:xfrm flipH="1">
                <a:off x="903722" y="3518601"/>
                <a:ext cx="288130" cy="288130"/>
              </a:xfrm>
              <a:custGeom>
                <a:avLst/>
                <a:gdLst/>
                <a:ahLst/>
                <a:cxnLst/>
                <a:rect l="l" t="t" r="r" b="b"/>
                <a:pathLst>
                  <a:path w="261342" h="261342" extrusionOk="0">
                    <a:moveTo>
                      <a:pt x="201362" y="0"/>
                    </a:moveTo>
                    <a:cubicBezTo>
                      <a:pt x="234488" y="0"/>
                      <a:pt x="261342" y="26854"/>
                      <a:pt x="261342" y="59980"/>
                    </a:cubicBezTo>
                    <a:lnTo>
                      <a:pt x="261342" y="201362"/>
                    </a:lnTo>
                    <a:cubicBezTo>
                      <a:pt x="261342" y="234488"/>
                      <a:pt x="234488" y="261342"/>
                      <a:pt x="201362" y="261342"/>
                    </a:cubicBezTo>
                    <a:lnTo>
                      <a:pt x="59980" y="261342"/>
                    </a:lnTo>
                    <a:cubicBezTo>
                      <a:pt x="26854" y="261342"/>
                      <a:pt x="0" y="234488"/>
                      <a:pt x="0" y="201362"/>
                    </a:cubicBezTo>
                    <a:lnTo>
                      <a:pt x="0" y="59980"/>
                    </a:lnTo>
                    <a:cubicBezTo>
                      <a:pt x="0" y="26854"/>
                      <a:pt x="26854" y="0"/>
                      <a:pt x="59980" y="0"/>
                    </a:cubicBezTo>
                    <a:close/>
                  </a:path>
                </a:pathLst>
              </a:custGeom>
              <a:solidFill>
                <a:schemeClr val="accent5">
                  <a:alpha val="40784"/>
                </a:schemeClr>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1799"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06" name="Google Shape;3034;p19">
                <a:extLst>
                  <a:ext uri="{FF2B5EF4-FFF2-40B4-BE49-F238E27FC236}">
                    <a16:creationId xmlns:a16="http://schemas.microsoft.com/office/drawing/2014/main" id="{87B8CDAE-0EC9-22B2-A1BE-8C217A604116}"/>
                  </a:ext>
                </a:extLst>
              </p:cNvPr>
              <p:cNvSpPr/>
              <p:nvPr/>
            </p:nvSpPr>
            <p:spPr>
              <a:xfrm flipH="1">
                <a:off x="1717612" y="3518601"/>
                <a:ext cx="288130" cy="288130"/>
              </a:xfrm>
              <a:custGeom>
                <a:avLst/>
                <a:gdLst/>
                <a:ahLst/>
                <a:cxnLst/>
                <a:rect l="l" t="t" r="r" b="b"/>
                <a:pathLst>
                  <a:path w="261342" h="261342" extrusionOk="0">
                    <a:moveTo>
                      <a:pt x="201362" y="0"/>
                    </a:moveTo>
                    <a:cubicBezTo>
                      <a:pt x="234488" y="0"/>
                      <a:pt x="261342" y="26854"/>
                      <a:pt x="261342" y="59980"/>
                    </a:cubicBezTo>
                    <a:lnTo>
                      <a:pt x="261342" y="201362"/>
                    </a:lnTo>
                    <a:cubicBezTo>
                      <a:pt x="261342" y="234488"/>
                      <a:pt x="234488" y="261342"/>
                      <a:pt x="201362" y="261342"/>
                    </a:cubicBezTo>
                    <a:lnTo>
                      <a:pt x="59980" y="261342"/>
                    </a:lnTo>
                    <a:cubicBezTo>
                      <a:pt x="26854" y="261342"/>
                      <a:pt x="0" y="234488"/>
                      <a:pt x="0" y="201362"/>
                    </a:cubicBezTo>
                    <a:lnTo>
                      <a:pt x="0" y="59980"/>
                    </a:lnTo>
                    <a:cubicBezTo>
                      <a:pt x="0" y="26854"/>
                      <a:pt x="26854" y="0"/>
                      <a:pt x="59980" y="0"/>
                    </a:cubicBezTo>
                    <a:close/>
                  </a:path>
                </a:pathLst>
              </a:custGeom>
              <a:solidFill>
                <a:srgbClr val="9165C0">
                  <a:alpha val="25882"/>
                </a:srgbClr>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1799"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07" name="Google Shape;3035;p19">
                <a:extLst>
                  <a:ext uri="{FF2B5EF4-FFF2-40B4-BE49-F238E27FC236}">
                    <a16:creationId xmlns:a16="http://schemas.microsoft.com/office/drawing/2014/main" id="{8474A941-781B-AB82-8CFB-0120320AF456}"/>
                  </a:ext>
                </a:extLst>
              </p:cNvPr>
              <p:cNvSpPr/>
              <p:nvPr/>
            </p:nvSpPr>
            <p:spPr>
              <a:xfrm flipH="1">
                <a:off x="903722" y="3915881"/>
                <a:ext cx="288130" cy="288130"/>
              </a:xfrm>
              <a:custGeom>
                <a:avLst/>
                <a:gdLst/>
                <a:ahLst/>
                <a:cxnLst/>
                <a:rect l="l" t="t" r="r" b="b"/>
                <a:pathLst>
                  <a:path w="261342" h="261342" extrusionOk="0">
                    <a:moveTo>
                      <a:pt x="201362" y="0"/>
                    </a:moveTo>
                    <a:cubicBezTo>
                      <a:pt x="234488" y="0"/>
                      <a:pt x="261342" y="26854"/>
                      <a:pt x="261342" y="59980"/>
                    </a:cubicBezTo>
                    <a:lnTo>
                      <a:pt x="261342" y="201362"/>
                    </a:lnTo>
                    <a:cubicBezTo>
                      <a:pt x="261342" y="234488"/>
                      <a:pt x="234488" y="261342"/>
                      <a:pt x="201362" y="261342"/>
                    </a:cubicBezTo>
                    <a:lnTo>
                      <a:pt x="59980" y="261342"/>
                    </a:lnTo>
                    <a:cubicBezTo>
                      <a:pt x="26854" y="261342"/>
                      <a:pt x="0" y="234488"/>
                      <a:pt x="0" y="201362"/>
                    </a:cubicBezTo>
                    <a:lnTo>
                      <a:pt x="0" y="59980"/>
                    </a:lnTo>
                    <a:cubicBezTo>
                      <a:pt x="0" y="26854"/>
                      <a:pt x="26854" y="0"/>
                      <a:pt x="59980" y="0"/>
                    </a:cubicBezTo>
                    <a:close/>
                  </a:path>
                </a:pathLst>
              </a:custGeom>
              <a:solidFill>
                <a:srgbClr val="A58BC2">
                  <a:alpha val="66274"/>
                </a:srgbClr>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1799"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08" name="Google Shape;3036;p19">
                <a:extLst>
                  <a:ext uri="{FF2B5EF4-FFF2-40B4-BE49-F238E27FC236}">
                    <a16:creationId xmlns:a16="http://schemas.microsoft.com/office/drawing/2014/main" id="{741E01A1-7860-D92E-6A29-4887F212DECD}"/>
                  </a:ext>
                </a:extLst>
              </p:cNvPr>
              <p:cNvSpPr/>
              <p:nvPr/>
            </p:nvSpPr>
            <p:spPr>
              <a:xfrm flipH="1">
                <a:off x="745669" y="3211513"/>
                <a:ext cx="288130" cy="288130"/>
              </a:xfrm>
              <a:custGeom>
                <a:avLst/>
                <a:gdLst/>
                <a:ahLst/>
                <a:cxnLst/>
                <a:rect l="l" t="t" r="r" b="b"/>
                <a:pathLst>
                  <a:path w="261342" h="261342" extrusionOk="0">
                    <a:moveTo>
                      <a:pt x="201362" y="0"/>
                    </a:moveTo>
                    <a:cubicBezTo>
                      <a:pt x="234488" y="0"/>
                      <a:pt x="261342" y="26854"/>
                      <a:pt x="261342" y="59980"/>
                    </a:cubicBezTo>
                    <a:lnTo>
                      <a:pt x="261342" y="201362"/>
                    </a:lnTo>
                    <a:cubicBezTo>
                      <a:pt x="261342" y="234488"/>
                      <a:pt x="234488" y="261342"/>
                      <a:pt x="201362" y="261342"/>
                    </a:cubicBezTo>
                    <a:lnTo>
                      <a:pt x="59980" y="261342"/>
                    </a:lnTo>
                    <a:cubicBezTo>
                      <a:pt x="26854" y="261342"/>
                      <a:pt x="0" y="234488"/>
                      <a:pt x="0" y="201362"/>
                    </a:cubicBezTo>
                    <a:lnTo>
                      <a:pt x="0" y="59980"/>
                    </a:lnTo>
                    <a:cubicBezTo>
                      <a:pt x="0" y="26854"/>
                      <a:pt x="26854" y="0"/>
                      <a:pt x="59980" y="0"/>
                    </a:cubicBezTo>
                    <a:close/>
                  </a:path>
                </a:pathLst>
              </a:custGeom>
              <a:solidFill>
                <a:srgbClr val="A58BC2">
                  <a:alpha val="66274"/>
                </a:srgbClr>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1799"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09" name="Google Shape;3037;p19">
                <a:extLst>
                  <a:ext uri="{FF2B5EF4-FFF2-40B4-BE49-F238E27FC236}">
                    <a16:creationId xmlns:a16="http://schemas.microsoft.com/office/drawing/2014/main" id="{D121C253-C227-F831-91A8-3A0B0FAB2181}"/>
                  </a:ext>
                </a:extLst>
              </p:cNvPr>
              <p:cNvSpPr/>
              <p:nvPr/>
            </p:nvSpPr>
            <p:spPr>
              <a:xfrm flipH="1">
                <a:off x="1310021" y="3915881"/>
                <a:ext cx="288130" cy="288130"/>
              </a:xfrm>
              <a:custGeom>
                <a:avLst/>
                <a:gdLst/>
                <a:ahLst/>
                <a:cxnLst/>
                <a:rect l="l" t="t" r="r" b="b"/>
                <a:pathLst>
                  <a:path w="261342" h="261342" extrusionOk="0">
                    <a:moveTo>
                      <a:pt x="201362" y="0"/>
                    </a:moveTo>
                    <a:cubicBezTo>
                      <a:pt x="234488" y="0"/>
                      <a:pt x="261342" y="26854"/>
                      <a:pt x="261342" y="59980"/>
                    </a:cubicBezTo>
                    <a:lnTo>
                      <a:pt x="261342" y="201362"/>
                    </a:lnTo>
                    <a:cubicBezTo>
                      <a:pt x="261342" y="234488"/>
                      <a:pt x="234488" y="261342"/>
                      <a:pt x="201362" y="261342"/>
                    </a:cubicBezTo>
                    <a:lnTo>
                      <a:pt x="59980" y="261342"/>
                    </a:lnTo>
                    <a:cubicBezTo>
                      <a:pt x="26854" y="261342"/>
                      <a:pt x="0" y="234488"/>
                      <a:pt x="0" y="201362"/>
                    </a:cubicBezTo>
                    <a:lnTo>
                      <a:pt x="0" y="59980"/>
                    </a:lnTo>
                    <a:cubicBezTo>
                      <a:pt x="0" y="26854"/>
                      <a:pt x="26854" y="0"/>
                      <a:pt x="59980" y="0"/>
                    </a:cubicBezTo>
                    <a:close/>
                  </a:path>
                </a:pathLst>
              </a:custGeom>
              <a:solidFill>
                <a:srgbClr val="50386B">
                  <a:alpha val="66274"/>
                </a:srgbClr>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1799"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10" name="Google Shape;3038;p19">
                <a:extLst>
                  <a:ext uri="{FF2B5EF4-FFF2-40B4-BE49-F238E27FC236}">
                    <a16:creationId xmlns:a16="http://schemas.microsoft.com/office/drawing/2014/main" id="{43401CD4-BB0B-AF2B-0250-DEB4649B833F}"/>
                  </a:ext>
                </a:extLst>
              </p:cNvPr>
              <p:cNvSpPr/>
              <p:nvPr/>
            </p:nvSpPr>
            <p:spPr>
              <a:xfrm rot="1538180" flipH="1">
                <a:off x="1030629" y="4676291"/>
                <a:ext cx="288429" cy="288429"/>
              </a:xfrm>
              <a:custGeom>
                <a:avLst/>
                <a:gdLst/>
                <a:ahLst/>
                <a:cxnLst/>
                <a:rect l="l" t="t" r="r" b="b"/>
                <a:pathLst>
                  <a:path w="261342" h="261342" extrusionOk="0">
                    <a:moveTo>
                      <a:pt x="201362" y="-1"/>
                    </a:moveTo>
                    <a:cubicBezTo>
                      <a:pt x="234488" y="-1"/>
                      <a:pt x="261343" y="26854"/>
                      <a:pt x="261343" y="59980"/>
                    </a:cubicBezTo>
                    <a:lnTo>
                      <a:pt x="261343" y="201362"/>
                    </a:lnTo>
                    <a:cubicBezTo>
                      <a:pt x="261343" y="234488"/>
                      <a:pt x="234488" y="261342"/>
                      <a:pt x="201362" y="261342"/>
                    </a:cubicBezTo>
                    <a:lnTo>
                      <a:pt x="59980" y="261342"/>
                    </a:lnTo>
                    <a:cubicBezTo>
                      <a:pt x="26854" y="261342"/>
                      <a:pt x="0" y="234488"/>
                      <a:pt x="0" y="201362"/>
                    </a:cubicBezTo>
                    <a:lnTo>
                      <a:pt x="0" y="59980"/>
                    </a:lnTo>
                    <a:cubicBezTo>
                      <a:pt x="0" y="26854"/>
                      <a:pt x="26854" y="-1"/>
                      <a:pt x="59980" y="-1"/>
                    </a:cubicBezTo>
                    <a:close/>
                  </a:path>
                </a:pathLst>
              </a:custGeom>
              <a:solidFill>
                <a:srgbClr val="1D4287">
                  <a:alpha val="66274"/>
                </a:srgbClr>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1799"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188" name="Google Shape;3039;p19">
              <a:extLst>
                <a:ext uri="{FF2B5EF4-FFF2-40B4-BE49-F238E27FC236}">
                  <a16:creationId xmlns:a16="http://schemas.microsoft.com/office/drawing/2014/main" id="{B4A37C64-D487-3002-6325-D2D1C89F8A3E}"/>
                </a:ext>
              </a:extLst>
            </p:cNvPr>
            <p:cNvGrpSpPr/>
            <p:nvPr/>
          </p:nvGrpSpPr>
          <p:grpSpPr>
            <a:xfrm flipH="1">
              <a:off x="468651" y="3440505"/>
              <a:ext cx="593973" cy="2047338"/>
              <a:chOff x="1657426" y="3571036"/>
              <a:chExt cx="538653" cy="1856659"/>
            </a:xfrm>
          </p:grpSpPr>
          <p:sp>
            <p:nvSpPr>
              <p:cNvPr id="189" name="Google Shape;3040;p19">
                <a:extLst>
                  <a:ext uri="{FF2B5EF4-FFF2-40B4-BE49-F238E27FC236}">
                    <a16:creationId xmlns:a16="http://schemas.microsoft.com/office/drawing/2014/main" id="{BF7ED685-8341-2A45-54EF-E9D0914DA961}"/>
                  </a:ext>
                </a:extLst>
              </p:cNvPr>
              <p:cNvSpPr/>
              <p:nvPr/>
            </p:nvSpPr>
            <p:spPr>
              <a:xfrm>
                <a:off x="1889946" y="3700733"/>
                <a:ext cx="245763" cy="443619"/>
              </a:xfrm>
              <a:custGeom>
                <a:avLst/>
                <a:gdLst/>
                <a:ahLst/>
                <a:cxnLst/>
                <a:rect l="l" t="t" r="r" b="b"/>
                <a:pathLst>
                  <a:path w="245763" h="443619" extrusionOk="0">
                    <a:moveTo>
                      <a:pt x="245763" y="425314"/>
                    </a:moveTo>
                    <a:lnTo>
                      <a:pt x="89970" y="236805"/>
                    </a:lnTo>
                    <a:lnTo>
                      <a:pt x="66991" y="2726"/>
                    </a:lnTo>
                    <a:lnTo>
                      <a:pt x="0" y="0"/>
                    </a:lnTo>
                    <a:lnTo>
                      <a:pt x="3116" y="264458"/>
                    </a:lnTo>
                    <a:lnTo>
                      <a:pt x="110613" y="443620"/>
                    </a:lnTo>
                    <a:lnTo>
                      <a:pt x="245763" y="425314"/>
                    </a:lnTo>
                    <a:close/>
                  </a:path>
                </a:pathLst>
              </a:custGeom>
              <a:solidFill>
                <a:srgbClr val="50386B"/>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1799"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90" name="Google Shape;3041;p19">
                <a:extLst>
                  <a:ext uri="{FF2B5EF4-FFF2-40B4-BE49-F238E27FC236}">
                    <a16:creationId xmlns:a16="http://schemas.microsoft.com/office/drawing/2014/main" id="{EF4634C8-F28D-E8F5-41E2-9FAE61331830}"/>
                  </a:ext>
                </a:extLst>
              </p:cNvPr>
              <p:cNvSpPr/>
              <p:nvPr/>
            </p:nvSpPr>
            <p:spPr>
              <a:xfrm>
                <a:off x="1958885" y="4542793"/>
                <a:ext cx="237194" cy="884902"/>
              </a:xfrm>
              <a:custGeom>
                <a:avLst/>
                <a:gdLst/>
                <a:ahLst/>
                <a:cxnLst/>
                <a:rect l="l" t="t" r="r" b="b"/>
                <a:pathLst>
                  <a:path w="237194" h="884902" extrusionOk="0">
                    <a:moveTo>
                      <a:pt x="389" y="0"/>
                    </a:moveTo>
                    <a:lnTo>
                      <a:pt x="66601" y="447125"/>
                    </a:lnTo>
                    <a:lnTo>
                      <a:pt x="134761" y="789090"/>
                    </a:lnTo>
                    <a:cubicBezTo>
                      <a:pt x="137098" y="805838"/>
                      <a:pt x="128918" y="815186"/>
                      <a:pt x="116455" y="825701"/>
                    </a:cubicBezTo>
                    <a:lnTo>
                      <a:pt x="93476" y="847513"/>
                    </a:lnTo>
                    <a:cubicBezTo>
                      <a:pt x="83349" y="857250"/>
                      <a:pt x="77117" y="870882"/>
                      <a:pt x="77117" y="884903"/>
                    </a:cubicBezTo>
                    <a:lnTo>
                      <a:pt x="77117" y="884903"/>
                    </a:lnTo>
                    <a:cubicBezTo>
                      <a:pt x="77117" y="884903"/>
                      <a:pt x="237195" y="884903"/>
                      <a:pt x="237195" y="884903"/>
                    </a:cubicBezTo>
                    <a:cubicBezTo>
                      <a:pt x="184225" y="376629"/>
                      <a:pt x="185004" y="390"/>
                      <a:pt x="185004" y="390"/>
                    </a:cubicBezTo>
                    <a:lnTo>
                      <a:pt x="0" y="390"/>
                    </a:lnTo>
                    <a:close/>
                  </a:path>
                </a:pathLst>
              </a:custGeom>
              <a:solidFill>
                <a:srgbClr val="45315B"/>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1799"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91" name="Google Shape;3042;p19">
                <a:extLst>
                  <a:ext uri="{FF2B5EF4-FFF2-40B4-BE49-F238E27FC236}">
                    <a16:creationId xmlns:a16="http://schemas.microsoft.com/office/drawing/2014/main" id="{15C7F74F-1586-CDF7-E395-BA926C9E1A05}"/>
                  </a:ext>
                </a:extLst>
              </p:cNvPr>
              <p:cNvSpPr/>
              <p:nvPr/>
            </p:nvSpPr>
            <p:spPr>
              <a:xfrm>
                <a:off x="1728311" y="4080485"/>
                <a:ext cx="276142" cy="528520"/>
              </a:xfrm>
              <a:custGeom>
                <a:avLst/>
                <a:gdLst/>
                <a:ahLst/>
                <a:cxnLst/>
                <a:rect l="l" t="t" r="r" b="b"/>
                <a:pathLst>
                  <a:path w="276142" h="528520" extrusionOk="0">
                    <a:moveTo>
                      <a:pt x="0" y="495414"/>
                    </a:moveTo>
                    <a:lnTo>
                      <a:pt x="92697" y="284704"/>
                    </a:lnTo>
                    <a:lnTo>
                      <a:pt x="131645" y="56858"/>
                    </a:lnTo>
                    <a:cubicBezTo>
                      <a:pt x="139824" y="13625"/>
                      <a:pt x="185394" y="-11302"/>
                      <a:pt x="226289" y="5057"/>
                    </a:cubicBezTo>
                    <a:lnTo>
                      <a:pt x="276143" y="25310"/>
                    </a:lnTo>
                    <a:cubicBezTo>
                      <a:pt x="276143" y="25310"/>
                      <a:pt x="201362" y="289768"/>
                      <a:pt x="182277" y="328327"/>
                    </a:cubicBezTo>
                    <a:cubicBezTo>
                      <a:pt x="132813" y="408949"/>
                      <a:pt x="66602" y="528520"/>
                      <a:pt x="66602" y="528520"/>
                    </a:cubicBezTo>
                    <a:lnTo>
                      <a:pt x="0" y="495025"/>
                    </a:lnTo>
                    <a:close/>
                  </a:path>
                </a:pathLst>
              </a:custGeom>
              <a:solidFill>
                <a:srgbClr val="6C4B8F"/>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1799"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92" name="Google Shape;3043;p19">
                <a:extLst>
                  <a:ext uri="{FF2B5EF4-FFF2-40B4-BE49-F238E27FC236}">
                    <a16:creationId xmlns:a16="http://schemas.microsoft.com/office/drawing/2014/main" id="{9BD63F77-A6A8-4F78-7458-057220CDE499}"/>
                  </a:ext>
                </a:extLst>
              </p:cNvPr>
              <p:cNvSpPr/>
              <p:nvPr/>
            </p:nvSpPr>
            <p:spPr>
              <a:xfrm>
                <a:off x="1782060" y="4542793"/>
                <a:ext cx="269521" cy="884513"/>
              </a:xfrm>
              <a:custGeom>
                <a:avLst/>
                <a:gdLst/>
                <a:ahLst/>
                <a:cxnLst/>
                <a:rect l="l" t="t" r="r" b="b"/>
                <a:pathLst>
                  <a:path w="269521" h="884513" extrusionOk="0">
                    <a:moveTo>
                      <a:pt x="92697" y="0"/>
                    </a:moveTo>
                    <a:lnTo>
                      <a:pt x="74391" y="431546"/>
                    </a:lnTo>
                    <a:lnTo>
                      <a:pt x="71665" y="789090"/>
                    </a:lnTo>
                    <a:cubicBezTo>
                      <a:pt x="72054" y="803501"/>
                      <a:pt x="65433" y="817133"/>
                      <a:pt x="53359" y="825701"/>
                    </a:cubicBezTo>
                    <a:lnTo>
                      <a:pt x="18306" y="849849"/>
                    </a:lnTo>
                    <a:cubicBezTo>
                      <a:pt x="7011" y="857639"/>
                      <a:pt x="0" y="870882"/>
                      <a:pt x="0" y="884513"/>
                    </a:cubicBezTo>
                    <a:lnTo>
                      <a:pt x="0" y="884513"/>
                    </a:lnTo>
                    <a:cubicBezTo>
                      <a:pt x="0" y="884513"/>
                      <a:pt x="174098" y="884513"/>
                      <a:pt x="174098" y="884513"/>
                    </a:cubicBezTo>
                    <a:lnTo>
                      <a:pt x="216941" y="451020"/>
                    </a:lnTo>
                    <a:lnTo>
                      <a:pt x="269522" y="0"/>
                    </a:lnTo>
                    <a:lnTo>
                      <a:pt x="92697" y="0"/>
                    </a:lnTo>
                    <a:close/>
                  </a:path>
                </a:pathLst>
              </a:custGeom>
              <a:solidFill>
                <a:srgbClr val="45315B"/>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1799"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93" name="Google Shape;3044;p19">
                <a:extLst>
                  <a:ext uri="{FF2B5EF4-FFF2-40B4-BE49-F238E27FC236}">
                    <a16:creationId xmlns:a16="http://schemas.microsoft.com/office/drawing/2014/main" id="{F3994067-7FD0-D564-0A37-525AC249366D}"/>
                  </a:ext>
                </a:extLst>
              </p:cNvPr>
              <p:cNvSpPr/>
              <p:nvPr/>
            </p:nvSpPr>
            <p:spPr>
              <a:xfrm>
                <a:off x="1893655" y="3571036"/>
                <a:ext cx="72240" cy="131644"/>
              </a:xfrm>
              <a:custGeom>
                <a:avLst/>
                <a:gdLst/>
                <a:ahLst/>
                <a:cxnLst/>
                <a:rect l="l" t="t" r="r" b="b"/>
                <a:pathLst>
                  <a:path w="72240" h="131644" extrusionOk="0">
                    <a:moveTo>
                      <a:pt x="2523" y="130087"/>
                    </a:moveTo>
                    <a:lnTo>
                      <a:pt x="2523" y="130087"/>
                    </a:lnTo>
                    <a:cubicBezTo>
                      <a:pt x="-3709" y="108276"/>
                      <a:pt x="1744" y="84518"/>
                      <a:pt x="17323" y="67770"/>
                    </a:cubicBezTo>
                    <a:lnTo>
                      <a:pt x="28618" y="55696"/>
                    </a:lnTo>
                    <a:lnTo>
                      <a:pt x="18492" y="12853"/>
                    </a:lnTo>
                    <a:lnTo>
                      <a:pt x="35239" y="0"/>
                    </a:lnTo>
                    <a:lnTo>
                      <a:pt x="72240" y="63096"/>
                    </a:lnTo>
                    <a:lnTo>
                      <a:pt x="63672" y="131645"/>
                    </a:lnTo>
                    <a:lnTo>
                      <a:pt x="2523" y="129308"/>
                    </a:lnTo>
                    <a:close/>
                  </a:path>
                </a:pathLst>
              </a:custGeom>
              <a:solidFill>
                <a:srgbClr val="DAA874"/>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1799"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94" name="Google Shape;3045;p19">
                <a:extLst>
                  <a:ext uri="{FF2B5EF4-FFF2-40B4-BE49-F238E27FC236}">
                    <a16:creationId xmlns:a16="http://schemas.microsoft.com/office/drawing/2014/main" id="{4137764A-18DD-F1A9-6436-920E6395C710}"/>
                  </a:ext>
                </a:extLst>
              </p:cNvPr>
              <p:cNvSpPr/>
              <p:nvPr/>
            </p:nvSpPr>
            <p:spPr>
              <a:xfrm>
                <a:off x="1874757" y="4061004"/>
                <a:ext cx="297167" cy="496199"/>
              </a:xfrm>
              <a:custGeom>
                <a:avLst/>
                <a:gdLst/>
                <a:ahLst/>
                <a:cxnLst/>
                <a:rect l="l" t="t" r="r" b="b"/>
                <a:pathLst>
                  <a:path w="297167" h="496199" extrusionOk="0">
                    <a:moveTo>
                      <a:pt x="229405" y="12074"/>
                    </a:moveTo>
                    <a:lnTo>
                      <a:pt x="208373" y="31548"/>
                    </a:lnTo>
                    <a:lnTo>
                      <a:pt x="129697" y="0"/>
                    </a:lnTo>
                    <a:lnTo>
                      <a:pt x="38169" y="21032"/>
                    </a:lnTo>
                    <a:cubicBezTo>
                      <a:pt x="38169" y="21032"/>
                      <a:pt x="15190" y="297175"/>
                      <a:pt x="0" y="488410"/>
                    </a:cubicBezTo>
                    <a:lnTo>
                      <a:pt x="271079" y="496200"/>
                    </a:lnTo>
                    <a:lnTo>
                      <a:pt x="296785" y="130087"/>
                    </a:lnTo>
                    <a:cubicBezTo>
                      <a:pt x="301069" y="70107"/>
                      <a:pt x="268743" y="21811"/>
                      <a:pt x="229015" y="11684"/>
                    </a:cubicBezTo>
                    <a:close/>
                  </a:path>
                </a:pathLst>
              </a:custGeom>
              <a:solidFill>
                <a:srgbClr val="6C4B8F"/>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1799"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nvGrpSpPr>
              <p:cNvPr id="195" name="Google Shape;3046;p19">
                <a:extLst>
                  <a:ext uri="{FF2B5EF4-FFF2-40B4-BE49-F238E27FC236}">
                    <a16:creationId xmlns:a16="http://schemas.microsoft.com/office/drawing/2014/main" id="{3AED43BA-11AF-501A-FB23-75048717D8A9}"/>
                  </a:ext>
                </a:extLst>
              </p:cNvPr>
              <p:cNvGrpSpPr/>
              <p:nvPr/>
            </p:nvGrpSpPr>
            <p:grpSpPr>
              <a:xfrm>
                <a:off x="1935946" y="3808057"/>
                <a:ext cx="188519" cy="285273"/>
                <a:chOff x="1935946" y="3808057"/>
                <a:chExt cx="188519" cy="285273"/>
              </a:xfrm>
            </p:grpSpPr>
            <p:sp>
              <p:nvSpPr>
                <p:cNvPr id="199" name="Google Shape;3047;p19">
                  <a:extLst>
                    <a:ext uri="{FF2B5EF4-FFF2-40B4-BE49-F238E27FC236}">
                      <a16:creationId xmlns:a16="http://schemas.microsoft.com/office/drawing/2014/main" id="{D999C292-A2DD-7516-2C74-FBEDD8AF714E}"/>
                    </a:ext>
                  </a:extLst>
                </p:cNvPr>
                <p:cNvSpPr/>
                <p:nvPr/>
              </p:nvSpPr>
              <p:spPr>
                <a:xfrm>
                  <a:off x="1981085" y="3943196"/>
                  <a:ext cx="124370" cy="150134"/>
                </a:xfrm>
                <a:custGeom>
                  <a:avLst/>
                  <a:gdLst/>
                  <a:ahLst/>
                  <a:cxnLst/>
                  <a:rect l="l" t="t" r="r" b="b"/>
                  <a:pathLst>
                    <a:path w="124370" h="150134" extrusionOk="0">
                      <a:moveTo>
                        <a:pt x="102044" y="149745"/>
                      </a:moveTo>
                      <a:cubicBezTo>
                        <a:pt x="102044" y="149745"/>
                        <a:pt x="83739" y="99891"/>
                        <a:pt x="118013" y="34069"/>
                      </a:cubicBezTo>
                      <a:cubicBezTo>
                        <a:pt x="155793" y="-38764"/>
                        <a:pt x="12853" y="27837"/>
                        <a:pt x="12853" y="27837"/>
                      </a:cubicBezTo>
                      <a:lnTo>
                        <a:pt x="0" y="140008"/>
                      </a:lnTo>
                      <a:lnTo>
                        <a:pt x="101655" y="150134"/>
                      </a:lnTo>
                      <a:close/>
                    </a:path>
                  </a:pathLst>
                </a:custGeom>
                <a:solidFill>
                  <a:srgbClr val="DAA874"/>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1799"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00" name="Google Shape;3048;p19">
                  <a:extLst>
                    <a:ext uri="{FF2B5EF4-FFF2-40B4-BE49-F238E27FC236}">
                      <a16:creationId xmlns:a16="http://schemas.microsoft.com/office/drawing/2014/main" id="{6021626A-7740-7FCC-A144-7B9A651BADB4}"/>
                    </a:ext>
                  </a:extLst>
                </p:cNvPr>
                <p:cNvSpPr/>
                <p:nvPr/>
              </p:nvSpPr>
              <p:spPr>
                <a:xfrm>
                  <a:off x="1935946" y="3817192"/>
                  <a:ext cx="177451" cy="206460"/>
                </a:xfrm>
                <a:custGeom>
                  <a:avLst/>
                  <a:gdLst/>
                  <a:ahLst/>
                  <a:cxnLst/>
                  <a:rect l="l" t="t" r="r" b="b"/>
                  <a:pathLst>
                    <a:path w="177451" h="206460" extrusionOk="0">
                      <a:moveTo>
                        <a:pt x="66171" y="205253"/>
                      </a:moveTo>
                      <a:lnTo>
                        <a:pt x="66171" y="205253"/>
                      </a:lnTo>
                      <a:cubicBezTo>
                        <a:pt x="19823" y="195516"/>
                        <a:pt x="-3157" y="177600"/>
                        <a:pt x="349" y="126967"/>
                      </a:cubicBezTo>
                      <a:lnTo>
                        <a:pt x="6580" y="74387"/>
                      </a:lnTo>
                      <a:cubicBezTo>
                        <a:pt x="16318" y="19470"/>
                        <a:pt x="62666" y="-7793"/>
                        <a:pt x="109014" y="1944"/>
                      </a:cubicBezTo>
                      <a:lnTo>
                        <a:pt x="109014" y="1944"/>
                      </a:lnTo>
                      <a:cubicBezTo>
                        <a:pt x="155363" y="11681"/>
                        <a:pt x="185353" y="57250"/>
                        <a:pt x="175616" y="103598"/>
                      </a:cubicBezTo>
                      <a:lnTo>
                        <a:pt x="164321" y="156957"/>
                      </a:lnTo>
                      <a:cubicBezTo>
                        <a:pt x="163152" y="162800"/>
                        <a:pt x="112909" y="214990"/>
                        <a:pt x="66561" y="205253"/>
                      </a:cubicBezTo>
                      <a:close/>
                    </a:path>
                  </a:pathLst>
                </a:custGeom>
                <a:solidFill>
                  <a:srgbClr val="DAA874"/>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1799"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01" name="Google Shape;3049;p19">
                  <a:extLst>
                    <a:ext uri="{FF2B5EF4-FFF2-40B4-BE49-F238E27FC236}">
                      <a16:creationId xmlns:a16="http://schemas.microsoft.com/office/drawing/2014/main" id="{4C921A58-DCBF-7234-6BCE-3420F63E7333}"/>
                    </a:ext>
                  </a:extLst>
                </p:cNvPr>
                <p:cNvSpPr/>
                <p:nvPr/>
              </p:nvSpPr>
              <p:spPr>
                <a:xfrm>
                  <a:off x="1950389" y="3808057"/>
                  <a:ext cx="174076" cy="184787"/>
                </a:xfrm>
                <a:custGeom>
                  <a:avLst/>
                  <a:gdLst/>
                  <a:ahLst/>
                  <a:cxnLst/>
                  <a:rect l="l" t="t" r="r" b="b"/>
                  <a:pathLst>
                    <a:path w="174076" h="184787" extrusionOk="0">
                      <a:moveTo>
                        <a:pt x="3822" y="49637"/>
                      </a:moveTo>
                      <a:cubicBezTo>
                        <a:pt x="-6694" y="32111"/>
                        <a:pt x="5769" y="14584"/>
                        <a:pt x="25633" y="10300"/>
                      </a:cubicBezTo>
                      <a:cubicBezTo>
                        <a:pt x="48612" y="4847"/>
                        <a:pt x="75097" y="-4111"/>
                        <a:pt x="105087" y="2121"/>
                      </a:cubicBezTo>
                      <a:cubicBezTo>
                        <a:pt x="164288" y="14584"/>
                        <a:pt x="176752" y="67943"/>
                        <a:pt x="173636" y="95596"/>
                      </a:cubicBezTo>
                      <a:cubicBezTo>
                        <a:pt x="169741" y="131428"/>
                        <a:pt x="140919" y="184787"/>
                        <a:pt x="140919" y="184787"/>
                      </a:cubicBezTo>
                      <a:lnTo>
                        <a:pt x="100413" y="176219"/>
                      </a:lnTo>
                      <a:cubicBezTo>
                        <a:pt x="89897" y="173882"/>
                        <a:pt x="82497" y="164145"/>
                        <a:pt x="82887" y="153629"/>
                      </a:cubicBezTo>
                      <a:lnTo>
                        <a:pt x="84055" y="131428"/>
                      </a:lnTo>
                      <a:lnTo>
                        <a:pt x="47054" y="110396"/>
                      </a:lnTo>
                      <a:lnTo>
                        <a:pt x="51728" y="84691"/>
                      </a:lnTo>
                      <a:cubicBezTo>
                        <a:pt x="54065" y="73006"/>
                        <a:pt x="53286" y="53143"/>
                        <a:pt x="30307" y="52364"/>
                      </a:cubicBezTo>
                      <a:lnTo>
                        <a:pt x="4211" y="50027"/>
                      </a:lnTo>
                      <a:lnTo>
                        <a:pt x="4211" y="50027"/>
                      </a:lnTo>
                      <a:close/>
                    </a:path>
                  </a:pathLst>
                </a:custGeom>
                <a:solidFill>
                  <a:srgbClr val="3D3980"/>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1799"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02" name="Google Shape;3050;p19">
                  <a:extLst>
                    <a:ext uri="{FF2B5EF4-FFF2-40B4-BE49-F238E27FC236}">
                      <a16:creationId xmlns:a16="http://schemas.microsoft.com/office/drawing/2014/main" id="{D46BFD8D-0CA6-3121-4434-5B042EF62A01}"/>
                    </a:ext>
                  </a:extLst>
                </p:cNvPr>
                <p:cNvSpPr/>
                <p:nvPr/>
              </p:nvSpPr>
              <p:spPr>
                <a:xfrm rot="-4691101">
                  <a:off x="1989861" y="3920746"/>
                  <a:ext cx="56153" cy="41335"/>
                </a:xfrm>
                <a:custGeom>
                  <a:avLst/>
                  <a:gdLst/>
                  <a:ahLst/>
                  <a:cxnLst/>
                  <a:rect l="l" t="t" r="r" b="b"/>
                  <a:pathLst>
                    <a:path w="56085" h="41285" extrusionOk="0">
                      <a:moveTo>
                        <a:pt x="56085" y="20642"/>
                      </a:moveTo>
                      <a:cubicBezTo>
                        <a:pt x="56085" y="32043"/>
                        <a:pt x="43530" y="41285"/>
                        <a:pt x="28042" y="41285"/>
                      </a:cubicBezTo>
                      <a:cubicBezTo>
                        <a:pt x="12555" y="41285"/>
                        <a:pt x="0" y="32043"/>
                        <a:pt x="0" y="20642"/>
                      </a:cubicBezTo>
                      <a:cubicBezTo>
                        <a:pt x="0" y="9242"/>
                        <a:pt x="12555" y="0"/>
                        <a:pt x="28042" y="0"/>
                      </a:cubicBezTo>
                      <a:cubicBezTo>
                        <a:pt x="43530" y="0"/>
                        <a:pt x="56085" y="9242"/>
                        <a:pt x="56085" y="20642"/>
                      </a:cubicBezTo>
                      <a:close/>
                    </a:path>
                  </a:pathLst>
                </a:custGeom>
                <a:solidFill>
                  <a:srgbClr val="DAA874"/>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1799"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
            <p:nvSpPr>
              <p:cNvPr id="196" name="Google Shape;3051;p19">
                <a:extLst>
                  <a:ext uri="{FF2B5EF4-FFF2-40B4-BE49-F238E27FC236}">
                    <a16:creationId xmlns:a16="http://schemas.microsoft.com/office/drawing/2014/main" id="{019F990B-5C6C-E2A0-7EF9-7497401976DF}"/>
                  </a:ext>
                </a:extLst>
              </p:cNvPr>
              <p:cNvSpPr/>
              <p:nvPr/>
            </p:nvSpPr>
            <p:spPr>
              <a:xfrm>
                <a:off x="1925564" y="3803664"/>
                <a:ext cx="172365" cy="108167"/>
              </a:xfrm>
              <a:custGeom>
                <a:avLst/>
                <a:gdLst/>
                <a:ahLst/>
                <a:cxnLst/>
                <a:rect l="l" t="t" r="r" b="b"/>
                <a:pathLst>
                  <a:path w="172365" h="108167" extrusionOk="0">
                    <a:moveTo>
                      <a:pt x="172366" y="33777"/>
                    </a:moveTo>
                    <a:cubicBezTo>
                      <a:pt x="172366" y="33777"/>
                      <a:pt x="150165" y="3787"/>
                      <a:pt x="129912" y="1450"/>
                    </a:cubicBezTo>
                    <a:cubicBezTo>
                      <a:pt x="78890" y="-4003"/>
                      <a:pt x="994" y="7682"/>
                      <a:pt x="994" y="7682"/>
                    </a:cubicBezTo>
                    <a:cubicBezTo>
                      <a:pt x="994" y="7682"/>
                      <a:pt x="-9133" y="64156"/>
                      <a:pt x="35268" y="86357"/>
                    </a:cubicBezTo>
                    <a:cubicBezTo>
                      <a:pt x="63311" y="86746"/>
                      <a:pt x="78890" y="108168"/>
                      <a:pt x="78890" y="108168"/>
                    </a:cubicBezTo>
                    <a:lnTo>
                      <a:pt x="172366" y="33387"/>
                    </a:lnTo>
                    <a:close/>
                  </a:path>
                </a:pathLst>
              </a:custGeom>
              <a:solidFill>
                <a:srgbClr val="3D3980"/>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1799"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97" name="Google Shape;3052;p19">
                <a:extLst>
                  <a:ext uri="{FF2B5EF4-FFF2-40B4-BE49-F238E27FC236}">
                    <a16:creationId xmlns:a16="http://schemas.microsoft.com/office/drawing/2014/main" id="{6CA264B5-2B3E-EA03-C838-6D555E0F0B2E}"/>
                  </a:ext>
                </a:extLst>
              </p:cNvPr>
              <p:cNvSpPr/>
              <p:nvPr/>
            </p:nvSpPr>
            <p:spPr>
              <a:xfrm>
                <a:off x="1657426" y="4577457"/>
                <a:ext cx="124634" cy="136318"/>
              </a:xfrm>
              <a:custGeom>
                <a:avLst/>
                <a:gdLst/>
                <a:ahLst/>
                <a:cxnLst/>
                <a:rect l="l" t="t" r="r" b="b"/>
                <a:pathLst>
                  <a:path w="124634" h="136318" extrusionOk="0">
                    <a:moveTo>
                      <a:pt x="124634" y="25316"/>
                    </a:moveTo>
                    <a:lnTo>
                      <a:pt x="98149" y="103992"/>
                    </a:lnTo>
                    <a:lnTo>
                      <a:pt x="42843" y="136319"/>
                    </a:lnTo>
                    <a:lnTo>
                      <a:pt x="29211" y="126971"/>
                    </a:lnTo>
                    <a:lnTo>
                      <a:pt x="19085" y="128919"/>
                    </a:lnTo>
                    <a:lnTo>
                      <a:pt x="10906" y="123466"/>
                    </a:lnTo>
                    <a:lnTo>
                      <a:pt x="42843" y="79844"/>
                    </a:lnTo>
                    <a:lnTo>
                      <a:pt x="8958" y="112171"/>
                    </a:lnTo>
                    <a:lnTo>
                      <a:pt x="0" y="102823"/>
                    </a:lnTo>
                    <a:lnTo>
                      <a:pt x="47517" y="46348"/>
                    </a:lnTo>
                    <a:lnTo>
                      <a:pt x="32327" y="14800"/>
                    </a:lnTo>
                    <a:lnTo>
                      <a:pt x="50633" y="3116"/>
                    </a:lnTo>
                    <a:lnTo>
                      <a:pt x="74002" y="0"/>
                    </a:lnTo>
                    <a:lnTo>
                      <a:pt x="124634" y="25316"/>
                    </a:lnTo>
                    <a:close/>
                  </a:path>
                </a:pathLst>
              </a:custGeom>
              <a:solidFill>
                <a:srgbClr val="DAA874"/>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1799"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98" name="Google Shape;3053;p19">
                <a:extLst>
                  <a:ext uri="{FF2B5EF4-FFF2-40B4-BE49-F238E27FC236}">
                    <a16:creationId xmlns:a16="http://schemas.microsoft.com/office/drawing/2014/main" id="{58A93417-F60E-E76C-569A-9E137B86294B}"/>
                  </a:ext>
                </a:extLst>
              </p:cNvPr>
              <p:cNvSpPr/>
              <p:nvPr/>
            </p:nvSpPr>
            <p:spPr>
              <a:xfrm>
                <a:off x="1965506" y="4045424"/>
                <a:ext cx="143718" cy="52969"/>
              </a:xfrm>
              <a:custGeom>
                <a:avLst/>
                <a:gdLst/>
                <a:ahLst/>
                <a:cxnLst/>
                <a:rect l="l" t="t" r="r" b="b"/>
                <a:pathLst>
                  <a:path w="143718" h="52969" extrusionOk="0">
                    <a:moveTo>
                      <a:pt x="143719" y="52970"/>
                    </a:moveTo>
                    <a:lnTo>
                      <a:pt x="136319" y="3895"/>
                    </a:lnTo>
                    <a:lnTo>
                      <a:pt x="8179" y="0"/>
                    </a:lnTo>
                    <a:lnTo>
                      <a:pt x="0" y="44790"/>
                    </a:lnTo>
                    <a:lnTo>
                      <a:pt x="143719" y="52970"/>
                    </a:lnTo>
                    <a:close/>
                  </a:path>
                </a:pathLst>
              </a:custGeom>
              <a:solidFill>
                <a:srgbClr val="6D6E71"/>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1799"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grpSp>
        <p:nvGrpSpPr>
          <p:cNvPr id="211" name="Google Shape;3056;p19">
            <a:extLst>
              <a:ext uri="{FF2B5EF4-FFF2-40B4-BE49-F238E27FC236}">
                <a16:creationId xmlns:a16="http://schemas.microsoft.com/office/drawing/2014/main" id="{3172E78E-5C14-A179-59EF-CEE4F6476AC5}"/>
              </a:ext>
            </a:extLst>
          </p:cNvPr>
          <p:cNvGrpSpPr>
            <a:grpSpLocks noChangeAspect="1"/>
          </p:cNvGrpSpPr>
          <p:nvPr/>
        </p:nvGrpSpPr>
        <p:grpSpPr>
          <a:xfrm>
            <a:off x="2922161" y="1560177"/>
            <a:ext cx="603455" cy="793248"/>
            <a:chOff x="10321789" y="3824097"/>
            <a:chExt cx="1195260" cy="1571182"/>
          </a:xfrm>
        </p:grpSpPr>
        <p:sp>
          <p:nvSpPr>
            <p:cNvPr id="212" name="Google Shape;3057;p19">
              <a:extLst>
                <a:ext uri="{FF2B5EF4-FFF2-40B4-BE49-F238E27FC236}">
                  <a16:creationId xmlns:a16="http://schemas.microsoft.com/office/drawing/2014/main" id="{D3B14028-C710-EDA7-1C80-827B717522AE}"/>
                </a:ext>
              </a:extLst>
            </p:cNvPr>
            <p:cNvSpPr/>
            <p:nvPr/>
          </p:nvSpPr>
          <p:spPr>
            <a:xfrm>
              <a:off x="11267700" y="4848539"/>
              <a:ext cx="99311" cy="546740"/>
            </a:xfrm>
            <a:custGeom>
              <a:avLst/>
              <a:gdLst/>
              <a:ahLst/>
              <a:cxnLst/>
              <a:rect l="l" t="t" r="r" b="b"/>
              <a:pathLst>
                <a:path w="99311" h="546740" extrusionOk="0">
                  <a:moveTo>
                    <a:pt x="93161" y="0"/>
                  </a:moveTo>
                  <a:lnTo>
                    <a:pt x="99311" y="546740"/>
                  </a:lnTo>
                  <a:lnTo>
                    <a:pt x="60610" y="546740"/>
                  </a:lnTo>
                  <a:lnTo>
                    <a:pt x="0" y="111803"/>
                  </a:lnTo>
                  <a:lnTo>
                    <a:pt x="93161" y="0"/>
                  </a:lnTo>
                  <a:close/>
                </a:path>
              </a:pathLst>
            </a:custGeom>
            <a:solidFill>
              <a:srgbClr val="919395"/>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1799"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13" name="Google Shape;3058;p19">
              <a:extLst>
                <a:ext uri="{FF2B5EF4-FFF2-40B4-BE49-F238E27FC236}">
                  <a16:creationId xmlns:a16="http://schemas.microsoft.com/office/drawing/2014/main" id="{33B05945-1437-65D6-9E33-EBD9C3EEFA30}"/>
                </a:ext>
              </a:extLst>
            </p:cNvPr>
            <p:cNvSpPr/>
            <p:nvPr/>
          </p:nvSpPr>
          <p:spPr>
            <a:xfrm>
              <a:off x="10651824" y="4941638"/>
              <a:ext cx="93195" cy="434903"/>
            </a:xfrm>
            <a:custGeom>
              <a:avLst/>
              <a:gdLst/>
              <a:ahLst/>
              <a:cxnLst/>
              <a:rect l="l" t="t" r="r" b="b"/>
              <a:pathLst>
                <a:path w="93195" h="434903" extrusionOk="0">
                  <a:moveTo>
                    <a:pt x="0" y="0"/>
                  </a:moveTo>
                  <a:lnTo>
                    <a:pt x="0" y="434903"/>
                  </a:lnTo>
                  <a:lnTo>
                    <a:pt x="38702" y="434903"/>
                  </a:lnTo>
                  <a:lnTo>
                    <a:pt x="93195" y="0"/>
                  </a:lnTo>
                  <a:lnTo>
                    <a:pt x="0" y="0"/>
                  </a:lnTo>
                  <a:close/>
                </a:path>
              </a:pathLst>
            </a:custGeom>
            <a:solidFill>
              <a:srgbClr val="919395"/>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1799"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14" name="Google Shape;3059;p19">
              <a:extLst>
                <a:ext uri="{FF2B5EF4-FFF2-40B4-BE49-F238E27FC236}">
                  <a16:creationId xmlns:a16="http://schemas.microsoft.com/office/drawing/2014/main" id="{3BEDA27C-CB12-4008-5226-D1B3F5005B62}"/>
                </a:ext>
              </a:extLst>
            </p:cNvPr>
            <p:cNvSpPr/>
            <p:nvPr/>
          </p:nvSpPr>
          <p:spPr>
            <a:xfrm>
              <a:off x="11076428" y="3877370"/>
              <a:ext cx="129245" cy="318051"/>
            </a:xfrm>
            <a:custGeom>
              <a:avLst/>
              <a:gdLst/>
              <a:ahLst/>
              <a:cxnLst/>
              <a:rect l="l" t="t" r="r" b="b"/>
              <a:pathLst>
                <a:path w="129245" h="318051" extrusionOk="0">
                  <a:moveTo>
                    <a:pt x="19948" y="23405"/>
                  </a:moveTo>
                  <a:cubicBezTo>
                    <a:pt x="19948" y="23405"/>
                    <a:pt x="528" y="31598"/>
                    <a:pt x="9" y="50716"/>
                  </a:cubicBezTo>
                  <a:cubicBezTo>
                    <a:pt x="-509" y="69799"/>
                    <a:pt x="21019" y="84180"/>
                    <a:pt x="17667" y="101604"/>
                  </a:cubicBezTo>
                  <a:cubicBezTo>
                    <a:pt x="14350" y="119028"/>
                    <a:pt x="-7938" y="148724"/>
                    <a:pt x="9961" y="172578"/>
                  </a:cubicBezTo>
                  <a:cubicBezTo>
                    <a:pt x="27861" y="196467"/>
                    <a:pt x="44654" y="202275"/>
                    <a:pt x="37536" y="234530"/>
                  </a:cubicBezTo>
                  <a:cubicBezTo>
                    <a:pt x="30452" y="266784"/>
                    <a:pt x="24647" y="279057"/>
                    <a:pt x="43341" y="300353"/>
                  </a:cubicBezTo>
                  <a:cubicBezTo>
                    <a:pt x="62036" y="321649"/>
                    <a:pt x="129245" y="317777"/>
                    <a:pt x="129245" y="317777"/>
                  </a:cubicBezTo>
                  <a:lnTo>
                    <a:pt x="106888" y="0"/>
                  </a:lnTo>
                  <a:lnTo>
                    <a:pt x="19913" y="23405"/>
                  </a:lnTo>
                  <a:close/>
                </a:path>
              </a:pathLst>
            </a:custGeom>
            <a:solidFill>
              <a:srgbClr val="1D2155"/>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1799"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15" name="Google Shape;3060;p19">
              <a:extLst>
                <a:ext uri="{FF2B5EF4-FFF2-40B4-BE49-F238E27FC236}">
                  <a16:creationId xmlns:a16="http://schemas.microsoft.com/office/drawing/2014/main" id="{CB797C95-BB02-8A72-6D65-9EE4FB81BE1F}"/>
                </a:ext>
              </a:extLst>
            </p:cNvPr>
            <p:cNvSpPr/>
            <p:nvPr/>
          </p:nvSpPr>
          <p:spPr>
            <a:xfrm>
              <a:off x="10793450" y="4497194"/>
              <a:ext cx="336824" cy="463147"/>
            </a:xfrm>
            <a:custGeom>
              <a:avLst/>
              <a:gdLst/>
              <a:ahLst/>
              <a:cxnLst/>
              <a:rect l="l" t="t" r="r" b="b"/>
              <a:pathLst>
                <a:path w="336824" h="463147" extrusionOk="0">
                  <a:moveTo>
                    <a:pt x="78214" y="463148"/>
                  </a:moveTo>
                  <a:lnTo>
                    <a:pt x="1606" y="89954"/>
                  </a:lnTo>
                  <a:cubicBezTo>
                    <a:pt x="-3025" y="67863"/>
                    <a:pt x="2469" y="45115"/>
                    <a:pt x="16672" y="27588"/>
                  </a:cubicBezTo>
                  <a:cubicBezTo>
                    <a:pt x="30908" y="10060"/>
                    <a:pt x="51987" y="0"/>
                    <a:pt x="74551" y="0"/>
                  </a:cubicBezTo>
                  <a:lnTo>
                    <a:pt x="336825" y="0"/>
                  </a:lnTo>
                  <a:lnTo>
                    <a:pt x="327426" y="36818"/>
                  </a:lnTo>
                  <a:lnTo>
                    <a:pt x="105271" y="36818"/>
                  </a:lnTo>
                  <a:cubicBezTo>
                    <a:pt x="93833" y="36818"/>
                    <a:pt x="83156" y="41900"/>
                    <a:pt x="75968" y="50785"/>
                  </a:cubicBezTo>
                  <a:cubicBezTo>
                    <a:pt x="68781" y="59670"/>
                    <a:pt x="65982" y="71182"/>
                    <a:pt x="68332" y="82348"/>
                  </a:cubicBezTo>
                  <a:lnTo>
                    <a:pt x="146530" y="463113"/>
                  </a:lnTo>
                  <a:lnTo>
                    <a:pt x="78214" y="463113"/>
                  </a:lnTo>
                  <a:close/>
                </a:path>
              </a:pathLst>
            </a:custGeom>
            <a:solidFill>
              <a:srgbClr val="BABCBE"/>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1799"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16" name="Google Shape;3061;p19">
              <a:extLst>
                <a:ext uri="{FF2B5EF4-FFF2-40B4-BE49-F238E27FC236}">
                  <a16:creationId xmlns:a16="http://schemas.microsoft.com/office/drawing/2014/main" id="{96F194D8-35A5-C86A-9730-9E511D4C185B}"/>
                </a:ext>
              </a:extLst>
            </p:cNvPr>
            <p:cNvSpPr/>
            <p:nvPr/>
          </p:nvSpPr>
          <p:spPr>
            <a:xfrm>
              <a:off x="10618341" y="4181682"/>
              <a:ext cx="574236" cy="778694"/>
            </a:xfrm>
            <a:custGeom>
              <a:avLst/>
              <a:gdLst/>
              <a:ahLst/>
              <a:cxnLst/>
              <a:rect l="l" t="t" r="r" b="b"/>
              <a:pathLst>
                <a:path w="574236" h="778694" extrusionOk="0">
                  <a:moveTo>
                    <a:pt x="512452" y="39636"/>
                  </a:moveTo>
                  <a:lnTo>
                    <a:pt x="405815" y="389874"/>
                  </a:lnTo>
                  <a:cubicBezTo>
                    <a:pt x="399146" y="412484"/>
                    <a:pt x="395863" y="435923"/>
                    <a:pt x="396002" y="459500"/>
                  </a:cubicBezTo>
                  <a:lnTo>
                    <a:pt x="396485" y="535902"/>
                  </a:lnTo>
                  <a:cubicBezTo>
                    <a:pt x="396935" y="603730"/>
                    <a:pt x="342130" y="658975"/>
                    <a:pt x="274299" y="658975"/>
                  </a:cubicBezTo>
                  <a:lnTo>
                    <a:pt x="119664" y="658975"/>
                  </a:lnTo>
                  <a:cubicBezTo>
                    <a:pt x="53560" y="658975"/>
                    <a:pt x="0" y="712594"/>
                    <a:pt x="0" y="778694"/>
                  </a:cubicBezTo>
                  <a:lnTo>
                    <a:pt x="0" y="778694"/>
                  </a:lnTo>
                  <a:cubicBezTo>
                    <a:pt x="0" y="778694"/>
                    <a:pt x="297623" y="778694"/>
                    <a:pt x="297623" y="778694"/>
                  </a:cubicBezTo>
                  <a:cubicBezTo>
                    <a:pt x="384979" y="778694"/>
                    <a:pt x="455782" y="707858"/>
                    <a:pt x="455782" y="620463"/>
                  </a:cubicBezTo>
                  <a:lnTo>
                    <a:pt x="455782" y="469802"/>
                  </a:lnTo>
                  <a:cubicBezTo>
                    <a:pt x="455782" y="447608"/>
                    <a:pt x="458546" y="425517"/>
                    <a:pt x="464041" y="404048"/>
                  </a:cubicBezTo>
                  <a:lnTo>
                    <a:pt x="574237" y="709"/>
                  </a:lnTo>
                  <a:lnTo>
                    <a:pt x="574237" y="709"/>
                  </a:lnTo>
                  <a:cubicBezTo>
                    <a:pt x="546766" y="-3716"/>
                    <a:pt x="520296" y="12981"/>
                    <a:pt x="512452" y="39670"/>
                  </a:cubicBezTo>
                  <a:close/>
                </a:path>
              </a:pathLst>
            </a:custGeom>
            <a:solidFill>
              <a:srgbClr val="6D6F70"/>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1799"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17" name="Google Shape;3062;p19">
              <a:extLst>
                <a:ext uri="{FF2B5EF4-FFF2-40B4-BE49-F238E27FC236}">
                  <a16:creationId xmlns:a16="http://schemas.microsoft.com/office/drawing/2014/main" id="{CC116EB7-060C-C1E7-7295-19F230AFD2D0}"/>
                </a:ext>
              </a:extLst>
            </p:cNvPr>
            <p:cNvSpPr/>
            <p:nvPr/>
          </p:nvSpPr>
          <p:spPr>
            <a:xfrm>
              <a:off x="11242751" y="4182356"/>
              <a:ext cx="274298" cy="496810"/>
            </a:xfrm>
            <a:custGeom>
              <a:avLst/>
              <a:gdLst/>
              <a:ahLst/>
              <a:cxnLst/>
              <a:rect l="l" t="t" r="r" b="b"/>
              <a:pathLst>
                <a:path w="274298" h="496810" extrusionOk="0">
                  <a:moveTo>
                    <a:pt x="274264" y="0"/>
                  </a:moveTo>
                  <a:lnTo>
                    <a:pt x="38218" y="0"/>
                  </a:lnTo>
                  <a:lnTo>
                    <a:pt x="0" y="441230"/>
                  </a:lnTo>
                  <a:cubicBezTo>
                    <a:pt x="0" y="441230"/>
                    <a:pt x="100521" y="505497"/>
                    <a:pt x="107536" y="495817"/>
                  </a:cubicBezTo>
                  <a:cubicBezTo>
                    <a:pt x="114550" y="486137"/>
                    <a:pt x="195375" y="191454"/>
                    <a:pt x="195375" y="191454"/>
                  </a:cubicBezTo>
                  <a:lnTo>
                    <a:pt x="274299" y="0"/>
                  </a:lnTo>
                  <a:close/>
                </a:path>
              </a:pathLst>
            </a:custGeom>
            <a:solidFill>
              <a:srgbClr val="6D6F70"/>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1799"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18" name="Google Shape;3063;p19">
              <a:extLst>
                <a:ext uri="{FF2B5EF4-FFF2-40B4-BE49-F238E27FC236}">
                  <a16:creationId xmlns:a16="http://schemas.microsoft.com/office/drawing/2014/main" id="{F2B430C2-A91D-ECAE-B361-88D6F0B3ED53}"/>
                </a:ext>
              </a:extLst>
            </p:cNvPr>
            <p:cNvSpPr/>
            <p:nvPr/>
          </p:nvSpPr>
          <p:spPr>
            <a:xfrm>
              <a:off x="11171672" y="3993045"/>
              <a:ext cx="109263" cy="188619"/>
            </a:xfrm>
            <a:custGeom>
              <a:avLst/>
              <a:gdLst/>
              <a:ahLst/>
              <a:cxnLst/>
              <a:rect l="l" t="t" r="r" b="b"/>
              <a:pathLst>
                <a:path w="109263" h="188619" extrusionOk="0">
                  <a:moveTo>
                    <a:pt x="109263" y="188619"/>
                  </a:moveTo>
                  <a:lnTo>
                    <a:pt x="63409" y="0"/>
                  </a:lnTo>
                  <a:lnTo>
                    <a:pt x="0" y="88778"/>
                  </a:lnTo>
                  <a:lnTo>
                    <a:pt x="0" y="188619"/>
                  </a:lnTo>
                  <a:lnTo>
                    <a:pt x="109263" y="188619"/>
                  </a:lnTo>
                  <a:close/>
                </a:path>
              </a:pathLst>
            </a:custGeom>
            <a:solidFill>
              <a:srgbClr val="775339"/>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1799"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19" name="Google Shape;3064;p19">
              <a:extLst>
                <a:ext uri="{FF2B5EF4-FFF2-40B4-BE49-F238E27FC236}">
                  <a16:creationId xmlns:a16="http://schemas.microsoft.com/office/drawing/2014/main" id="{91EDD60F-711A-B37E-6CE9-AB978C9301EC}"/>
                </a:ext>
              </a:extLst>
            </p:cNvPr>
            <p:cNvSpPr/>
            <p:nvPr/>
          </p:nvSpPr>
          <p:spPr>
            <a:xfrm>
              <a:off x="11102990" y="3885329"/>
              <a:ext cx="172202" cy="220822"/>
            </a:xfrm>
            <a:custGeom>
              <a:avLst/>
              <a:gdLst/>
              <a:ahLst/>
              <a:cxnLst/>
              <a:rect l="l" t="t" r="r" b="b"/>
              <a:pathLst>
                <a:path w="172202" h="220822" extrusionOk="0">
                  <a:moveTo>
                    <a:pt x="101302" y="216788"/>
                  </a:moveTo>
                  <a:lnTo>
                    <a:pt x="73589" y="220798"/>
                  </a:lnTo>
                  <a:cubicBezTo>
                    <a:pt x="32952" y="221455"/>
                    <a:pt x="21238" y="209009"/>
                    <a:pt x="12979" y="179209"/>
                  </a:cubicBezTo>
                  <a:cubicBezTo>
                    <a:pt x="4720" y="149409"/>
                    <a:pt x="21" y="94649"/>
                    <a:pt x="21" y="94649"/>
                  </a:cubicBezTo>
                  <a:cubicBezTo>
                    <a:pt x="-843" y="45247"/>
                    <a:pt x="25004" y="7357"/>
                    <a:pt x="70064" y="857"/>
                  </a:cubicBezTo>
                  <a:lnTo>
                    <a:pt x="70064" y="857"/>
                  </a:lnTo>
                  <a:cubicBezTo>
                    <a:pt x="115124" y="-5677"/>
                    <a:pt x="157316" y="25852"/>
                    <a:pt x="163812" y="70933"/>
                  </a:cubicBezTo>
                  <a:lnTo>
                    <a:pt x="171345" y="122997"/>
                  </a:lnTo>
                  <a:cubicBezTo>
                    <a:pt x="177876" y="168077"/>
                    <a:pt x="146362" y="210288"/>
                    <a:pt x="101302" y="216788"/>
                  </a:cubicBezTo>
                  <a:close/>
                </a:path>
              </a:pathLst>
            </a:custGeom>
            <a:solidFill>
              <a:srgbClr val="775339"/>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1799"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20" name="Google Shape;3065;p19">
              <a:extLst>
                <a:ext uri="{FF2B5EF4-FFF2-40B4-BE49-F238E27FC236}">
                  <a16:creationId xmlns:a16="http://schemas.microsoft.com/office/drawing/2014/main" id="{1CA26023-583D-278A-6D78-C38870DB9118}"/>
                </a:ext>
              </a:extLst>
            </p:cNvPr>
            <p:cNvSpPr/>
            <p:nvPr/>
          </p:nvSpPr>
          <p:spPr>
            <a:xfrm>
              <a:off x="10836936" y="4171200"/>
              <a:ext cx="377410" cy="315415"/>
            </a:xfrm>
            <a:custGeom>
              <a:avLst/>
              <a:gdLst/>
              <a:ahLst/>
              <a:cxnLst/>
              <a:rect l="l" t="t" r="r" b="b"/>
              <a:pathLst>
                <a:path w="377410" h="315415" extrusionOk="0">
                  <a:moveTo>
                    <a:pt x="0" y="315415"/>
                  </a:moveTo>
                  <a:lnTo>
                    <a:pt x="245894" y="24639"/>
                  </a:lnTo>
                  <a:cubicBezTo>
                    <a:pt x="274955" y="-7201"/>
                    <a:pt x="324714" y="-8342"/>
                    <a:pt x="355192" y="22150"/>
                  </a:cubicBezTo>
                  <a:lnTo>
                    <a:pt x="355192" y="22150"/>
                  </a:lnTo>
                  <a:cubicBezTo>
                    <a:pt x="383700" y="50671"/>
                    <a:pt x="385013" y="96685"/>
                    <a:pt x="357749" y="126416"/>
                  </a:cubicBezTo>
                  <a:cubicBezTo>
                    <a:pt x="295792" y="193933"/>
                    <a:pt x="188705" y="315415"/>
                    <a:pt x="0" y="315415"/>
                  </a:cubicBezTo>
                  <a:close/>
                </a:path>
              </a:pathLst>
            </a:custGeom>
            <a:solidFill>
              <a:srgbClr val="654A44"/>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1799"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21" name="Google Shape;3066;p19">
              <a:extLst>
                <a:ext uri="{FF2B5EF4-FFF2-40B4-BE49-F238E27FC236}">
                  <a16:creationId xmlns:a16="http://schemas.microsoft.com/office/drawing/2014/main" id="{9272E7D0-AE4E-A600-027D-C2B5EFCFCE3F}"/>
                </a:ext>
              </a:extLst>
            </p:cNvPr>
            <p:cNvSpPr/>
            <p:nvPr/>
          </p:nvSpPr>
          <p:spPr>
            <a:xfrm>
              <a:off x="10714404" y="4183358"/>
              <a:ext cx="210820" cy="303256"/>
            </a:xfrm>
            <a:custGeom>
              <a:avLst/>
              <a:gdLst/>
              <a:ahLst/>
              <a:cxnLst/>
              <a:rect l="l" t="t" r="r" b="b"/>
              <a:pathLst>
                <a:path w="210820" h="303256" extrusionOk="0">
                  <a:moveTo>
                    <a:pt x="122532" y="303257"/>
                  </a:moveTo>
                  <a:lnTo>
                    <a:pt x="0" y="34329"/>
                  </a:lnTo>
                  <a:lnTo>
                    <a:pt x="17450" y="0"/>
                  </a:lnTo>
                  <a:lnTo>
                    <a:pt x="210821" y="248877"/>
                  </a:lnTo>
                  <a:lnTo>
                    <a:pt x="122532" y="303257"/>
                  </a:lnTo>
                  <a:close/>
                </a:path>
              </a:pathLst>
            </a:custGeom>
            <a:solidFill>
              <a:srgbClr val="654A44"/>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1799"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22" name="Google Shape;3067;p19">
              <a:extLst>
                <a:ext uri="{FF2B5EF4-FFF2-40B4-BE49-F238E27FC236}">
                  <a16:creationId xmlns:a16="http://schemas.microsoft.com/office/drawing/2014/main" id="{98AA0176-A4F2-BF8C-9136-1BFCA2BB4C25}"/>
                </a:ext>
              </a:extLst>
            </p:cNvPr>
            <p:cNvSpPr/>
            <p:nvPr/>
          </p:nvSpPr>
          <p:spPr>
            <a:xfrm>
              <a:off x="11051696" y="4164310"/>
              <a:ext cx="330264" cy="472308"/>
            </a:xfrm>
            <a:custGeom>
              <a:avLst/>
              <a:gdLst/>
              <a:ahLst/>
              <a:cxnLst/>
              <a:rect l="l" t="t" r="r" b="b"/>
              <a:pathLst>
                <a:path w="330264" h="472308" extrusionOk="0">
                  <a:moveTo>
                    <a:pt x="292302" y="472309"/>
                  </a:moveTo>
                  <a:cubicBezTo>
                    <a:pt x="239674" y="321372"/>
                    <a:pt x="399665" y="170677"/>
                    <a:pt x="292302" y="0"/>
                  </a:cubicBezTo>
                  <a:lnTo>
                    <a:pt x="131862" y="0"/>
                  </a:lnTo>
                  <a:cubicBezTo>
                    <a:pt x="51453" y="0"/>
                    <a:pt x="2419" y="70871"/>
                    <a:pt x="1901" y="158681"/>
                  </a:cubicBezTo>
                  <a:lnTo>
                    <a:pt x="0" y="472309"/>
                  </a:lnTo>
                  <a:lnTo>
                    <a:pt x="292336" y="472309"/>
                  </a:lnTo>
                  <a:close/>
                </a:path>
              </a:pathLst>
            </a:custGeom>
            <a:solidFill>
              <a:srgbClr val="2398DB"/>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1799"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23" name="Google Shape;3068;p19">
              <a:extLst>
                <a:ext uri="{FF2B5EF4-FFF2-40B4-BE49-F238E27FC236}">
                  <a16:creationId xmlns:a16="http://schemas.microsoft.com/office/drawing/2014/main" id="{E926A1B4-105D-AA6F-B7D6-291FD60332CB}"/>
                </a:ext>
              </a:extLst>
            </p:cNvPr>
            <p:cNvSpPr/>
            <p:nvPr/>
          </p:nvSpPr>
          <p:spPr>
            <a:xfrm>
              <a:off x="10321789" y="4557318"/>
              <a:ext cx="1032157" cy="582481"/>
            </a:xfrm>
            <a:custGeom>
              <a:avLst/>
              <a:gdLst/>
              <a:ahLst/>
              <a:cxnLst/>
              <a:rect l="l" t="t" r="r" b="b"/>
              <a:pathLst>
                <a:path w="1032157" h="582481" extrusionOk="0">
                  <a:moveTo>
                    <a:pt x="292060" y="94028"/>
                  </a:moveTo>
                  <a:lnTo>
                    <a:pt x="131137" y="474793"/>
                  </a:lnTo>
                  <a:cubicBezTo>
                    <a:pt x="123984" y="491733"/>
                    <a:pt x="107674" y="503038"/>
                    <a:pt x="89325" y="503833"/>
                  </a:cubicBezTo>
                  <a:lnTo>
                    <a:pt x="34866" y="506149"/>
                  </a:lnTo>
                  <a:cubicBezTo>
                    <a:pt x="16310" y="506944"/>
                    <a:pt x="1313" y="521568"/>
                    <a:pt x="0" y="540098"/>
                  </a:cubicBezTo>
                  <a:lnTo>
                    <a:pt x="0" y="540098"/>
                  </a:lnTo>
                  <a:cubicBezTo>
                    <a:pt x="0" y="540098"/>
                    <a:pt x="165450" y="582482"/>
                    <a:pt x="165450" y="582482"/>
                  </a:cubicBezTo>
                  <a:lnTo>
                    <a:pt x="214207" y="479910"/>
                  </a:lnTo>
                  <a:cubicBezTo>
                    <a:pt x="214207" y="479910"/>
                    <a:pt x="214345" y="479598"/>
                    <a:pt x="214449" y="479460"/>
                  </a:cubicBezTo>
                  <a:cubicBezTo>
                    <a:pt x="226129" y="455710"/>
                    <a:pt x="241057" y="433654"/>
                    <a:pt x="257919" y="413291"/>
                  </a:cubicBezTo>
                  <a:lnTo>
                    <a:pt x="481353" y="143257"/>
                  </a:lnTo>
                  <a:lnTo>
                    <a:pt x="849849" y="291256"/>
                  </a:lnTo>
                  <a:cubicBezTo>
                    <a:pt x="940901" y="320399"/>
                    <a:pt x="1040178" y="252536"/>
                    <a:pt x="1031643" y="133543"/>
                  </a:cubicBezTo>
                  <a:lnTo>
                    <a:pt x="1022175" y="79370"/>
                  </a:lnTo>
                  <a:cubicBezTo>
                    <a:pt x="676071" y="-82007"/>
                    <a:pt x="370224" y="47945"/>
                    <a:pt x="308888" y="76570"/>
                  </a:cubicBezTo>
                  <a:cubicBezTo>
                    <a:pt x="301286" y="80131"/>
                    <a:pt x="295273" y="86319"/>
                    <a:pt x="292025" y="94063"/>
                  </a:cubicBezTo>
                  <a:close/>
                </a:path>
              </a:pathLst>
            </a:custGeom>
            <a:solidFill>
              <a:srgbClr val="005B84"/>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1799"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24" name="Google Shape;3069;p19">
              <a:extLst>
                <a:ext uri="{FF2B5EF4-FFF2-40B4-BE49-F238E27FC236}">
                  <a16:creationId xmlns:a16="http://schemas.microsoft.com/office/drawing/2014/main" id="{BAD274F8-30DF-52BA-1224-00791B7B77EA}"/>
                </a:ext>
              </a:extLst>
            </p:cNvPr>
            <p:cNvSpPr/>
            <p:nvPr/>
          </p:nvSpPr>
          <p:spPr>
            <a:xfrm>
              <a:off x="10619537" y="4688197"/>
              <a:ext cx="542009" cy="707047"/>
            </a:xfrm>
            <a:custGeom>
              <a:avLst/>
              <a:gdLst/>
              <a:ahLst/>
              <a:cxnLst/>
              <a:rect l="l" t="t" r="r" b="b"/>
              <a:pathLst>
                <a:path w="542009" h="707047" extrusionOk="0">
                  <a:moveTo>
                    <a:pt x="542010" y="151768"/>
                  </a:moveTo>
                  <a:lnTo>
                    <a:pt x="150638" y="154119"/>
                  </a:lnTo>
                  <a:lnTo>
                    <a:pt x="160728" y="233182"/>
                  </a:lnTo>
                  <a:cubicBezTo>
                    <a:pt x="164495" y="262568"/>
                    <a:pt x="163562" y="292368"/>
                    <a:pt x="158033" y="321511"/>
                  </a:cubicBezTo>
                  <a:lnTo>
                    <a:pt x="123478" y="476528"/>
                  </a:lnTo>
                  <a:lnTo>
                    <a:pt x="123478" y="476528"/>
                  </a:lnTo>
                  <a:cubicBezTo>
                    <a:pt x="118053" y="505152"/>
                    <a:pt x="119712" y="534711"/>
                    <a:pt x="128316" y="562540"/>
                  </a:cubicBezTo>
                  <a:lnTo>
                    <a:pt x="138613" y="595832"/>
                  </a:lnTo>
                  <a:lnTo>
                    <a:pt x="12072" y="707047"/>
                  </a:lnTo>
                  <a:lnTo>
                    <a:pt x="12072" y="707047"/>
                  </a:lnTo>
                  <a:cubicBezTo>
                    <a:pt x="-298" y="697575"/>
                    <a:pt x="-3650" y="680324"/>
                    <a:pt x="4297" y="666910"/>
                  </a:cubicBezTo>
                  <a:lnTo>
                    <a:pt x="40891" y="604994"/>
                  </a:lnTo>
                  <a:cubicBezTo>
                    <a:pt x="47180" y="594380"/>
                    <a:pt x="50498" y="582280"/>
                    <a:pt x="50567" y="569939"/>
                  </a:cubicBezTo>
                  <a:lnTo>
                    <a:pt x="48874" y="70180"/>
                  </a:lnTo>
                  <a:cubicBezTo>
                    <a:pt x="48804" y="59014"/>
                    <a:pt x="54886" y="48712"/>
                    <a:pt x="64734" y="43422"/>
                  </a:cubicBezTo>
                  <a:lnTo>
                    <a:pt x="125068" y="10960"/>
                  </a:lnTo>
                  <a:cubicBezTo>
                    <a:pt x="149705" y="-2281"/>
                    <a:pt x="179008" y="-3594"/>
                    <a:pt x="204717" y="7399"/>
                  </a:cubicBezTo>
                  <a:lnTo>
                    <a:pt x="541975" y="151733"/>
                  </a:lnTo>
                  <a:close/>
                </a:path>
              </a:pathLst>
            </a:custGeom>
            <a:gradFill>
              <a:gsLst>
                <a:gs pos="0">
                  <a:srgbClr val="004463"/>
                </a:gs>
                <a:gs pos="49000">
                  <a:srgbClr val="005B84"/>
                </a:gs>
                <a:gs pos="100000">
                  <a:srgbClr val="005B84"/>
                </a:gs>
              </a:gsLst>
              <a:lin ang="5827324" scaled="0"/>
            </a:gra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1799"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25" name="Google Shape;3070;p19">
              <a:extLst>
                <a:ext uri="{FF2B5EF4-FFF2-40B4-BE49-F238E27FC236}">
                  <a16:creationId xmlns:a16="http://schemas.microsoft.com/office/drawing/2014/main" id="{A2E880B5-48A7-FDB2-E045-BC3F967731A3}"/>
                </a:ext>
              </a:extLst>
            </p:cNvPr>
            <p:cNvSpPr/>
            <p:nvPr/>
          </p:nvSpPr>
          <p:spPr>
            <a:xfrm>
              <a:off x="11097297" y="3839284"/>
              <a:ext cx="340729" cy="342379"/>
            </a:xfrm>
            <a:custGeom>
              <a:avLst/>
              <a:gdLst/>
              <a:ahLst/>
              <a:cxnLst/>
              <a:rect l="l" t="t" r="r" b="b"/>
              <a:pathLst>
                <a:path w="340729" h="342379" extrusionOk="0">
                  <a:moveTo>
                    <a:pt x="326730" y="248070"/>
                  </a:moveTo>
                  <a:cubicBezTo>
                    <a:pt x="294801" y="181659"/>
                    <a:pt x="236576" y="193967"/>
                    <a:pt x="201226" y="83478"/>
                  </a:cubicBezTo>
                  <a:cubicBezTo>
                    <a:pt x="181080" y="20489"/>
                    <a:pt x="119503" y="3515"/>
                    <a:pt x="119503" y="3515"/>
                  </a:cubicBezTo>
                  <a:cubicBezTo>
                    <a:pt x="26412" y="-16432"/>
                    <a:pt x="2396" y="54404"/>
                    <a:pt x="2396" y="68474"/>
                  </a:cubicBezTo>
                  <a:cubicBezTo>
                    <a:pt x="2396" y="70202"/>
                    <a:pt x="-2995" y="67299"/>
                    <a:pt x="2396" y="68474"/>
                  </a:cubicBezTo>
                  <a:cubicBezTo>
                    <a:pt x="9411" y="85206"/>
                    <a:pt x="33081" y="128213"/>
                    <a:pt x="95315" y="142387"/>
                  </a:cubicBezTo>
                  <a:cubicBezTo>
                    <a:pt x="114493" y="146743"/>
                    <a:pt x="130526" y="160364"/>
                    <a:pt x="136470" y="179101"/>
                  </a:cubicBezTo>
                  <a:cubicBezTo>
                    <a:pt x="143553" y="201399"/>
                    <a:pt x="148184" y="228434"/>
                    <a:pt x="149082" y="261207"/>
                  </a:cubicBezTo>
                  <a:cubicBezTo>
                    <a:pt x="150810" y="322536"/>
                    <a:pt x="183603" y="342380"/>
                    <a:pt x="262769" y="342380"/>
                  </a:cubicBezTo>
                  <a:lnTo>
                    <a:pt x="336786" y="342380"/>
                  </a:lnTo>
                  <a:cubicBezTo>
                    <a:pt x="342176" y="318941"/>
                    <a:pt x="344630" y="285407"/>
                    <a:pt x="326661" y="248070"/>
                  </a:cubicBezTo>
                  <a:close/>
                </a:path>
              </a:pathLst>
            </a:custGeom>
            <a:solidFill>
              <a:srgbClr val="1D2155"/>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1799"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26" name="Google Shape;3071;p19">
              <a:extLst>
                <a:ext uri="{FF2B5EF4-FFF2-40B4-BE49-F238E27FC236}">
                  <a16:creationId xmlns:a16="http://schemas.microsoft.com/office/drawing/2014/main" id="{DDDA73DB-3AF1-457E-583A-ACEA846C62A7}"/>
                </a:ext>
              </a:extLst>
            </p:cNvPr>
            <p:cNvSpPr/>
            <p:nvPr/>
          </p:nvSpPr>
          <p:spPr>
            <a:xfrm>
              <a:off x="11012925" y="4164332"/>
              <a:ext cx="385604" cy="322282"/>
            </a:xfrm>
            <a:custGeom>
              <a:avLst/>
              <a:gdLst/>
              <a:ahLst/>
              <a:cxnLst/>
              <a:rect l="l" t="t" r="r" b="b"/>
              <a:pathLst>
                <a:path w="385604" h="322282" extrusionOk="0">
                  <a:moveTo>
                    <a:pt x="0" y="322283"/>
                  </a:moveTo>
                  <a:lnTo>
                    <a:pt x="251250" y="25180"/>
                  </a:lnTo>
                  <a:cubicBezTo>
                    <a:pt x="280933" y="-7352"/>
                    <a:pt x="331764" y="-8527"/>
                    <a:pt x="362898" y="22621"/>
                  </a:cubicBezTo>
                  <a:lnTo>
                    <a:pt x="362898" y="22621"/>
                  </a:lnTo>
                  <a:cubicBezTo>
                    <a:pt x="392028" y="51765"/>
                    <a:pt x="393375" y="98781"/>
                    <a:pt x="365524" y="129135"/>
                  </a:cubicBezTo>
                  <a:cubicBezTo>
                    <a:pt x="302219" y="198138"/>
                    <a:pt x="192783" y="322248"/>
                    <a:pt x="0" y="322248"/>
                  </a:cubicBezTo>
                  <a:close/>
                </a:path>
              </a:pathLst>
            </a:custGeom>
            <a:solidFill>
              <a:srgbClr val="775339"/>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1799"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27" name="Google Shape;3072;p19">
              <a:extLst>
                <a:ext uri="{FF2B5EF4-FFF2-40B4-BE49-F238E27FC236}">
                  <a16:creationId xmlns:a16="http://schemas.microsoft.com/office/drawing/2014/main" id="{E7BD5C82-797E-803C-84F9-736B10A22FE3}"/>
                </a:ext>
              </a:extLst>
            </p:cNvPr>
            <p:cNvSpPr/>
            <p:nvPr/>
          </p:nvSpPr>
          <p:spPr>
            <a:xfrm>
              <a:off x="10610538" y="3974895"/>
              <a:ext cx="308617" cy="258141"/>
            </a:xfrm>
            <a:custGeom>
              <a:avLst/>
              <a:gdLst/>
              <a:ahLst/>
              <a:cxnLst/>
              <a:rect l="l" t="t" r="r" b="b"/>
              <a:pathLst>
                <a:path w="308617" h="258141" extrusionOk="0">
                  <a:moveTo>
                    <a:pt x="298065" y="258142"/>
                  </a:moveTo>
                  <a:lnTo>
                    <a:pt x="129436" y="258142"/>
                  </a:lnTo>
                  <a:cubicBezTo>
                    <a:pt x="122076" y="258142"/>
                    <a:pt x="115372" y="253889"/>
                    <a:pt x="112262" y="247217"/>
                  </a:cubicBezTo>
                  <a:lnTo>
                    <a:pt x="684" y="10095"/>
                  </a:lnTo>
                  <a:cubicBezTo>
                    <a:pt x="-1528" y="5393"/>
                    <a:pt x="1893" y="0"/>
                    <a:pt x="7077" y="0"/>
                  </a:cubicBezTo>
                  <a:lnTo>
                    <a:pt x="182859" y="0"/>
                  </a:lnTo>
                  <a:cubicBezTo>
                    <a:pt x="189182" y="0"/>
                    <a:pt x="194918" y="3665"/>
                    <a:pt x="197614" y="9369"/>
                  </a:cubicBezTo>
                  <a:lnTo>
                    <a:pt x="307603" y="243103"/>
                  </a:lnTo>
                  <a:cubicBezTo>
                    <a:pt x="310885" y="250087"/>
                    <a:pt x="305806" y="258142"/>
                    <a:pt x="298065" y="258142"/>
                  </a:cubicBezTo>
                  <a:close/>
                </a:path>
              </a:pathLst>
            </a:custGeom>
            <a:solidFill>
              <a:schemeClr val="dk1"/>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1799"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28" name="Google Shape;3073;p19">
              <a:extLst>
                <a:ext uri="{FF2B5EF4-FFF2-40B4-BE49-F238E27FC236}">
                  <a16:creationId xmlns:a16="http://schemas.microsoft.com/office/drawing/2014/main" id="{90DFE2E1-1F12-1F7D-C0B3-4B21E259FA37}"/>
                </a:ext>
              </a:extLst>
            </p:cNvPr>
            <p:cNvSpPr/>
            <p:nvPr/>
          </p:nvSpPr>
          <p:spPr>
            <a:xfrm>
              <a:off x="10887698" y="4211845"/>
              <a:ext cx="215451" cy="274770"/>
            </a:xfrm>
            <a:custGeom>
              <a:avLst/>
              <a:gdLst/>
              <a:ahLst/>
              <a:cxnLst/>
              <a:rect l="l" t="t" r="r" b="b"/>
              <a:pathLst>
                <a:path w="215451" h="274770" extrusionOk="0">
                  <a:moveTo>
                    <a:pt x="125228" y="274770"/>
                  </a:moveTo>
                  <a:lnTo>
                    <a:pt x="0" y="0"/>
                  </a:lnTo>
                  <a:lnTo>
                    <a:pt x="53526" y="5842"/>
                  </a:lnTo>
                  <a:lnTo>
                    <a:pt x="215451" y="219215"/>
                  </a:lnTo>
                  <a:lnTo>
                    <a:pt x="125228" y="274770"/>
                  </a:lnTo>
                  <a:close/>
                </a:path>
              </a:pathLst>
            </a:custGeom>
            <a:solidFill>
              <a:srgbClr val="775339"/>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1799"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29" name="Google Shape;3074;p19">
              <a:extLst>
                <a:ext uri="{FF2B5EF4-FFF2-40B4-BE49-F238E27FC236}">
                  <a16:creationId xmlns:a16="http://schemas.microsoft.com/office/drawing/2014/main" id="{A9C1E206-912E-5AB1-677B-E2D77FEFC77D}"/>
                </a:ext>
              </a:extLst>
            </p:cNvPr>
            <p:cNvSpPr/>
            <p:nvPr/>
          </p:nvSpPr>
          <p:spPr>
            <a:xfrm>
              <a:off x="10789319" y="4133714"/>
              <a:ext cx="153431" cy="99322"/>
            </a:xfrm>
            <a:custGeom>
              <a:avLst/>
              <a:gdLst/>
              <a:ahLst/>
              <a:cxnLst/>
              <a:rect l="l" t="t" r="r" b="b"/>
              <a:pathLst>
                <a:path w="153431" h="99322" extrusionOk="0">
                  <a:moveTo>
                    <a:pt x="23532" y="0"/>
                  </a:moveTo>
                  <a:lnTo>
                    <a:pt x="103596" y="30630"/>
                  </a:lnTo>
                  <a:lnTo>
                    <a:pt x="89187" y="0"/>
                  </a:lnTo>
                  <a:lnTo>
                    <a:pt x="102076" y="0"/>
                  </a:lnTo>
                  <a:lnTo>
                    <a:pt x="138290" y="31183"/>
                  </a:lnTo>
                  <a:cubicBezTo>
                    <a:pt x="149624" y="42868"/>
                    <a:pt x="155049" y="59047"/>
                    <a:pt x="153010" y="75226"/>
                  </a:cubicBezTo>
                  <a:lnTo>
                    <a:pt x="151904" y="83973"/>
                  </a:lnTo>
                  <a:lnTo>
                    <a:pt x="108054" y="99322"/>
                  </a:lnTo>
                  <a:lnTo>
                    <a:pt x="50416" y="62228"/>
                  </a:lnTo>
                  <a:cubicBezTo>
                    <a:pt x="27402" y="47397"/>
                    <a:pt x="9745" y="25617"/>
                    <a:pt x="0" y="0"/>
                  </a:cubicBezTo>
                  <a:lnTo>
                    <a:pt x="0" y="0"/>
                  </a:lnTo>
                  <a:cubicBezTo>
                    <a:pt x="0" y="0"/>
                    <a:pt x="23532" y="0"/>
                    <a:pt x="23532" y="0"/>
                  </a:cubicBezTo>
                  <a:close/>
                </a:path>
              </a:pathLst>
            </a:custGeom>
            <a:solidFill>
              <a:srgbClr val="775339"/>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1799"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30" name="Google Shape;3075;p19">
              <a:extLst>
                <a:ext uri="{FF2B5EF4-FFF2-40B4-BE49-F238E27FC236}">
                  <a16:creationId xmlns:a16="http://schemas.microsoft.com/office/drawing/2014/main" id="{4AA322E2-9B8F-883D-960C-BDFF56112809}"/>
                </a:ext>
              </a:extLst>
            </p:cNvPr>
            <p:cNvSpPr/>
            <p:nvPr/>
          </p:nvSpPr>
          <p:spPr>
            <a:xfrm>
              <a:off x="10942779" y="4181682"/>
              <a:ext cx="574236" cy="778694"/>
            </a:xfrm>
            <a:custGeom>
              <a:avLst/>
              <a:gdLst/>
              <a:ahLst/>
              <a:cxnLst/>
              <a:rect l="l" t="t" r="r" b="b"/>
              <a:pathLst>
                <a:path w="574236" h="778694" extrusionOk="0">
                  <a:moveTo>
                    <a:pt x="512452" y="39636"/>
                  </a:moveTo>
                  <a:lnTo>
                    <a:pt x="405815" y="389874"/>
                  </a:lnTo>
                  <a:cubicBezTo>
                    <a:pt x="399146" y="412484"/>
                    <a:pt x="395863" y="435923"/>
                    <a:pt x="396002" y="459500"/>
                  </a:cubicBezTo>
                  <a:lnTo>
                    <a:pt x="396485" y="535902"/>
                  </a:lnTo>
                  <a:cubicBezTo>
                    <a:pt x="396935" y="603730"/>
                    <a:pt x="342130" y="658975"/>
                    <a:pt x="274298" y="658975"/>
                  </a:cubicBezTo>
                  <a:lnTo>
                    <a:pt x="119664" y="658975"/>
                  </a:lnTo>
                  <a:cubicBezTo>
                    <a:pt x="53560" y="658975"/>
                    <a:pt x="0" y="712594"/>
                    <a:pt x="0" y="778694"/>
                  </a:cubicBezTo>
                  <a:lnTo>
                    <a:pt x="0" y="778694"/>
                  </a:lnTo>
                  <a:cubicBezTo>
                    <a:pt x="0" y="778694"/>
                    <a:pt x="297623" y="778694"/>
                    <a:pt x="297623" y="778694"/>
                  </a:cubicBezTo>
                  <a:cubicBezTo>
                    <a:pt x="384979" y="778694"/>
                    <a:pt x="455782" y="707858"/>
                    <a:pt x="455782" y="620463"/>
                  </a:cubicBezTo>
                  <a:lnTo>
                    <a:pt x="455782" y="469802"/>
                  </a:lnTo>
                  <a:cubicBezTo>
                    <a:pt x="455782" y="447608"/>
                    <a:pt x="458546" y="425517"/>
                    <a:pt x="464041" y="404048"/>
                  </a:cubicBezTo>
                  <a:lnTo>
                    <a:pt x="574237" y="709"/>
                  </a:lnTo>
                  <a:lnTo>
                    <a:pt x="574237" y="709"/>
                  </a:lnTo>
                  <a:cubicBezTo>
                    <a:pt x="546766" y="-3716"/>
                    <a:pt x="520296" y="12981"/>
                    <a:pt x="512452" y="39670"/>
                  </a:cubicBezTo>
                  <a:close/>
                </a:path>
              </a:pathLst>
            </a:custGeom>
            <a:solidFill>
              <a:srgbClr val="919395"/>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1799"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31" name="Google Shape;3076;p19">
              <a:extLst>
                <a:ext uri="{FF2B5EF4-FFF2-40B4-BE49-F238E27FC236}">
                  <a16:creationId xmlns:a16="http://schemas.microsoft.com/office/drawing/2014/main" id="{55124718-0CDD-0BC1-A8D6-FBB3240D9292}"/>
                </a:ext>
              </a:extLst>
            </p:cNvPr>
            <p:cNvSpPr/>
            <p:nvPr/>
          </p:nvSpPr>
          <p:spPr>
            <a:xfrm>
              <a:off x="11094114" y="4497194"/>
              <a:ext cx="336824" cy="463147"/>
            </a:xfrm>
            <a:custGeom>
              <a:avLst/>
              <a:gdLst/>
              <a:ahLst/>
              <a:cxnLst/>
              <a:rect l="l" t="t" r="r" b="b"/>
              <a:pathLst>
                <a:path w="336824" h="463147" extrusionOk="0">
                  <a:moveTo>
                    <a:pt x="78214" y="463148"/>
                  </a:moveTo>
                  <a:lnTo>
                    <a:pt x="1606" y="89954"/>
                  </a:lnTo>
                  <a:cubicBezTo>
                    <a:pt x="-3025" y="67863"/>
                    <a:pt x="2469" y="45115"/>
                    <a:pt x="16672" y="27588"/>
                  </a:cubicBezTo>
                  <a:cubicBezTo>
                    <a:pt x="30908" y="10060"/>
                    <a:pt x="51987" y="0"/>
                    <a:pt x="74551" y="0"/>
                  </a:cubicBezTo>
                  <a:lnTo>
                    <a:pt x="336825" y="0"/>
                  </a:lnTo>
                  <a:lnTo>
                    <a:pt x="327426" y="36818"/>
                  </a:lnTo>
                  <a:lnTo>
                    <a:pt x="105271" y="36818"/>
                  </a:lnTo>
                  <a:cubicBezTo>
                    <a:pt x="93833" y="36818"/>
                    <a:pt x="83156" y="41900"/>
                    <a:pt x="75968" y="50785"/>
                  </a:cubicBezTo>
                  <a:cubicBezTo>
                    <a:pt x="68781" y="59670"/>
                    <a:pt x="65982" y="71182"/>
                    <a:pt x="68332" y="82348"/>
                  </a:cubicBezTo>
                  <a:lnTo>
                    <a:pt x="146530" y="463113"/>
                  </a:lnTo>
                  <a:lnTo>
                    <a:pt x="78214" y="463113"/>
                  </a:lnTo>
                  <a:close/>
                </a:path>
              </a:pathLst>
            </a:custGeom>
            <a:solidFill>
              <a:srgbClr val="BABCBE"/>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1799"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32" name="Google Shape;3077;p19">
              <a:extLst>
                <a:ext uri="{FF2B5EF4-FFF2-40B4-BE49-F238E27FC236}">
                  <a16:creationId xmlns:a16="http://schemas.microsoft.com/office/drawing/2014/main" id="{2816E3A8-E367-83F2-15F5-B20846793414}"/>
                </a:ext>
              </a:extLst>
            </p:cNvPr>
            <p:cNvSpPr/>
            <p:nvPr/>
          </p:nvSpPr>
          <p:spPr>
            <a:xfrm>
              <a:off x="11090256" y="3824097"/>
              <a:ext cx="379980" cy="358259"/>
            </a:xfrm>
            <a:custGeom>
              <a:avLst/>
              <a:gdLst/>
              <a:ahLst/>
              <a:cxnLst/>
              <a:rect l="l" t="t" r="r" b="b"/>
              <a:pathLst>
                <a:path w="379980" h="358259" extrusionOk="0">
                  <a:moveTo>
                    <a:pt x="12893" y="91025"/>
                  </a:moveTo>
                  <a:cubicBezTo>
                    <a:pt x="12893" y="91025"/>
                    <a:pt x="-4626" y="77439"/>
                    <a:pt x="1179" y="53274"/>
                  </a:cubicBezTo>
                  <a:cubicBezTo>
                    <a:pt x="6535" y="30941"/>
                    <a:pt x="28650" y="24926"/>
                    <a:pt x="43751" y="21918"/>
                  </a:cubicBezTo>
                  <a:cubicBezTo>
                    <a:pt x="58852" y="18945"/>
                    <a:pt x="62445" y="0"/>
                    <a:pt x="91472" y="0"/>
                  </a:cubicBezTo>
                  <a:cubicBezTo>
                    <a:pt x="124092" y="0"/>
                    <a:pt x="126234" y="23923"/>
                    <a:pt x="149524" y="21953"/>
                  </a:cubicBezTo>
                  <a:cubicBezTo>
                    <a:pt x="172296" y="20017"/>
                    <a:pt x="211516" y="28728"/>
                    <a:pt x="217978" y="65581"/>
                  </a:cubicBezTo>
                  <a:cubicBezTo>
                    <a:pt x="224440" y="102434"/>
                    <a:pt x="232076" y="118095"/>
                    <a:pt x="257232" y="127118"/>
                  </a:cubicBezTo>
                  <a:cubicBezTo>
                    <a:pt x="282389" y="136141"/>
                    <a:pt x="298526" y="156157"/>
                    <a:pt x="303674" y="196813"/>
                  </a:cubicBezTo>
                  <a:cubicBezTo>
                    <a:pt x="308823" y="237468"/>
                    <a:pt x="339370" y="243103"/>
                    <a:pt x="364319" y="266508"/>
                  </a:cubicBezTo>
                  <a:cubicBezTo>
                    <a:pt x="395280" y="295547"/>
                    <a:pt x="370781" y="358259"/>
                    <a:pt x="370781" y="358259"/>
                  </a:cubicBezTo>
                  <a:lnTo>
                    <a:pt x="279762" y="358259"/>
                  </a:lnTo>
                  <a:lnTo>
                    <a:pt x="115487" y="98078"/>
                  </a:lnTo>
                  <a:lnTo>
                    <a:pt x="12893" y="91025"/>
                  </a:lnTo>
                  <a:close/>
                </a:path>
              </a:pathLst>
            </a:custGeom>
            <a:solidFill>
              <a:srgbClr val="1D2155"/>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1799"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33" name="Google Shape;3078;p19">
              <a:extLst>
                <a:ext uri="{FF2B5EF4-FFF2-40B4-BE49-F238E27FC236}">
                  <a16:creationId xmlns:a16="http://schemas.microsoft.com/office/drawing/2014/main" id="{53ADD0E7-6B64-F824-496C-CE2DA1C698BA}"/>
                </a:ext>
              </a:extLst>
            </p:cNvPr>
            <p:cNvSpPr/>
            <p:nvPr/>
          </p:nvSpPr>
          <p:spPr>
            <a:xfrm>
              <a:off x="10942191" y="4960341"/>
              <a:ext cx="93195" cy="434937"/>
            </a:xfrm>
            <a:custGeom>
              <a:avLst/>
              <a:gdLst/>
              <a:ahLst/>
              <a:cxnLst/>
              <a:rect l="l" t="t" r="r" b="b"/>
              <a:pathLst>
                <a:path w="93195" h="434937" extrusionOk="0">
                  <a:moveTo>
                    <a:pt x="0" y="0"/>
                  </a:moveTo>
                  <a:lnTo>
                    <a:pt x="0" y="434938"/>
                  </a:lnTo>
                  <a:lnTo>
                    <a:pt x="38736" y="434938"/>
                  </a:lnTo>
                  <a:lnTo>
                    <a:pt x="93195" y="0"/>
                  </a:lnTo>
                  <a:lnTo>
                    <a:pt x="0" y="0"/>
                  </a:lnTo>
                  <a:close/>
                </a:path>
              </a:pathLst>
            </a:custGeom>
            <a:solidFill>
              <a:srgbClr val="919395"/>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1799"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
        <p:nvSpPr>
          <p:cNvPr id="235" name="Google Shape;3014;p19">
            <a:extLst>
              <a:ext uri="{FF2B5EF4-FFF2-40B4-BE49-F238E27FC236}">
                <a16:creationId xmlns:a16="http://schemas.microsoft.com/office/drawing/2014/main" id="{BA53A090-D8EA-98EE-D52E-FD91FD1A123E}"/>
              </a:ext>
            </a:extLst>
          </p:cNvPr>
          <p:cNvSpPr/>
          <p:nvPr/>
        </p:nvSpPr>
        <p:spPr>
          <a:xfrm>
            <a:off x="3778591" y="1560177"/>
            <a:ext cx="7302176" cy="4264420"/>
          </a:xfrm>
          <a:prstGeom prst="roundRect">
            <a:avLst>
              <a:gd name="adj" fmla="val 2979"/>
            </a:avLst>
          </a:prstGeom>
          <a:noFill/>
          <a:ln w="12700" cap="flat" cmpd="sng">
            <a:solidFill>
              <a:schemeClr val="accent1"/>
            </a:solidFill>
            <a:prstDash val="dash"/>
            <a:round/>
            <a:headEnd type="none" w="sm" len="sm"/>
            <a:tailEnd type="none" w="sm" len="sm"/>
          </a:ln>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endParaRPr kumimoji="0" sz="16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nvGrpSpPr>
          <p:cNvPr id="179" name="Group 178">
            <a:extLst>
              <a:ext uri="{FF2B5EF4-FFF2-40B4-BE49-F238E27FC236}">
                <a16:creationId xmlns:a16="http://schemas.microsoft.com/office/drawing/2014/main" id="{8E0E275D-B931-2EC5-E6C4-7086F9E67469}"/>
              </a:ext>
            </a:extLst>
          </p:cNvPr>
          <p:cNvGrpSpPr/>
          <p:nvPr/>
        </p:nvGrpSpPr>
        <p:grpSpPr>
          <a:xfrm>
            <a:off x="5927469" y="1280435"/>
            <a:ext cx="2964853" cy="454687"/>
            <a:chOff x="4567338" y="1114996"/>
            <a:chExt cx="3021573" cy="454805"/>
          </a:xfrm>
        </p:grpSpPr>
        <p:sp>
          <p:nvSpPr>
            <p:cNvPr id="173" name="Google Shape;3018;p19">
              <a:extLst>
                <a:ext uri="{FF2B5EF4-FFF2-40B4-BE49-F238E27FC236}">
                  <a16:creationId xmlns:a16="http://schemas.microsoft.com/office/drawing/2014/main" id="{AB910734-C179-CAE3-812D-57A96B003EB3}"/>
                </a:ext>
              </a:extLst>
            </p:cNvPr>
            <p:cNvSpPr txBox="1"/>
            <p:nvPr/>
          </p:nvSpPr>
          <p:spPr>
            <a:xfrm>
              <a:off x="4567338" y="1190607"/>
              <a:ext cx="3021573" cy="340592"/>
            </a:xfrm>
            <a:prstGeom prst="rect">
              <a:avLst/>
            </a:prstGeom>
            <a:solidFill>
              <a:schemeClr val="bg1"/>
            </a:solidFill>
            <a:ln>
              <a:noFill/>
            </a:ln>
          </p:spPr>
          <p:txBody>
            <a:bodyPr spcFirstLastPara="1" wrap="square" lIns="0" tIns="0" rIns="0" bIns="0" anchor="ctr" anchorCtr="0">
              <a:noAutofit/>
            </a:bodyPr>
            <a:lstStyle/>
            <a:p>
              <a:pPr marL="0" marR="0" lvl="0" indent="0" algn="ctr" defTabSz="914400" rtl="0" eaLnBrk="1" fontAlgn="auto" latinLnBrk="0" hangingPunct="1">
                <a:lnSpc>
                  <a:spcPct val="130000"/>
                </a:lnSpc>
                <a:spcBef>
                  <a:spcPts val="0"/>
                </a:spcBef>
                <a:spcAft>
                  <a:spcPts val="0"/>
                </a:spcAft>
                <a:buClr>
                  <a:srgbClr val="000000"/>
                </a:buClr>
                <a:buSzPts val="1400"/>
                <a:buFontTx/>
                <a:buNone/>
                <a:tabLst/>
                <a:defRPr/>
              </a:pPr>
              <a:r>
                <a:rPr kumimoji="0" lang="en-US" sz="1400" b="0" i="0" u="none" strike="noStrike" kern="1200" cap="none" spc="0" normalizeH="0" baseline="0" noProof="0" dirty="0">
                  <a:ln>
                    <a:noFill/>
                  </a:ln>
                  <a:solidFill>
                    <a:srgbClr val="EEEEEE">
                      <a:lumMod val="50000"/>
                    </a:srgbClr>
                  </a:solidFill>
                  <a:effectLst/>
                  <a:uLnTx/>
                  <a:uFillTx/>
                  <a:latin typeface="Arial"/>
                  <a:ea typeface="Arial"/>
                  <a:cs typeface="Arial"/>
                  <a:sym typeface="Arial"/>
                </a:rPr>
                <a:t>          VMware Cloud Foundation</a:t>
              </a:r>
              <a:endParaRPr kumimoji="0" sz="1400" b="0" i="0" u="none" strike="noStrike" kern="1200" cap="none" spc="0" normalizeH="0" baseline="0" noProof="0" dirty="0">
                <a:ln>
                  <a:noFill/>
                </a:ln>
                <a:solidFill>
                  <a:srgbClr val="EEEEEE">
                    <a:lumMod val="50000"/>
                  </a:srgbClr>
                </a:solidFill>
                <a:effectLst/>
                <a:uLnTx/>
                <a:uFillTx/>
                <a:latin typeface="Arial"/>
                <a:ea typeface="Arial"/>
                <a:cs typeface="Arial"/>
                <a:sym typeface="Arial"/>
              </a:endParaRPr>
            </a:p>
          </p:txBody>
        </p:sp>
        <p:pic>
          <p:nvPicPr>
            <p:cNvPr id="178" name="Google Shape;4221;p9">
              <a:extLst>
                <a:ext uri="{FF2B5EF4-FFF2-40B4-BE49-F238E27FC236}">
                  <a16:creationId xmlns:a16="http://schemas.microsoft.com/office/drawing/2014/main" id="{16507410-73AF-47F5-66B5-3894EE6ABBDB}"/>
                </a:ext>
              </a:extLst>
            </p:cNvPr>
            <p:cNvPicPr preferRelativeResize="0">
              <a:picLocks noChangeAspect="1"/>
            </p:cNvPicPr>
            <p:nvPr/>
          </p:nvPicPr>
          <p:blipFill rotWithShape="1">
            <a:blip r:embed="rId4">
              <a:alphaModFix/>
            </a:blip>
            <a:srcRect/>
            <a:stretch/>
          </p:blipFill>
          <p:spPr>
            <a:xfrm>
              <a:off x="4673722" y="1114996"/>
              <a:ext cx="454805" cy="454805"/>
            </a:xfrm>
            <a:prstGeom prst="rect">
              <a:avLst/>
            </a:prstGeom>
            <a:noFill/>
            <a:ln>
              <a:noFill/>
            </a:ln>
          </p:spPr>
        </p:pic>
      </p:grpSp>
    </p:spTree>
    <p:extLst>
      <p:ext uri="{BB962C8B-B14F-4D97-AF65-F5344CB8AC3E}">
        <p14:creationId xmlns:p14="http://schemas.microsoft.com/office/powerpoint/2010/main" val="13900204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sp>
        <p:nvSpPr>
          <p:cNvPr id="453" name="Google Shape;461;p4">
            <a:extLst>
              <a:ext uri="{FF2B5EF4-FFF2-40B4-BE49-F238E27FC236}">
                <a16:creationId xmlns:a16="http://schemas.microsoft.com/office/drawing/2014/main" id="{01FFE58E-0385-C69A-23C4-8C5F80C8A998}"/>
              </a:ext>
            </a:extLst>
          </p:cNvPr>
          <p:cNvSpPr/>
          <p:nvPr/>
        </p:nvSpPr>
        <p:spPr>
          <a:xfrm>
            <a:off x="8339383" y="2075105"/>
            <a:ext cx="3519583" cy="4257091"/>
          </a:xfrm>
          <a:prstGeom prst="rect">
            <a:avLst/>
          </a:prstGeom>
          <a:gradFill>
            <a:gsLst>
              <a:gs pos="0">
                <a:srgbClr val="F5F9FB"/>
              </a:gs>
              <a:gs pos="46000">
                <a:srgbClr val="F5F9FB"/>
              </a:gs>
              <a:gs pos="100000">
                <a:schemeClr val="bg1"/>
              </a:gs>
            </a:gsLst>
            <a:lin ang="5400012" scaled="0"/>
          </a:gradFill>
          <a:ln>
            <a:noFill/>
          </a:ln>
        </p:spPr>
        <p:txBody>
          <a:bodyPr spcFirstLastPara="1" wrap="square" lIns="91376" tIns="45688" rIns="91376"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451" name="Google Shape;461;p4">
            <a:extLst>
              <a:ext uri="{FF2B5EF4-FFF2-40B4-BE49-F238E27FC236}">
                <a16:creationId xmlns:a16="http://schemas.microsoft.com/office/drawing/2014/main" id="{A6C4535C-907D-6BE5-B981-3DD5CE413495}"/>
              </a:ext>
            </a:extLst>
          </p:cNvPr>
          <p:cNvSpPr/>
          <p:nvPr/>
        </p:nvSpPr>
        <p:spPr>
          <a:xfrm>
            <a:off x="4533202" y="2075105"/>
            <a:ext cx="3485286" cy="4257091"/>
          </a:xfrm>
          <a:prstGeom prst="rect">
            <a:avLst/>
          </a:prstGeom>
          <a:gradFill>
            <a:gsLst>
              <a:gs pos="0">
                <a:srgbClr val="F5F9FB"/>
              </a:gs>
              <a:gs pos="46000">
                <a:srgbClr val="F5F9FB"/>
              </a:gs>
              <a:gs pos="100000">
                <a:schemeClr val="bg1"/>
              </a:gs>
            </a:gsLst>
            <a:lin ang="5400012" scaled="0"/>
          </a:gradFill>
          <a:ln>
            <a:noFill/>
          </a:ln>
        </p:spPr>
        <p:txBody>
          <a:bodyPr spcFirstLastPara="1" wrap="square" lIns="91376" tIns="45688" rIns="91376"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461" name="Google Shape;461;p4"/>
          <p:cNvSpPr/>
          <p:nvPr/>
        </p:nvSpPr>
        <p:spPr>
          <a:xfrm>
            <a:off x="831667" y="2079840"/>
            <a:ext cx="3271848" cy="4257091"/>
          </a:xfrm>
          <a:prstGeom prst="rect">
            <a:avLst/>
          </a:prstGeom>
          <a:gradFill>
            <a:gsLst>
              <a:gs pos="0">
                <a:srgbClr val="F5F9FB"/>
              </a:gs>
              <a:gs pos="46000">
                <a:srgbClr val="F5F9FB"/>
              </a:gs>
              <a:gs pos="100000">
                <a:schemeClr val="bg1"/>
              </a:gs>
            </a:gsLst>
            <a:lin ang="5400012" scaled="0"/>
          </a:gradFill>
          <a:ln>
            <a:noFill/>
          </a:ln>
        </p:spPr>
        <p:txBody>
          <a:bodyPr spcFirstLastPara="1" wrap="square" lIns="91376" tIns="45688" rIns="91376"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cxnSp>
        <p:nvCxnSpPr>
          <p:cNvPr id="462" name="Google Shape;462;p4"/>
          <p:cNvCxnSpPr>
            <a:cxnSpLocks/>
          </p:cNvCxnSpPr>
          <p:nvPr/>
        </p:nvCxnSpPr>
        <p:spPr>
          <a:xfrm>
            <a:off x="831667" y="2066977"/>
            <a:ext cx="3260418" cy="1433"/>
          </a:xfrm>
          <a:prstGeom prst="straightConnector1">
            <a:avLst/>
          </a:prstGeom>
          <a:noFill/>
          <a:ln w="25400" cap="flat" cmpd="sng">
            <a:solidFill>
              <a:schemeClr val="accent3"/>
            </a:solidFill>
            <a:prstDash val="solid"/>
            <a:miter lim="800000"/>
            <a:headEnd type="none" w="sm" len="sm"/>
            <a:tailEnd type="none" w="sm" len="sm"/>
          </a:ln>
        </p:spPr>
      </p:cxnSp>
      <p:grpSp>
        <p:nvGrpSpPr>
          <p:cNvPr id="465" name="Google Shape;465;p4" descr="Advanced workload management&#10;Modern application support&#10;AI application (Private AI)&#10;Developer automation (IaaC)&#10;"/>
          <p:cNvGrpSpPr/>
          <p:nvPr/>
        </p:nvGrpSpPr>
        <p:grpSpPr>
          <a:xfrm>
            <a:off x="4847928" y="2790874"/>
            <a:ext cx="2624916" cy="1762143"/>
            <a:chOff x="2490252" y="2763672"/>
            <a:chExt cx="2625600" cy="1762602"/>
          </a:xfrm>
        </p:grpSpPr>
        <p:sp>
          <p:nvSpPr>
            <p:cNvPr id="466" name="Google Shape;466;p4"/>
            <p:cNvSpPr txBox="1"/>
            <p:nvPr/>
          </p:nvSpPr>
          <p:spPr>
            <a:xfrm>
              <a:off x="2490252" y="2763672"/>
              <a:ext cx="2625600" cy="384821"/>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600"/>
                </a:spcAft>
                <a:buClr>
                  <a:srgbClr val="000000"/>
                </a:buClr>
                <a:buSzPts val="2400"/>
                <a:buFontTx/>
                <a:buNone/>
                <a:tabLst/>
                <a:defRPr/>
              </a:pPr>
              <a:r>
                <a:rPr kumimoji="0" lang="en-US" sz="2000" b="0" i="0" u="none" strike="noStrike" kern="1200" cap="none" spc="0" normalizeH="0" baseline="0" noProof="0" dirty="0">
                  <a:ln>
                    <a:noFill/>
                  </a:ln>
                  <a:solidFill>
                    <a:srgbClr val="6C4B94"/>
                  </a:solidFill>
                  <a:effectLst/>
                  <a:uLnTx/>
                  <a:uFillTx/>
                  <a:latin typeface="Arial"/>
                  <a:ea typeface="Arial"/>
                  <a:cs typeface="Arial"/>
                  <a:sym typeface="Arial"/>
                </a:rPr>
                <a:t>Cloud Governance</a:t>
              </a:r>
              <a:endParaRPr kumimoji="0" sz="2000" b="0" i="0" u="none" strike="noStrike" kern="1200" cap="none" spc="0" normalizeH="0" baseline="0" noProof="0" dirty="0">
                <a:ln>
                  <a:noFill/>
                </a:ln>
                <a:solidFill>
                  <a:srgbClr val="6C4B94"/>
                </a:solidFill>
                <a:effectLst/>
                <a:uLnTx/>
                <a:uFillTx/>
                <a:latin typeface="Arial"/>
                <a:ea typeface="Arial"/>
                <a:cs typeface="Arial"/>
                <a:sym typeface="Arial"/>
              </a:endParaRPr>
            </a:p>
          </p:txBody>
        </p:sp>
        <p:sp>
          <p:nvSpPr>
            <p:cNvPr id="467" name="Google Shape;467;p4"/>
            <p:cNvSpPr/>
            <p:nvPr/>
          </p:nvSpPr>
          <p:spPr>
            <a:xfrm>
              <a:off x="2612531" y="3467574"/>
              <a:ext cx="2327700" cy="1058700"/>
            </a:xfrm>
            <a:prstGeom prst="rect">
              <a:avLst/>
            </a:prstGeom>
            <a:noFill/>
            <a:ln>
              <a:noFill/>
            </a:ln>
          </p:spPr>
          <p:txBody>
            <a:bodyPr spcFirstLastPara="1" wrap="square" lIns="91376" tIns="45688" rIns="91376" bIns="45688"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Tx/>
                <a:buNone/>
                <a:tabLst/>
                <a:defRPr/>
              </a:pPr>
              <a:endParaRPr kumimoji="0" sz="1000" b="0" i="0" u="none" strike="noStrike" kern="1200" cap="none" spc="0" normalizeH="0" baseline="0" noProof="0" dirty="0">
                <a:ln>
                  <a:noFill/>
                </a:ln>
                <a:solidFill>
                  <a:srgbClr val="3C3C3C"/>
                </a:solidFill>
                <a:effectLst/>
                <a:uLnTx/>
                <a:uFillTx/>
                <a:latin typeface="Arial"/>
                <a:ea typeface="Arial"/>
                <a:cs typeface="Arial"/>
                <a:sym typeface="Arial"/>
              </a:endParaRPr>
            </a:p>
          </p:txBody>
        </p:sp>
      </p:grpSp>
      <p:cxnSp>
        <p:nvCxnSpPr>
          <p:cNvPr id="468" name="Google Shape;468;p4"/>
          <p:cNvCxnSpPr>
            <a:cxnSpLocks/>
          </p:cNvCxnSpPr>
          <p:nvPr/>
        </p:nvCxnSpPr>
        <p:spPr>
          <a:xfrm>
            <a:off x="4523498" y="2066977"/>
            <a:ext cx="3494990" cy="0"/>
          </a:xfrm>
          <a:prstGeom prst="straightConnector1">
            <a:avLst/>
          </a:prstGeom>
          <a:noFill/>
          <a:ln w="25400" cap="flat" cmpd="sng">
            <a:solidFill>
              <a:schemeClr val="accent5"/>
            </a:solidFill>
            <a:prstDash val="solid"/>
            <a:miter lim="800000"/>
            <a:headEnd type="none" w="sm" len="sm"/>
            <a:tailEnd type="none" w="sm" len="sm"/>
          </a:ln>
        </p:spPr>
      </p:cxnSp>
      <p:grpSp>
        <p:nvGrpSpPr>
          <p:cNvPr id="471" name="Google Shape;471;p4" descr="Protection and Recovery&#10;Ransomware protection and recovery&#10;Disaster recovery&#10;Microsegmentation, firewalling, IPS, NDR&#10;"/>
          <p:cNvGrpSpPr/>
          <p:nvPr/>
        </p:nvGrpSpPr>
        <p:grpSpPr>
          <a:xfrm>
            <a:off x="1192615" y="2790874"/>
            <a:ext cx="2516644" cy="1691062"/>
            <a:chOff x="4855880" y="2461465"/>
            <a:chExt cx="2517300" cy="1691502"/>
          </a:xfrm>
        </p:grpSpPr>
        <p:sp>
          <p:nvSpPr>
            <p:cNvPr id="472" name="Google Shape;472;p4"/>
            <p:cNvSpPr txBox="1"/>
            <p:nvPr/>
          </p:nvSpPr>
          <p:spPr>
            <a:xfrm>
              <a:off x="4855880" y="2461465"/>
              <a:ext cx="2517300" cy="384821"/>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600"/>
                </a:spcAft>
                <a:buClr>
                  <a:srgbClr val="000000"/>
                </a:buClr>
                <a:buSzPts val="2400"/>
                <a:buFontTx/>
                <a:buNone/>
                <a:tabLst/>
                <a:defRPr/>
              </a:pPr>
              <a:r>
                <a:rPr kumimoji="0" lang="en-US" sz="2000" b="0" i="0" u="none" strike="noStrike" kern="1200" cap="none" spc="0" normalizeH="0" baseline="0" noProof="0" dirty="0">
                  <a:ln>
                    <a:noFill/>
                  </a:ln>
                  <a:solidFill>
                    <a:srgbClr val="0098C7"/>
                  </a:solidFill>
                  <a:effectLst/>
                  <a:uLnTx/>
                  <a:uFillTx/>
                  <a:latin typeface="Arial"/>
                  <a:ea typeface="Arial"/>
                  <a:cs typeface="Arial"/>
                  <a:sym typeface="Arial"/>
                </a:rPr>
                <a:t>Tenant Management</a:t>
              </a:r>
              <a:endParaRPr kumimoji="0" sz="2000" b="0" i="0" u="none" strike="noStrike" kern="1200" cap="none" spc="0" normalizeH="0" baseline="30000" noProof="0" dirty="0">
                <a:ln>
                  <a:noFill/>
                </a:ln>
                <a:solidFill>
                  <a:srgbClr val="0098C7"/>
                </a:solidFill>
                <a:effectLst/>
                <a:uLnTx/>
                <a:uFillTx/>
                <a:latin typeface="Arial"/>
                <a:ea typeface="Arial"/>
                <a:cs typeface="Arial"/>
                <a:sym typeface="Arial"/>
              </a:endParaRPr>
            </a:p>
          </p:txBody>
        </p:sp>
        <p:sp>
          <p:nvSpPr>
            <p:cNvPr id="473" name="Google Shape;473;p4"/>
            <p:cNvSpPr/>
            <p:nvPr/>
          </p:nvSpPr>
          <p:spPr>
            <a:xfrm>
              <a:off x="4855880" y="3165367"/>
              <a:ext cx="2468700" cy="987600"/>
            </a:xfrm>
            <a:prstGeom prst="rect">
              <a:avLst/>
            </a:prstGeom>
            <a:noFill/>
            <a:ln>
              <a:noFill/>
            </a:ln>
          </p:spPr>
          <p:txBody>
            <a:bodyPr spcFirstLastPara="1" wrap="square" lIns="91376" tIns="45688" rIns="91376" bIns="45688"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Tx/>
                <a:buNone/>
                <a:tabLst/>
                <a:defRPr/>
              </a:pPr>
              <a:endParaRPr kumimoji="0" sz="1000" b="0" i="0" u="none" strike="noStrike" kern="1200" cap="none" spc="0" normalizeH="0" baseline="0" noProof="0" dirty="0">
                <a:ln>
                  <a:noFill/>
                </a:ln>
                <a:solidFill>
                  <a:srgbClr val="3C3C3C"/>
                </a:solidFill>
                <a:effectLst/>
                <a:uLnTx/>
                <a:uFillTx/>
                <a:latin typeface="Arial"/>
                <a:ea typeface="Arial"/>
                <a:cs typeface="Arial"/>
                <a:sym typeface="Arial"/>
              </a:endParaRPr>
            </a:p>
          </p:txBody>
        </p:sp>
      </p:grpSp>
      <p:cxnSp>
        <p:nvCxnSpPr>
          <p:cNvPr id="474" name="Google Shape;474;p4"/>
          <p:cNvCxnSpPr>
            <a:cxnSpLocks/>
          </p:cNvCxnSpPr>
          <p:nvPr/>
        </p:nvCxnSpPr>
        <p:spPr>
          <a:xfrm>
            <a:off x="8344661" y="2066977"/>
            <a:ext cx="3519583" cy="0"/>
          </a:xfrm>
          <a:prstGeom prst="straightConnector1">
            <a:avLst/>
          </a:prstGeom>
          <a:noFill/>
          <a:ln w="25400" cap="flat" cmpd="sng">
            <a:solidFill>
              <a:schemeClr val="accent2"/>
            </a:solidFill>
            <a:prstDash val="solid"/>
            <a:miter lim="800000"/>
            <a:headEnd type="none" w="sm" len="sm"/>
            <a:tailEnd type="none" w="sm" len="sm"/>
          </a:ln>
        </p:spPr>
      </p:cxnSp>
      <p:cxnSp>
        <p:nvCxnSpPr>
          <p:cNvPr id="479" name="Google Shape;479;p4"/>
          <p:cNvCxnSpPr>
            <a:cxnSpLocks/>
          </p:cNvCxnSpPr>
          <p:nvPr/>
        </p:nvCxnSpPr>
        <p:spPr>
          <a:xfrm>
            <a:off x="9927362" y="773825"/>
            <a:ext cx="2271229" cy="0"/>
          </a:xfrm>
          <a:prstGeom prst="straightConnector1">
            <a:avLst/>
          </a:prstGeom>
          <a:noFill/>
          <a:ln w="44450" cap="flat" cmpd="sng">
            <a:solidFill>
              <a:schemeClr val="accent2"/>
            </a:solidFill>
            <a:prstDash val="solid"/>
            <a:miter lim="800000"/>
            <a:headEnd type="none" w="sm" len="sm"/>
            <a:tailEnd type="none" w="sm" len="sm"/>
          </a:ln>
        </p:spPr>
      </p:cxnSp>
      <p:cxnSp>
        <p:nvCxnSpPr>
          <p:cNvPr id="481" name="Google Shape;481;p4"/>
          <p:cNvCxnSpPr/>
          <p:nvPr/>
        </p:nvCxnSpPr>
        <p:spPr>
          <a:xfrm>
            <a:off x="1588" y="772457"/>
            <a:ext cx="2005661" cy="0"/>
          </a:xfrm>
          <a:prstGeom prst="straightConnector1">
            <a:avLst/>
          </a:prstGeom>
          <a:noFill/>
          <a:ln w="44450" cap="flat" cmpd="sng">
            <a:solidFill>
              <a:schemeClr val="accent2"/>
            </a:solidFill>
            <a:prstDash val="solid"/>
            <a:miter lim="800000"/>
            <a:headEnd type="none" w="sm" len="sm"/>
            <a:tailEnd type="none" w="sm" len="sm"/>
          </a:ln>
        </p:spPr>
      </p:cxnSp>
      <p:sp>
        <p:nvSpPr>
          <p:cNvPr id="482" name="Google Shape;482;p4"/>
          <p:cNvSpPr txBox="1"/>
          <p:nvPr/>
        </p:nvSpPr>
        <p:spPr>
          <a:xfrm>
            <a:off x="8441655" y="2789647"/>
            <a:ext cx="3220261" cy="307777"/>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2400"/>
              <a:buFontTx/>
              <a:buNone/>
              <a:tabLst/>
              <a:defRPr/>
            </a:pPr>
            <a:r>
              <a:rPr kumimoji="0" lang="en-US" sz="2000" b="0" i="0" u="none" strike="noStrike" kern="1200" cap="none" spc="0" normalizeH="0" baseline="0" noProof="0" dirty="0">
                <a:ln>
                  <a:noFill/>
                </a:ln>
                <a:solidFill>
                  <a:srgbClr val="005C8A"/>
                </a:solidFill>
                <a:effectLst/>
                <a:uLnTx/>
                <a:uFillTx/>
                <a:latin typeface="Arial"/>
                <a:ea typeface="Arial"/>
                <a:cs typeface="Arial"/>
                <a:sym typeface="Arial"/>
              </a:rPr>
              <a:t>End User Experience</a:t>
            </a:r>
            <a:endParaRPr kumimoji="0" sz="2000" b="0" i="0" u="none" strike="noStrike" kern="1200" cap="none" spc="0" normalizeH="0" baseline="0" noProof="0" dirty="0">
              <a:ln>
                <a:noFill/>
              </a:ln>
              <a:solidFill>
                <a:srgbClr val="005C8A"/>
              </a:solidFill>
              <a:effectLst/>
              <a:uLnTx/>
              <a:uFillTx/>
              <a:latin typeface="Arial"/>
              <a:ea typeface="Arial"/>
              <a:cs typeface="Arial"/>
              <a:sym typeface="Arial"/>
            </a:endParaRPr>
          </a:p>
        </p:txBody>
      </p:sp>
      <p:sp>
        <p:nvSpPr>
          <p:cNvPr id="483" name="Google Shape;483;p4"/>
          <p:cNvSpPr/>
          <p:nvPr/>
        </p:nvSpPr>
        <p:spPr>
          <a:xfrm>
            <a:off x="9146597" y="3533161"/>
            <a:ext cx="2516644" cy="1271369"/>
          </a:xfrm>
          <a:prstGeom prst="rect">
            <a:avLst/>
          </a:prstGeom>
          <a:noFill/>
          <a:ln>
            <a:noFill/>
          </a:ln>
        </p:spPr>
        <p:txBody>
          <a:bodyPr spcFirstLastPara="1" wrap="square" lIns="91376" tIns="0" rIns="91376" bIns="45688" anchor="t" anchorCtr="0">
            <a:noAutofit/>
          </a:bodyPr>
          <a:lstStyle/>
          <a:p>
            <a:pPr marL="0" marR="0" lvl="0" indent="0" algn="ctr" defTabSz="914400" rtl="0" eaLnBrk="1" fontAlgn="auto" latinLnBrk="0" hangingPunct="1">
              <a:lnSpc>
                <a:spcPct val="100000"/>
              </a:lnSpc>
              <a:spcBef>
                <a:spcPts val="600"/>
              </a:spcBef>
              <a:spcAft>
                <a:spcPts val="0"/>
              </a:spcAft>
              <a:buClr>
                <a:srgbClr val="000000"/>
              </a:buClr>
              <a:buSzPts val="1000"/>
              <a:buFontTx/>
              <a:buNone/>
              <a:tabLst/>
              <a:defRPr/>
            </a:pPr>
            <a:endParaRPr kumimoji="0" sz="1000" b="0" i="0" u="none" strike="noStrike" kern="1200" cap="none" spc="0" normalizeH="0" baseline="0" noProof="0" dirty="0">
              <a:ln>
                <a:noFill/>
              </a:ln>
              <a:solidFill>
                <a:srgbClr val="3C3C3C"/>
              </a:solidFill>
              <a:effectLst/>
              <a:uLnTx/>
              <a:uFillTx/>
              <a:latin typeface="Arial"/>
              <a:ea typeface="Arial"/>
              <a:cs typeface="Arial"/>
              <a:sym typeface="Arial"/>
            </a:endParaRPr>
          </a:p>
        </p:txBody>
      </p:sp>
      <p:sp>
        <p:nvSpPr>
          <p:cNvPr id="485" name="Google Shape;485;p4"/>
          <p:cNvSpPr txBox="1"/>
          <p:nvPr/>
        </p:nvSpPr>
        <p:spPr>
          <a:xfrm>
            <a:off x="1008909" y="3215060"/>
            <a:ext cx="2828863" cy="2800767"/>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Tx/>
              <a:buNone/>
              <a:tabLst/>
              <a:defRPr/>
            </a:pPr>
            <a:r>
              <a:rPr kumimoji="0" lang="en-US" sz="1400" b="0" i="0" u="none" strike="noStrike" kern="1200" cap="none" spc="0" normalizeH="0" baseline="0" noProof="0" dirty="0">
                <a:ln>
                  <a:noFill/>
                </a:ln>
                <a:solidFill>
                  <a:srgbClr val="3C3C3C"/>
                </a:solidFill>
                <a:effectLst/>
                <a:uLnTx/>
                <a:uFillTx/>
                <a:latin typeface="Arial"/>
                <a:ea typeface="Arial"/>
                <a:cs typeface="Arial"/>
                <a:sym typeface="Arial"/>
              </a:rPr>
              <a:t>Organize &amp; Allocate Tenant Resources</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400" b="0" i="1" u="none" strike="noStrike" kern="1200" cap="none" spc="0" normalizeH="0" baseline="0" noProof="0" dirty="0">
                <a:ln>
                  <a:noFill/>
                </a:ln>
                <a:solidFill>
                  <a:srgbClr val="3C3C3C"/>
                </a:solidFill>
                <a:effectLst/>
                <a:uLnTx/>
                <a:uFillTx/>
                <a:latin typeface="Arial"/>
                <a:ea typeface="Arial"/>
                <a:cs typeface="Arial"/>
                <a:sym typeface="Arial"/>
              </a:rPr>
              <a:t>(Tenant Management capabilities of vCD)</a:t>
            </a:r>
            <a:endParaRPr kumimoji="0" sz="1400" b="0" i="1" u="none" strike="noStrike" kern="1200" cap="none" spc="0" normalizeH="0" baseline="0" noProof="0" dirty="0">
              <a:ln>
                <a:noFill/>
              </a:ln>
              <a:solidFill>
                <a:srgbClr val="3C3C3C"/>
              </a:solidFill>
              <a:effectLst/>
              <a:uLnTx/>
              <a:uFillTx/>
              <a:latin typeface="Arial"/>
              <a:ea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Pts val="1800"/>
              <a:buFontTx/>
              <a:buNone/>
              <a:tabLst/>
              <a:defRPr/>
            </a:pPr>
            <a:endParaRPr kumimoji="0" sz="1400" b="0" i="0" u="none" strike="noStrike" kern="1200" cap="none" spc="0" normalizeH="0" baseline="0" noProof="0" dirty="0">
              <a:ln>
                <a:noFill/>
              </a:ln>
              <a:solidFill>
                <a:srgbClr val="3C3C3C"/>
              </a:solidFill>
              <a:effectLst/>
              <a:uLnTx/>
              <a:uFillTx/>
              <a:latin typeface="Arial"/>
              <a:ea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Pts val="1800"/>
              <a:buFontTx/>
              <a:buNone/>
              <a:tabLst/>
              <a:defRPr/>
            </a:pPr>
            <a:r>
              <a:rPr kumimoji="0" lang="en-US" sz="1400" b="0" i="0" u="none" strike="noStrike" kern="1200" cap="none" spc="0" normalizeH="0" baseline="0" noProof="0" dirty="0">
                <a:ln>
                  <a:noFill/>
                </a:ln>
                <a:solidFill>
                  <a:srgbClr val="3C3C3C"/>
                </a:solidFill>
                <a:effectLst/>
                <a:uLnTx/>
                <a:uFillTx/>
                <a:latin typeface="Arial"/>
                <a:ea typeface="Arial"/>
                <a:cs typeface="Arial"/>
                <a:sym typeface="Arial"/>
              </a:rPr>
              <a:t>Tenant/LOB Admin Identity Management.</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400" b="0" i="1" u="none" strike="noStrike" kern="1200" cap="none" spc="0" normalizeH="0" baseline="0" noProof="0" dirty="0">
                <a:ln>
                  <a:noFill/>
                </a:ln>
                <a:solidFill>
                  <a:srgbClr val="3C3C3C"/>
                </a:solidFill>
                <a:effectLst/>
                <a:uLnTx/>
                <a:uFillTx/>
                <a:latin typeface="Arial"/>
                <a:ea typeface="Arial"/>
                <a:cs typeface="Arial"/>
                <a:sym typeface="Arial"/>
              </a:rPr>
              <a:t>(Federated identity, groups, roles config)</a:t>
            </a:r>
            <a:endParaRPr kumimoji="0" sz="1400" b="0" i="1" u="none" strike="noStrike" kern="1200" cap="none" spc="0" normalizeH="0" baseline="0" noProof="0" dirty="0">
              <a:ln>
                <a:noFill/>
              </a:ln>
              <a:solidFill>
                <a:srgbClr val="000000"/>
              </a:solidFill>
              <a:effectLst/>
              <a:uLnTx/>
              <a:uFillTx/>
              <a:latin typeface="Arial"/>
              <a:ea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Pts val="1800"/>
              <a:buFontTx/>
              <a:buNone/>
              <a:tabLst/>
              <a:defRPr/>
            </a:pPr>
            <a:endParaRPr kumimoji="0" sz="1400" b="0" i="0" u="none" strike="noStrike" kern="1200" cap="none" spc="0" normalizeH="0" baseline="0" noProof="0" dirty="0">
              <a:ln>
                <a:noFill/>
              </a:ln>
              <a:solidFill>
                <a:srgbClr val="3C3C3C"/>
              </a:solidFill>
              <a:effectLst/>
              <a:uLnTx/>
              <a:uFillTx/>
              <a:latin typeface="Arial"/>
              <a:ea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Pts val="1800"/>
              <a:buFontTx/>
              <a:buNone/>
              <a:tabLst/>
              <a:defRPr/>
            </a:pPr>
            <a:r>
              <a:rPr kumimoji="0" lang="en-US" sz="1400" b="0" i="0" u="none" strike="noStrike" kern="1200" cap="none" spc="0" normalizeH="0" baseline="0" noProof="0" dirty="0">
                <a:ln>
                  <a:noFill/>
                </a:ln>
                <a:solidFill>
                  <a:srgbClr val="3C3C3C"/>
                </a:solidFill>
                <a:effectLst/>
                <a:uLnTx/>
                <a:uFillTx/>
                <a:latin typeface="Arial"/>
                <a:ea typeface="Arial"/>
                <a:cs typeface="Arial"/>
                <a:sym typeface="Arial"/>
              </a:rPr>
              <a:t>Tenant Operations</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400" b="0" i="1" u="none" strike="noStrike" kern="1200" cap="none" spc="0" normalizeH="0" baseline="0" noProof="0" dirty="0">
                <a:ln>
                  <a:noFill/>
                </a:ln>
                <a:solidFill>
                  <a:srgbClr val="3C3C3C"/>
                </a:solidFill>
                <a:effectLst/>
                <a:uLnTx/>
                <a:uFillTx/>
                <a:latin typeface="Arial"/>
                <a:ea typeface="Arial"/>
                <a:cs typeface="Arial"/>
                <a:sym typeface="Arial"/>
              </a:rPr>
              <a:t>(OOTB Ops, Capacity and Cost, Chargeback)</a:t>
            </a:r>
            <a:endParaRPr kumimoji="0" sz="1400" b="0" i="1"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488" name="Google Shape;488;p4"/>
          <p:cNvSpPr txBox="1"/>
          <p:nvPr/>
        </p:nvSpPr>
        <p:spPr>
          <a:xfrm>
            <a:off x="4578035" y="3215059"/>
            <a:ext cx="3374421" cy="2154436"/>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Tx/>
              <a:buNone/>
              <a:tabLst/>
              <a:defRPr/>
            </a:pPr>
            <a:r>
              <a:rPr kumimoji="0" lang="en-US" sz="1400" b="0" i="0" u="none" strike="noStrike" kern="1200" cap="none" spc="0" normalizeH="0" baseline="0" noProof="0" dirty="0">
                <a:ln>
                  <a:noFill/>
                </a:ln>
                <a:solidFill>
                  <a:srgbClr val="3C3C3C"/>
                </a:solidFill>
                <a:effectLst/>
                <a:uLnTx/>
                <a:uFillTx/>
                <a:latin typeface="Arial"/>
                <a:ea typeface="Arial"/>
                <a:cs typeface="Arial"/>
                <a:sym typeface="Arial"/>
              </a:rPr>
              <a:t>Governance Policies</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400" b="0" i="1" u="none" strike="noStrike" kern="1200" cap="none" spc="0" normalizeH="0" baseline="0" noProof="0" dirty="0">
                <a:ln>
                  <a:noFill/>
                </a:ln>
                <a:solidFill>
                  <a:srgbClr val="3C3C3C"/>
                </a:solidFill>
                <a:effectLst/>
                <a:uLnTx/>
                <a:uFillTx/>
                <a:latin typeface="Arial"/>
                <a:ea typeface="Arial"/>
                <a:cs typeface="Arial"/>
                <a:sym typeface="Arial"/>
              </a:rPr>
              <a:t>(Quotas, leases, naming, showback)</a:t>
            </a:r>
            <a:endParaRPr kumimoji="0" sz="1400" b="0" i="1" u="none" strike="noStrike" kern="1200" cap="none" spc="0" normalizeH="0" baseline="0" noProof="0" dirty="0">
              <a:ln>
                <a:noFill/>
              </a:ln>
              <a:solidFill>
                <a:srgbClr val="000000"/>
              </a:solidFill>
              <a:effectLst/>
              <a:uLnTx/>
              <a:uFillTx/>
              <a:latin typeface="Arial"/>
              <a:ea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Pts val="1800"/>
              <a:buFontTx/>
              <a:buNone/>
              <a:tabLst/>
              <a:defRPr/>
            </a:pPr>
            <a:endParaRPr kumimoji="0" sz="1400" b="0" i="0" u="none" strike="noStrike" kern="1200" cap="none" spc="0" normalizeH="0" baseline="0" noProof="0" dirty="0">
              <a:ln>
                <a:noFill/>
              </a:ln>
              <a:solidFill>
                <a:srgbClr val="3C3C3C"/>
              </a:solidFill>
              <a:effectLst/>
              <a:uLnTx/>
              <a:uFillTx/>
              <a:latin typeface="Arial"/>
              <a:ea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Pts val="2000"/>
              <a:buFontTx/>
              <a:buNone/>
              <a:tabLst/>
              <a:defRPr/>
            </a:pPr>
            <a:r>
              <a:rPr kumimoji="0" lang="en-US" sz="1400" b="0" i="0" u="none" strike="noStrike" kern="1200" cap="none" spc="0" normalizeH="0" baseline="0" noProof="0" dirty="0">
                <a:ln>
                  <a:noFill/>
                </a:ln>
                <a:solidFill>
                  <a:srgbClr val="3C3C3C"/>
                </a:solidFill>
                <a:effectLst/>
                <a:uLnTx/>
                <a:uFillTx/>
                <a:latin typeface="Arial"/>
                <a:ea typeface="Arial"/>
                <a:cs typeface="Arial"/>
                <a:sym typeface="Arial"/>
              </a:rPr>
              <a:t>Application Blueprints</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400" b="0" i="1" u="none" strike="noStrike" kern="1200" cap="none" spc="0" normalizeH="0" baseline="0" noProof="0" dirty="0">
                <a:ln>
                  <a:noFill/>
                </a:ln>
                <a:solidFill>
                  <a:srgbClr val="3C3C3C"/>
                </a:solidFill>
                <a:effectLst/>
                <a:uLnTx/>
                <a:uFillTx/>
                <a:latin typeface="Arial"/>
                <a:ea typeface="Arial"/>
                <a:cs typeface="Arial"/>
                <a:sym typeface="Arial"/>
              </a:rPr>
              <a:t>(Traditional apps, Modern Apps and AI ML Apps)</a:t>
            </a:r>
            <a:endParaRPr kumimoji="0" sz="1400" b="0" i="1" u="none" strike="noStrike" kern="1200" cap="none" spc="0" normalizeH="0" baseline="0" noProof="0" dirty="0">
              <a:ln>
                <a:noFill/>
              </a:ln>
              <a:solidFill>
                <a:srgbClr val="3C3C3C"/>
              </a:solidFill>
              <a:effectLst/>
              <a:uLnTx/>
              <a:uFillTx/>
              <a:latin typeface="Arial"/>
              <a:ea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endParaRPr kumimoji="0" sz="1400" b="0" i="1" u="none" strike="noStrike" kern="1200" cap="none" spc="0" normalizeH="0" baseline="0" noProof="0" dirty="0">
              <a:ln>
                <a:noFill/>
              </a:ln>
              <a:solidFill>
                <a:srgbClr val="3C3C3C"/>
              </a:solidFill>
              <a:effectLst/>
              <a:uLnTx/>
              <a:uFillTx/>
              <a:latin typeface="Arial"/>
              <a:ea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Pts val="2000"/>
              <a:buFontTx/>
              <a:buNone/>
              <a:tabLst/>
              <a:defRPr/>
            </a:pPr>
            <a:r>
              <a:rPr kumimoji="0" lang="en-US" sz="1400" b="0" i="0" u="none" strike="noStrike" kern="1200" cap="none" spc="0" normalizeH="0" baseline="0" noProof="0" dirty="0">
                <a:ln>
                  <a:noFill/>
                </a:ln>
                <a:solidFill>
                  <a:srgbClr val="3C3C3C"/>
                </a:solidFill>
                <a:effectLst/>
                <a:uLnTx/>
                <a:uFillTx/>
                <a:latin typeface="Arial"/>
                <a:ea typeface="Arial"/>
                <a:cs typeface="Arial"/>
                <a:sym typeface="Arial"/>
              </a:rPr>
              <a:t>Workflow Orchestration</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400" b="0" i="1" u="none" strike="noStrike" kern="1200" cap="none" spc="0" normalizeH="0" baseline="0" noProof="0" dirty="0">
                <a:ln>
                  <a:noFill/>
                </a:ln>
                <a:solidFill>
                  <a:srgbClr val="3C3C3C"/>
                </a:solidFill>
                <a:effectLst/>
                <a:uLnTx/>
                <a:uFillTx/>
                <a:latin typeface="Arial"/>
                <a:ea typeface="Arial"/>
                <a:cs typeface="Arial"/>
                <a:sym typeface="Arial"/>
              </a:rPr>
              <a:t>(Event-based extensibility and workflow orchestration for IT/Business processes)</a:t>
            </a:r>
            <a:endParaRPr kumimoji="0" sz="1400" b="0" i="1" u="none" strike="noStrike" kern="1200" cap="none" spc="0" normalizeH="0" baseline="0" noProof="0" dirty="0">
              <a:ln>
                <a:noFill/>
              </a:ln>
              <a:solidFill>
                <a:srgbClr val="3C3C3C"/>
              </a:solidFill>
              <a:effectLst/>
              <a:uLnTx/>
              <a:uFillTx/>
              <a:latin typeface="Arial"/>
              <a:ea typeface="Arial"/>
              <a:cs typeface="Arial"/>
              <a:sym typeface="Arial"/>
            </a:endParaRPr>
          </a:p>
        </p:txBody>
      </p:sp>
      <p:sp>
        <p:nvSpPr>
          <p:cNvPr id="489" name="Google Shape;489;p4"/>
          <p:cNvSpPr txBox="1"/>
          <p:nvPr/>
        </p:nvSpPr>
        <p:spPr>
          <a:xfrm>
            <a:off x="8414377" y="3215059"/>
            <a:ext cx="3374421" cy="2369880"/>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Tx/>
              <a:buNone/>
              <a:tabLst/>
              <a:defRPr/>
            </a:pPr>
            <a:r>
              <a:rPr kumimoji="0" lang="en-US" sz="1400" b="0" i="0" u="none" strike="noStrike" kern="1200" cap="none" spc="0" normalizeH="0" baseline="0" noProof="0" dirty="0">
                <a:ln>
                  <a:noFill/>
                </a:ln>
                <a:solidFill>
                  <a:srgbClr val="3C3C3C"/>
                </a:solidFill>
                <a:effectLst/>
                <a:uLnTx/>
                <a:uFillTx/>
                <a:latin typeface="Arial"/>
                <a:ea typeface="Arial"/>
                <a:cs typeface="Arial"/>
                <a:sym typeface="Arial"/>
              </a:rPr>
              <a:t>IaaS Surface for VCF</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400" b="0" i="1" u="none" strike="noStrike" kern="1200" cap="none" spc="0" normalizeH="0" baseline="0" noProof="0" dirty="0">
                <a:ln>
                  <a:noFill/>
                </a:ln>
                <a:solidFill>
                  <a:srgbClr val="3C3C3C"/>
                </a:solidFill>
                <a:effectLst/>
                <a:uLnTx/>
                <a:uFillTx/>
                <a:latin typeface="Arial"/>
                <a:ea typeface="Arial"/>
                <a:cs typeface="Arial"/>
                <a:sym typeface="Arial"/>
              </a:rPr>
              <a:t>(OOTB Supervisor services - VM, K8s, Network, Storage, etc)</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Pts val="1800"/>
              <a:buFontTx/>
              <a:buNone/>
              <a:tabLst/>
              <a:defRPr/>
            </a:pPr>
            <a:endParaRPr kumimoji="0" sz="1400" b="0" i="0" u="none" strike="noStrike" kern="1200" cap="none" spc="0" normalizeH="0" baseline="0" noProof="0" dirty="0">
              <a:ln>
                <a:noFill/>
              </a:ln>
              <a:solidFill>
                <a:srgbClr val="3C3C3C"/>
              </a:solidFill>
              <a:effectLst/>
              <a:uLnTx/>
              <a:uFillTx/>
              <a:latin typeface="Arial"/>
              <a:ea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Pts val="1800"/>
              <a:buFontTx/>
              <a:buNone/>
              <a:tabLst/>
              <a:defRPr/>
            </a:pPr>
            <a:r>
              <a:rPr kumimoji="0" lang="en-US" sz="1400" b="0" i="0" u="none" strike="noStrike" kern="1200" cap="none" spc="0" normalizeH="0" baseline="0" noProof="0" dirty="0">
                <a:ln>
                  <a:noFill/>
                </a:ln>
                <a:solidFill>
                  <a:srgbClr val="3C3C3C"/>
                </a:solidFill>
                <a:effectLst/>
                <a:uLnTx/>
                <a:uFillTx/>
                <a:latin typeface="Arial"/>
                <a:ea typeface="Arial"/>
                <a:cs typeface="Arial"/>
                <a:sym typeface="Arial"/>
              </a:rPr>
              <a:t>Application Catalog</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400" b="0" i="1" u="none" strike="noStrike" kern="1200" cap="none" spc="0" normalizeH="0" baseline="0" noProof="0" dirty="0">
                <a:ln>
                  <a:noFill/>
                </a:ln>
                <a:solidFill>
                  <a:srgbClr val="3C3C3C"/>
                </a:solidFill>
                <a:effectLst/>
                <a:uLnTx/>
                <a:uFillTx/>
                <a:latin typeface="Arial"/>
                <a:ea typeface="Arial"/>
                <a:cs typeface="Arial"/>
                <a:sym typeface="Arial"/>
              </a:rPr>
              <a:t>(OOTB catalogs curating content from vCs, application catalogs, etc)</a:t>
            </a:r>
            <a:endParaRPr kumimoji="0" sz="1400" b="0" i="1" u="none" strike="noStrike" kern="1200" cap="none" spc="0" normalizeH="0" baseline="0" noProof="0" dirty="0">
              <a:ln>
                <a:noFill/>
              </a:ln>
              <a:solidFill>
                <a:srgbClr val="3C3C3C"/>
              </a:solidFill>
              <a:effectLst/>
              <a:uLnTx/>
              <a:uFillTx/>
              <a:latin typeface="Arial"/>
              <a:ea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Pts val="1800"/>
              <a:buFontTx/>
              <a:buNone/>
              <a:tabLst/>
              <a:defRPr/>
            </a:pPr>
            <a:endParaRPr kumimoji="0" sz="1400" b="0" i="0" u="none" strike="noStrike" kern="1200" cap="none" spc="0" normalizeH="0" baseline="0" noProof="0" dirty="0">
              <a:ln>
                <a:noFill/>
              </a:ln>
              <a:solidFill>
                <a:srgbClr val="3C3C3C"/>
              </a:solidFill>
              <a:effectLst/>
              <a:uLnTx/>
              <a:uFillTx/>
              <a:latin typeface="Arial"/>
              <a:ea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Pts val="2000"/>
              <a:buFontTx/>
              <a:buNone/>
              <a:tabLst/>
              <a:defRPr/>
            </a:pPr>
            <a:r>
              <a:rPr kumimoji="0" lang="en-US" sz="1400" b="0" i="0" u="none" strike="noStrike" kern="1200" cap="none" spc="0" normalizeH="0" baseline="0" noProof="0" dirty="0">
                <a:ln>
                  <a:noFill/>
                </a:ln>
                <a:solidFill>
                  <a:srgbClr val="3C3C3C"/>
                </a:solidFill>
                <a:effectLst/>
                <a:uLnTx/>
                <a:uFillTx/>
                <a:latin typeface="Arial"/>
                <a:ea typeface="Arial"/>
                <a:cs typeface="Arial"/>
                <a:sym typeface="Arial"/>
              </a:rPr>
              <a:t>Extensible Services Ecosystem</a:t>
            </a:r>
            <a:endParaRPr kumimoji="0" sz="1400" b="0" i="0" u="none" strike="noStrike" kern="1200" cap="none" spc="0" normalizeH="0" baseline="0" noProof="0" dirty="0">
              <a:ln>
                <a:noFill/>
              </a:ln>
              <a:solidFill>
                <a:srgbClr val="3C3C3C"/>
              </a:solidFill>
              <a:effectLst/>
              <a:uLnTx/>
              <a:uFillTx/>
              <a:latin typeface="Arial"/>
              <a:ea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400" b="0" i="1" u="none" strike="noStrike" kern="1200" cap="none" spc="0" normalizeH="0" baseline="0" noProof="0" dirty="0">
                <a:ln>
                  <a:noFill/>
                </a:ln>
                <a:solidFill>
                  <a:srgbClr val="3C3C3C"/>
                </a:solidFill>
                <a:effectLst/>
                <a:uLnTx/>
                <a:uFillTx/>
                <a:latin typeface="Arial"/>
                <a:ea typeface="Arial"/>
                <a:cs typeface="Arial"/>
                <a:sym typeface="Arial"/>
              </a:rPr>
              <a:t>(Object Storage, Data services, Backup, etc)</a:t>
            </a:r>
            <a:endParaRPr kumimoji="0" sz="1400" b="0" i="0" u="none" strike="noStrike" kern="1200" cap="none" spc="0" normalizeH="0" baseline="0" noProof="0" dirty="0">
              <a:ln>
                <a:noFill/>
              </a:ln>
              <a:solidFill>
                <a:srgbClr val="3C3C3C"/>
              </a:solidFill>
              <a:effectLst/>
              <a:uLnTx/>
              <a:uFillTx/>
              <a:latin typeface="Arial"/>
              <a:ea typeface="Arial"/>
              <a:cs typeface="Arial"/>
              <a:sym typeface="Arial"/>
            </a:endParaRPr>
          </a:p>
        </p:txBody>
      </p:sp>
      <p:grpSp>
        <p:nvGrpSpPr>
          <p:cNvPr id="23" name="Google Shape;4357;g32e3107f779_2_56">
            <a:extLst>
              <a:ext uri="{FF2B5EF4-FFF2-40B4-BE49-F238E27FC236}">
                <a16:creationId xmlns:a16="http://schemas.microsoft.com/office/drawing/2014/main" id="{8BB955F5-B265-297C-461A-A5903EB49A5B}"/>
              </a:ext>
            </a:extLst>
          </p:cNvPr>
          <p:cNvGrpSpPr/>
          <p:nvPr/>
        </p:nvGrpSpPr>
        <p:grpSpPr>
          <a:xfrm>
            <a:off x="9331226" y="1389066"/>
            <a:ext cx="1348996" cy="1348996"/>
            <a:chOff x="1579529" y="1674331"/>
            <a:chExt cx="1716300" cy="1716300"/>
          </a:xfrm>
        </p:grpSpPr>
        <p:sp>
          <p:nvSpPr>
            <p:cNvPr id="24" name="Google Shape;4358;g32e3107f779_2_56">
              <a:extLst>
                <a:ext uri="{FF2B5EF4-FFF2-40B4-BE49-F238E27FC236}">
                  <a16:creationId xmlns:a16="http://schemas.microsoft.com/office/drawing/2014/main" id="{3AB8D9F9-4957-6807-13A1-CCA1999813D2}"/>
                </a:ext>
              </a:extLst>
            </p:cNvPr>
            <p:cNvSpPr/>
            <p:nvPr/>
          </p:nvSpPr>
          <p:spPr>
            <a:xfrm>
              <a:off x="1733223" y="1828382"/>
              <a:ext cx="1409100" cy="1408200"/>
            </a:xfrm>
            <a:prstGeom prst="ellipse">
              <a:avLst/>
            </a:prstGeom>
            <a:solidFill>
              <a:schemeClr val="lt1"/>
            </a:solidFill>
            <a:ln>
              <a:noFill/>
            </a:ln>
          </p:spPr>
          <p:txBody>
            <a:bodyPr spcFirstLastPara="1" wrap="square" lIns="91352" tIns="45676" rIns="91352" bIns="45676"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25" name="Google Shape;4359;g32e3107f779_2_56">
              <a:extLst>
                <a:ext uri="{FF2B5EF4-FFF2-40B4-BE49-F238E27FC236}">
                  <a16:creationId xmlns:a16="http://schemas.microsoft.com/office/drawing/2014/main" id="{689DE413-24A1-4ECD-FF15-9B504E967657}"/>
                </a:ext>
              </a:extLst>
            </p:cNvPr>
            <p:cNvSpPr/>
            <p:nvPr/>
          </p:nvSpPr>
          <p:spPr>
            <a:xfrm>
              <a:off x="1579529" y="1674331"/>
              <a:ext cx="1716300" cy="1716300"/>
            </a:xfrm>
            <a:prstGeom prst="ellipse">
              <a:avLst/>
            </a:prstGeom>
            <a:solidFill>
              <a:schemeClr val="accent2">
                <a:alpha val="6274"/>
              </a:schemeClr>
            </a:solidFill>
            <a:ln>
              <a:noFill/>
            </a:ln>
          </p:spPr>
          <p:txBody>
            <a:bodyPr spcFirstLastPara="1" wrap="square" lIns="91377" tIns="45676" rIns="91377" bIns="45676"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grpSp>
          <p:nvGrpSpPr>
            <p:cNvPr id="26" name="Google Shape;4360;g32e3107f779_2_56">
              <a:extLst>
                <a:ext uri="{FF2B5EF4-FFF2-40B4-BE49-F238E27FC236}">
                  <a16:creationId xmlns:a16="http://schemas.microsoft.com/office/drawing/2014/main" id="{DFE6A077-9061-A52C-3284-8DF3B920AE0F}"/>
                </a:ext>
              </a:extLst>
            </p:cNvPr>
            <p:cNvGrpSpPr/>
            <p:nvPr/>
          </p:nvGrpSpPr>
          <p:grpSpPr>
            <a:xfrm>
              <a:off x="2086851" y="2111839"/>
              <a:ext cx="701879" cy="786997"/>
              <a:chOff x="5835904" y="711628"/>
              <a:chExt cx="537591" cy="602786"/>
            </a:xfrm>
          </p:grpSpPr>
          <p:sp>
            <p:nvSpPr>
              <p:cNvPr id="28" name="Google Shape;4361;g32e3107f779_2_56">
                <a:extLst>
                  <a:ext uri="{FF2B5EF4-FFF2-40B4-BE49-F238E27FC236}">
                    <a16:creationId xmlns:a16="http://schemas.microsoft.com/office/drawing/2014/main" id="{27AEA6AB-B304-E981-F1BF-B6C4C4548D4F}"/>
                  </a:ext>
                </a:extLst>
              </p:cNvPr>
              <p:cNvSpPr/>
              <p:nvPr/>
            </p:nvSpPr>
            <p:spPr>
              <a:xfrm>
                <a:off x="6043477" y="711628"/>
                <a:ext cx="126492" cy="47575"/>
              </a:xfrm>
              <a:custGeom>
                <a:avLst/>
                <a:gdLst/>
                <a:ahLst/>
                <a:cxnLst/>
                <a:rect l="l" t="t" r="r" b="b"/>
                <a:pathLst>
                  <a:path w="126492" h="47575" extrusionOk="0">
                    <a:moveTo>
                      <a:pt x="104482" y="47533"/>
                    </a:moveTo>
                    <a:lnTo>
                      <a:pt x="86900" y="47533"/>
                    </a:lnTo>
                    <a:lnTo>
                      <a:pt x="86900" y="31689"/>
                    </a:lnTo>
                    <a:lnTo>
                      <a:pt x="104482" y="31689"/>
                    </a:lnTo>
                    <a:cubicBezTo>
                      <a:pt x="106983" y="32072"/>
                      <a:pt x="109470" y="30925"/>
                      <a:pt x="110807" y="28774"/>
                    </a:cubicBezTo>
                    <a:lnTo>
                      <a:pt x="110807" y="16668"/>
                    </a:lnTo>
                    <a:cubicBezTo>
                      <a:pt x="108765" y="16014"/>
                      <a:pt x="106623" y="15735"/>
                      <a:pt x="104482" y="15844"/>
                    </a:cubicBezTo>
                    <a:lnTo>
                      <a:pt x="24286" y="15844"/>
                    </a:lnTo>
                    <a:cubicBezTo>
                      <a:pt x="21404" y="15765"/>
                      <a:pt x="18532" y="16216"/>
                      <a:pt x="15812" y="17175"/>
                    </a:cubicBezTo>
                    <a:lnTo>
                      <a:pt x="15812" y="28267"/>
                    </a:lnTo>
                    <a:cubicBezTo>
                      <a:pt x="18073" y="30487"/>
                      <a:pt x="21120" y="31718"/>
                      <a:pt x="24286" y="31689"/>
                    </a:cubicBezTo>
                    <a:lnTo>
                      <a:pt x="39592" y="31689"/>
                    </a:lnTo>
                    <a:lnTo>
                      <a:pt x="39592" y="47533"/>
                    </a:lnTo>
                    <a:lnTo>
                      <a:pt x="24286" y="47533"/>
                    </a:lnTo>
                    <a:cubicBezTo>
                      <a:pt x="12839" y="47533"/>
                      <a:pt x="0" y="39548"/>
                      <a:pt x="0" y="28900"/>
                    </a:cubicBezTo>
                    <a:lnTo>
                      <a:pt x="0" y="15528"/>
                    </a:lnTo>
                    <a:cubicBezTo>
                      <a:pt x="0" y="6084"/>
                      <a:pt x="9550" y="0"/>
                      <a:pt x="24286" y="0"/>
                    </a:cubicBezTo>
                    <a:lnTo>
                      <a:pt x="104482" y="0"/>
                    </a:lnTo>
                    <a:cubicBezTo>
                      <a:pt x="120737" y="0"/>
                      <a:pt x="126492" y="7986"/>
                      <a:pt x="126492" y="15528"/>
                    </a:cubicBezTo>
                    <a:lnTo>
                      <a:pt x="126492" y="28900"/>
                    </a:lnTo>
                    <a:cubicBezTo>
                      <a:pt x="125327" y="40020"/>
                      <a:pt x="115617" y="48240"/>
                      <a:pt x="104482" y="47533"/>
                    </a:cubicBezTo>
                    <a:close/>
                  </a:path>
                </a:pathLst>
              </a:custGeom>
              <a:solidFill>
                <a:schemeClr val="accent2"/>
              </a:solidFill>
              <a:ln>
                <a:noFill/>
              </a:ln>
            </p:spPr>
            <p:txBody>
              <a:bodyPr spcFirstLastPara="1" wrap="square" lIns="91377" tIns="45676" rIns="91377" bIns="45676"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Tx/>
                  <a:buNone/>
                  <a:tabLst/>
                  <a:defRPr/>
                </a:pPr>
                <a:endParaRPr kumimoji="0" sz="1797" b="0" i="0" u="none" strike="noStrike" kern="1200" cap="none" spc="0" normalizeH="0" baseline="0" noProof="0" dirty="0">
                  <a:ln>
                    <a:noFill/>
                  </a:ln>
                  <a:solidFill>
                    <a:srgbClr val="717074"/>
                  </a:solidFill>
                  <a:effectLst/>
                  <a:uLnTx/>
                  <a:uFillTx/>
                  <a:latin typeface="Arial"/>
                  <a:ea typeface="Arial"/>
                  <a:cs typeface="Arial"/>
                  <a:sym typeface="Arial"/>
                </a:endParaRPr>
              </a:p>
            </p:txBody>
          </p:sp>
          <p:sp>
            <p:nvSpPr>
              <p:cNvPr id="29" name="Google Shape;4362;g32e3107f779_2_56">
                <a:extLst>
                  <a:ext uri="{FF2B5EF4-FFF2-40B4-BE49-F238E27FC236}">
                    <a16:creationId xmlns:a16="http://schemas.microsoft.com/office/drawing/2014/main" id="{A0745BFC-E03E-8CE2-197F-2A3727F3F042}"/>
                  </a:ext>
                </a:extLst>
              </p:cNvPr>
              <p:cNvSpPr/>
              <p:nvPr/>
            </p:nvSpPr>
            <p:spPr>
              <a:xfrm>
                <a:off x="6288348" y="794189"/>
                <a:ext cx="65473" cy="65996"/>
              </a:xfrm>
              <a:custGeom>
                <a:avLst/>
                <a:gdLst/>
                <a:ahLst/>
                <a:cxnLst/>
                <a:rect l="l" t="t" r="r" b="b"/>
                <a:pathLst>
                  <a:path w="65473" h="65996" extrusionOk="0">
                    <a:moveTo>
                      <a:pt x="36384" y="65997"/>
                    </a:moveTo>
                    <a:cubicBezTo>
                      <a:pt x="33334" y="65973"/>
                      <a:pt x="30411" y="64770"/>
                      <a:pt x="28225" y="62638"/>
                    </a:cubicBezTo>
                    <a:lnTo>
                      <a:pt x="22913" y="57314"/>
                    </a:lnTo>
                    <a:lnTo>
                      <a:pt x="34107" y="46096"/>
                    </a:lnTo>
                    <a:lnTo>
                      <a:pt x="37776" y="49772"/>
                    </a:lnTo>
                    <a:cubicBezTo>
                      <a:pt x="38624" y="49359"/>
                      <a:pt x="39394" y="48801"/>
                      <a:pt x="40052" y="48124"/>
                    </a:cubicBezTo>
                    <a:lnTo>
                      <a:pt x="49286" y="38871"/>
                    </a:lnTo>
                    <a:lnTo>
                      <a:pt x="26961" y="16499"/>
                    </a:lnTo>
                    <a:lnTo>
                      <a:pt x="17347" y="25752"/>
                    </a:lnTo>
                    <a:cubicBezTo>
                      <a:pt x="16719" y="26471"/>
                      <a:pt x="16245" y="27313"/>
                      <a:pt x="15956" y="28224"/>
                    </a:cubicBezTo>
                    <a:lnTo>
                      <a:pt x="19434" y="31709"/>
                    </a:lnTo>
                    <a:lnTo>
                      <a:pt x="8240" y="42864"/>
                    </a:lnTo>
                    <a:lnTo>
                      <a:pt x="3623" y="38237"/>
                    </a:lnTo>
                    <a:cubicBezTo>
                      <a:pt x="-2702" y="31900"/>
                      <a:pt x="-46" y="20682"/>
                      <a:pt x="6216" y="14471"/>
                    </a:cubicBezTo>
                    <a:lnTo>
                      <a:pt x="15576" y="4837"/>
                    </a:lnTo>
                    <a:cubicBezTo>
                      <a:pt x="21119" y="-1230"/>
                      <a:pt x="30520" y="-1646"/>
                      <a:pt x="36575" y="3908"/>
                    </a:cubicBezTo>
                    <a:cubicBezTo>
                      <a:pt x="36747" y="4066"/>
                      <a:pt x="36915" y="4228"/>
                      <a:pt x="37080" y="4394"/>
                    </a:cubicBezTo>
                    <a:lnTo>
                      <a:pt x="61430" y="28794"/>
                    </a:lnTo>
                    <a:cubicBezTo>
                      <a:pt x="66889" y="34362"/>
                      <a:pt x="66810" y="43310"/>
                      <a:pt x="61254" y="48781"/>
                    </a:cubicBezTo>
                    <a:cubicBezTo>
                      <a:pt x="60946" y="49084"/>
                      <a:pt x="60625" y="49372"/>
                      <a:pt x="60291" y="49645"/>
                    </a:cubicBezTo>
                    <a:lnTo>
                      <a:pt x="50931" y="59342"/>
                    </a:lnTo>
                    <a:cubicBezTo>
                      <a:pt x="47104" y="63336"/>
                      <a:pt x="41902" y="65715"/>
                      <a:pt x="36384" y="65997"/>
                    </a:cubicBezTo>
                    <a:close/>
                  </a:path>
                </a:pathLst>
              </a:custGeom>
              <a:solidFill>
                <a:schemeClr val="accent2"/>
              </a:solidFill>
              <a:ln>
                <a:noFill/>
              </a:ln>
            </p:spPr>
            <p:txBody>
              <a:bodyPr spcFirstLastPara="1" wrap="square" lIns="91377" tIns="45676" rIns="91377" bIns="45676"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Tx/>
                  <a:buNone/>
                  <a:tabLst/>
                  <a:defRPr/>
                </a:pPr>
                <a:endParaRPr kumimoji="0" sz="1797" b="0" i="0" u="none" strike="noStrike" kern="1200" cap="none" spc="0" normalizeH="0" baseline="0" noProof="0" dirty="0">
                  <a:ln>
                    <a:noFill/>
                  </a:ln>
                  <a:solidFill>
                    <a:srgbClr val="717074"/>
                  </a:solidFill>
                  <a:effectLst/>
                  <a:uLnTx/>
                  <a:uFillTx/>
                  <a:latin typeface="Arial"/>
                  <a:ea typeface="Arial"/>
                  <a:cs typeface="Arial"/>
                  <a:sym typeface="Arial"/>
                </a:endParaRPr>
              </a:p>
            </p:txBody>
          </p:sp>
          <p:sp>
            <p:nvSpPr>
              <p:cNvPr id="30" name="Google Shape;4363;g32e3107f779_2_56">
                <a:extLst>
                  <a:ext uri="{FF2B5EF4-FFF2-40B4-BE49-F238E27FC236}">
                    <a16:creationId xmlns:a16="http://schemas.microsoft.com/office/drawing/2014/main" id="{B3A96CDA-2A36-2AE9-4934-A4A410803E11}"/>
                  </a:ext>
                </a:extLst>
              </p:cNvPr>
              <p:cNvSpPr/>
              <p:nvPr/>
            </p:nvSpPr>
            <p:spPr>
              <a:xfrm>
                <a:off x="5844229" y="809238"/>
                <a:ext cx="65580" cy="65864"/>
              </a:xfrm>
              <a:custGeom>
                <a:avLst/>
                <a:gdLst/>
                <a:ahLst/>
                <a:cxnLst/>
                <a:rect l="l" t="t" r="r" b="b"/>
                <a:pathLst>
                  <a:path w="65580" h="65864" extrusionOk="0">
                    <a:moveTo>
                      <a:pt x="28673" y="65841"/>
                    </a:moveTo>
                    <a:cubicBezTo>
                      <a:pt x="23240" y="65631"/>
                      <a:pt x="18087" y="63367"/>
                      <a:pt x="14253" y="59503"/>
                    </a:cubicBezTo>
                    <a:lnTo>
                      <a:pt x="4766" y="49997"/>
                    </a:lnTo>
                    <a:cubicBezTo>
                      <a:pt x="-1273" y="44374"/>
                      <a:pt x="-1620" y="34909"/>
                      <a:pt x="3991" y="28858"/>
                    </a:cubicBezTo>
                    <a:cubicBezTo>
                      <a:pt x="4120" y="28719"/>
                      <a:pt x="4253" y="28582"/>
                      <a:pt x="4387" y="28448"/>
                    </a:cubicBezTo>
                    <a:lnTo>
                      <a:pt x="28736" y="4111"/>
                    </a:lnTo>
                    <a:cubicBezTo>
                      <a:pt x="34225" y="-1378"/>
                      <a:pt x="43115" y="-1369"/>
                      <a:pt x="48593" y="4131"/>
                    </a:cubicBezTo>
                    <a:cubicBezTo>
                      <a:pt x="48928" y="4467"/>
                      <a:pt x="49245" y="4820"/>
                      <a:pt x="49544" y="5188"/>
                    </a:cubicBezTo>
                    <a:lnTo>
                      <a:pt x="58968" y="15139"/>
                    </a:lnTo>
                    <a:cubicBezTo>
                      <a:pt x="65293" y="21477"/>
                      <a:pt x="68392" y="31997"/>
                      <a:pt x="62257" y="38208"/>
                    </a:cubicBezTo>
                    <a:lnTo>
                      <a:pt x="56944" y="43532"/>
                    </a:lnTo>
                    <a:lnTo>
                      <a:pt x="45750" y="32378"/>
                    </a:lnTo>
                    <a:lnTo>
                      <a:pt x="49418" y="28638"/>
                    </a:lnTo>
                    <a:cubicBezTo>
                      <a:pt x="49006" y="27788"/>
                      <a:pt x="48449" y="27016"/>
                      <a:pt x="47774" y="26357"/>
                    </a:cubicBezTo>
                    <a:lnTo>
                      <a:pt x="38540" y="17103"/>
                    </a:lnTo>
                    <a:lnTo>
                      <a:pt x="16214" y="39476"/>
                    </a:lnTo>
                    <a:lnTo>
                      <a:pt x="25448" y="48792"/>
                    </a:lnTo>
                    <a:cubicBezTo>
                      <a:pt x="26154" y="49438"/>
                      <a:pt x="26997" y="49915"/>
                      <a:pt x="27914" y="50187"/>
                    </a:cubicBezTo>
                    <a:lnTo>
                      <a:pt x="31393" y="46701"/>
                    </a:lnTo>
                    <a:lnTo>
                      <a:pt x="42587" y="57919"/>
                    </a:lnTo>
                    <a:lnTo>
                      <a:pt x="37970" y="62545"/>
                    </a:lnTo>
                    <a:cubicBezTo>
                      <a:pt x="35444" y="64859"/>
                      <a:pt x="32090" y="66048"/>
                      <a:pt x="28673" y="65841"/>
                    </a:cubicBezTo>
                    <a:close/>
                  </a:path>
                </a:pathLst>
              </a:custGeom>
              <a:solidFill>
                <a:schemeClr val="accent2"/>
              </a:solidFill>
              <a:ln>
                <a:noFill/>
              </a:ln>
            </p:spPr>
            <p:txBody>
              <a:bodyPr spcFirstLastPara="1" wrap="square" lIns="91377" tIns="45676" rIns="91377" bIns="45676"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Tx/>
                  <a:buNone/>
                  <a:tabLst/>
                  <a:defRPr/>
                </a:pPr>
                <a:endParaRPr kumimoji="0" sz="1797" b="0" i="0" u="none" strike="noStrike" kern="1200" cap="none" spc="0" normalizeH="0" baseline="0" noProof="0" dirty="0">
                  <a:ln>
                    <a:noFill/>
                  </a:ln>
                  <a:solidFill>
                    <a:srgbClr val="717074"/>
                  </a:solidFill>
                  <a:effectLst/>
                  <a:uLnTx/>
                  <a:uFillTx/>
                  <a:latin typeface="Arial"/>
                  <a:ea typeface="Arial"/>
                  <a:cs typeface="Arial"/>
                  <a:sym typeface="Arial"/>
                </a:endParaRPr>
              </a:p>
            </p:txBody>
          </p:sp>
          <p:sp>
            <p:nvSpPr>
              <p:cNvPr id="31" name="Google Shape;4364;g32e3107f779_2_56">
                <a:extLst>
                  <a:ext uri="{FF2B5EF4-FFF2-40B4-BE49-F238E27FC236}">
                    <a16:creationId xmlns:a16="http://schemas.microsoft.com/office/drawing/2014/main" id="{9ED686E9-9951-A042-AC9F-F5ECC3ADFCA3}"/>
                  </a:ext>
                </a:extLst>
              </p:cNvPr>
              <p:cNvSpPr/>
              <p:nvPr/>
            </p:nvSpPr>
            <p:spPr>
              <a:xfrm>
                <a:off x="5835904" y="775703"/>
                <a:ext cx="537591" cy="538711"/>
              </a:xfrm>
              <a:custGeom>
                <a:avLst/>
                <a:gdLst/>
                <a:ahLst/>
                <a:cxnLst/>
                <a:rect l="l" t="t" r="r" b="b"/>
                <a:pathLst>
                  <a:path w="537591" h="538711" extrusionOk="0">
                    <a:moveTo>
                      <a:pt x="268479" y="15844"/>
                    </a:moveTo>
                    <a:cubicBezTo>
                      <a:pt x="408199" y="15844"/>
                      <a:pt x="521463" y="129345"/>
                      <a:pt x="521463" y="269356"/>
                    </a:cubicBezTo>
                    <a:cubicBezTo>
                      <a:pt x="521463" y="409366"/>
                      <a:pt x="408199" y="522867"/>
                      <a:pt x="268479" y="522867"/>
                    </a:cubicBezTo>
                    <a:cubicBezTo>
                      <a:pt x="128760" y="522867"/>
                      <a:pt x="15495" y="409366"/>
                      <a:pt x="15495" y="269356"/>
                    </a:cubicBezTo>
                    <a:cubicBezTo>
                      <a:pt x="15495" y="129345"/>
                      <a:pt x="128760" y="15844"/>
                      <a:pt x="268479" y="15844"/>
                    </a:cubicBezTo>
                    <a:moveTo>
                      <a:pt x="268479" y="0"/>
                    </a:moveTo>
                    <a:cubicBezTo>
                      <a:pt x="120028" y="175"/>
                      <a:pt x="-174" y="120912"/>
                      <a:pt x="0" y="269673"/>
                    </a:cubicBezTo>
                    <a:cubicBezTo>
                      <a:pt x="175" y="418434"/>
                      <a:pt x="120660" y="538889"/>
                      <a:pt x="269112" y="538712"/>
                    </a:cubicBezTo>
                    <a:cubicBezTo>
                      <a:pt x="417440" y="538534"/>
                      <a:pt x="537591" y="417993"/>
                      <a:pt x="537591" y="269356"/>
                    </a:cubicBezTo>
                    <a:cubicBezTo>
                      <a:pt x="537591" y="120595"/>
                      <a:pt x="417247" y="0"/>
                      <a:pt x="268796" y="0"/>
                    </a:cubicBezTo>
                    <a:close/>
                  </a:path>
                </a:pathLst>
              </a:custGeom>
              <a:solidFill>
                <a:schemeClr val="accent2"/>
              </a:solidFill>
              <a:ln>
                <a:noFill/>
              </a:ln>
            </p:spPr>
            <p:txBody>
              <a:bodyPr spcFirstLastPara="1" wrap="square" lIns="91377" tIns="45676" rIns="91377" bIns="45676"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Tx/>
                  <a:buNone/>
                  <a:tabLst/>
                  <a:defRPr/>
                </a:pPr>
                <a:endParaRPr kumimoji="0" sz="1797" b="0" i="0" u="none" strike="noStrike" kern="1200" cap="none" spc="0" normalizeH="0" baseline="0" noProof="0" dirty="0">
                  <a:ln>
                    <a:noFill/>
                  </a:ln>
                  <a:solidFill>
                    <a:srgbClr val="717074"/>
                  </a:solidFill>
                  <a:effectLst/>
                  <a:uLnTx/>
                  <a:uFillTx/>
                  <a:latin typeface="Arial"/>
                  <a:ea typeface="Arial"/>
                  <a:cs typeface="Arial"/>
                  <a:sym typeface="Arial"/>
                </a:endParaRPr>
              </a:p>
            </p:txBody>
          </p:sp>
          <p:sp>
            <p:nvSpPr>
              <p:cNvPr id="32" name="Google Shape;4365;g32e3107f779_2_56">
                <a:extLst>
                  <a:ext uri="{FF2B5EF4-FFF2-40B4-BE49-F238E27FC236}">
                    <a16:creationId xmlns:a16="http://schemas.microsoft.com/office/drawing/2014/main" id="{809FE490-761D-43F8-BE34-980D62D295EB}"/>
                  </a:ext>
                </a:extLst>
              </p:cNvPr>
              <p:cNvSpPr/>
              <p:nvPr/>
            </p:nvSpPr>
            <p:spPr>
              <a:xfrm>
                <a:off x="6096477" y="1246347"/>
                <a:ext cx="15811" cy="40118"/>
              </a:xfrm>
              <a:custGeom>
                <a:avLst/>
                <a:gdLst/>
                <a:ahLst/>
                <a:cxnLst/>
                <a:rect l="l" t="t" r="r" b="b"/>
                <a:pathLst>
                  <a:path w="15811" h="40118" extrusionOk="0">
                    <a:moveTo>
                      <a:pt x="0" y="0"/>
                    </a:moveTo>
                    <a:lnTo>
                      <a:pt x="15812" y="0"/>
                    </a:lnTo>
                    <a:lnTo>
                      <a:pt x="15812" y="40118"/>
                    </a:lnTo>
                    <a:lnTo>
                      <a:pt x="0" y="40118"/>
                    </a:lnTo>
                    <a:close/>
                  </a:path>
                </a:pathLst>
              </a:custGeom>
              <a:solidFill>
                <a:schemeClr val="accent2"/>
              </a:solidFill>
              <a:ln>
                <a:noFill/>
              </a:ln>
            </p:spPr>
            <p:txBody>
              <a:bodyPr spcFirstLastPara="1" wrap="square" lIns="91377" tIns="45676" rIns="91377" bIns="45676"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Tx/>
                  <a:buNone/>
                  <a:tabLst/>
                  <a:defRPr/>
                </a:pPr>
                <a:endParaRPr kumimoji="0" sz="1797" b="0" i="0" u="none" strike="noStrike" kern="1200" cap="none" spc="0" normalizeH="0" baseline="0" noProof="0" dirty="0">
                  <a:ln>
                    <a:noFill/>
                  </a:ln>
                  <a:solidFill>
                    <a:srgbClr val="717074"/>
                  </a:solidFill>
                  <a:effectLst/>
                  <a:uLnTx/>
                  <a:uFillTx/>
                  <a:latin typeface="Arial"/>
                  <a:ea typeface="Arial"/>
                  <a:cs typeface="Arial"/>
                  <a:sym typeface="Arial"/>
                </a:endParaRPr>
              </a:p>
            </p:txBody>
          </p:sp>
          <p:sp>
            <p:nvSpPr>
              <p:cNvPr id="33" name="Google Shape;4366;g32e3107f779_2_56">
                <a:extLst>
                  <a:ext uri="{FF2B5EF4-FFF2-40B4-BE49-F238E27FC236}">
                    <a16:creationId xmlns:a16="http://schemas.microsoft.com/office/drawing/2014/main" id="{8C174FFE-6438-BE54-147C-6C19C34646DC}"/>
                  </a:ext>
                </a:extLst>
              </p:cNvPr>
              <p:cNvSpPr/>
              <p:nvPr/>
            </p:nvSpPr>
            <p:spPr>
              <a:xfrm>
                <a:off x="6096477" y="803589"/>
                <a:ext cx="15811" cy="40498"/>
              </a:xfrm>
              <a:custGeom>
                <a:avLst/>
                <a:gdLst/>
                <a:ahLst/>
                <a:cxnLst/>
                <a:rect l="l" t="t" r="r" b="b"/>
                <a:pathLst>
                  <a:path w="15811" h="40498" extrusionOk="0">
                    <a:moveTo>
                      <a:pt x="0" y="0"/>
                    </a:moveTo>
                    <a:lnTo>
                      <a:pt x="15812" y="0"/>
                    </a:lnTo>
                    <a:lnTo>
                      <a:pt x="15812" y="40498"/>
                    </a:lnTo>
                    <a:lnTo>
                      <a:pt x="0" y="40498"/>
                    </a:lnTo>
                    <a:close/>
                  </a:path>
                </a:pathLst>
              </a:custGeom>
              <a:solidFill>
                <a:schemeClr val="accent2"/>
              </a:solidFill>
              <a:ln>
                <a:noFill/>
              </a:ln>
            </p:spPr>
            <p:txBody>
              <a:bodyPr spcFirstLastPara="1" wrap="square" lIns="91377" tIns="45676" rIns="91377" bIns="45676"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Tx/>
                  <a:buNone/>
                  <a:tabLst/>
                  <a:defRPr/>
                </a:pPr>
                <a:endParaRPr kumimoji="0" sz="1797" b="0" i="0" u="none" strike="noStrike" kern="1200" cap="none" spc="0" normalizeH="0" baseline="0" noProof="0" dirty="0">
                  <a:ln>
                    <a:noFill/>
                  </a:ln>
                  <a:solidFill>
                    <a:srgbClr val="717074"/>
                  </a:solidFill>
                  <a:effectLst/>
                  <a:uLnTx/>
                  <a:uFillTx/>
                  <a:latin typeface="Arial"/>
                  <a:ea typeface="Arial"/>
                  <a:cs typeface="Arial"/>
                  <a:sym typeface="Arial"/>
                </a:endParaRPr>
              </a:p>
            </p:txBody>
          </p:sp>
          <p:sp>
            <p:nvSpPr>
              <p:cNvPr id="34" name="Google Shape;4367;g32e3107f779_2_56">
                <a:extLst>
                  <a:ext uri="{FF2B5EF4-FFF2-40B4-BE49-F238E27FC236}">
                    <a16:creationId xmlns:a16="http://schemas.microsoft.com/office/drawing/2014/main" id="{121B4657-0D69-0244-C5D6-2AFA909F598A}"/>
                  </a:ext>
                </a:extLst>
              </p:cNvPr>
              <p:cNvSpPr/>
              <p:nvPr/>
            </p:nvSpPr>
            <p:spPr>
              <a:xfrm>
                <a:off x="6306074" y="1037137"/>
                <a:ext cx="39275" cy="15844"/>
              </a:xfrm>
              <a:custGeom>
                <a:avLst/>
                <a:gdLst/>
                <a:ahLst/>
                <a:cxnLst/>
                <a:rect l="l" t="t" r="r" b="b"/>
                <a:pathLst>
                  <a:path w="39275" h="15844" extrusionOk="0">
                    <a:moveTo>
                      <a:pt x="0" y="0"/>
                    </a:moveTo>
                    <a:lnTo>
                      <a:pt x="39276" y="0"/>
                    </a:lnTo>
                    <a:lnTo>
                      <a:pt x="39276" y="15844"/>
                    </a:lnTo>
                    <a:lnTo>
                      <a:pt x="0" y="15844"/>
                    </a:lnTo>
                    <a:close/>
                  </a:path>
                </a:pathLst>
              </a:custGeom>
              <a:solidFill>
                <a:schemeClr val="accent2"/>
              </a:solidFill>
              <a:ln>
                <a:noFill/>
              </a:ln>
            </p:spPr>
            <p:txBody>
              <a:bodyPr spcFirstLastPara="1" wrap="square" lIns="91377" tIns="45676" rIns="91377" bIns="45676"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Tx/>
                  <a:buNone/>
                  <a:tabLst/>
                  <a:defRPr/>
                </a:pPr>
                <a:endParaRPr kumimoji="0" sz="1797" b="0" i="0" u="none" strike="noStrike" kern="1200" cap="none" spc="0" normalizeH="0" baseline="0" noProof="0" dirty="0">
                  <a:ln>
                    <a:noFill/>
                  </a:ln>
                  <a:solidFill>
                    <a:srgbClr val="717074"/>
                  </a:solidFill>
                  <a:effectLst/>
                  <a:uLnTx/>
                  <a:uFillTx/>
                  <a:latin typeface="Arial"/>
                  <a:ea typeface="Arial"/>
                  <a:cs typeface="Arial"/>
                  <a:sym typeface="Arial"/>
                </a:endParaRPr>
              </a:p>
            </p:txBody>
          </p:sp>
          <p:sp>
            <p:nvSpPr>
              <p:cNvPr id="35" name="Google Shape;4368;g32e3107f779_2_56">
                <a:extLst>
                  <a:ext uri="{FF2B5EF4-FFF2-40B4-BE49-F238E27FC236}">
                    <a16:creationId xmlns:a16="http://schemas.microsoft.com/office/drawing/2014/main" id="{1167D118-2430-0699-32B9-E88698596AED}"/>
                  </a:ext>
                </a:extLst>
              </p:cNvPr>
              <p:cNvSpPr/>
              <p:nvPr/>
            </p:nvSpPr>
            <p:spPr>
              <a:xfrm>
                <a:off x="5863479" y="1037137"/>
                <a:ext cx="39275" cy="15844"/>
              </a:xfrm>
              <a:custGeom>
                <a:avLst/>
                <a:gdLst/>
                <a:ahLst/>
                <a:cxnLst/>
                <a:rect l="l" t="t" r="r" b="b"/>
                <a:pathLst>
                  <a:path w="39275" h="15844" extrusionOk="0">
                    <a:moveTo>
                      <a:pt x="0" y="0"/>
                    </a:moveTo>
                    <a:lnTo>
                      <a:pt x="39276" y="0"/>
                    </a:lnTo>
                    <a:lnTo>
                      <a:pt x="39276" y="15844"/>
                    </a:lnTo>
                    <a:lnTo>
                      <a:pt x="0" y="15844"/>
                    </a:lnTo>
                    <a:close/>
                  </a:path>
                </a:pathLst>
              </a:custGeom>
              <a:solidFill>
                <a:schemeClr val="accent2"/>
              </a:solidFill>
              <a:ln>
                <a:noFill/>
              </a:ln>
            </p:spPr>
            <p:txBody>
              <a:bodyPr spcFirstLastPara="1" wrap="square" lIns="91377" tIns="45676" rIns="91377" bIns="45676"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Tx/>
                  <a:buNone/>
                  <a:tabLst/>
                  <a:defRPr/>
                </a:pPr>
                <a:endParaRPr kumimoji="0" sz="1797" b="0" i="0" u="none" strike="noStrike" kern="1200" cap="none" spc="0" normalizeH="0" baseline="0" noProof="0" dirty="0">
                  <a:ln>
                    <a:noFill/>
                  </a:ln>
                  <a:solidFill>
                    <a:srgbClr val="717074"/>
                  </a:solidFill>
                  <a:effectLst/>
                  <a:uLnTx/>
                  <a:uFillTx/>
                  <a:latin typeface="Arial"/>
                  <a:ea typeface="Arial"/>
                  <a:cs typeface="Arial"/>
                  <a:sym typeface="Arial"/>
                </a:endParaRPr>
              </a:p>
            </p:txBody>
          </p:sp>
          <p:sp>
            <p:nvSpPr>
              <p:cNvPr id="36" name="Google Shape;4369;g32e3107f779_2_56">
                <a:extLst>
                  <a:ext uri="{FF2B5EF4-FFF2-40B4-BE49-F238E27FC236}">
                    <a16:creationId xmlns:a16="http://schemas.microsoft.com/office/drawing/2014/main" id="{779F1D40-E8CD-ED8B-F09D-168765F6E4EA}"/>
                  </a:ext>
                </a:extLst>
              </p:cNvPr>
              <p:cNvSpPr/>
              <p:nvPr/>
            </p:nvSpPr>
            <p:spPr>
              <a:xfrm rot="-2700000">
                <a:off x="6252718" y="1181452"/>
                <a:ext cx="15820" cy="40140"/>
              </a:xfrm>
              <a:custGeom>
                <a:avLst/>
                <a:gdLst/>
                <a:ahLst/>
                <a:cxnLst/>
                <a:rect l="l" t="t" r="r" b="b"/>
                <a:pathLst>
                  <a:path w="15811" h="40118" extrusionOk="0">
                    <a:moveTo>
                      <a:pt x="0" y="0"/>
                    </a:moveTo>
                    <a:lnTo>
                      <a:pt x="15812" y="0"/>
                    </a:lnTo>
                    <a:lnTo>
                      <a:pt x="15812" y="40118"/>
                    </a:lnTo>
                    <a:lnTo>
                      <a:pt x="0" y="40118"/>
                    </a:lnTo>
                    <a:close/>
                  </a:path>
                </a:pathLst>
              </a:custGeom>
              <a:solidFill>
                <a:schemeClr val="accent2"/>
              </a:solidFill>
              <a:ln>
                <a:noFill/>
              </a:ln>
            </p:spPr>
            <p:txBody>
              <a:bodyPr spcFirstLastPara="1" wrap="square" lIns="91377" tIns="45676" rIns="91377" bIns="45676"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Tx/>
                  <a:buNone/>
                  <a:tabLst/>
                  <a:defRPr/>
                </a:pPr>
                <a:endParaRPr kumimoji="0" sz="1797" b="0" i="0" u="none" strike="noStrike" kern="1200" cap="none" spc="0" normalizeH="0" baseline="0" noProof="0" dirty="0">
                  <a:ln>
                    <a:noFill/>
                  </a:ln>
                  <a:solidFill>
                    <a:srgbClr val="717074"/>
                  </a:solidFill>
                  <a:effectLst/>
                  <a:uLnTx/>
                  <a:uFillTx/>
                  <a:latin typeface="Arial"/>
                  <a:ea typeface="Arial"/>
                  <a:cs typeface="Arial"/>
                  <a:sym typeface="Arial"/>
                </a:endParaRPr>
              </a:p>
            </p:txBody>
          </p:sp>
          <p:sp>
            <p:nvSpPr>
              <p:cNvPr id="37" name="Google Shape;4370;g32e3107f779_2_56">
                <a:extLst>
                  <a:ext uri="{FF2B5EF4-FFF2-40B4-BE49-F238E27FC236}">
                    <a16:creationId xmlns:a16="http://schemas.microsoft.com/office/drawing/2014/main" id="{85F89AAC-B2CA-3E7E-12A6-352EA30F2421}"/>
                  </a:ext>
                </a:extLst>
              </p:cNvPr>
              <p:cNvSpPr/>
              <p:nvPr/>
            </p:nvSpPr>
            <p:spPr>
              <a:xfrm rot="-2700000">
                <a:off x="5940475" y="868428"/>
                <a:ext cx="15820" cy="40521"/>
              </a:xfrm>
              <a:custGeom>
                <a:avLst/>
                <a:gdLst/>
                <a:ahLst/>
                <a:cxnLst/>
                <a:rect l="l" t="t" r="r" b="b"/>
                <a:pathLst>
                  <a:path w="15811" h="40498" extrusionOk="0">
                    <a:moveTo>
                      <a:pt x="0" y="0"/>
                    </a:moveTo>
                    <a:lnTo>
                      <a:pt x="15812" y="0"/>
                    </a:lnTo>
                    <a:lnTo>
                      <a:pt x="15812" y="40498"/>
                    </a:lnTo>
                    <a:lnTo>
                      <a:pt x="0" y="40498"/>
                    </a:lnTo>
                    <a:close/>
                  </a:path>
                </a:pathLst>
              </a:custGeom>
              <a:solidFill>
                <a:schemeClr val="accent2"/>
              </a:solidFill>
              <a:ln>
                <a:noFill/>
              </a:ln>
            </p:spPr>
            <p:txBody>
              <a:bodyPr spcFirstLastPara="1" wrap="square" lIns="91377" tIns="45676" rIns="91377" bIns="45676"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Tx/>
                  <a:buNone/>
                  <a:tabLst/>
                  <a:defRPr/>
                </a:pPr>
                <a:endParaRPr kumimoji="0" sz="1797" b="0" i="0" u="none" strike="noStrike" kern="1200" cap="none" spc="0" normalizeH="0" baseline="0" noProof="0" dirty="0">
                  <a:ln>
                    <a:noFill/>
                  </a:ln>
                  <a:solidFill>
                    <a:srgbClr val="717074"/>
                  </a:solidFill>
                  <a:effectLst/>
                  <a:uLnTx/>
                  <a:uFillTx/>
                  <a:latin typeface="Arial"/>
                  <a:ea typeface="Arial"/>
                  <a:cs typeface="Arial"/>
                  <a:sym typeface="Arial"/>
                </a:endParaRPr>
              </a:p>
            </p:txBody>
          </p:sp>
          <p:sp>
            <p:nvSpPr>
              <p:cNvPr id="38" name="Google Shape;4371;g32e3107f779_2_56">
                <a:extLst>
                  <a:ext uri="{FF2B5EF4-FFF2-40B4-BE49-F238E27FC236}">
                    <a16:creationId xmlns:a16="http://schemas.microsoft.com/office/drawing/2014/main" id="{36D412CF-F59D-480F-54A3-F45996C82AA0}"/>
                  </a:ext>
                </a:extLst>
              </p:cNvPr>
              <p:cNvSpPr/>
              <p:nvPr/>
            </p:nvSpPr>
            <p:spPr>
              <a:xfrm rot="-2700000">
                <a:off x="6241270" y="880324"/>
                <a:ext cx="39297" cy="15853"/>
              </a:xfrm>
              <a:custGeom>
                <a:avLst/>
                <a:gdLst/>
                <a:ahLst/>
                <a:cxnLst/>
                <a:rect l="l" t="t" r="r" b="b"/>
                <a:pathLst>
                  <a:path w="39275" h="15844" extrusionOk="0">
                    <a:moveTo>
                      <a:pt x="0" y="0"/>
                    </a:moveTo>
                    <a:lnTo>
                      <a:pt x="39276" y="0"/>
                    </a:lnTo>
                    <a:lnTo>
                      <a:pt x="39276" y="15844"/>
                    </a:lnTo>
                    <a:lnTo>
                      <a:pt x="0" y="15844"/>
                    </a:lnTo>
                    <a:close/>
                  </a:path>
                </a:pathLst>
              </a:custGeom>
              <a:solidFill>
                <a:schemeClr val="accent2"/>
              </a:solidFill>
              <a:ln>
                <a:noFill/>
              </a:ln>
            </p:spPr>
            <p:txBody>
              <a:bodyPr spcFirstLastPara="1" wrap="square" lIns="91377" tIns="45676" rIns="91377" bIns="45676"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Tx/>
                  <a:buNone/>
                  <a:tabLst/>
                  <a:defRPr/>
                </a:pPr>
                <a:endParaRPr kumimoji="0" sz="1797" b="0" i="0" u="none" strike="noStrike" kern="1200" cap="none" spc="0" normalizeH="0" baseline="0" noProof="0" dirty="0">
                  <a:ln>
                    <a:noFill/>
                  </a:ln>
                  <a:solidFill>
                    <a:srgbClr val="717074"/>
                  </a:solidFill>
                  <a:effectLst/>
                  <a:uLnTx/>
                  <a:uFillTx/>
                  <a:latin typeface="Arial"/>
                  <a:ea typeface="Arial"/>
                  <a:cs typeface="Arial"/>
                  <a:sym typeface="Arial"/>
                </a:endParaRPr>
              </a:p>
            </p:txBody>
          </p:sp>
          <p:sp>
            <p:nvSpPr>
              <p:cNvPr id="39" name="Google Shape;4372;g32e3107f779_2_56">
                <a:extLst>
                  <a:ext uri="{FF2B5EF4-FFF2-40B4-BE49-F238E27FC236}">
                    <a16:creationId xmlns:a16="http://schemas.microsoft.com/office/drawing/2014/main" id="{72F8769B-0186-78EA-CE3F-5DDABAFF38AB}"/>
                  </a:ext>
                </a:extLst>
              </p:cNvPr>
              <p:cNvSpPr/>
              <p:nvPr/>
            </p:nvSpPr>
            <p:spPr>
              <a:xfrm rot="-2700000">
                <a:off x="5928329" y="1193887"/>
                <a:ext cx="39297" cy="15853"/>
              </a:xfrm>
              <a:custGeom>
                <a:avLst/>
                <a:gdLst/>
                <a:ahLst/>
                <a:cxnLst/>
                <a:rect l="l" t="t" r="r" b="b"/>
                <a:pathLst>
                  <a:path w="39275" h="15844" extrusionOk="0">
                    <a:moveTo>
                      <a:pt x="0" y="0"/>
                    </a:moveTo>
                    <a:lnTo>
                      <a:pt x="39276" y="0"/>
                    </a:lnTo>
                    <a:lnTo>
                      <a:pt x="39276" y="15844"/>
                    </a:lnTo>
                    <a:lnTo>
                      <a:pt x="0" y="15844"/>
                    </a:lnTo>
                    <a:close/>
                  </a:path>
                </a:pathLst>
              </a:custGeom>
              <a:solidFill>
                <a:schemeClr val="accent2"/>
              </a:solidFill>
              <a:ln>
                <a:noFill/>
              </a:ln>
            </p:spPr>
            <p:txBody>
              <a:bodyPr spcFirstLastPara="1" wrap="square" lIns="91377" tIns="45676" rIns="91377" bIns="45676"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Tx/>
                  <a:buNone/>
                  <a:tabLst/>
                  <a:defRPr/>
                </a:pPr>
                <a:endParaRPr kumimoji="0" sz="1797" b="0" i="0" u="none" strike="noStrike" kern="1200" cap="none" spc="0" normalizeH="0" baseline="0" noProof="0" dirty="0">
                  <a:ln>
                    <a:noFill/>
                  </a:ln>
                  <a:solidFill>
                    <a:srgbClr val="717074"/>
                  </a:solidFill>
                  <a:effectLst/>
                  <a:uLnTx/>
                  <a:uFillTx/>
                  <a:latin typeface="Arial"/>
                  <a:ea typeface="Arial"/>
                  <a:cs typeface="Arial"/>
                  <a:sym typeface="Arial"/>
                </a:endParaRPr>
              </a:p>
            </p:txBody>
          </p:sp>
          <p:sp>
            <p:nvSpPr>
              <p:cNvPr id="40" name="Google Shape;4373;g32e3107f779_2_56">
                <a:extLst>
                  <a:ext uri="{FF2B5EF4-FFF2-40B4-BE49-F238E27FC236}">
                    <a16:creationId xmlns:a16="http://schemas.microsoft.com/office/drawing/2014/main" id="{C7462404-8428-3077-B89F-219ACEF98A1D}"/>
                  </a:ext>
                </a:extLst>
              </p:cNvPr>
              <p:cNvSpPr/>
              <p:nvPr/>
            </p:nvSpPr>
            <p:spPr>
              <a:xfrm>
                <a:off x="6069534" y="955487"/>
                <a:ext cx="203927" cy="117346"/>
              </a:xfrm>
              <a:custGeom>
                <a:avLst/>
                <a:gdLst/>
                <a:ahLst/>
                <a:cxnLst/>
                <a:rect l="l" t="t" r="r" b="b"/>
                <a:pathLst>
                  <a:path w="203927" h="117346" extrusionOk="0">
                    <a:moveTo>
                      <a:pt x="203146" y="4518"/>
                    </a:moveTo>
                    <a:cubicBezTo>
                      <a:pt x="201305" y="590"/>
                      <a:pt x="196633" y="-1098"/>
                      <a:pt x="192713" y="748"/>
                    </a:cubicBezTo>
                    <a:cubicBezTo>
                      <a:pt x="192691" y="758"/>
                      <a:pt x="192670" y="768"/>
                      <a:pt x="192647" y="779"/>
                    </a:cubicBezTo>
                    <a:lnTo>
                      <a:pt x="55910" y="65361"/>
                    </a:lnTo>
                    <a:cubicBezTo>
                      <a:pt x="44724" y="51921"/>
                      <a:pt x="24782" y="50112"/>
                      <a:pt x="11370" y="61321"/>
                    </a:cubicBezTo>
                    <a:cubicBezTo>
                      <a:pt x="-2043" y="72530"/>
                      <a:pt x="-3848" y="92512"/>
                      <a:pt x="7338" y="105953"/>
                    </a:cubicBezTo>
                    <a:cubicBezTo>
                      <a:pt x="18524" y="119394"/>
                      <a:pt x="38465" y="121203"/>
                      <a:pt x="51878" y="109994"/>
                    </a:cubicBezTo>
                    <a:cubicBezTo>
                      <a:pt x="59137" y="103927"/>
                      <a:pt x="63307" y="94924"/>
                      <a:pt x="63246" y="85452"/>
                    </a:cubicBezTo>
                    <a:cubicBezTo>
                      <a:pt x="63220" y="83517"/>
                      <a:pt x="63029" y="81587"/>
                      <a:pt x="62677" y="79685"/>
                    </a:cubicBezTo>
                    <a:lnTo>
                      <a:pt x="199415" y="15103"/>
                    </a:lnTo>
                    <a:cubicBezTo>
                      <a:pt x="203358" y="13223"/>
                      <a:pt x="205034" y="8497"/>
                      <a:pt x="203160" y="4546"/>
                    </a:cubicBezTo>
                    <a:cubicBezTo>
                      <a:pt x="203155" y="4537"/>
                      <a:pt x="203151" y="4527"/>
                      <a:pt x="203146" y="4518"/>
                    </a:cubicBezTo>
                    <a:close/>
                  </a:path>
                </a:pathLst>
              </a:custGeom>
              <a:solidFill>
                <a:schemeClr val="accent2"/>
              </a:solidFill>
              <a:ln>
                <a:noFill/>
              </a:ln>
            </p:spPr>
            <p:txBody>
              <a:bodyPr spcFirstLastPara="1" wrap="square" lIns="91377" tIns="45676" rIns="91377" bIns="45676"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Tx/>
                  <a:buNone/>
                  <a:tabLst/>
                  <a:defRPr/>
                </a:pPr>
                <a:endParaRPr kumimoji="0" sz="1797" b="0" i="0" u="none" strike="noStrike" kern="1200" cap="none" spc="0" normalizeH="0" baseline="0" noProof="0" dirty="0">
                  <a:ln>
                    <a:noFill/>
                  </a:ln>
                  <a:solidFill>
                    <a:srgbClr val="717074"/>
                  </a:solidFill>
                  <a:effectLst/>
                  <a:uLnTx/>
                  <a:uFillTx/>
                  <a:latin typeface="Arial"/>
                  <a:ea typeface="Arial"/>
                  <a:cs typeface="Arial"/>
                  <a:sym typeface="Arial"/>
                </a:endParaRPr>
              </a:p>
            </p:txBody>
          </p:sp>
        </p:grpSp>
        <p:sp>
          <p:nvSpPr>
            <p:cNvPr id="27" name="Google Shape;4374;g32e3107f779_2_56">
              <a:extLst>
                <a:ext uri="{FF2B5EF4-FFF2-40B4-BE49-F238E27FC236}">
                  <a16:creationId xmlns:a16="http://schemas.microsoft.com/office/drawing/2014/main" id="{FA33E440-3A0C-9F33-91E4-A522F79D7D5A}"/>
                </a:ext>
              </a:extLst>
            </p:cNvPr>
            <p:cNvSpPr/>
            <p:nvPr/>
          </p:nvSpPr>
          <p:spPr>
            <a:xfrm>
              <a:off x="1733223" y="1828382"/>
              <a:ext cx="1409100" cy="1408200"/>
            </a:xfrm>
            <a:prstGeom prst="ellipse">
              <a:avLst/>
            </a:prstGeom>
            <a:solidFill>
              <a:schemeClr val="lt1"/>
            </a:solidFill>
            <a:ln w="25400" cap="flat" cmpd="sng">
              <a:solidFill>
                <a:schemeClr val="accent2"/>
              </a:solidFill>
              <a:prstDash val="solid"/>
              <a:round/>
              <a:headEnd type="none" w="sm" len="sm"/>
              <a:tailEnd type="none" w="sm" len="sm"/>
            </a:ln>
          </p:spPr>
          <p:txBody>
            <a:bodyPr spcFirstLastPara="1" wrap="square" lIns="91327" tIns="45651" rIns="91327" bIns="45651"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grpSp>
      <p:pic>
        <p:nvPicPr>
          <p:cNvPr id="41" name="Google Shape;4380;g32e3107f779_2_56">
            <a:extLst>
              <a:ext uri="{FF2B5EF4-FFF2-40B4-BE49-F238E27FC236}">
                <a16:creationId xmlns:a16="http://schemas.microsoft.com/office/drawing/2014/main" id="{3A56D2AF-D184-CB3C-340C-F95B71C63CA8}"/>
              </a:ext>
            </a:extLst>
          </p:cNvPr>
          <p:cNvPicPr preferRelativeResize="0"/>
          <p:nvPr/>
        </p:nvPicPr>
        <p:blipFill rotWithShape="1">
          <a:blip r:embed="rId3">
            <a:alphaModFix/>
          </a:blip>
          <a:srcRect/>
          <a:stretch/>
        </p:blipFill>
        <p:spPr>
          <a:xfrm>
            <a:off x="9618830" y="1724813"/>
            <a:ext cx="769742" cy="769742"/>
          </a:xfrm>
          <a:prstGeom prst="rect">
            <a:avLst/>
          </a:prstGeom>
          <a:noFill/>
          <a:ln>
            <a:noFill/>
          </a:ln>
        </p:spPr>
      </p:pic>
      <p:sp>
        <p:nvSpPr>
          <p:cNvPr id="47" name="Google Shape;4355;g32e3107f779_2_56">
            <a:extLst>
              <a:ext uri="{FF2B5EF4-FFF2-40B4-BE49-F238E27FC236}">
                <a16:creationId xmlns:a16="http://schemas.microsoft.com/office/drawing/2014/main" id="{D5D840A6-D686-1B09-914E-E91B7545C1E2}"/>
              </a:ext>
            </a:extLst>
          </p:cNvPr>
          <p:cNvSpPr/>
          <p:nvPr/>
        </p:nvSpPr>
        <p:spPr>
          <a:xfrm>
            <a:off x="5462513" y="1402481"/>
            <a:ext cx="1348998" cy="1348998"/>
          </a:xfrm>
          <a:prstGeom prst="ellipse">
            <a:avLst/>
          </a:prstGeom>
          <a:solidFill>
            <a:schemeClr val="accent5">
              <a:alpha val="6274"/>
            </a:schemeClr>
          </a:solidFill>
          <a:ln>
            <a:noFill/>
          </a:ln>
        </p:spPr>
        <p:txBody>
          <a:bodyPr spcFirstLastPara="1" wrap="square" lIns="91377" tIns="45676" rIns="91377" bIns="45676"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48" name="Google Shape;4356;g32e3107f779_2_56">
            <a:extLst>
              <a:ext uri="{FF2B5EF4-FFF2-40B4-BE49-F238E27FC236}">
                <a16:creationId xmlns:a16="http://schemas.microsoft.com/office/drawing/2014/main" id="{ADAF4E0E-5514-EC2D-8978-691B5C948328}"/>
              </a:ext>
            </a:extLst>
          </p:cNvPr>
          <p:cNvSpPr/>
          <p:nvPr/>
        </p:nvSpPr>
        <p:spPr>
          <a:xfrm>
            <a:off x="5583312" y="1523560"/>
            <a:ext cx="1107323" cy="1107024"/>
          </a:xfrm>
          <a:prstGeom prst="ellipse">
            <a:avLst/>
          </a:prstGeom>
          <a:solidFill>
            <a:schemeClr val="lt1"/>
          </a:solidFill>
          <a:ln w="25400" cap="flat" cmpd="sng">
            <a:solidFill>
              <a:schemeClr val="accent5"/>
            </a:solidFill>
            <a:prstDash val="solid"/>
            <a:round/>
            <a:headEnd type="none" w="sm" len="sm"/>
            <a:tailEnd type="none" w="sm" len="sm"/>
          </a:ln>
        </p:spPr>
        <p:txBody>
          <a:bodyPr spcFirstLastPara="1" wrap="square" lIns="91327" tIns="45651" rIns="91327" bIns="45651"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pic>
        <p:nvPicPr>
          <p:cNvPr id="49" name="Google Shape;4382;g32e3107f779_2_56">
            <a:extLst>
              <a:ext uri="{FF2B5EF4-FFF2-40B4-BE49-F238E27FC236}">
                <a16:creationId xmlns:a16="http://schemas.microsoft.com/office/drawing/2014/main" id="{9DEA9C2F-629D-1334-6450-EF038C0EDA99}"/>
              </a:ext>
            </a:extLst>
          </p:cNvPr>
          <p:cNvPicPr preferRelativeResize="0"/>
          <p:nvPr/>
        </p:nvPicPr>
        <p:blipFill rotWithShape="1">
          <a:blip r:embed="rId4">
            <a:alphaModFix/>
          </a:blip>
          <a:srcRect/>
          <a:stretch/>
        </p:blipFill>
        <p:spPr>
          <a:xfrm>
            <a:off x="5745306" y="1710050"/>
            <a:ext cx="788621" cy="788621"/>
          </a:xfrm>
          <a:prstGeom prst="rect">
            <a:avLst/>
          </a:prstGeom>
          <a:noFill/>
          <a:ln>
            <a:noFill/>
          </a:ln>
        </p:spPr>
      </p:pic>
      <p:sp>
        <p:nvSpPr>
          <p:cNvPr id="55" name="Google Shape;4375;g32e3107f779_2_56">
            <a:extLst>
              <a:ext uri="{FF2B5EF4-FFF2-40B4-BE49-F238E27FC236}">
                <a16:creationId xmlns:a16="http://schemas.microsoft.com/office/drawing/2014/main" id="{2ABAC91E-8756-E288-4919-BAF9657EF945}"/>
              </a:ext>
            </a:extLst>
          </p:cNvPr>
          <p:cNvSpPr/>
          <p:nvPr/>
        </p:nvSpPr>
        <p:spPr>
          <a:xfrm>
            <a:off x="1748598" y="1402513"/>
            <a:ext cx="1348998" cy="1348998"/>
          </a:xfrm>
          <a:prstGeom prst="ellipse">
            <a:avLst/>
          </a:prstGeom>
          <a:solidFill>
            <a:schemeClr val="accent1">
              <a:alpha val="6274"/>
            </a:schemeClr>
          </a:solidFill>
          <a:ln>
            <a:noFill/>
          </a:ln>
        </p:spPr>
        <p:txBody>
          <a:bodyPr spcFirstLastPara="1" wrap="square" lIns="91377" tIns="45676" rIns="91377" bIns="45676"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56" name="Google Shape;4376;g32e3107f779_2_56">
            <a:extLst>
              <a:ext uri="{FF2B5EF4-FFF2-40B4-BE49-F238E27FC236}">
                <a16:creationId xmlns:a16="http://schemas.microsoft.com/office/drawing/2014/main" id="{41DEB6DF-D4D9-7EE4-82D2-CE675EEED8A6}"/>
              </a:ext>
            </a:extLst>
          </p:cNvPr>
          <p:cNvSpPr/>
          <p:nvPr/>
        </p:nvSpPr>
        <p:spPr>
          <a:xfrm>
            <a:off x="1869401" y="1523595"/>
            <a:ext cx="1107622" cy="1106724"/>
          </a:xfrm>
          <a:prstGeom prst="ellipse">
            <a:avLst/>
          </a:prstGeom>
          <a:solidFill>
            <a:schemeClr val="lt1"/>
          </a:solidFill>
          <a:ln w="25400" cap="flat" cmpd="sng">
            <a:solidFill>
              <a:schemeClr val="accent3"/>
            </a:solidFill>
            <a:prstDash val="solid"/>
            <a:round/>
            <a:headEnd type="none" w="sm" len="sm"/>
            <a:tailEnd type="none" w="sm" len="sm"/>
          </a:ln>
        </p:spPr>
        <p:txBody>
          <a:bodyPr spcFirstLastPara="1" wrap="square" lIns="91327" tIns="45651" rIns="91327" bIns="45651"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pic>
        <p:nvPicPr>
          <p:cNvPr id="57" name="Google Shape;4381;g32e3107f779_2_56">
            <a:extLst>
              <a:ext uri="{FF2B5EF4-FFF2-40B4-BE49-F238E27FC236}">
                <a16:creationId xmlns:a16="http://schemas.microsoft.com/office/drawing/2014/main" id="{1E414AD6-AD10-EBB8-5C17-DE2A6CC7E7C1}"/>
              </a:ext>
            </a:extLst>
          </p:cNvPr>
          <p:cNvPicPr preferRelativeResize="0">
            <a:picLocks noChangeAspect="1"/>
          </p:cNvPicPr>
          <p:nvPr/>
        </p:nvPicPr>
        <p:blipFill rotWithShape="1">
          <a:blip r:embed="rId5">
            <a:alphaModFix/>
          </a:blip>
          <a:srcRect/>
          <a:stretch/>
        </p:blipFill>
        <p:spPr>
          <a:xfrm>
            <a:off x="2046340" y="1708837"/>
            <a:ext cx="739987" cy="739987"/>
          </a:xfrm>
          <a:prstGeom prst="rect">
            <a:avLst/>
          </a:prstGeom>
          <a:solidFill>
            <a:schemeClr val="bg1"/>
          </a:solidFill>
          <a:ln>
            <a:noFill/>
          </a:ln>
        </p:spPr>
      </p:pic>
      <p:sp>
        <p:nvSpPr>
          <p:cNvPr id="63" name="Google Shape;480;p4">
            <a:extLst>
              <a:ext uri="{FF2B5EF4-FFF2-40B4-BE49-F238E27FC236}">
                <a16:creationId xmlns:a16="http://schemas.microsoft.com/office/drawing/2014/main" id="{2D3978E8-36F1-5FD7-2917-6A69CA64BF77}"/>
              </a:ext>
            </a:extLst>
          </p:cNvPr>
          <p:cNvSpPr txBox="1"/>
          <p:nvPr/>
        </p:nvSpPr>
        <p:spPr>
          <a:xfrm>
            <a:off x="2356321" y="439382"/>
            <a:ext cx="7389746" cy="880241"/>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30000"/>
              </a:lnSpc>
              <a:spcBef>
                <a:spcPts val="0"/>
              </a:spcBef>
              <a:spcAft>
                <a:spcPts val="0"/>
              </a:spcAft>
              <a:buClr>
                <a:srgbClr val="000000"/>
              </a:buClr>
              <a:buSzPts val="2000"/>
              <a:buFontTx/>
              <a:buNone/>
              <a:tabLst/>
              <a:defRPr/>
            </a:pPr>
            <a:r>
              <a:rPr kumimoji="0" lang="en-US" sz="2800" b="0" i="0" u="none" strike="noStrike" kern="1200" cap="none" spc="0" normalizeH="0" baseline="0" noProof="0" dirty="0">
                <a:ln>
                  <a:noFill/>
                </a:ln>
                <a:solidFill>
                  <a:srgbClr val="005C8A"/>
                </a:solidFill>
                <a:effectLst/>
                <a:uLnTx/>
                <a:uFillTx/>
                <a:latin typeface="Arial"/>
                <a:ea typeface="Arial"/>
                <a:cs typeface="Arial"/>
                <a:sym typeface="Arial"/>
              </a:rPr>
              <a:t>       VCF Automation – Consume the Cloud</a:t>
            </a:r>
            <a:endParaRPr kumimoji="0" sz="2800" b="0" i="0" u="none" strike="noStrike" kern="1200" cap="none" spc="0" normalizeH="0" baseline="0" noProof="0" dirty="0">
              <a:ln>
                <a:noFill/>
              </a:ln>
              <a:solidFill>
                <a:srgbClr val="000000"/>
              </a:solidFill>
              <a:effectLst/>
              <a:uLnTx/>
              <a:uFillTx/>
              <a:latin typeface="Arial"/>
              <a:ea typeface="Arial"/>
              <a:cs typeface="Arial"/>
              <a:sym typeface="Arial"/>
            </a:endParaRPr>
          </a:p>
          <a:p>
            <a:pPr marL="0" marR="0" lvl="0" indent="0" algn="ctr" defTabSz="914400" rtl="0" eaLnBrk="1" fontAlgn="auto" latinLnBrk="0" hangingPunct="1">
              <a:lnSpc>
                <a:spcPct val="130000"/>
              </a:lnSpc>
              <a:spcBef>
                <a:spcPts val="0"/>
              </a:spcBef>
              <a:spcAft>
                <a:spcPts val="0"/>
              </a:spcAft>
              <a:buClr>
                <a:srgbClr val="000000"/>
              </a:buClr>
              <a:buSzPts val="1400"/>
              <a:buFontTx/>
              <a:buNone/>
              <a:tabLst/>
              <a:defRPr/>
            </a:pPr>
            <a:r>
              <a:rPr kumimoji="0" lang="en-US" sz="1600" b="0" i="0" u="none" strike="noStrike" kern="1200" cap="none" spc="0" normalizeH="0" baseline="0" noProof="0" dirty="0">
                <a:ln>
                  <a:noFill/>
                </a:ln>
                <a:solidFill>
                  <a:srgbClr val="005C8A"/>
                </a:solidFill>
                <a:effectLst/>
                <a:uLnTx/>
                <a:uFillTx/>
                <a:latin typeface="Arial"/>
                <a:ea typeface="Arial"/>
                <a:cs typeface="Arial"/>
                <a:sym typeface="Arial"/>
              </a:rPr>
              <a:t>Integrated experience powered by Aria Automation and VMware Cloud Director</a:t>
            </a:r>
            <a:endParaRPr kumimoji="0" sz="1600" b="0" i="0" u="none" strike="noStrike" kern="1200" cap="none" spc="0" normalizeH="0" baseline="0" noProof="0" dirty="0">
              <a:ln>
                <a:noFill/>
              </a:ln>
              <a:solidFill>
                <a:srgbClr val="005C8A"/>
              </a:solidFill>
              <a:effectLst/>
              <a:uLnTx/>
              <a:uFillTx/>
              <a:latin typeface="Arial"/>
              <a:ea typeface="Arial"/>
              <a:cs typeface="Arial"/>
              <a:sym typeface="Arial"/>
            </a:endParaRPr>
          </a:p>
        </p:txBody>
      </p:sp>
      <p:pic>
        <p:nvPicPr>
          <p:cNvPr id="448" name="Google Shape;4221;p9">
            <a:extLst>
              <a:ext uri="{FF2B5EF4-FFF2-40B4-BE49-F238E27FC236}">
                <a16:creationId xmlns:a16="http://schemas.microsoft.com/office/drawing/2014/main" id="{593E6EBF-8622-BB16-CC9E-1B4F649B4C2A}"/>
              </a:ext>
            </a:extLst>
          </p:cNvPr>
          <p:cNvPicPr preferRelativeResize="0">
            <a:picLocks noChangeAspect="1"/>
          </p:cNvPicPr>
          <p:nvPr/>
        </p:nvPicPr>
        <p:blipFill rotWithShape="1">
          <a:blip r:embed="rId6">
            <a:alphaModFix/>
          </a:blip>
          <a:srcRect/>
          <a:stretch/>
        </p:blipFill>
        <p:spPr>
          <a:xfrm>
            <a:off x="2619120" y="445889"/>
            <a:ext cx="572155" cy="58294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611"/>
        <p:cNvGrpSpPr/>
        <p:nvPr/>
      </p:nvGrpSpPr>
      <p:grpSpPr>
        <a:xfrm>
          <a:off x="0" y="0"/>
          <a:ext cx="0" cy="0"/>
          <a:chOff x="0" y="0"/>
          <a:chExt cx="0" cy="0"/>
        </a:xfrm>
      </p:grpSpPr>
      <p:sp>
        <p:nvSpPr>
          <p:cNvPr id="12612" name="Google Shape;12612;p99"/>
          <p:cNvSpPr txBox="1">
            <a:spLocks noGrp="1"/>
          </p:cNvSpPr>
          <p:nvPr>
            <p:ph type="title"/>
          </p:nvPr>
        </p:nvSpPr>
        <p:spPr>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dirty="0"/>
              <a:t>Supervisor Services</a:t>
            </a:r>
            <a:endParaRPr dirty="0"/>
          </a:p>
        </p:txBody>
      </p:sp>
      <p:sp>
        <p:nvSpPr>
          <p:cNvPr id="12613" name="Google Shape;12613;p99"/>
          <p:cNvSpPr txBox="1">
            <a:spLocks noGrp="1"/>
          </p:cNvSpPr>
          <p:nvPr>
            <p:ph type="subTitle" idx="1"/>
          </p:nvPr>
        </p:nvSpPr>
        <p:spPr>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dirty="0"/>
              <a:t>Deliver public cloud-like IaaS services in a private cloud, straight out-of-the-box. </a:t>
            </a:r>
            <a:br>
              <a:rPr lang="en-US" dirty="0"/>
            </a:br>
            <a:r>
              <a:rPr lang="en-US" dirty="0"/>
              <a:t>Expand with extensible services, increasing developer satisfaction.</a:t>
            </a:r>
            <a:endParaRPr dirty="0"/>
          </a:p>
        </p:txBody>
      </p:sp>
      <p:sp>
        <p:nvSpPr>
          <p:cNvPr id="12614" name="Google Shape;12614;p99" descr="vSphere+ components consisting of namespaces, developer services, tanzu integrated services and compute/networking/storage"/>
          <p:cNvSpPr/>
          <p:nvPr/>
        </p:nvSpPr>
        <p:spPr>
          <a:xfrm>
            <a:off x="594054" y="1595656"/>
            <a:ext cx="10889110" cy="4676129"/>
          </a:xfrm>
          <a:prstGeom prst="roundRect">
            <a:avLst>
              <a:gd name="adj" fmla="val 1761"/>
            </a:avLst>
          </a:prstGeom>
          <a:noFill/>
          <a:ln w="25400" cap="flat" cmpd="sng">
            <a:solidFill>
              <a:schemeClr val="dk2"/>
            </a:solidFill>
            <a:prstDash val="solid"/>
            <a:round/>
            <a:headEnd type="none" w="sm" len="sm"/>
            <a:tailEnd type="none" w="sm" len="sm"/>
          </a:ln>
        </p:spPr>
        <p:txBody>
          <a:bodyPr spcFirstLastPara="1" wrap="square" lIns="639550" tIns="456825" rIns="456825" bIns="4568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6"/>
              <a:buFont typeface="Arial"/>
              <a:buNone/>
              <a:tabLst/>
              <a:defRPr/>
            </a:pPr>
            <a:endParaRPr kumimoji="0" sz="1795" b="0" i="0" u="none" strike="noStrike" kern="0" cap="none" spc="0" normalizeH="0" baseline="0" noProof="0" dirty="0">
              <a:ln>
                <a:noFill/>
              </a:ln>
              <a:solidFill>
                <a:srgbClr val="1D428A"/>
              </a:solidFill>
              <a:effectLst/>
              <a:uLnTx/>
              <a:uFillTx/>
              <a:latin typeface="Arial"/>
              <a:ea typeface="Arial"/>
              <a:cs typeface="Arial"/>
              <a:sym typeface="Arial"/>
            </a:endParaRPr>
          </a:p>
        </p:txBody>
      </p:sp>
      <p:grpSp>
        <p:nvGrpSpPr>
          <p:cNvPr id="12615" name="Google Shape;12615;p99"/>
          <p:cNvGrpSpPr/>
          <p:nvPr/>
        </p:nvGrpSpPr>
        <p:grpSpPr>
          <a:xfrm>
            <a:off x="1566735" y="5756381"/>
            <a:ext cx="9114886" cy="564449"/>
            <a:chOff x="6457" y="3088548"/>
            <a:chExt cx="12175910" cy="421608"/>
          </a:xfrm>
        </p:grpSpPr>
        <p:pic>
          <p:nvPicPr>
            <p:cNvPr id="12616" name="Google Shape;12616;p99"/>
            <p:cNvPicPr preferRelativeResize="0"/>
            <p:nvPr/>
          </p:nvPicPr>
          <p:blipFill rotWithShape="1">
            <a:blip r:embed="rId3">
              <a:alphaModFix amt="34000"/>
            </a:blip>
            <a:srcRect t="50513"/>
            <a:stretch/>
          </p:blipFill>
          <p:spPr>
            <a:xfrm>
              <a:off x="6457" y="3101664"/>
              <a:ext cx="12175910" cy="408492"/>
            </a:xfrm>
            <a:prstGeom prst="rect">
              <a:avLst/>
            </a:prstGeom>
            <a:noFill/>
            <a:ln>
              <a:noFill/>
            </a:ln>
          </p:spPr>
        </p:pic>
        <p:sp>
          <p:nvSpPr>
            <p:cNvPr id="12617" name="Google Shape;12617;p99"/>
            <p:cNvSpPr/>
            <p:nvPr/>
          </p:nvSpPr>
          <p:spPr>
            <a:xfrm rot="-5400000" flipH="1">
              <a:off x="6246689" y="-2240202"/>
              <a:ext cx="18300" cy="10675800"/>
            </a:xfrm>
            <a:prstGeom prst="rect">
              <a:avLst/>
            </a:prstGeom>
            <a:gradFill>
              <a:gsLst>
                <a:gs pos="0">
                  <a:srgbClr val="6C4B8F">
                    <a:alpha val="0"/>
                  </a:srgbClr>
                </a:gs>
                <a:gs pos="10000">
                  <a:srgbClr val="6C4B8F"/>
                </a:gs>
                <a:gs pos="22000">
                  <a:srgbClr val="005B84"/>
                </a:gs>
                <a:gs pos="41000">
                  <a:srgbClr val="005B84"/>
                </a:gs>
                <a:gs pos="60000">
                  <a:srgbClr val="41D1FE"/>
                </a:gs>
                <a:gs pos="90000">
                  <a:srgbClr val="007A86"/>
                </a:gs>
                <a:gs pos="100000">
                  <a:srgbClr val="007A86">
                    <a:alpha val="0"/>
                  </a:srgbClr>
                </a:gs>
              </a:gsLst>
              <a:lin ang="5400012"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0" cap="none" spc="0" normalizeH="0" baseline="0" noProof="0" dirty="0">
                <a:ln>
                  <a:noFill/>
                </a:ln>
                <a:solidFill>
                  <a:srgbClr val="FFFFFF"/>
                </a:solidFill>
                <a:effectLst/>
                <a:uLnTx/>
                <a:uFillTx/>
                <a:latin typeface="Arial"/>
                <a:ea typeface="Arial"/>
                <a:cs typeface="Arial"/>
                <a:sym typeface="Arial"/>
              </a:endParaRPr>
            </a:p>
          </p:txBody>
        </p:sp>
      </p:grpSp>
      <p:sp>
        <p:nvSpPr>
          <p:cNvPr id="12618" name="Google Shape;12618;p99"/>
          <p:cNvSpPr/>
          <p:nvPr/>
        </p:nvSpPr>
        <p:spPr>
          <a:xfrm>
            <a:off x="988829" y="5140969"/>
            <a:ext cx="10141236" cy="288900"/>
          </a:xfrm>
          <a:prstGeom prst="roundRect">
            <a:avLst>
              <a:gd name="adj" fmla="val 26462"/>
            </a:avLst>
          </a:prstGeom>
          <a:gradFill>
            <a:gsLst>
              <a:gs pos="0">
                <a:schemeClr val="accent2"/>
              </a:gs>
              <a:gs pos="16000">
                <a:schemeClr val="accent2"/>
              </a:gs>
              <a:gs pos="90000">
                <a:schemeClr val="accent3"/>
              </a:gs>
              <a:gs pos="100000">
                <a:schemeClr val="accent3"/>
              </a:gs>
            </a:gsLst>
            <a:lin ang="19199816" scaled="0"/>
          </a:gradFill>
          <a:ln>
            <a:noFill/>
          </a:ln>
        </p:spPr>
        <p:txBody>
          <a:bodyPr spcFirstLastPara="1" wrap="square" lIns="91400" tIns="45675" rIns="91400"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200" b="0" i="0" u="none" strike="noStrike" kern="0" cap="none" spc="0" normalizeH="0" baseline="0" noProof="0" dirty="0">
                <a:ln>
                  <a:noFill/>
                </a:ln>
                <a:solidFill>
                  <a:srgbClr val="FFFFFF"/>
                </a:solidFill>
                <a:effectLst/>
                <a:uLnTx/>
                <a:uFillTx/>
                <a:latin typeface="Arial"/>
                <a:ea typeface="Arial"/>
                <a:cs typeface="Arial"/>
                <a:sym typeface="Arial"/>
              </a:rPr>
              <a:t>vSphere Supervisor</a:t>
            </a:r>
            <a:endParaRPr kumimoji="0" sz="1799"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2619" name="Google Shape;12619;p99"/>
          <p:cNvSpPr/>
          <p:nvPr/>
        </p:nvSpPr>
        <p:spPr>
          <a:xfrm rot="10800000">
            <a:off x="988878" y="2712481"/>
            <a:ext cx="10141237" cy="2357293"/>
          </a:xfrm>
          <a:prstGeom prst="roundRect">
            <a:avLst>
              <a:gd name="adj" fmla="val 4329"/>
            </a:avLst>
          </a:prstGeom>
          <a:noFill/>
          <a:ln w="28575" cap="rnd" cmpd="sng">
            <a:solidFill>
              <a:srgbClr val="E68C28"/>
            </a:solidFill>
            <a:prstDash val="solid"/>
            <a:round/>
            <a:headEnd type="none" w="sm" len="sm"/>
            <a:tailEnd type="none" w="sm" len="sm"/>
          </a:ln>
        </p:spPr>
        <p:txBody>
          <a:bodyPr spcFirstLastPara="1" wrap="square" lIns="91400" tIns="45675" rIns="91400"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798"/>
              <a:buFont typeface="Arial"/>
              <a:buNone/>
              <a:tabLst/>
              <a:defRPr/>
            </a:pPr>
            <a:r>
              <a:rPr kumimoji="0" lang="en-US" sz="1598" b="0" i="0" u="none" strike="noStrike" kern="0" cap="none" spc="0" normalizeH="0" baseline="0" noProof="0" dirty="0">
                <a:ln>
                  <a:noFill/>
                </a:ln>
                <a:solidFill>
                  <a:srgbClr val="FFFFFF"/>
                </a:solidFill>
                <a:effectLst/>
                <a:uLnTx/>
                <a:uFillTx/>
                <a:latin typeface="Arial"/>
                <a:ea typeface="Arial"/>
                <a:cs typeface="Arial"/>
                <a:sym typeface="Arial"/>
              </a:rPr>
              <a:t>			</a:t>
            </a:r>
            <a:endParaRPr kumimoji="0" sz="1598"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2620" name="Google Shape;12620;p99"/>
          <p:cNvSpPr txBox="1"/>
          <p:nvPr/>
        </p:nvSpPr>
        <p:spPr>
          <a:xfrm>
            <a:off x="5171350" y="2543913"/>
            <a:ext cx="1734518" cy="369300"/>
          </a:xfrm>
          <a:prstGeom prst="rect">
            <a:avLst/>
          </a:prstGeom>
          <a:solidFill>
            <a:schemeClr val="lt1"/>
          </a:solid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US" sz="1200" b="0" i="0" u="none" strike="noStrike" kern="0" cap="none" spc="0" normalizeH="0" baseline="0" noProof="0" dirty="0">
                <a:ln>
                  <a:noFill/>
                </a:ln>
                <a:solidFill>
                  <a:srgbClr val="000000"/>
                </a:solidFill>
                <a:effectLst/>
                <a:uLnTx/>
                <a:uFillTx/>
                <a:latin typeface="Arial"/>
                <a:ea typeface="Arial"/>
                <a:cs typeface="Arial"/>
                <a:sym typeface="Arial"/>
              </a:rPr>
              <a:t>Supervisor Services</a:t>
            </a:r>
            <a:endParaRPr kumimoji="0" sz="12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2621" name="Google Shape;12621;p99"/>
          <p:cNvSpPr txBox="1"/>
          <p:nvPr/>
        </p:nvSpPr>
        <p:spPr>
          <a:xfrm>
            <a:off x="4002993" y="6097746"/>
            <a:ext cx="882600" cy="138600"/>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90000"/>
              </a:lnSpc>
              <a:spcBef>
                <a:spcPts val="0"/>
              </a:spcBef>
              <a:spcAft>
                <a:spcPts val="0"/>
              </a:spcAft>
              <a:buClr>
                <a:srgbClr val="3C3C3C"/>
              </a:buClr>
              <a:buSzPts val="800"/>
              <a:buFont typeface="Arial"/>
              <a:buNone/>
              <a:tabLst/>
              <a:defRPr/>
            </a:pPr>
            <a:r>
              <a:rPr kumimoji="0" lang="en-US" sz="1000" b="1" i="0" u="none" strike="noStrike" kern="0" cap="none" spc="0" normalizeH="0" baseline="0" noProof="0" dirty="0">
                <a:ln>
                  <a:noFill/>
                </a:ln>
                <a:solidFill>
                  <a:srgbClr val="3C3C3C"/>
                </a:solidFill>
                <a:effectLst/>
                <a:uLnTx/>
                <a:uFillTx/>
                <a:latin typeface="Arial"/>
                <a:ea typeface="Arial"/>
                <a:cs typeface="Arial"/>
                <a:sym typeface="Arial"/>
              </a:rPr>
              <a:t>COMPUTE</a:t>
            </a:r>
            <a:endParaRPr kumimoji="0" sz="1000" b="1" i="0" u="none" strike="noStrike" kern="0" cap="none" spc="0" normalizeH="0" baseline="0" noProof="0" dirty="0">
              <a:ln>
                <a:noFill/>
              </a:ln>
              <a:solidFill>
                <a:srgbClr val="3C3C3C"/>
              </a:solidFill>
              <a:effectLst/>
              <a:uLnTx/>
              <a:uFillTx/>
              <a:latin typeface="Arial"/>
              <a:ea typeface="Arial"/>
              <a:cs typeface="Arial"/>
              <a:sym typeface="Arial"/>
            </a:endParaRPr>
          </a:p>
        </p:txBody>
      </p:sp>
      <p:sp>
        <p:nvSpPr>
          <p:cNvPr id="12622" name="Google Shape;12622;p99"/>
          <p:cNvSpPr txBox="1"/>
          <p:nvPr/>
        </p:nvSpPr>
        <p:spPr>
          <a:xfrm>
            <a:off x="5676059" y="6097746"/>
            <a:ext cx="882600" cy="138600"/>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90000"/>
              </a:lnSpc>
              <a:spcBef>
                <a:spcPts val="0"/>
              </a:spcBef>
              <a:spcAft>
                <a:spcPts val="0"/>
              </a:spcAft>
              <a:buClr>
                <a:srgbClr val="3C3C3C"/>
              </a:buClr>
              <a:buSzPts val="800"/>
              <a:buFont typeface="Arial"/>
              <a:buNone/>
              <a:tabLst/>
              <a:defRPr/>
            </a:pPr>
            <a:r>
              <a:rPr kumimoji="0" lang="en-US" sz="1000" b="1" i="0" u="none" strike="noStrike" kern="0" cap="none" spc="0" normalizeH="0" baseline="0" noProof="0" dirty="0">
                <a:ln>
                  <a:noFill/>
                </a:ln>
                <a:solidFill>
                  <a:srgbClr val="3C3C3C"/>
                </a:solidFill>
                <a:effectLst/>
                <a:uLnTx/>
                <a:uFillTx/>
                <a:latin typeface="Arial"/>
                <a:ea typeface="Arial"/>
                <a:cs typeface="Arial"/>
                <a:sym typeface="Arial"/>
              </a:rPr>
              <a:t>STORAGE</a:t>
            </a:r>
            <a:endParaRPr kumimoji="0" sz="1000" b="1" i="0" u="none" strike="noStrike" kern="0" cap="none" spc="0" normalizeH="0" baseline="0" noProof="0" dirty="0">
              <a:ln>
                <a:noFill/>
              </a:ln>
              <a:solidFill>
                <a:srgbClr val="3C3C3C"/>
              </a:solidFill>
              <a:effectLst/>
              <a:uLnTx/>
              <a:uFillTx/>
              <a:latin typeface="Arial"/>
              <a:ea typeface="Arial"/>
              <a:cs typeface="Arial"/>
              <a:sym typeface="Arial"/>
            </a:endParaRPr>
          </a:p>
        </p:txBody>
      </p:sp>
      <p:sp>
        <p:nvSpPr>
          <p:cNvPr id="12623" name="Google Shape;12623;p99"/>
          <p:cNvSpPr txBox="1"/>
          <p:nvPr/>
        </p:nvSpPr>
        <p:spPr>
          <a:xfrm>
            <a:off x="7461418" y="6097745"/>
            <a:ext cx="951900" cy="138600"/>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90000"/>
              </a:lnSpc>
              <a:spcBef>
                <a:spcPts val="0"/>
              </a:spcBef>
              <a:spcAft>
                <a:spcPts val="0"/>
              </a:spcAft>
              <a:buClr>
                <a:srgbClr val="3C3C3C"/>
              </a:buClr>
              <a:buSzPts val="800"/>
              <a:buFont typeface="Arial"/>
              <a:buNone/>
              <a:tabLst/>
              <a:defRPr/>
            </a:pPr>
            <a:r>
              <a:rPr kumimoji="0" lang="en-US" sz="1000" b="1" i="0" u="none" strike="noStrike" kern="0" cap="none" spc="0" normalizeH="0" baseline="0" noProof="0" dirty="0">
                <a:ln>
                  <a:noFill/>
                </a:ln>
                <a:solidFill>
                  <a:srgbClr val="3C3C3C"/>
                </a:solidFill>
                <a:effectLst/>
                <a:uLnTx/>
                <a:uFillTx/>
                <a:latin typeface="Arial"/>
                <a:ea typeface="Arial"/>
                <a:cs typeface="Arial"/>
                <a:sym typeface="Arial"/>
              </a:rPr>
              <a:t>NETWORKING</a:t>
            </a:r>
            <a:endParaRPr kumimoji="0" sz="1000" b="1" i="0" u="none" strike="noStrike" kern="0" cap="none" spc="0" normalizeH="0" baseline="0" noProof="0" dirty="0">
              <a:ln>
                <a:noFill/>
              </a:ln>
              <a:solidFill>
                <a:srgbClr val="3C3C3C"/>
              </a:solidFill>
              <a:effectLst/>
              <a:uLnTx/>
              <a:uFillTx/>
              <a:latin typeface="Arial"/>
              <a:ea typeface="Arial"/>
              <a:cs typeface="Arial"/>
              <a:sym typeface="Arial"/>
            </a:endParaRPr>
          </a:p>
        </p:txBody>
      </p:sp>
      <p:grpSp>
        <p:nvGrpSpPr>
          <p:cNvPr id="12624" name="Google Shape;12624;p99"/>
          <p:cNvGrpSpPr/>
          <p:nvPr/>
        </p:nvGrpSpPr>
        <p:grpSpPr>
          <a:xfrm>
            <a:off x="7645819" y="5530463"/>
            <a:ext cx="515054" cy="515222"/>
            <a:chOff x="2965273" y="3145773"/>
            <a:chExt cx="561000" cy="561000"/>
          </a:xfrm>
        </p:grpSpPr>
        <p:sp>
          <p:nvSpPr>
            <p:cNvPr id="12625" name="Google Shape;12625;p99"/>
            <p:cNvSpPr/>
            <p:nvPr/>
          </p:nvSpPr>
          <p:spPr>
            <a:xfrm>
              <a:off x="2965273" y="3145773"/>
              <a:ext cx="561000" cy="561000"/>
            </a:xfrm>
            <a:prstGeom prst="ellipse">
              <a:avLst/>
            </a:prstGeom>
            <a:gradFill>
              <a:gsLst>
                <a:gs pos="0">
                  <a:srgbClr val="31914C"/>
                </a:gs>
                <a:gs pos="100000">
                  <a:srgbClr val="61A60E"/>
                </a:gs>
              </a:gsLst>
              <a:lin ang="0"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Arial"/>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grpSp>
          <p:nvGrpSpPr>
            <p:cNvPr id="12626" name="Google Shape;12626;p99"/>
            <p:cNvGrpSpPr/>
            <p:nvPr/>
          </p:nvGrpSpPr>
          <p:grpSpPr>
            <a:xfrm>
              <a:off x="3077336" y="3255005"/>
              <a:ext cx="336829" cy="337531"/>
              <a:chOff x="5804281" y="1946839"/>
              <a:chExt cx="600837" cy="602089"/>
            </a:xfrm>
          </p:grpSpPr>
          <p:sp>
            <p:nvSpPr>
              <p:cNvPr id="12627" name="Google Shape;12627;p99"/>
              <p:cNvSpPr/>
              <p:nvPr/>
            </p:nvSpPr>
            <p:spPr>
              <a:xfrm>
                <a:off x="5804281" y="1946839"/>
                <a:ext cx="600837" cy="602089"/>
              </a:xfrm>
              <a:custGeom>
                <a:avLst/>
                <a:gdLst/>
                <a:ahLst/>
                <a:cxnLst/>
                <a:rect l="l" t="t" r="r" b="b"/>
                <a:pathLst>
                  <a:path w="600837" h="602089" extrusionOk="0">
                    <a:moveTo>
                      <a:pt x="300419" y="15844"/>
                    </a:moveTo>
                    <a:cubicBezTo>
                      <a:pt x="457603" y="15844"/>
                      <a:pt x="585026" y="143533"/>
                      <a:pt x="585026" y="301045"/>
                    </a:cubicBezTo>
                    <a:cubicBezTo>
                      <a:pt x="585026" y="458556"/>
                      <a:pt x="457603" y="586245"/>
                      <a:pt x="300419" y="586245"/>
                    </a:cubicBezTo>
                    <a:cubicBezTo>
                      <a:pt x="143234" y="586245"/>
                      <a:pt x="15812" y="458556"/>
                      <a:pt x="15812" y="301045"/>
                    </a:cubicBezTo>
                    <a:cubicBezTo>
                      <a:pt x="15986" y="143605"/>
                      <a:pt x="143307" y="16019"/>
                      <a:pt x="300419" y="15844"/>
                    </a:cubicBezTo>
                    <a:moveTo>
                      <a:pt x="300419" y="0"/>
                    </a:moveTo>
                    <a:cubicBezTo>
                      <a:pt x="134502" y="0"/>
                      <a:pt x="0" y="134782"/>
                      <a:pt x="0" y="301045"/>
                    </a:cubicBezTo>
                    <a:cubicBezTo>
                      <a:pt x="0" y="467307"/>
                      <a:pt x="134502" y="602089"/>
                      <a:pt x="300419" y="602089"/>
                    </a:cubicBezTo>
                    <a:cubicBezTo>
                      <a:pt x="466335" y="602089"/>
                      <a:pt x="600837" y="467307"/>
                      <a:pt x="600837" y="301045"/>
                    </a:cubicBezTo>
                    <a:cubicBezTo>
                      <a:pt x="600837" y="134782"/>
                      <a:pt x="466335" y="0"/>
                      <a:pt x="300419" y="0"/>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2628" name="Google Shape;12628;p99"/>
              <p:cNvSpPr/>
              <p:nvPr/>
            </p:nvSpPr>
            <p:spPr>
              <a:xfrm>
                <a:off x="6261233" y="2204153"/>
                <a:ext cx="94869" cy="95066"/>
              </a:xfrm>
              <a:custGeom>
                <a:avLst/>
                <a:gdLst/>
                <a:ahLst/>
                <a:cxnLst/>
                <a:rect l="l" t="t" r="r" b="b"/>
                <a:pathLst>
                  <a:path w="94869" h="95066" extrusionOk="0">
                    <a:moveTo>
                      <a:pt x="94869" y="47533"/>
                    </a:moveTo>
                    <a:cubicBezTo>
                      <a:pt x="94869" y="73785"/>
                      <a:pt x="73632" y="95067"/>
                      <a:pt x="47435" y="95067"/>
                    </a:cubicBezTo>
                    <a:cubicBezTo>
                      <a:pt x="21237" y="95067"/>
                      <a:pt x="0" y="73785"/>
                      <a:pt x="0" y="47533"/>
                    </a:cubicBezTo>
                    <a:cubicBezTo>
                      <a:pt x="0" y="21281"/>
                      <a:pt x="21237" y="0"/>
                      <a:pt x="47435" y="0"/>
                    </a:cubicBezTo>
                    <a:cubicBezTo>
                      <a:pt x="73632" y="0"/>
                      <a:pt x="94869" y="21281"/>
                      <a:pt x="94869" y="47533"/>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2629" name="Google Shape;12629;p99"/>
              <p:cNvSpPr/>
              <p:nvPr/>
            </p:nvSpPr>
            <p:spPr>
              <a:xfrm>
                <a:off x="5856459" y="2204153"/>
                <a:ext cx="94869" cy="95066"/>
              </a:xfrm>
              <a:custGeom>
                <a:avLst/>
                <a:gdLst/>
                <a:ahLst/>
                <a:cxnLst/>
                <a:rect l="l" t="t" r="r" b="b"/>
                <a:pathLst>
                  <a:path w="94869" h="95066" extrusionOk="0">
                    <a:moveTo>
                      <a:pt x="94869" y="47533"/>
                    </a:moveTo>
                    <a:cubicBezTo>
                      <a:pt x="94869" y="73785"/>
                      <a:pt x="73632" y="95067"/>
                      <a:pt x="47435" y="95067"/>
                    </a:cubicBezTo>
                    <a:cubicBezTo>
                      <a:pt x="21237" y="95067"/>
                      <a:pt x="0" y="73785"/>
                      <a:pt x="0" y="47533"/>
                    </a:cubicBezTo>
                    <a:cubicBezTo>
                      <a:pt x="0" y="21281"/>
                      <a:pt x="21237" y="0"/>
                      <a:pt x="47435" y="0"/>
                    </a:cubicBezTo>
                    <a:cubicBezTo>
                      <a:pt x="73632" y="0"/>
                      <a:pt x="94869" y="21281"/>
                      <a:pt x="94869" y="47533"/>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2630" name="Google Shape;12630;p99"/>
              <p:cNvSpPr/>
              <p:nvPr/>
            </p:nvSpPr>
            <p:spPr>
              <a:xfrm>
                <a:off x="6058846" y="1999126"/>
                <a:ext cx="94869" cy="95066"/>
              </a:xfrm>
              <a:custGeom>
                <a:avLst/>
                <a:gdLst/>
                <a:ahLst/>
                <a:cxnLst/>
                <a:rect l="l" t="t" r="r" b="b"/>
                <a:pathLst>
                  <a:path w="94869" h="95066" extrusionOk="0">
                    <a:moveTo>
                      <a:pt x="94869" y="47533"/>
                    </a:moveTo>
                    <a:cubicBezTo>
                      <a:pt x="94869" y="73785"/>
                      <a:pt x="73632" y="95067"/>
                      <a:pt x="47435" y="95067"/>
                    </a:cubicBezTo>
                    <a:cubicBezTo>
                      <a:pt x="21237" y="95067"/>
                      <a:pt x="0" y="73785"/>
                      <a:pt x="0" y="47533"/>
                    </a:cubicBezTo>
                    <a:cubicBezTo>
                      <a:pt x="0" y="21281"/>
                      <a:pt x="21237" y="0"/>
                      <a:pt x="47435" y="0"/>
                    </a:cubicBezTo>
                    <a:cubicBezTo>
                      <a:pt x="73632" y="0"/>
                      <a:pt x="94869" y="21281"/>
                      <a:pt x="94869" y="47533"/>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2631" name="Google Shape;12631;p99"/>
              <p:cNvSpPr/>
              <p:nvPr/>
            </p:nvSpPr>
            <p:spPr>
              <a:xfrm>
                <a:off x="6058846" y="2401321"/>
                <a:ext cx="94869" cy="95066"/>
              </a:xfrm>
              <a:custGeom>
                <a:avLst/>
                <a:gdLst/>
                <a:ahLst/>
                <a:cxnLst/>
                <a:rect l="l" t="t" r="r" b="b"/>
                <a:pathLst>
                  <a:path w="94869" h="95066" extrusionOk="0">
                    <a:moveTo>
                      <a:pt x="94869" y="47533"/>
                    </a:moveTo>
                    <a:cubicBezTo>
                      <a:pt x="94869" y="73785"/>
                      <a:pt x="73632" y="95067"/>
                      <a:pt x="47435" y="95067"/>
                    </a:cubicBezTo>
                    <a:cubicBezTo>
                      <a:pt x="21237" y="95067"/>
                      <a:pt x="0" y="73785"/>
                      <a:pt x="0" y="47533"/>
                    </a:cubicBezTo>
                    <a:cubicBezTo>
                      <a:pt x="0" y="21281"/>
                      <a:pt x="21237" y="0"/>
                      <a:pt x="47435" y="0"/>
                    </a:cubicBezTo>
                    <a:cubicBezTo>
                      <a:pt x="73632" y="0"/>
                      <a:pt x="94869" y="21281"/>
                      <a:pt x="94869" y="47533"/>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2632" name="Google Shape;12632;p99"/>
              <p:cNvSpPr/>
              <p:nvPr/>
            </p:nvSpPr>
            <p:spPr>
              <a:xfrm>
                <a:off x="6058846" y="2203012"/>
                <a:ext cx="94869" cy="95066"/>
              </a:xfrm>
              <a:custGeom>
                <a:avLst/>
                <a:gdLst/>
                <a:ahLst/>
                <a:cxnLst/>
                <a:rect l="l" t="t" r="r" b="b"/>
                <a:pathLst>
                  <a:path w="94869" h="95066" extrusionOk="0">
                    <a:moveTo>
                      <a:pt x="94869" y="47533"/>
                    </a:moveTo>
                    <a:cubicBezTo>
                      <a:pt x="94869" y="73785"/>
                      <a:pt x="73632" y="95067"/>
                      <a:pt x="47435" y="95067"/>
                    </a:cubicBezTo>
                    <a:cubicBezTo>
                      <a:pt x="21237" y="95067"/>
                      <a:pt x="0" y="73785"/>
                      <a:pt x="0" y="47533"/>
                    </a:cubicBezTo>
                    <a:cubicBezTo>
                      <a:pt x="0" y="21281"/>
                      <a:pt x="21237" y="0"/>
                      <a:pt x="47435" y="0"/>
                    </a:cubicBezTo>
                    <a:cubicBezTo>
                      <a:pt x="73632" y="0"/>
                      <a:pt x="94869" y="21281"/>
                      <a:pt x="94869" y="47533"/>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2633" name="Google Shape;12633;p99"/>
              <p:cNvSpPr/>
              <p:nvPr/>
            </p:nvSpPr>
            <p:spPr>
              <a:xfrm rot="-2700000">
                <a:off x="5926535" y="2132029"/>
                <a:ext cx="141750" cy="15853"/>
              </a:xfrm>
              <a:custGeom>
                <a:avLst/>
                <a:gdLst/>
                <a:ahLst/>
                <a:cxnLst/>
                <a:rect l="l" t="t" r="r" b="b"/>
                <a:pathLst>
                  <a:path w="141671" h="15844" extrusionOk="0">
                    <a:moveTo>
                      <a:pt x="0" y="0"/>
                    </a:moveTo>
                    <a:lnTo>
                      <a:pt x="141671" y="0"/>
                    </a:lnTo>
                    <a:lnTo>
                      <a:pt x="141671" y="15844"/>
                    </a:lnTo>
                    <a:lnTo>
                      <a:pt x="0" y="15844"/>
                    </a:ln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2634" name="Google Shape;12634;p99"/>
              <p:cNvSpPr/>
              <p:nvPr/>
            </p:nvSpPr>
            <p:spPr>
              <a:xfrm rot="-2700000">
                <a:off x="5989497" y="2286303"/>
                <a:ext cx="15820" cy="142045"/>
              </a:xfrm>
              <a:custGeom>
                <a:avLst/>
                <a:gdLst/>
                <a:ahLst/>
                <a:cxnLst/>
                <a:rect l="l" t="t" r="r" b="b"/>
                <a:pathLst>
                  <a:path w="15811" h="141966" extrusionOk="0">
                    <a:moveTo>
                      <a:pt x="0" y="0"/>
                    </a:moveTo>
                    <a:lnTo>
                      <a:pt x="15811" y="0"/>
                    </a:lnTo>
                    <a:lnTo>
                      <a:pt x="15811" y="141966"/>
                    </a:lnTo>
                    <a:lnTo>
                      <a:pt x="0" y="141966"/>
                    </a:ln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2635" name="Google Shape;12635;p99"/>
              <p:cNvSpPr/>
              <p:nvPr/>
            </p:nvSpPr>
            <p:spPr>
              <a:xfrm rot="-2700000">
                <a:off x="6213400" y="2069036"/>
                <a:ext cx="15820" cy="142045"/>
              </a:xfrm>
              <a:custGeom>
                <a:avLst/>
                <a:gdLst/>
                <a:ahLst/>
                <a:cxnLst/>
                <a:rect l="l" t="t" r="r" b="b"/>
                <a:pathLst>
                  <a:path w="15811" h="141966" extrusionOk="0">
                    <a:moveTo>
                      <a:pt x="0" y="0"/>
                    </a:moveTo>
                    <a:lnTo>
                      <a:pt x="15812" y="0"/>
                    </a:lnTo>
                    <a:lnTo>
                      <a:pt x="15812" y="141966"/>
                    </a:lnTo>
                    <a:lnTo>
                      <a:pt x="0" y="141966"/>
                    </a:ln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2636" name="Google Shape;12636;p99"/>
              <p:cNvSpPr/>
              <p:nvPr/>
            </p:nvSpPr>
            <p:spPr>
              <a:xfrm rot="-2700000">
                <a:off x="6150433" y="2349339"/>
                <a:ext cx="141750" cy="15853"/>
              </a:xfrm>
              <a:custGeom>
                <a:avLst/>
                <a:gdLst/>
                <a:ahLst/>
                <a:cxnLst/>
                <a:rect l="l" t="t" r="r" b="b"/>
                <a:pathLst>
                  <a:path w="141671" h="15844" extrusionOk="0">
                    <a:moveTo>
                      <a:pt x="0" y="0"/>
                    </a:moveTo>
                    <a:lnTo>
                      <a:pt x="141671" y="0"/>
                    </a:lnTo>
                    <a:lnTo>
                      <a:pt x="141671" y="15844"/>
                    </a:lnTo>
                    <a:lnTo>
                      <a:pt x="0" y="15844"/>
                    </a:ln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2637" name="Google Shape;12637;p99"/>
              <p:cNvSpPr/>
              <p:nvPr/>
            </p:nvSpPr>
            <p:spPr>
              <a:xfrm>
                <a:off x="5971566" y="2245348"/>
                <a:ext cx="64321" cy="15844"/>
              </a:xfrm>
              <a:custGeom>
                <a:avLst/>
                <a:gdLst/>
                <a:ahLst/>
                <a:cxnLst/>
                <a:rect l="l" t="t" r="r" b="b"/>
                <a:pathLst>
                  <a:path w="64321" h="15844" extrusionOk="0">
                    <a:moveTo>
                      <a:pt x="0" y="0"/>
                    </a:moveTo>
                    <a:lnTo>
                      <a:pt x="64321" y="0"/>
                    </a:lnTo>
                    <a:lnTo>
                      <a:pt x="64321" y="15844"/>
                    </a:lnTo>
                    <a:lnTo>
                      <a:pt x="0" y="15844"/>
                    </a:ln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2638" name="Google Shape;12638;p99"/>
              <p:cNvSpPr/>
              <p:nvPr/>
            </p:nvSpPr>
            <p:spPr>
              <a:xfrm>
                <a:off x="6179962" y="2245348"/>
                <a:ext cx="64321" cy="15844"/>
              </a:xfrm>
              <a:custGeom>
                <a:avLst/>
                <a:gdLst/>
                <a:ahLst/>
                <a:cxnLst/>
                <a:rect l="l" t="t" r="r" b="b"/>
                <a:pathLst>
                  <a:path w="64321" h="15844" extrusionOk="0">
                    <a:moveTo>
                      <a:pt x="0" y="0"/>
                    </a:moveTo>
                    <a:lnTo>
                      <a:pt x="64321" y="0"/>
                    </a:lnTo>
                    <a:lnTo>
                      <a:pt x="64321" y="15844"/>
                    </a:lnTo>
                    <a:lnTo>
                      <a:pt x="0" y="15844"/>
                    </a:ln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Arial"/>
                  <a:ea typeface="Arial"/>
                  <a:cs typeface="Arial"/>
                  <a:sym typeface="Arial"/>
                </a:endParaRPr>
              </a:p>
            </p:txBody>
          </p:sp>
        </p:grpSp>
      </p:grpSp>
      <p:grpSp>
        <p:nvGrpSpPr>
          <p:cNvPr id="12639" name="Google Shape;12639;p99"/>
          <p:cNvGrpSpPr/>
          <p:nvPr/>
        </p:nvGrpSpPr>
        <p:grpSpPr>
          <a:xfrm>
            <a:off x="4187682" y="5530616"/>
            <a:ext cx="515054" cy="515222"/>
            <a:chOff x="813101" y="3150773"/>
            <a:chExt cx="561000" cy="561000"/>
          </a:xfrm>
        </p:grpSpPr>
        <p:sp>
          <p:nvSpPr>
            <p:cNvPr id="12640" name="Google Shape;12640;p99"/>
            <p:cNvSpPr/>
            <p:nvPr/>
          </p:nvSpPr>
          <p:spPr>
            <a:xfrm>
              <a:off x="813101" y="3150773"/>
              <a:ext cx="561000" cy="561000"/>
            </a:xfrm>
            <a:prstGeom prst="ellipse">
              <a:avLst/>
            </a:prstGeom>
            <a:gradFill>
              <a:gsLst>
                <a:gs pos="0">
                  <a:srgbClr val="6C4B94"/>
                </a:gs>
                <a:gs pos="100000">
                  <a:srgbClr val="36538F"/>
                </a:gs>
              </a:gsLst>
              <a:lin ang="0"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Arial"/>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grpSp>
          <p:nvGrpSpPr>
            <p:cNvPr id="12641" name="Google Shape;12641;p99"/>
            <p:cNvGrpSpPr/>
            <p:nvPr/>
          </p:nvGrpSpPr>
          <p:grpSpPr>
            <a:xfrm>
              <a:off x="942853" y="3286401"/>
              <a:ext cx="302001" cy="274711"/>
              <a:chOff x="570425" y="2009041"/>
              <a:chExt cx="538711" cy="490030"/>
            </a:xfrm>
          </p:grpSpPr>
          <p:sp>
            <p:nvSpPr>
              <p:cNvPr id="12642" name="Google Shape;12642;p99"/>
              <p:cNvSpPr/>
              <p:nvPr/>
            </p:nvSpPr>
            <p:spPr>
              <a:xfrm>
                <a:off x="570425" y="2009041"/>
                <a:ext cx="538711" cy="142303"/>
              </a:xfrm>
              <a:custGeom>
                <a:avLst/>
                <a:gdLst/>
                <a:ahLst/>
                <a:cxnLst/>
                <a:rect l="l" t="t" r="r" b="b"/>
                <a:pathLst>
                  <a:path w="538711" h="142303" extrusionOk="0">
                    <a:moveTo>
                      <a:pt x="522867" y="15812"/>
                    </a:moveTo>
                    <a:lnTo>
                      <a:pt x="522867" y="126492"/>
                    </a:lnTo>
                    <a:lnTo>
                      <a:pt x="15844" y="126492"/>
                    </a:lnTo>
                    <a:lnTo>
                      <a:pt x="15844" y="15812"/>
                    </a:lnTo>
                    <a:lnTo>
                      <a:pt x="522867" y="15812"/>
                    </a:lnTo>
                    <a:moveTo>
                      <a:pt x="538712" y="0"/>
                    </a:moveTo>
                    <a:lnTo>
                      <a:pt x="0" y="0"/>
                    </a:lnTo>
                    <a:lnTo>
                      <a:pt x="0" y="142304"/>
                    </a:lnTo>
                    <a:lnTo>
                      <a:pt x="538712" y="142304"/>
                    </a:lnTo>
                    <a:lnTo>
                      <a:pt x="538712" y="0"/>
                    </a:ln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2643" name="Google Shape;12643;p99"/>
              <p:cNvSpPr/>
              <p:nvPr/>
            </p:nvSpPr>
            <p:spPr>
              <a:xfrm>
                <a:off x="1042970" y="2057045"/>
                <a:ext cx="15844" cy="47434"/>
              </a:xfrm>
              <a:custGeom>
                <a:avLst/>
                <a:gdLst/>
                <a:ahLst/>
                <a:cxnLst/>
                <a:rect l="l" t="t" r="r" b="b"/>
                <a:pathLst>
                  <a:path w="15844" h="47434" extrusionOk="0">
                    <a:moveTo>
                      <a:pt x="0" y="0"/>
                    </a:moveTo>
                    <a:lnTo>
                      <a:pt x="15844" y="0"/>
                    </a:lnTo>
                    <a:lnTo>
                      <a:pt x="15844" y="47435"/>
                    </a:lnTo>
                    <a:lnTo>
                      <a:pt x="0" y="47435"/>
                    </a:ln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2644" name="Google Shape;12644;p99"/>
              <p:cNvSpPr/>
              <p:nvPr/>
            </p:nvSpPr>
            <p:spPr>
              <a:xfrm>
                <a:off x="1011218" y="2057045"/>
                <a:ext cx="15844" cy="47434"/>
              </a:xfrm>
              <a:custGeom>
                <a:avLst/>
                <a:gdLst/>
                <a:ahLst/>
                <a:cxnLst/>
                <a:rect l="l" t="t" r="r" b="b"/>
                <a:pathLst>
                  <a:path w="15844" h="47434" extrusionOk="0">
                    <a:moveTo>
                      <a:pt x="0" y="0"/>
                    </a:moveTo>
                    <a:lnTo>
                      <a:pt x="15844" y="0"/>
                    </a:lnTo>
                    <a:lnTo>
                      <a:pt x="15844" y="47435"/>
                    </a:lnTo>
                    <a:lnTo>
                      <a:pt x="0" y="47435"/>
                    </a:ln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2645" name="Google Shape;12645;p99"/>
              <p:cNvSpPr/>
              <p:nvPr/>
            </p:nvSpPr>
            <p:spPr>
              <a:xfrm>
                <a:off x="979402" y="2057045"/>
                <a:ext cx="15844" cy="47434"/>
              </a:xfrm>
              <a:custGeom>
                <a:avLst/>
                <a:gdLst/>
                <a:ahLst/>
                <a:cxnLst/>
                <a:rect l="l" t="t" r="r" b="b"/>
                <a:pathLst>
                  <a:path w="15844" h="47434" extrusionOk="0">
                    <a:moveTo>
                      <a:pt x="0" y="0"/>
                    </a:moveTo>
                    <a:lnTo>
                      <a:pt x="15844" y="0"/>
                    </a:lnTo>
                    <a:lnTo>
                      <a:pt x="15844" y="47435"/>
                    </a:lnTo>
                    <a:lnTo>
                      <a:pt x="0" y="47435"/>
                    </a:ln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2646" name="Google Shape;12646;p99"/>
              <p:cNvSpPr/>
              <p:nvPr/>
            </p:nvSpPr>
            <p:spPr>
              <a:xfrm>
                <a:off x="947650" y="2057045"/>
                <a:ext cx="15844" cy="47434"/>
              </a:xfrm>
              <a:custGeom>
                <a:avLst/>
                <a:gdLst/>
                <a:ahLst/>
                <a:cxnLst/>
                <a:rect l="l" t="t" r="r" b="b"/>
                <a:pathLst>
                  <a:path w="15844" h="47434" extrusionOk="0">
                    <a:moveTo>
                      <a:pt x="0" y="0"/>
                    </a:moveTo>
                    <a:lnTo>
                      <a:pt x="15844" y="0"/>
                    </a:lnTo>
                    <a:lnTo>
                      <a:pt x="15844" y="47435"/>
                    </a:lnTo>
                    <a:lnTo>
                      <a:pt x="0" y="47435"/>
                    </a:ln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2647" name="Google Shape;12647;p99"/>
              <p:cNvSpPr/>
              <p:nvPr/>
            </p:nvSpPr>
            <p:spPr>
              <a:xfrm>
                <a:off x="915834" y="2057045"/>
                <a:ext cx="15844" cy="47434"/>
              </a:xfrm>
              <a:custGeom>
                <a:avLst/>
                <a:gdLst/>
                <a:ahLst/>
                <a:cxnLst/>
                <a:rect l="l" t="t" r="r" b="b"/>
                <a:pathLst>
                  <a:path w="15844" h="47434" extrusionOk="0">
                    <a:moveTo>
                      <a:pt x="0" y="0"/>
                    </a:moveTo>
                    <a:lnTo>
                      <a:pt x="15844" y="0"/>
                    </a:lnTo>
                    <a:lnTo>
                      <a:pt x="15844" y="47435"/>
                    </a:lnTo>
                    <a:lnTo>
                      <a:pt x="0" y="47435"/>
                    </a:ln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2648" name="Google Shape;12648;p99"/>
              <p:cNvSpPr/>
              <p:nvPr/>
            </p:nvSpPr>
            <p:spPr>
              <a:xfrm>
                <a:off x="884082" y="2057045"/>
                <a:ext cx="15844" cy="47434"/>
              </a:xfrm>
              <a:custGeom>
                <a:avLst/>
                <a:gdLst/>
                <a:ahLst/>
                <a:cxnLst/>
                <a:rect l="l" t="t" r="r" b="b"/>
                <a:pathLst>
                  <a:path w="15844" h="47434" extrusionOk="0">
                    <a:moveTo>
                      <a:pt x="0" y="0"/>
                    </a:moveTo>
                    <a:lnTo>
                      <a:pt x="15844" y="0"/>
                    </a:lnTo>
                    <a:lnTo>
                      <a:pt x="15844" y="47435"/>
                    </a:lnTo>
                    <a:lnTo>
                      <a:pt x="0" y="47435"/>
                    </a:ln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2649" name="Google Shape;12649;p99"/>
              <p:cNvSpPr/>
              <p:nvPr/>
            </p:nvSpPr>
            <p:spPr>
              <a:xfrm>
                <a:off x="852266" y="2057045"/>
                <a:ext cx="15844" cy="47434"/>
              </a:xfrm>
              <a:custGeom>
                <a:avLst/>
                <a:gdLst/>
                <a:ahLst/>
                <a:cxnLst/>
                <a:rect l="l" t="t" r="r" b="b"/>
                <a:pathLst>
                  <a:path w="15844" h="47434" extrusionOk="0">
                    <a:moveTo>
                      <a:pt x="0" y="0"/>
                    </a:moveTo>
                    <a:lnTo>
                      <a:pt x="15844" y="0"/>
                    </a:lnTo>
                    <a:lnTo>
                      <a:pt x="15844" y="47435"/>
                    </a:lnTo>
                    <a:lnTo>
                      <a:pt x="0" y="47435"/>
                    </a:ln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2650" name="Google Shape;12650;p99"/>
              <p:cNvSpPr/>
              <p:nvPr/>
            </p:nvSpPr>
            <p:spPr>
              <a:xfrm>
                <a:off x="820450" y="2057045"/>
                <a:ext cx="15844" cy="47434"/>
              </a:xfrm>
              <a:custGeom>
                <a:avLst/>
                <a:gdLst/>
                <a:ahLst/>
                <a:cxnLst/>
                <a:rect l="l" t="t" r="r" b="b"/>
                <a:pathLst>
                  <a:path w="15844" h="47434" extrusionOk="0">
                    <a:moveTo>
                      <a:pt x="0" y="0"/>
                    </a:moveTo>
                    <a:lnTo>
                      <a:pt x="15844" y="0"/>
                    </a:lnTo>
                    <a:lnTo>
                      <a:pt x="15844" y="47435"/>
                    </a:lnTo>
                    <a:lnTo>
                      <a:pt x="0" y="47435"/>
                    </a:ln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2651" name="Google Shape;12651;p99"/>
              <p:cNvSpPr/>
              <p:nvPr/>
            </p:nvSpPr>
            <p:spPr>
              <a:xfrm>
                <a:off x="618085" y="2064382"/>
                <a:ext cx="31688" cy="31623"/>
              </a:xfrm>
              <a:custGeom>
                <a:avLst/>
                <a:gdLst/>
                <a:ahLst/>
                <a:cxnLst/>
                <a:rect l="l" t="t" r="r" b="b"/>
                <a:pathLst>
                  <a:path w="31688" h="31623" extrusionOk="0">
                    <a:moveTo>
                      <a:pt x="31689" y="15812"/>
                    </a:moveTo>
                    <a:cubicBezTo>
                      <a:pt x="31689" y="24544"/>
                      <a:pt x="24595" y="31623"/>
                      <a:pt x="15844" y="31623"/>
                    </a:cubicBezTo>
                    <a:cubicBezTo>
                      <a:pt x="7094" y="31623"/>
                      <a:pt x="0" y="24544"/>
                      <a:pt x="0" y="15812"/>
                    </a:cubicBezTo>
                    <a:cubicBezTo>
                      <a:pt x="0" y="7079"/>
                      <a:pt x="7094" y="0"/>
                      <a:pt x="15844" y="0"/>
                    </a:cubicBezTo>
                    <a:cubicBezTo>
                      <a:pt x="24595" y="0"/>
                      <a:pt x="31689" y="7079"/>
                      <a:pt x="31689" y="15812"/>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2652" name="Google Shape;12652;p99"/>
              <p:cNvSpPr/>
              <p:nvPr/>
            </p:nvSpPr>
            <p:spPr>
              <a:xfrm>
                <a:off x="570425" y="2182335"/>
                <a:ext cx="538711" cy="142303"/>
              </a:xfrm>
              <a:custGeom>
                <a:avLst/>
                <a:gdLst/>
                <a:ahLst/>
                <a:cxnLst/>
                <a:rect l="l" t="t" r="r" b="b"/>
                <a:pathLst>
                  <a:path w="538711" h="142303" extrusionOk="0">
                    <a:moveTo>
                      <a:pt x="522867" y="15812"/>
                    </a:moveTo>
                    <a:lnTo>
                      <a:pt x="522867" y="126492"/>
                    </a:lnTo>
                    <a:lnTo>
                      <a:pt x="15844" y="126492"/>
                    </a:lnTo>
                    <a:lnTo>
                      <a:pt x="15844" y="15812"/>
                    </a:lnTo>
                    <a:lnTo>
                      <a:pt x="522867" y="15812"/>
                    </a:lnTo>
                    <a:moveTo>
                      <a:pt x="538712" y="0"/>
                    </a:moveTo>
                    <a:lnTo>
                      <a:pt x="0" y="0"/>
                    </a:lnTo>
                    <a:lnTo>
                      <a:pt x="0" y="142304"/>
                    </a:lnTo>
                    <a:lnTo>
                      <a:pt x="538712" y="142304"/>
                    </a:lnTo>
                    <a:lnTo>
                      <a:pt x="538712" y="0"/>
                    </a:ln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2653" name="Google Shape;12653;p99"/>
              <p:cNvSpPr/>
              <p:nvPr/>
            </p:nvSpPr>
            <p:spPr>
              <a:xfrm>
                <a:off x="1042970" y="2230339"/>
                <a:ext cx="15844" cy="47434"/>
              </a:xfrm>
              <a:custGeom>
                <a:avLst/>
                <a:gdLst/>
                <a:ahLst/>
                <a:cxnLst/>
                <a:rect l="l" t="t" r="r" b="b"/>
                <a:pathLst>
                  <a:path w="15844" h="47434" extrusionOk="0">
                    <a:moveTo>
                      <a:pt x="0" y="0"/>
                    </a:moveTo>
                    <a:lnTo>
                      <a:pt x="15844" y="0"/>
                    </a:lnTo>
                    <a:lnTo>
                      <a:pt x="15844" y="47434"/>
                    </a:lnTo>
                    <a:lnTo>
                      <a:pt x="0" y="47434"/>
                    </a:ln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2654" name="Google Shape;12654;p99"/>
              <p:cNvSpPr/>
              <p:nvPr/>
            </p:nvSpPr>
            <p:spPr>
              <a:xfrm>
                <a:off x="1011218" y="2230339"/>
                <a:ext cx="15844" cy="47434"/>
              </a:xfrm>
              <a:custGeom>
                <a:avLst/>
                <a:gdLst/>
                <a:ahLst/>
                <a:cxnLst/>
                <a:rect l="l" t="t" r="r" b="b"/>
                <a:pathLst>
                  <a:path w="15844" h="47434" extrusionOk="0">
                    <a:moveTo>
                      <a:pt x="0" y="0"/>
                    </a:moveTo>
                    <a:lnTo>
                      <a:pt x="15844" y="0"/>
                    </a:lnTo>
                    <a:lnTo>
                      <a:pt x="15844" y="47434"/>
                    </a:lnTo>
                    <a:lnTo>
                      <a:pt x="0" y="47434"/>
                    </a:ln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2655" name="Google Shape;12655;p99"/>
              <p:cNvSpPr/>
              <p:nvPr/>
            </p:nvSpPr>
            <p:spPr>
              <a:xfrm>
                <a:off x="979402" y="2230339"/>
                <a:ext cx="15844" cy="47434"/>
              </a:xfrm>
              <a:custGeom>
                <a:avLst/>
                <a:gdLst/>
                <a:ahLst/>
                <a:cxnLst/>
                <a:rect l="l" t="t" r="r" b="b"/>
                <a:pathLst>
                  <a:path w="15844" h="47434" extrusionOk="0">
                    <a:moveTo>
                      <a:pt x="0" y="0"/>
                    </a:moveTo>
                    <a:lnTo>
                      <a:pt x="15844" y="0"/>
                    </a:lnTo>
                    <a:lnTo>
                      <a:pt x="15844" y="47434"/>
                    </a:lnTo>
                    <a:lnTo>
                      <a:pt x="0" y="47434"/>
                    </a:ln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2656" name="Google Shape;12656;p99"/>
              <p:cNvSpPr/>
              <p:nvPr/>
            </p:nvSpPr>
            <p:spPr>
              <a:xfrm>
                <a:off x="947650" y="2230339"/>
                <a:ext cx="15844" cy="47434"/>
              </a:xfrm>
              <a:custGeom>
                <a:avLst/>
                <a:gdLst/>
                <a:ahLst/>
                <a:cxnLst/>
                <a:rect l="l" t="t" r="r" b="b"/>
                <a:pathLst>
                  <a:path w="15844" h="47434" extrusionOk="0">
                    <a:moveTo>
                      <a:pt x="0" y="0"/>
                    </a:moveTo>
                    <a:lnTo>
                      <a:pt x="15844" y="0"/>
                    </a:lnTo>
                    <a:lnTo>
                      <a:pt x="15844" y="47434"/>
                    </a:lnTo>
                    <a:lnTo>
                      <a:pt x="0" y="47434"/>
                    </a:ln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2657" name="Google Shape;12657;p99"/>
              <p:cNvSpPr/>
              <p:nvPr/>
            </p:nvSpPr>
            <p:spPr>
              <a:xfrm>
                <a:off x="915834" y="2230339"/>
                <a:ext cx="15844" cy="47434"/>
              </a:xfrm>
              <a:custGeom>
                <a:avLst/>
                <a:gdLst/>
                <a:ahLst/>
                <a:cxnLst/>
                <a:rect l="l" t="t" r="r" b="b"/>
                <a:pathLst>
                  <a:path w="15844" h="47434" extrusionOk="0">
                    <a:moveTo>
                      <a:pt x="0" y="0"/>
                    </a:moveTo>
                    <a:lnTo>
                      <a:pt x="15844" y="0"/>
                    </a:lnTo>
                    <a:lnTo>
                      <a:pt x="15844" y="47434"/>
                    </a:lnTo>
                    <a:lnTo>
                      <a:pt x="0" y="47434"/>
                    </a:ln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2658" name="Google Shape;12658;p99"/>
              <p:cNvSpPr/>
              <p:nvPr/>
            </p:nvSpPr>
            <p:spPr>
              <a:xfrm>
                <a:off x="884082" y="2230339"/>
                <a:ext cx="15844" cy="47434"/>
              </a:xfrm>
              <a:custGeom>
                <a:avLst/>
                <a:gdLst/>
                <a:ahLst/>
                <a:cxnLst/>
                <a:rect l="l" t="t" r="r" b="b"/>
                <a:pathLst>
                  <a:path w="15844" h="47434" extrusionOk="0">
                    <a:moveTo>
                      <a:pt x="0" y="0"/>
                    </a:moveTo>
                    <a:lnTo>
                      <a:pt x="15844" y="0"/>
                    </a:lnTo>
                    <a:lnTo>
                      <a:pt x="15844" y="47434"/>
                    </a:lnTo>
                    <a:lnTo>
                      <a:pt x="0" y="47434"/>
                    </a:ln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2659" name="Google Shape;12659;p99"/>
              <p:cNvSpPr/>
              <p:nvPr/>
            </p:nvSpPr>
            <p:spPr>
              <a:xfrm>
                <a:off x="852266" y="2230339"/>
                <a:ext cx="15844" cy="47434"/>
              </a:xfrm>
              <a:custGeom>
                <a:avLst/>
                <a:gdLst/>
                <a:ahLst/>
                <a:cxnLst/>
                <a:rect l="l" t="t" r="r" b="b"/>
                <a:pathLst>
                  <a:path w="15844" h="47434" extrusionOk="0">
                    <a:moveTo>
                      <a:pt x="0" y="0"/>
                    </a:moveTo>
                    <a:lnTo>
                      <a:pt x="15844" y="0"/>
                    </a:lnTo>
                    <a:lnTo>
                      <a:pt x="15844" y="47434"/>
                    </a:lnTo>
                    <a:lnTo>
                      <a:pt x="0" y="47434"/>
                    </a:ln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2660" name="Google Shape;12660;p99"/>
              <p:cNvSpPr/>
              <p:nvPr/>
            </p:nvSpPr>
            <p:spPr>
              <a:xfrm>
                <a:off x="820450" y="2230339"/>
                <a:ext cx="15844" cy="47434"/>
              </a:xfrm>
              <a:custGeom>
                <a:avLst/>
                <a:gdLst/>
                <a:ahLst/>
                <a:cxnLst/>
                <a:rect l="l" t="t" r="r" b="b"/>
                <a:pathLst>
                  <a:path w="15844" h="47434" extrusionOk="0">
                    <a:moveTo>
                      <a:pt x="0" y="0"/>
                    </a:moveTo>
                    <a:lnTo>
                      <a:pt x="15844" y="0"/>
                    </a:lnTo>
                    <a:lnTo>
                      <a:pt x="15844" y="47434"/>
                    </a:lnTo>
                    <a:lnTo>
                      <a:pt x="0" y="47434"/>
                    </a:ln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2661" name="Google Shape;12661;p99"/>
              <p:cNvSpPr/>
              <p:nvPr/>
            </p:nvSpPr>
            <p:spPr>
              <a:xfrm>
                <a:off x="618085" y="2237676"/>
                <a:ext cx="31688" cy="31623"/>
              </a:xfrm>
              <a:custGeom>
                <a:avLst/>
                <a:gdLst/>
                <a:ahLst/>
                <a:cxnLst/>
                <a:rect l="l" t="t" r="r" b="b"/>
                <a:pathLst>
                  <a:path w="31688" h="31623" extrusionOk="0">
                    <a:moveTo>
                      <a:pt x="31689" y="15811"/>
                    </a:moveTo>
                    <a:cubicBezTo>
                      <a:pt x="31689" y="24544"/>
                      <a:pt x="24595" y="31623"/>
                      <a:pt x="15844" y="31623"/>
                    </a:cubicBezTo>
                    <a:cubicBezTo>
                      <a:pt x="7094" y="31623"/>
                      <a:pt x="0" y="24544"/>
                      <a:pt x="0" y="15811"/>
                    </a:cubicBezTo>
                    <a:cubicBezTo>
                      <a:pt x="0" y="7079"/>
                      <a:pt x="7094" y="0"/>
                      <a:pt x="15844" y="0"/>
                    </a:cubicBezTo>
                    <a:cubicBezTo>
                      <a:pt x="24595" y="0"/>
                      <a:pt x="31689" y="7079"/>
                      <a:pt x="31689" y="15811"/>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2662" name="Google Shape;12662;p99"/>
              <p:cNvSpPr/>
              <p:nvPr/>
            </p:nvSpPr>
            <p:spPr>
              <a:xfrm>
                <a:off x="570425" y="2356768"/>
                <a:ext cx="538711" cy="142303"/>
              </a:xfrm>
              <a:custGeom>
                <a:avLst/>
                <a:gdLst/>
                <a:ahLst/>
                <a:cxnLst/>
                <a:rect l="l" t="t" r="r" b="b"/>
                <a:pathLst>
                  <a:path w="538711" h="142303" extrusionOk="0">
                    <a:moveTo>
                      <a:pt x="522867" y="15812"/>
                    </a:moveTo>
                    <a:lnTo>
                      <a:pt x="522867" y="126492"/>
                    </a:lnTo>
                    <a:lnTo>
                      <a:pt x="15844" y="126492"/>
                    </a:lnTo>
                    <a:lnTo>
                      <a:pt x="15844" y="15812"/>
                    </a:lnTo>
                    <a:lnTo>
                      <a:pt x="522867" y="15812"/>
                    </a:lnTo>
                    <a:moveTo>
                      <a:pt x="538712" y="0"/>
                    </a:moveTo>
                    <a:lnTo>
                      <a:pt x="0" y="0"/>
                    </a:lnTo>
                    <a:lnTo>
                      <a:pt x="0" y="142304"/>
                    </a:lnTo>
                    <a:lnTo>
                      <a:pt x="538712" y="142304"/>
                    </a:lnTo>
                    <a:lnTo>
                      <a:pt x="538712" y="0"/>
                    </a:ln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2663" name="Google Shape;12663;p99"/>
              <p:cNvSpPr/>
              <p:nvPr/>
            </p:nvSpPr>
            <p:spPr>
              <a:xfrm>
                <a:off x="1042970" y="2404771"/>
                <a:ext cx="15844" cy="47434"/>
              </a:xfrm>
              <a:custGeom>
                <a:avLst/>
                <a:gdLst/>
                <a:ahLst/>
                <a:cxnLst/>
                <a:rect l="l" t="t" r="r" b="b"/>
                <a:pathLst>
                  <a:path w="15844" h="47434" extrusionOk="0">
                    <a:moveTo>
                      <a:pt x="0" y="0"/>
                    </a:moveTo>
                    <a:lnTo>
                      <a:pt x="15844" y="0"/>
                    </a:lnTo>
                    <a:lnTo>
                      <a:pt x="15844" y="47435"/>
                    </a:lnTo>
                    <a:lnTo>
                      <a:pt x="0" y="47435"/>
                    </a:ln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2664" name="Google Shape;12664;p99"/>
              <p:cNvSpPr/>
              <p:nvPr/>
            </p:nvSpPr>
            <p:spPr>
              <a:xfrm>
                <a:off x="1011218" y="2404771"/>
                <a:ext cx="15844" cy="47434"/>
              </a:xfrm>
              <a:custGeom>
                <a:avLst/>
                <a:gdLst/>
                <a:ahLst/>
                <a:cxnLst/>
                <a:rect l="l" t="t" r="r" b="b"/>
                <a:pathLst>
                  <a:path w="15844" h="47434" extrusionOk="0">
                    <a:moveTo>
                      <a:pt x="0" y="0"/>
                    </a:moveTo>
                    <a:lnTo>
                      <a:pt x="15844" y="0"/>
                    </a:lnTo>
                    <a:lnTo>
                      <a:pt x="15844" y="47435"/>
                    </a:lnTo>
                    <a:lnTo>
                      <a:pt x="0" y="47435"/>
                    </a:ln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2665" name="Google Shape;12665;p99"/>
              <p:cNvSpPr/>
              <p:nvPr/>
            </p:nvSpPr>
            <p:spPr>
              <a:xfrm>
                <a:off x="979402" y="2404771"/>
                <a:ext cx="15844" cy="47434"/>
              </a:xfrm>
              <a:custGeom>
                <a:avLst/>
                <a:gdLst/>
                <a:ahLst/>
                <a:cxnLst/>
                <a:rect l="l" t="t" r="r" b="b"/>
                <a:pathLst>
                  <a:path w="15844" h="47434" extrusionOk="0">
                    <a:moveTo>
                      <a:pt x="0" y="0"/>
                    </a:moveTo>
                    <a:lnTo>
                      <a:pt x="15844" y="0"/>
                    </a:lnTo>
                    <a:lnTo>
                      <a:pt x="15844" y="47435"/>
                    </a:lnTo>
                    <a:lnTo>
                      <a:pt x="0" y="47435"/>
                    </a:ln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2666" name="Google Shape;12666;p99"/>
              <p:cNvSpPr/>
              <p:nvPr/>
            </p:nvSpPr>
            <p:spPr>
              <a:xfrm>
                <a:off x="947650" y="2404771"/>
                <a:ext cx="15844" cy="47434"/>
              </a:xfrm>
              <a:custGeom>
                <a:avLst/>
                <a:gdLst/>
                <a:ahLst/>
                <a:cxnLst/>
                <a:rect l="l" t="t" r="r" b="b"/>
                <a:pathLst>
                  <a:path w="15844" h="47434" extrusionOk="0">
                    <a:moveTo>
                      <a:pt x="0" y="0"/>
                    </a:moveTo>
                    <a:lnTo>
                      <a:pt x="15844" y="0"/>
                    </a:lnTo>
                    <a:lnTo>
                      <a:pt x="15844" y="47435"/>
                    </a:lnTo>
                    <a:lnTo>
                      <a:pt x="0" y="47435"/>
                    </a:ln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2667" name="Google Shape;12667;p99"/>
              <p:cNvSpPr/>
              <p:nvPr/>
            </p:nvSpPr>
            <p:spPr>
              <a:xfrm>
                <a:off x="915834" y="2404771"/>
                <a:ext cx="15844" cy="47434"/>
              </a:xfrm>
              <a:custGeom>
                <a:avLst/>
                <a:gdLst/>
                <a:ahLst/>
                <a:cxnLst/>
                <a:rect l="l" t="t" r="r" b="b"/>
                <a:pathLst>
                  <a:path w="15844" h="47434" extrusionOk="0">
                    <a:moveTo>
                      <a:pt x="0" y="0"/>
                    </a:moveTo>
                    <a:lnTo>
                      <a:pt x="15844" y="0"/>
                    </a:lnTo>
                    <a:lnTo>
                      <a:pt x="15844" y="47435"/>
                    </a:lnTo>
                    <a:lnTo>
                      <a:pt x="0" y="47435"/>
                    </a:ln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2668" name="Google Shape;12668;p99"/>
              <p:cNvSpPr/>
              <p:nvPr/>
            </p:nvSpPr>
            <p:spPr>
              <a:xfrm>
                <a:off x="884082" y="2404771"/>
                <a:ext cx="15844" cy="47434"/>
              </a:xfrm>
              <a:custGeom>
                <a:avLst/>
                <a:gdLst/>
                <a:ahLst/>
                <a:cxnLst/>
                <a:rect l="l" t="t" r="r" b="b"/>
                <a:pathLst>
                  <a:path w="15844" h="47434" extrusionOk="0">
                    <a:moveTo>
                      <a:pt x="0" y="0"/>
                    </a:moveTo>
                    <a:lnTo>
                      <a:pt x="15844" y="0"/>
                    </a:lnTo>
                    <a:lnTo>
                      <a:pt x="15844" y="47435"/>
                    </a:lnTo>
                    <a:lnTo>
                      <a:pt x="0" y="47435"/>
                    </a:ln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2669" name="Google Shape;12669;p99"/>
              <p:cNvSpPr/>
              <p:nvPr/>
            </p:nvSpPr>
            <p:spPr>
              <a:xfrm>
                <a:off x="852266" y="2404771"/>
                <a:ext cx="15844" cy="47434"/>
              </a:xfrm>
              <a:custGeom>
                <a:avLst/>
                <a:gdLst/>
                <a:ahLst/>
                <a:cxnLst/>
                <a:rect l="l" t="t" r="r" b="b"/>
                <a:pathLst>
                  <a:path w="15844" h="47434" extrusionOk="0">
                    <a:moveTo>
                      <a:pt x="0" y="0"/>
                    </a:moveTo>
                    <a:lnTo>
                      <a:pt x="15844" y="0"/>
                    </a:lnTo>
                    <a:lnTo>
                      <a:pt x="15844" y="47435"/>
                    </a:lnTo>
                    <a:lnTo>
                      <a:pt x="0" y="47435"/>
                    </a:ln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2670" name="Google Shape;12670;p99"/>
              <p:cNvSpPr/>
              <p:nvPr/>
            </p:nvSpPr>
            <p:spPr>
              <a:xfrm>
                <a:off x="820450" y="2404771"/>
                <a:ext cx="15844" cy="47434"/>
              </a:xfrm>
              <a:custGeom>
                <a:avLst/>
                <a:gdLst/>
                <a:ahLst/>
                <a:cxnLst/>
                <a:rect l="l" t="t" r="r" b="b"/>
                <a:pathLst>
                  <a:path w="15844" h="47434" extrusionOk="0">
                    <a:moveTo>
                      <a:pt x="0" y="0"/>
                    </a:moveTo>
                    <a:lnTo>
                      <a:pt x="15844" y="0"/>
                    </a:lnTo>
                    <a:lnTo>
                      <a:pt x="15844" y="47435"/>
                    </a:lnTo>
                    <a:lnTo>
                      <a:pt x="0" y="47435"/>
                    </a:ln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2671" name="Google Shape;12671;p99"/>
              <p:cNvSpPr/>
              <p:nvPr/>
            </p:nvSpPr>
            <p:spPr>
              <a:xfrm>
                <a:off x="618085" y="2412108"/>
                <a:ext cx="31688" cy="31623"/>
              </a:xfrm>
              <a:custGeom>
                <a:avLst/>
                <a:gdLst/>
                <a:ahLst/>
                <a:cxnLst/>
                <a:rect l="l" t="t" r="r" b="b"/>
                <a:pathLst>
                  <a:path w="31688" h="31623" extrusionOk="0">
                    <a:moveTo>
                      <a:pt x="31689" y="15811"/>
                    </a:moveTo>
                    <a:cubicBezTo>
                      <a:pt x="31689" y="24544"/>
                      <a:pt x="24595" y="31623"/>
                      <a:pt x="15844" y="31623"/>
                    </a:cubicBezTo>
                    <a:cubicBezTo>
                      <a:pt x="7094" y="31623"/>
                      <a:pt x="0" y="24544"/>
                      <a:pt x="0" y="15811"/>
                    </a:cubicBezTo>
                    <a:cubicBezTo>
                      <a:pt x="0" y="7079"/>
                      <a:pt x="7094" y="0"/>
                      <a:pt x="15844" y="0"/>
                    </a:cubicBezTo>
                    <a:cubicBezTo>
                      <a:pt x="24595" y="0"/>
                      <a:pt x="31689" y="7079"/>
                      <a:pt x="31689" y="15811"/>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Arial"/>
                  <a:ea typeface="Arial"/>
                  <a:cs typeface="Arial"/>
                  <a:sym typeface="Arial"/>
                </a:endParaRPr>
              </a:p>
            </p:txBody>
          </p:sp>
        </p:grpSp>
      </p:grpSp>
      <p:grpSp>
        <p:nvGrpSpPr>
          <p:cNvPr id="12672" name="Google Shape;12672;p99"/>
          <p:cNvGrpSpPr/>
          <p:nvPr/>
        </p:nvGrpSpPr>
        <p:grpSpPr>
          <a:xfrm>
            <a:off x="5847298" y="5530626"/>
            <a:ext cx="515054" cy="515222"/>
            <a:chOff x="1889188" y="3148280"/>
            <a:chExt cx="561000" cy="561000"/>
          </a:xfrm>
        </p:grpSpPr>
        <p:sp>
          <p:nvSpPr>
            <p:cNvPr id="12673" name="Google Shape;12673;p99"/>
            <p:cNvSpPr/>
            <p:nvPr/>
          </p:nvSpPr>
          <p:spPr>
            <a:xfrm>
              <a:off x="1889188" y="3148280"/>
              <a:ext cx="561000" cy="561000"/>
            </a:xfrm>
            <a:prstGeom prst="ellipse">
              <a:avLst/>
            </a:prstGeom>
            <a:gradFill>
              <a:gsLst>
                <a:gs pos="0">
                  <a:srgbClr val="006896"/>
                </a:gs>
                <a:gs pos="100000">
                  <a:srgbClr val="0085B3"/>
                </a:gs>
              </a:gsLst>
              <a:lin ang="0"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Arial"/>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2674" name="Google Shape;12674;p99" descr="vSAN Database&#10;"/>
            <p:cNvSpPr/>
            <p:nvPr/>
          </p:nvSpPr>
          <p:spPr>
            <a:xfrm>
              <a:off x="2036938" y="3267700"/>
              <a:ext cx="265597" cy="311889"/>
            </a:xfrm>
            <a:custGeom>
              <a:avLst/>
              <a:gdLst/>
              <a:ahLst/>
              <a:cxnLst/>
              <a:rect l="l" t="t" r="r" b="b"/>
              <a:pathLst>
                <a:path w="474281" h="556944" extrusionOk="0">
                  <a:moveTo>
                    <a:pt x="474282" y="63752"/>
                  </a:moveTo>
                  <a:cubicBezTo>
                    <a:pt x="474282" y="21883"/>
                    <a:pt x="355316" y="0"/>
                    <a:pt x="237868" y="0"/>
                  </a:cubicBezTo>
                  <a:cubicBezTo>
                    <a:pt x="120420" y="0"/>
                    <a:pt x="1455" y="21883"/>
                    <a:pt x="1455" y="63752"/>
                  </a:cubicBezTo>
                  <a:cubicBezTo>
                    <a:pt x="1455" y="105621"/>
                    <a:pt x="120420" y="127441"/>
                    <a:pt x="237868" y="127441"/>
                  </a:cubicBezTo>
                  <a:cubicBezTo>
                    <a:pt x="329575" y="127441"/>
                    <a:pt x="422167" y="114096"/>
                    <a:pt x="458407" y="88355"/>
                  </a:cubicBezTo>
                  <a:lnTo>
                    <a:pt x="458407" y="199162"/>
                  </a:lnTo>
                  <a:cubicBezTo>
                    <a:pt x="457517" y="200401"/>
                    <a:pt x="457011" y="201874"/>
                    <a:pt x="456952" y="203399"/>
                  </a:cubicBezTo>
                  <a:cubicBezTo>
                    <a:pt x="456952" y="223448"/>
                    <a:pt x="373088" y="251340"/>
                    <a:pt x="236414" y="251340"/>
                  </a:cubicBezTo>
                  <a:cubicBezTo>
                    <a:pt x="99739" y="251340"/>
                    <a:pt x="15812" y="223448"/>
                    <a:pt x="15812" y="203399"/>
                  </a:cubicBezTo>
                  <a:lnTo>
                    <a:pt x="15812" y="128200"/>
                  </a:lnTo>
                  <a:cubicBezTo>
                    <a:pt x="15812" y="123833"/>
                    <a:pt x="12272" y="120294"/>
                    <a:pt x="7906" y="120294"/>
                  </a:cubicBezTo>
                  <a:cubicBezTo>
                    <a:pt x="3539" y="120294"/>
                    <a:pt x="0" y="123833"/>
                    <a:pt x="0" y="128200"/>
                  </a:cubicBezTo>
                  <a:lnTo>
                    <a:pt x="0" y="203399"/>
                  </a:lnTo>
                  <a:cubicBezTo>
                    <a:pt x="0" y="245268"/>
                    <a:pt x="118902" y="267151"/>
                    <a:pt x="236414" y="267151"/>
                  </a:cubicBezTo>
                  <a:cubicBezTo>
                    <a:pt x="329448" y="267151"/>
                    <a:pt x="423369" y="253363"/>
                    <a:pt x="458407" y="226863"/>
                  </a:cubicBezTo>
                  <a:lnTo>
                    <a:pt x="458407" y="343679"/>
                  </a:lnTo>
                  <a:cubicBezTo>
                    <a:pt x="457517" y="344918"/>
                    <a:pt x="457011" y="346391"/>
                    <a:pt x="456952" y="347916"/>
                  </a:cubicBezTo>
                  <a:cubicBezTo>
                    <a:pt x="456952" y="367902"/>
                    <a:pt x="373088" y="395857"/>
                    <a:pt x="236414" y="395857"/>
                  </a:cubicBezTo>
                  <a:cubicBezTo>
                    <a:pt x="99739" y="395857"/>
                    <a:pt x="15812" y="367902"/>
                    <a:pt x="15812" y="347916"/>
                  </a:cubicBezTo>
                  <a:lnTo>
                    <a:pt x="15812" y="274298"/>
                  </a:lnTo>
                  <a:cubicBezTo>
                    <a:pt x="15812" y="269931"/>
                    <a:pt x="12272" y="266392"/>
                    <a:pt x="7906" y="266392"/>
                  </a:cubicBezTo>
                  <a:cubicBezTo>
                    <a:pt x="3539" y="266392"/>
                    <a:pt x="0" y="269931"/>
                    <a:pt x="0" y="274298"/>
                  </a:cubicBezTo>
                  <a:lnTo>
                    <a:pt x="0" y="347916"/>
                  </a:lnTo>
                  <a:cubicBezTo>
                    <a:pt x="0" y="389785"/>
                    <a:pt x="118902" y="411668"/>
                    <a:pt x="236414" y="411668"/>
                  </a:cubicBezTo>
                  <a:cubicBezTo>
                    <a:pt x="329448" y="411668"/>
                    <a:pt x="423369" y="397881"/>
                    <a:pt x="458407" y="371381"/>
                  </a:cubicBezTo>
                  <a:lnTo>
                    <a:pt x="458407" y="489018"/>
                  </a:lnTo>
                  <a:cubicBezTo>
                    <a:pt x="457496" y="490246"/>
                    <a:pt x="456988" y="491727"/>
                    <a:pt x="456952" y="493256"/>
                  </a:cubicBezTo>
                  <a:cubicBezTo>
                    <a:pt x="456952" y="513241"/>
                    <a:pt x="373088" y="541133"/>
                    <a:pt x="236414" y="541133"/>
                  </a:cubicBezTo>
                  <a:cubicBezTo>
                    <a:pt x="99739" y="541133"/>
                    <a:pt x="15812" y="513241"/>
                    <a:pt x="15812" y="493256"/>
                  </a:cubicBezTo>
                  <a:lnTo>
                    <a:pt x="15812" y="419637"/>
                  </a:lnTo>
                  <a:cubicBezTo>
                    <a:pt x="15812" y="415271"/>
                    <a:pt x="12272" y="411731"/>
                    <a:pt x="7906" y="411731"/>
                  </a:cubicBezTo>
                  <a:cubicBezTo>
                    <a:pt x="3539" y="411731"/>
                    <a:pt x="0" y="415271"/>
                    <a:pt x="0" y="419637"/>
                  </a:cubicBezTo>
                  <a:lnTo>
                    <a:pt x="0" y="493256"/>
                  </a:lnTo>
                  <a:cubicBezTo>
                    <a:pt x="0" y="535061"/>
                    <a:pt x="118902" y="556944"/>
                    <a:pt x="236414" y="556944"/>
                  </a:cubicBezTo>
                  <a:cubicBezTo>
                    <a:pt x="349877" y="556944"/>
                    <a:pt x="464668" y="536516"/>
                    <a:pt x="472384" y="497430"/>
                  </a:cubicBezTo>
                  <a:lnTo>
                    <a:pt x="474219" y="497430"/>
                  </a:lnTo>
                  <a:lnTo>
                    <a:pt x="474219" y="68938"/>
                  </a:lnTo>
                  <a:lnTo>
                    <a:pt x="473523" y="68938"/>
                  </a:lnTo>
                  <a:cubicBezTo>
                    <a:pt x="473991" y="67248"/>
                    <a:pt x="474246" y="65506"/>
                    <a:pt x="474282" y="63752"/>
                  </a:cubicBezTo>
                  <a:close/>
                  <a:moveTo>
                    <a:pt x="237868" y="111629"/>
                  </a:moveTo>
                  <a:cubicBezTo>
                    <a:pt x="101194" y="111629"/>
                    <a:pt x="17266" y="83738"/>
                    <a:pt x="17266" y="63752"/>
                  </a:cubicBezTo>
                  <a:cubicBezTo>
                    <a:pt x="17266" y="43766"/>
                    <a:pt x="101194" y="15812"/>
                    <a:pt x="237868" y="15812"/>
                  </a:cubicBezTo>
                  <a:cubicBezTo>
                    <a:pt x="374543" y="15812"/>
                    <a:pt x="458470" y="43640"/>
                    <a:pt x="458470" y="63752"/>
                  </a:cubicBezTo>
                  <a:cubicBezTo>
                    <a:pt x="458470" y="83864"/>
                    <a:pt x="374543" y="111629"/>
                    <a:pt x="237868" y="111629"/>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Arial"/>
                <a:ea typeface="Arial"/>
                <a:cs typeface="Arial"/>
                <a:sym typeface="Arial"/>
              </a:endParaRPr>
            </a:p>
          </p:txBody>
        </p:sp>
      </p:grpSp>
      <p:sp>
        <p:nvSpPr>
          <p:cNvPr id="12675" name="Google Shape;12675;p99"/>
          <p:cNvSpPr/>
          <p:nvPr/>
        </p:nvSpPr>
        <p:spPr>
          <a:xfrm>
            <a:off x="8018185" y="1915093"/>
            <a:ext cx="499041" cy="500403"/>
          </a:xfrm>
          <a:prstGeom prst="ellipse">
            <a:avLst/>
          </a:prstGeom>
          <a:gradFill>
            <a:gsLst>
              <a:gs pos="0">
                <a:schemeClr val="accent2"/>
              </a:gs>
              <a:gs pos="67000">
                <a:schemeClr val="accent5"/>
              </a:gs>
              <a:gs pos="100000">
                <a:schemeClr val="accent5"/>
              </a:gs>
            </a:gsLst>
            <a:lin ang="18900044" scaled="0"/>
          </a:gradFill>
          <a:ln>
            <a:noFill/>
          </a:ln>
        </p:spPr>
        <p:txBody>
          <a:bodyPr spcFirstLastPara="1" wrap="square" lIns="91400" tIns="45675" rIns="91400"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0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2676" name="Google Shape;12676;p99"/>
          <p:cNvSpPr/>
          <p:nvPr/>
        </p:nvSpPr>
        <p:spPr>
          <a:xfrm rot="10800000">
            <a:off x="978502" y="1815723"/>
            <a:ext cx="10141237" cy="697981"/>
          </a:xfrm>
          <a:prstGeom prst="roundRect">
            <a:avLst>
              <a:gd name="adj" fmla="val 4329"/>
            </a:avLst>
          </a:prstGeom>
          <a:noFill/>
          <a:ln w="25400" cap="rnd" cmpd="sng">
            <a:solidFill>
              <a:schemeClr val="accent1"/>
            </a:solidFill>
            <a:prstDash val="solid"/>
            <a:round/>
            <a:headEnd type="none" w="sm" len="sm"/>
            <a:tailEnd type="none" w="sm" len="sm"/>
          </a:ln>
        </p:spPr>
        <p:txBody>
          <a:bodyPr spcFirstLastPara="1" wrap="square" lIns="91400" tIns="45675" rIns="91400"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798"/>
              <a:buFont typeface="Arial"/>
              <a:buNone/>
              <a:tabLst/>
              <a:defRPr/>
            </a:pPr>
            <a:endParaRPr kumimoji="0" sz="1798"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2677" name="Google Shape;12677;p99"/>
          <p:cNvSpPr txBox="1"/>
          <p:nvPr/>
        </p:nvSpPr>
        <p:spPr>
          <a:xfrm>
            <a:off x="4722809" y="1483232"/>
            <a:ext cx="2631600" cy="231000"/>
          </a:xfrm>
          <a:prstGeom prst="rect">
            <a:avLst/>
          </a:prstGeom>
          <a:solidFill>
            <a:schemeClr val="lt1"/>
          </a:solid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500" b="0" i="0" u="none" strike="noStrike" kern="0" cap="none" spc="0" normalizeH="0" baseline="0" noProof="0" dirty="0">
                <a:ln>
                  <a:noFill/>
                </a:ln>
                <a:solidFill>
                  <a:srgbClr val="005C8A"/>
                </a:solidFill>
                <a:effectLst/>
                <a:uLnTx/>
                <a:uFillTx/>
                <a:latin typeface="Arial"/>
                <a:ea typeface="Arial"/>
                <a:cs typeface="Arial"/>
                <a:sym typeface="Arial"/>
              </a:rPr>
              <a:t>VMware Cloud Foundation </a:t>
            </a:r>
            <a:endParaRPr kumimoji="0" sz="1500" b="0" i="0" u="none" strike="noStrike" kern="0" cap="none" spc="0" normalizeH="0" baseline="0" noProof="0" dirty="0">
              <a:ln>
                <a:noFill/>
              </a:ln>
              <a:solidFill>
                <a:srgbClr val="005C8A"/>
              </a:solidFill>
              <a:effectLst/>
              <a:uLnTx/>
              <a:uFillTx/>
              <a:latin typeface="Arial"/>
              <a:ea typeface="Arial"/>
              <a:cs typeface="Arial"/>
              <a:sym typeface="Arial"/>
            </a:endParaRPr>
          </a:p>
        </p:txBody>
      </p:sp>
      <p:sp>
        <p:nvSpPr>
          <p:cNvPr id="12678" name="Google Shape;12678;p99"/>
          <p:cNvSpPr txBox="1"/>
          <p:nvPr/>
        </p:nvSpPr>
        <p:spPr>
          <a:xfrm>
            <a:off x="5260916" y="1758207"/>
            <a:ext cx="1576409" cy="161583"/>
          </a:xfrm>
          <a:prstGeom prst="rect">
            <a:avLst/>
          </a:prstGeom>
          <a:solidFill>
            <a:schemeClr val="lt1"/>
          </a:solid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050"/>
              <a:buFont typeface="Arial"/>
              <a:buNone/>
              <a:tabLst/>
              <a:defRPr/>
            </a:pPr>
            <a:r>
              <a:rPr kumimoji="0" lang="en-US" sz="1050" b="0" i="0" u="none" strike="noStrike" kern="0" cap="none" spc="0" normalizeH="0" baseline="0" noProof="0" dirty="0">
                <a:ln>
                  <a:noFill/>
                </a:ln>
                <a:solidFill>
                  <a:srgbClr val="000000"/>
                </a:solidFill>
                <a:effectLst/>
                <a:uLnTx/>
                <a:uFillTx/>
                <a:latin typeface="Arial"/>
                <a:ea typeface="Arial"/>
                <a:cs typeface="Arial"/>
                <a:sym typeface="Arial"/>
              </a:rPr>
              <a:t>Applications / Workloads</a:t>
            </a:r>
            <a:endParaRPr kumimoji="0" sz="1798"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2679" name="Google Shape;12679;p99"/>
          <p:cNvSpPr/>
          <p:nvPr/>
        </p:nvSpPr>
        <p:spPr>
          <a:xfrm>
            <a:off x="3672422" y="1919311"/>
            <a:ext cx="498927" cy="500406"/>
          </a:xfrm>
          <a:prstGeom prst="ellipse">
            <a:avLst/>
          </a:prstGeom>
          <a:gradFill>
            <a:gsLst>
              <a:gs pos="0">
                <a:schemeClr val="accent2"/>
              </a:gs>
              <a:gs pos="67000">
                <a:schemeClr val="accent5"/>
              </a:gs>
              <a:gs pos="100000">
                <a:schemeClr val="accent5"/>
              </a:gs>
            </a:gsLst>
            <a:lin ang="18900044" scaled="0"/>
          </a:gradFill>
          <a:ln>
            <a:noFill/>
          </a:ln>
        </p:spPr>
        <p:txBody>
          <a:bodyPr spcFirstLastPara="1" wrap="square" lIns="91400" tIns="45675" rIns="91400"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0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2680" name="Google Shape;12680;p99"/>
          <p:cNvSpPr/>
          <p:nvPr/>
        </p:nvSpPr>
        <p:spPr>
          <a:xfrm>
            <a:off x="5789088" y="1922042"/>
            <a:ext cx="499041" cy="500403"/>
          </a:xfrm>
          <a:prstGeom prst="ellipse">
            <a:avLst/>
          </a:prstGeom>
          <a:gradFill>
            <a:gsLst>
              <a:gs pos="0">
                <a:schemeClr val="accent2"/>
              </a:gs>
              <a:gs pos="67000">
                <a:schemeClr val="accent5"/>
              </a:gs>
              <a:gs pos="100000">
                <a:schemeClr val="accent5"/>
              </a:gs>
            </a:gsLst>
            <a:lin ang="18900044" scaled="0"/>
          </a:gradFill>
          <a:ln>
            <a:noFill/>
          </a:ln>
        </p:spPr>
        <p:txBody>
          <a:bodyPr spcFirstLastPara="1" wrap="square" lIns="91400" tIns="45675" rIns="91400" bIns="456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0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2681" name="Google Shape;12681;p99"/>
          <p:cNvSpPr/>
          <p:nvPr/>
        </p:nvSpPr>
        <p:spPr>
          <a:xfrm>
            <a:off x="384356" y="3721809"/>
            <a:ext cx="586753" cy="389860"/>
          </a:xfrm>
          <a:prstGeom prst="rightArrow">
            <a:avLst>
              <a:gd name="adj1" fmla="val 50000"/>
              <a:gd name="adj2" fmla="val 50000"/>
            </a:avLst>
          </a:prstGeom>
          <a:solidFill>
            <a:srgbClr val="E68C28"/>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Arial"/>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2682" name="Google Shape;12682;p99"/>
          <p:cNvSpPr/>
          <p:nvPr/>
        </p:nvSpPr>
        <p:spPr>
          <a:xfrm>
            <a:off x="2005808" y="2897778"/>
            <a:ext cx="3474112" cy="2107343"/>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Arial"/>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2683" name="Google Shape;12683;p99"/>
          <p:cNvSpPr txBox="1"/>
          <p:nvPr/>
        </p:nvSpPr>
        <p:spPr>
          <a:xfrm>
            <a:off x="2875605" y="2864127"/>
            <a:ext cx="1734518" cy="353913"/>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US" sz="1050" b="0" i="0" u="none" strike="noStrike" kern="0" cap="none" spc="0" normalizeH="0" baseline="0" noProof="0" dirty="0">
                <a:ln>
                  <a:noFill/>
                </a:ln>
                <a:solidFill>
                  <a:srgbClr val="000000"/>
                </a:solidFill>
                <a:effectLst/>
                <a:uLnTx/>
                <a:uFillTx/>
                <a:latin typeface="Arial"/>
                <a:ea typeface="Arial"/>
                <a:cs typeface="Arial"/>
                <a:sym typeface="Arial"/>
              </a:rPr>
              <a:t>Core Services</a:t>
            </a:r>
            <a:endParaRPr kumimoji="0" sz="105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2684" name="Google Shape;12684;p99"/>
          <p:cNvSpPr txBox="1"/>
          <p:nvPr/>
        </p:nvSpPr>
        <p:spPr>
          <a:xfrm>
            <a:off x="3486135" y="2087929"/>
            <a:ext cx="871500" cy="153888"/>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1000" b="0" i="0" u="none" strike="noStrike" kern="0" cap="none" spc="0" normalizeH="0" baseline="0" noProof="0" dirty="0">
                <a:ln>
                  <a:noFill/>
                </a:ln>
                <a:solidFill>
                  <a:srgbClr val="FFFFFF"/>
                </a:solidFill>
                <a:effectLst/>
                <a:uLnTx/>
                <a:uFillTx/>
                <a:latin typeface="Arial"/>
                <a:ea typeface="Arial"/>
                <a:cs typeface="Arial"/>
                <a:sym typeface="Arial"/>
              </a:rPr>
              <a:t>AI</a:t>
            </a:r>
            <a:endParaRPr kumimoji="0" sz="10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2685" name="Google Shape;12685;p99"/>
          <p:cNvSpPr txBox="1"/>
          <p:nvPr/>
        </p:nvSpPr>
        <p:spPr>
          <a:xfrm>
            <a:off x="5502959" y="2092167"/>
            <a:ext cx="1071300" cy="153888"/>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1000" b="0" i="0" u="none" strike="noStrike" kern="0" cap="none" spc="0" normalizeH="0" baseline="0" noProof="0" dirty="0">
                <a:ln>
                  <a:noFill/>
                </a:ln>
                <a:solidFill>
                  <a:srgbClr val="FFFFFF"/>
                </a:solidFill>
                <a:effectLst/>
                <a:uLnTx/>
                <a:uFillTx/>
                <a:latin typeface="Arial"/>
                <a:ea typeface="Arial"/>
                <a:cs typeface="Arial"/>
                <a:sym typeface="Arial"/>
              </a:rPr>
              <a:t>K8s</a:t>
            </a:r>
            <a:endParaRPr kumimoji="0" sz="10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2686" name="Google Shape;12686;p99"/>
          <p:cNvSpPr txBox="1"/>
          <p:nvPr/>
        </p:nvSpPr>
        <p:spPr>
          <a:xfrm>
            <a:off x="7831955" y="2083698"/>
            <a:ext cx="871500" cy="153888"/>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sz="1000" b="0" i="0" u="none" strike="noStrike" kern="0" cap="none" spc="0" normalizeH="0" baseline="0" noProof="0" dirty="0">
                <a:ln>
                  <a:noFill/>
                </a:ln>
                <a:solidFill>
                  <a:srgbClr val="FFFFFF"/>
                </a:solidFill>
                <a:effectLst/>
                <a:uLnTx/>
                <a:uFillTx/>
                <a:latin typeface="Arial"/>
                <a:ea typeface="Arial"/>
                <a:cs typeface="Arial"/>
                <a:sym typeface="Arial"/>
              </a:rPr>
              <a:t>VM</a:t>
            </a:r>
            <a:endParaRPr kumimoji="0" sz="1000" b="0" i="0" u="none" strike="noStrike" kern="0" cap="none" spc="0" normalizeH="0" baseline="0" noProof="0" dirty="0">
              <a:ln>
                <a:noFill/>
              </a:ln>
              <a:solidFill>
                <a:srgbClr val="FFFFFF"/>
              </a:solidFill>
              <a:effectLst/>
              <a:uLnTx/>
              <a:uFillTx/>
              <a:latin typeface="Arial"/>
              <a:ea typeface="Arial"/>
              <a:cs typeface="Arial"/>
              <a:sym typeface="Arial"/>
            </a:endParaRPr>
          </a:p>
        </p:txBody>
      </p:sp>
      <p:grpSp>
        <p:nvGrpSpPr>
          <p:cNvPr id="12687" name="Google Shape;12687;p99"/>
          <p:cNvGrpSpPr/>
          <p:nvPr/>
        </p:nvGrpSpPr>
        <p:grpSpPr>
          <a:xfrm>
            <a:off x="2085048" y="3179946"/>
            <a:ext cx="1051517" cy="864294"/>
            <a:chOff x="5343601" y="3571756"/>
            <a:chExt cx="1051517" cy="864294"/>
          </a:xfrm>
        </p:grpSpPr>
        <p:grpSp>
          <p:nvGrpSpPr>
            <p:cNvPr id="12688" name="Google Shape;12688;p99"/>
            <p:cNvGrpSpPr/>
            <p:nvPr/>
          </p:nvGrpSpPr>
          <p:grpSpPr>
            <a:xfrm>
              <a:off x="5343601" y="3571756"/>
              <a:ext cx="1051517" cy="864294"/>
              <a:chOff x="5677911" y="3307853"/>
              <a:chExt cx="1314725" cy="1020900"/>
            </a:xfrm>
          </p:grpSpPr>
          <p:sp>
            <p:nvSpPr>
              <p:cNvPr id="12689" name="Google Shape;12689;p99"/>
              <p:cNvSpPr/>
              <p:nvPr/>
            </p:nvSpPr>
            <p:spPr>
              <a:xfrm>
                <a:off x="5680736" y="3307853"/>
                <a:ext cx="1311900" cy="1020900"/>
              </a:xfrm>
              <a:prstGeom prst="roundRect">
                <a:avLst>
                  <a:gd name="adj" fmla="val 6270"/>
                </a:avLst>
              </a:prstGeom>
              <a:solidFill>
                <a:schemeClr val="lt1"/>
              </a:solidFill>
              <a:ln w="12700" cap="flat" cmpd="sng">
                <a:solidFill>
                  <a:srgbClr val="005C8A"/>
                </a:solidFill>
                <a:prstDash val="solid"/>
                <a:miter lim="400000"/>
                <a:headEnd type="none" w="sm" len="sm"/>
                <a:tailEnd type="none" w="sm" len="sm"/>
              </a:ln>
            </p:spPr>
            <p:txBody>
              <a:bodyPr spcFirstLastPara="1" wrap="square" lIns="41050" tIns="328875" rIns="41050" bIns="82225" anchor="ctr" anchorCtr="0">
                <a:noAutofit/>
              </a:bodyPr>
              <a:lstStyle/>
              <a:p>
                <a:pPr marL="0" marR="0" lvl="0" indent="0" algn="l" defTabSz="914400" rtl="0" eaLnBrk="1" fontAlgn="auto" latinLnBrk="0" hangingPunct="1">
                  <a:lnSpc>
                    <a:spcPct val="80000"/>
                  </a:lnSpc>
                  <a:spcBef>
                    <a:spcPts val="0"/>
                  </a:spcBef>
                  <a:spcAft>
                    <a:spcPts val="0"/>
                  </a:spcAft>
                  <a:buClr>
                    <a:srgbClr val="000000"/>
                  </a:buClr>
                  <a:buSzPts val="900"/>
                  <a:buFont typeface="Arial"/>
                  <a:buNone/>
                  <a:tabLst/>
                  <a:defRPr/>
                </a:pPr>
                <a:endParaRPr kumimoji="0"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2690" name="Google Shape;12690;p99"/>
              <p:cNvSpPr/>
              <p:nvPr/>
            </p:nvSpPr>
            <p:spPr>
              <a:xfrm>
                <a:off x="5677911" y="3313168"/>
                <a:ext cx="1311900" cy="402000"/>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800" b="0" i="0" u="none" strike="noStrike" kern="0" cap="none" spc="0" normalizeH="0" baseline="0" noProof="0" dirty="0">
                    <a:ln>
                      <a:noFill/>
                    </a:ln>
                    <a:solidFill>
                      <a:srgbClr val="000000"/>
                    </a:solidFill>
                    <a:effectLst/>
                    <a:uLnTx/>
                    <a:uFillTx/>
                    <a:latin typeface="Arial"/>
                    <a:ea typeface="Arial"/>
                    <a:cs typeface="Arial"/>
                    <a:sym typeface="Arial"/>
                  </a:rPr>
                  <a:t>VM Service</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grpSp>
        <p:sp>
          <p:nvSpPr>
            <p:cNvPr id="12691" name="Google Shape;12691;p99"/>
            <p:cNvSpPr/>
            <p:nvPr/>
          </p:nvSpPr>
          <p:spPr>
            <a:xfrm>
              <a:off x="5724925" y="3998562"/>
              <a:ext cx="340450" cy="340450"/>
            </a:xfrm>
            <a:custGeom>
              <a:avLst/>
              <a:gdLst/>
              <a:ahLst/>
              <a:cxnLst/>
              <a:rect l="l" t="t" r="r" b="b"/>
              <a:pathLst>
                <a:path w="384" h="384" extrusionOk="0">
                  <a:moveTo>
                    <a:pt x="368" y="16"/>
                  </a:moveTo>
                  <a:cubicBezTo>
                    <a:pt x="368" y="368"/>
                    <a:pt x="368" y="368"/>
                    <a:pt x="368" y="368"/>
                  </a:cubicBezTo>
                  <a:cubicBezTo>
                    <a:pt x="16" y="368"/>
                    <a:pt x="16" y="368"/>
                    <a:pt x="16" y="368"/>
                  </a:cubicBezTo>
                  <a:cubicBezTo>
                    <a:pt x="16" y="16"/>
                    <a:pt x="16" y="16"/>
                    <a:pt x="16" y="16"/>
                  </a:cubicBezTo>
                  <a:cubicBezTo>
                    <a:pt x="368" y="16"/>
                    <a:pt x="368" y="16"/>
                    <a:pt x="368" y="16"/>
                  </a:cubicBezTo>
                  <a:moveTo>
                    <a:pt x="384" y="0"/>
                  </a:moveTo>
                  <a:cubicBezTo>
                    <a:pt x="0" y="0"/>
                    <a:pt x="0" y="0"/>
                    <a:pt x="0" y="0"/>
                  </a:cubicBezTo>
                  <a:cubicBezTo>
                    <a:pt x="0" y="384"/>
                    <a:pt x="0" y="384"/>
                    <a:pt x="0" y="384"/>
                  </a:cubicBezTo>
                  <a:cubicBezTo>
                    <a:pt x="384" y="384"/>
                    <a:pt x="384" y="384"/>
                    <a:pt x="384" y="384"/>
                  </a:cubicBezTo>
                  <a:cubicBezTo>
                    <a:pt x="384" y="0"/>
                    <a:pt x="384" y="0"/>
                    <a:pt x="384" y="0"/>
                  </a:cubicBezTo>
                  <a:close/>
                  <a:moveTo>
                    <a:pt x="115" y="241"/>
                  </a:moveTo>
                  <a:cubicBezTo>
                    <a:pt x="121" y="241"/>
                    <a:pt x="125" y="237"/>
                    <a:pt x="127" y="231"/>
                  </a:cubicBezTo>
                  <a:cubicBezTo>
                    <a:pt x="127" y="231"/>
                    <a:pt x="127" y="231"/>
                    <a:pt x="159" y="160"/>
                  </a:cubicBezTo>
                  <a:cubicBezTo>
                    <a:pt x="159" y="159"/>
                    <a:pt x="160" y="157"/>
                    <a:pt x="160" y="154"/>
                  </a:cubicBezTo>
                  <a:cubicBezTo>
                    <a:pt x="160" y="149"/>
                    <a:pt x="155" y="144"/>
                    <a:pt x="149" y="144"/>
                  </a:cubicBezTo>
                  <a:cubicBezTo>
                    <a:pt x="144" y="144"/>
                    <a:pt x="141" y="148"/>
                    <a:pt x="139" y="152"/>
                  </a:cubicBezTo>
                  <a:cubicBezTo>
                    <a:pt x="139" y="152"/>
                    <a:pt x="139" y="152"/>
                    <a:pt x="115" y="214"/>
                  </a:cubicBezTo>
                  <a:cubicBezTo>
                    <a:pt x="115" y="214"/>
                    <a:pt x="115" y="214"/>
                    <a:pt x="91" y="152"/>
                  </a:cubicBezTo>
                  <a:cubicBezTo>
                    <a:pt x="89" y="148"/>
                    <a:pt x="86" y="144"/>
                    <a:pt x="80" y="144"/>
                  </a:cubicBezTo>
                  <a:cubicBezTo>
                    <a:pt x="74" y="144"/>
                    <a:pt x="69" y="149"/>
                    <a:pt x="69" y="154"/>
                  </a:cubicBezTo>
                  <a:cubicBezTo>
                    <a:pt x="69" y="157"/>
                    <a:pt x="70" y="158"/>
                    <a:pt x="71" y="160"/>
                  </a:cubicBezTo>
                  <a:cubicBezTo>
                    <a:pt x="71" y="160"/>
                    <a:pt x="71" y="160"/>
                    <a:pt x="102" y="231"/>
                  </a:cubicBezTo>
                  <a:cubicBezTo>
                    <a:pt x="105" y="237"/>
                    <a:pt x="108" y="241"/>
                    <a:pt x="114" y="241"/>
                  </a:cubicBezTo>
                  <a:cubicBezTo>
                    <a:pt x="114" y="241"/>
                    <a:pt x="114" y="241"/>
                    <a:pt x="115" y="241"/>
                  </a:cubicBezTo>
                  <a:close/>
                  <a:moveTo>
                    <a:pt x="177" y="155"/>
                  </a:moveTo>
                  <a:cubicBezTo>
                    <a:pt x="177" y="155"/>
                    <a:pt x="177" y="155"/>
                    <a:pt x="177" y="155"/>
                  </a:cubicBezTo>
                  <a:cubicBezTo>
                    <a:pt x="177" y="230"/>
                    <a:pt x="177" y="230"/>
                    <a:pt x="177" y="230"/>
                  </a:cubicBezTo>
                  <a:cubicBezTo>
                    <a:pt x="177" y="236"/>
                    <a:pt x="182" y="240"/>
                    <a:pt x="188" y="240"/>
                  </a:cubicBezTo>
                  <a:cubicBezTo>
                    <a:pt x="194" y="240"/>
                    <a:pt x="198" y="236"/>
                    <a:pt x="198" y="230"/>
                  </a:cubicBezTo>
                  <a:cubicBezTo>
                    <a:pt x="198" y="230"/>
                    <a:pt x="198" y="230"/>
                    <a:pt x="198" y="186"/>
                  </a:cubicBezTo>
                  <a:cubicBezTo>
                    <a:pt x="198" y="172"/>
                    <a:pt x="206" y="163"/>
                    <a:pt x="218" y="163"/>
                  </a:cubicBezTo>
                  <a:cubicBezTo>
                    <a:pt x="230" y="163"/>
                    <a:pt x="237" y="172"/>
                    <a:pt x="237" y="186"/>
                  </a:cubicBezTo>
                  <a:cubicBezTo>
                    <a:pt x="237" y="186"/>
                    <a:pt x="237" y="186"/>
                    <a:pt x="237" y="230"/>
                  </a:cubicBezTo>
                  <a:cubicBezTo>
                    <a:pt x="237" y="236"/>
                    <a:pt x="242" y="240"/>
                    <a:pt x="248" y="240"/>
                  </a:cubicBezTo>
                  <a:cubicBezTo>
                    <a:pt x="254" y="240"/>
                    <a:pt x="259" y="236"/>
                    <a:pt x="259" y="230"/>
                  </a:cubicBezTo>
                  <a:cubicBezTo>
                    <a:pt x="259" y="230"/>
                    <a:pt x="259" y="230"/>
                    <a:pt x="259" y="186"/>
                  </a:cubicBezTo>
                  <a:cubicBezTo>
                    <a:pt x="259" y="172"/>
                    <a:pt x="267" y="163"/>
                    <a:pt x="278" y="163"/>
                  </a:cubicBezTo>
                  <a:cubicBezTo>
                    <a:pt x="290" y="163"/>
                    <a:pt x="297" y="171"/>
                    <a:pt x="297" y="186"/>
                  </a:cubicBezTo>
                  <a:cubicBezTo>
                    <a:pt x="297" y="186"/>
                    <a:pt x="297" y="186"/>
                    <a:pt x="297" y="230"/>
                  </a:cubicBezTo>
                  <a:cubicBezTo>
                    <a:pt x="297" y="236"/>
                    <a:pt x="302" y="240"/>
                    <a:pt x="308" y="240"/>
                  </a:cubicBezTo>
                  <a:cubicBezTo>
                    <a:pt x="314" y="240"/>
                    <a:pt x="318" y="236"/>
                    <a:pt x="318" y="230"/>
                  </a:cubicBezTo>
                  <a:cubicBezTo>
                    <a:pt x="318" y="230"/>
                    <a:pt x="318" y="230"/>
                    <a:pt x="318" y="180"/>
                  </a:cubicBezTo>
                  <a:cubicBezTo>
                    <a:pt x="318" y="157"/>
                    <a:pt x="306" y="144"/>
                    <a:pt x="286" y="144"/>
                  </a:cubicBezTo>
                  <a:cubicBezTo>
                    <a:pt x="272" y="144"/>
                    <a:pt x="262" y="150"/>
                    <a:pt x="254" y="160"/>
                  </a:cubicBezTo>
                  <a:cubicBezTo>
                    <a:pt x="250" y="150"/>
                    <a:pt x="240" y="144"/>
                    <a:pt x="227" y="144"/>
                  </a:cubicBezTo>
                  <a:cubicBezTo>
                    <a:pt x="212" y="144"/>
                    <a:pt x="204" y="152"/>
                    <a:pt x="198" y="160"/>
                  </a:cubicBezTo>
                  <a:cubicBezTo>
                    <a:pt x="198" y="160"/>
                    <a:pt x="198" y="160"/>
                    <a:pt x="198" y="155"/>
                  </a:cubicBezTo>
                  <a:cubicBezTo>
                    <a:pt x="198" y="149"/>
                    <a:pt x="194" y="145"/>
                    <a:pt x="188" y="145"/>
                  </a:cubicBezTo>
                  <a:cubicBezTo>
                    <a:pt x="182" y="145"/>
                    <a:pt x="177" y="149"/>
                    <a:pt x="177" y="155"/>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900"/>
                <a:buFont typeface="Arial"/>
                <a:buNone/>
                <a:tabLst/>
                <a:defRPr/>
              </a:pPr>
              <a:endParaRPr kumimoji="0" sz="1900" b="0" i="0" u="none" strike="noStrike" kern="0" cap="none" spc="0" normalizeH="0" baseline="0" noProof="0" dirty="0">
                <a:ln>
                  <a:noFill/>
                </a:ln>
                <a:solidFill>
                  <a:srgbClr val="717074"/>
                </a:solidFill>
                <a:effectLst/>
                <a:uLnTx/>
                <a:uFillTx/>
                <a:latin typeface="Arial"/>
                <a:ea typeface="Arial"/>
                <a:cs typeface="Arial"/>
                <a:sym typeface="Arial"/>
              </a:endParaRPr>
            </a:p>
          </p:txBody>
        </p:sp>
      </p:grpSp>
      <p:grpSp>
        <p:nvGrpSpPr>
          <p:cNvPr id="12692" name="Google Shape;12692;p99"/>
          <p:cNvGrpSpPr/>
          <p:nvPr/>
        </p:nvGrpSpPr>
        <p:grpSpPr>
          <a:xfrm>
            <a:off x="3200500" y="3179946"/>
            <a:ext cx="1051619" cy="864294"/>
            <a:chOff x="2995027" y="3575644"/>
            <a:chExt cx="1051619" cy="864294"/>
          </a:xfrm>
        </p:grpSpPr>
        <p:grpSp>
          <p:nvGrpSpPr>
            <p:cNvPr id="12693" name="Google Shape;12693;p99"/>
            <p:cNvGrpSpPr/>
            <p:nvPr/>
          </p:nvGrpSpPr>
          <p:grpSpPr>
            <a:xfrm>
              <a:off x="2995027" y="3575644"/>
              <a:ext cx="1051619" cy="864294"/>
              <a:chOff x="2967962" y="3307853"/>
              <a:chExt cx="1311900" cy="1020900"/>
            </a:xfrm>
          </p:grpSpPr>
          <p:sp>
            <p:nvSpPr>
              <p:cNvPr id="12694" name="Google Shape;12694;p99"/>
              <p:cNvSpPr/>
              <p:nvPr/>
            </p:nvSpPr>
            <p:spPr>
              <a:xfrm>
                <a:off x="2967962" y="3307853"/>
                <a:ext cx="1311900" cy="1020900"/>
              </a:xfrm>
              <a:prstGeom prst="roundRect">
                <a:avLst>
                  <a:gd name="adj" fmla="val 6270"/>
                </a:avLst>
              </a:prstGeom>
              <a:solidFill>
                <a:schemeClr val="lt1"/>
              </a:solidFill>
              <a:ln w="12700" cap="flat" cmpd="sng">
                <a:solidFill>
                  <a:srgbClr val="005C8A"/>
                </a:solidFill>
                <a:prstDash val="solid"/>
                <a:miter lim="400000"/>
                <a:headEnd type="none" w="sm" len="sm"/>
                <a:tailEnd type="none" w="sm" len="sm"/>
              </a:ln>
            </p:spPr>
            <p:txBody>
              <a:bodyPr spcFirstLastPara="1" wrap="square" lIns="41050" tIns="328875" rIns="41050" bIns="82225" anchor="ctr" anchorCtr="0">
                <a:noAutofit/>
              </a:bodyPr>
              <a:lstStyle/>
              <a:p>
                <a:pPr marL="0" marR="0" lvl="0" indent="0" algn="l" defTabSz="914400" rtl="0" eaLnBrk="1" fontAlgn="auto" latinLnBrk="0" hangingPunct="1">
                  <a:lnSpc>
                    <a:spcPct val="80000"/>
                  </a:lnSpc>
                  <a:spcBef>
                    <a:spcPts val="0"/>
                  </a:spcBef>
                  <a:spcAft>
                    <a:spcPts val="0"/>
                  </a:spcAft>
                  <a:buClr>
                    <a:srgbClr val="000000"/>
                  </a:buClr>
                  <a:buSzPts val="900"/>
                  <a:buFont typeface="Arial"/>
                  <a:buNone/>
                  <a:tabLst/>
                  <a:defRPr/>
                </a:pPr>
                <a:endParaRPr kumimoji="0"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2695" name="Google Shape;12695;p99"/>
              <p:cNvSpPr txBox="1"/>
              <p:nvPr/>
            </p:nvSpPr>
            <p:spPr>
              <a:xfrm>
                <a:off x="2990321" y="3314416"/>
                <a:ext cx="1289400" cy="458100"/>
              </a:xfrm>
              <a:prstGeom prst="rect">
                <a:avLst/>
              </a:prstGeom>
              <a:noFill/>
              <a:ln>
                <a:noFill/>
              </a:ln>
            </p:spPr>
            <p:txBody>
              <a:bodyPr spcFirstLastPara="1" wrap="square" lIns="91400" tIns="91400" rIns="91400" bIns="914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sz="800" b="0" i="0" u="none" strike="noStrike" kern="0" cap="none" spc="0" normalizeH="0" baseline="0" noProof="0" dirty="0">
                    <a:ln>
                      <a:noFill/>
                    </a:ln>
                    <a:solidFill>
                      <a:srgbClr val="1B1D36"/>
                    </a:solidFill>
                    <a:effectLst/>
                    <a:uLnTx/>
                    <a:uFillTx/>
                    <a:latin typeface="Arial"/>
                    <a:ea typeface="Arial"/>
                    <a:cs typeface="Arial"/>
                    <a:sym typeface="Arial"/>
                  </a:rPr>
                  <a:t>vSphere Kubernetes Service (VKS)</a:t>
                </a:r>
                <a:endParaRPr kumimoji="0" sz="800" b="0" i="0" u="none" strike="noStrike" kern="0" cap="none" spc="0" normalizeH="0" baseline="0" noProof="0" dirty="0">
                  <a:ln>
                    <a:noFill/>
                  </a:ln>
                  <a:solidFill>
                    <a:srgbClr val="1B1D36"/>
                  </a:solidFill>
                  <a:effectLst/>
                  <a:uLnTx/>
                  <a:uFillTx/>
                  <a:latin typeface="Arial"/>
                  <a:ea typeface="Arial"/>
                  <a:cs typeface="Arial"/>
                  <a:sym typeface="Arial"/>
                </a:endParaRPr>
              </a:p>
            </p:txBody>
          </p:sp>
        </p:grpSp>
        <p:pic>
          <p:nvPicPr>
            <p:cNvPr id="12696" name="Google Shape;12696;p99"/>
            <p:cNvPicPr preferRelativeResize="0"/>
            <p:nvPr/>
          </p:nvPicPr>
          <p:blipFill rotWithShape="1">
            <a:blip r:embed="rId4">
              <a:alphaModFix/>
            </a:blip>
            <a:srcRect/>
            <a:stretch/>
          </p:blipFill>
          <p:spPr>
            <a:xfrm>
              <a:off x="3398948" y="4022187"/>
              <a:ext cx="339875" cy="339875"/>
            </a:xfrm>
            <a:prstGeom prst="rect">
              <a:avLst/>
            </a:prstGeom>
            <a:noFill/>
            <a:ln>
              <a:noFill/>
            </a:ln>
          </p:spPr>
        </p:pic>
        <p:sp>
          <p:nvSpPr>
            <p:cNvPr id="12697" name="Google Shape;12697;p99"/>
            <p:cNvSpPr/>
            <p:nvPr/>
          </p:nvSpPr>
          <p:spPr>
            <a:xfrm>
              <a:off x="3354028" y="4030180"/>
              <a:ext cx="200096" cy="315780"/>
            </a:xfrm>
            <a:custGeom>
              <a:avLst/>
              <a:gdLst/>
              <a:ahLst/>
              <a:cxnLst/>
              <a:rect l="l" t="t" r="r" b="b"/>
              <a:pathLst>
                <a:path w="168857" h="254661" extrusionOk="0">
                  <a:moveTo>
                    <a:pt x="130750" y="0"/>
                  </a:moveTo>
                  <a:lnTo>
                    <a:pt x="168857" y="18455"/>
                  </a:lnTo>
                  <a:lnTo>
                    <a:pt x="160847" y="22166"/>
                  </a:lnTo>
                  <a:lnTo>
                    <a:pt x="130750" y="7659"/>
                  </a:lnTo>
                  <a:lnTo>
                    <a:pt x="32004" y="55254"/>
                  </a:lnTo>
                  <a:lnTo>
                    <a:pt x="7659" y="162207"/>
                  </a:lnTo>
                  <a:lnTo>
                    <a:pt x="76043" y="247823"/>
                  </a:lnTo>
                  <a:lnTo>
                    <a:pt x="109554" y="247823"/>
                  </a:lnTo>
                  <a:lnTo>
                    <a:pt x="115177" y="254661"/>
                  </a:lnTo>
                  <a:lnTo>
                    <a:pt x="72487" y="254661"/>
                  </a:lnTo>
                  <a:lnTo>
                    <a:pt x="0" y="163848"/>
                  </a:lnTo>
                  <a:lnTo>
                    <a:pt x="25986" y="50604"/>
                  </a:lnTo>
                  <a:close/>
                </a:path>
              </a:pathLst>
            </a:custGeom>
            <a:solidFill>
              <a:schemeClr val="accent2"/>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2698" name="Google Shape;12698;p99"/>
            <p:cNvSpPr/>
            <p:nvPr/>
          </p:nvSpPr>
          <p:spPr>
            <a:xfrm>
              <a:off x="3297920" y="4023483"/>
              <a:ext cx="200096" cy="315780"/>
            </a:xfrm>
            <a:custGeom>
              <a:avLst/>
              <a:gdLst/>
              <a:ahLst/>
              <a:cxnLst/>
              <a:rect l="l" t="t" r="r" b="b"/>
              <a:pathLst>
                <a:path w="168857" h="254661" extrusionOk="0">
                  <a:moveTo>
                    <a:pt x="130750" y="0"/>
                  </a:moveTo>
                  <a:lnTo>
                    <a:pt x="168857" y="18455"/>
                  </a:lnTo>
                  <a:lnTo>
                    <a:pt x="160847" y="22166"/>
                  </a:lnTo>
                  <a:lnTo>
                    <a:pt x="130750" y="7659"/>
                  </a:lnTo>
                  <a:lnTo>
                    <a:pt x="32004" y="55254"/>
                  </a:lnTo>
                  <a:lnTo>
                    <a:pt x="7659" y="162207"/>
                  </a:lnTo>
                  <a:lnTo>
                    <a:pt x="76043" y="247823"/>
                  </a:lnTo>
                  <a:lnTo>
                    <a:pt x="109554" y="247823"/>
                  </a:lnTo>
                  <a:lnTo>
                    <a:pt x="115177" y="254661"/>
                  </a:lnTo>
                  <a:lnTo>
                    <a:pt x="72487" y="254661"/>
                  </a:lnTo>
                  <a:lnTo>
                    <a:pt x="0" y="163848"/>
                  </a:lnTo>
                  <a:lnTo>
                    <a:pt x="25986" y="50604"/>
                  </a:lnTo>
                  <a:close/>
                </a:path>
              </a:pathLst>
            </a:custGeom>
            <a:solidFill>
              <a:schemeClr val="accent2"/>
            </a:solidFill>
            <a:ln>
              <a:noFill/>
            </a:ln>
          </p:spPr>
          <p:txBody>
            <a:bodyPr spcFirstLastPara="1" wrap="square" lIns="91400" tIns="45675" rIns="91400" bIns="4567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 typeface="Arial"/>
                <a:buNone/>
                <a:tabLst/>
                <a:defRPr/>
              </a:pPr>
              <a:endParaRPr kumimoji="0" sz="1799" b="0" i="0" u="none" strike="noStrike" kern="0" cap="none" spc="0" normalizeH="0" baseline="0" noProof="0" dirty="0">
                <a:ln>
                  <a:noFill/>
                </a:ln>
                <a:solidFill>
                  <a:srgbClr val="000000"/>
                </a:solidFill>
                <a:effectLst/>
                <a:uLnTx/>
                <a:uFillTx/>
                <a:latin typeface="Arial"/>
                <a:ea typeface="Arial"/>
                <a:cs typeface="Arial"/>
                <a:sym typeface="Arial"/>
              </a:endParaRPr>
            </a:p>
          </p:txBody>
        </p:sp>
      </p:grpSp>
      <p:grpSp>
        <p:nvGrpSpPr>
          <p:cNvPr id="12699" name="Google Shape;12699;p99"/>
          <p:cNvGrpSpPr/>
          <p:nvPr/>
        </p:nvGrpSpPr>
        <p:grpSpPr>
          <a:xfrm>
            <a:off x="2082584" y="4082795"/>
            <a:ext cx="1051619" cy="864396"/>
            <a:chOff x="7037124" y="3307853"/>
            <a:chExt cx="1311900" cy="1020900"/>
          </a:xfrm>
        </p:grpSpPr>
        <p:sp>
          <p:nvSpPr>
            <p:cNvPr id="12700" name="Google Shape;12700;p99"/>
            <p:cNvSpPr/>
            <p:nvPr/>
          </p:nvSpPr>
          <p:spPr>
            <a:xfrm>
              <a:off x="7037124" y="3307853"/>
              <a:ext cx="1311900" cy="1020900"/>
            </a:xfrm>
            <a:prstGeom prst="roundRect">
              <a:avLst>
                <a:gd name="adj" fmla="val 6270"/>
              </a:avLst>
            </a:prstGeom>
            <a:solidFill>
              <a:schemeClr val="lt1"/>
            </a:solidFill>
            <a:ln w="12700" cap="flat" cmpd="sng">
              <a:solidFill>
                <a:srgbClr val="005C8A"/>
              </a:solidFill>
              <a:prstDash val="solid"/>
              <a:miter lim="400000"/>
              <a:headEnd type="none" w="sm" len="sm"/>
              <a:tailEnd type="none" w="sm" len="sm"/>
            </a:ln>
          </p:spPr>
          <p:txBody>
            <a:bodyPr spcFirstLastPara="1" wrap="square" lIns="41050" tIns="328875" rIns="41050" bIns="82225" anchor="ctr" anchorCtr="0">
              <a:noAutofit/>
            </a:bodyPr>
            <a:lstStyle/>
            <a:p>
              <a:pPr marL="0" marR="0" lvl="0" indent="0" algn="l" defTabSz="914400" rtl="0" eaLnBrk="1" fontAlgn="auto" latinLnBrk="0" hangingPunct="1">
                <a:lnSpc>
                  <a:spcPct val="80000"/>
                </a:lnSpc>
                <a:spcBef>
                  <a:spcPts val="0"/>
                </a:spcBef>
                <a:spcAft>
                  <a:spcPts val="0"/>
                </a:spcAft>
                <a:buClr>
                  <a:srgbClr val="000000"/>
                </a:buClr>
                <a:buSzPts val="900"/>
                <a:buFont typeface="Arial"/>
                <a:buNone/>
                <a:tabLst/>
                <a:defRPr/>
              </a:pPr>
              <a:endParaRPr kumimoji="0"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2701" name="Google Shape;12701;p99"/>
            <p:cNvSpPr/>
            <p:nvPr/>
          </p:nvSpPr>
          <p:spPr>
            <a:xfrm>
              <a:off x="7147815" y="3318810"/>
              <a:ext cx="1090500" cy="401400"/>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800" b="0" i="0" u="none" strike="noStrike" kern="0" cap="none" spc="0" normalizeH="0" baseline="0" noProof="0" dirty="0">
                  <a:ln>
                    <a:noFill/>
                  </a:ln>
                  <a:solidFill>
                    <a:srgbClr val="000000"/>
                  </a:solidFill>
                  <a:effectLst/>
                  <a:uLnTx/>
                  <a:uFillTx/>
                  <a:latin typeface="Arial"/>
                  <a:ea typeface="Arial"/>
                  <a:cs typeface="Arial"/>
                  <a:sym typeface="Arial"/>
                </a:rPr>
                <a:t>Network Service</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2702" name="Google Shape;12702;p99"/>
            <p:cNvSpPr/>
            <p:nvPr/>
          </p:nvSpPr>
          <p:spPr>
            <a:xfrm>
              <a:off x="7493406" y="3789189"/>
              <a:ext cx="422660" cy="418749"/>
            </a:xfrm>
            <a:custGeom>
              <a:avLst/>
              <a:gdLst/>
              <a:ahLst/>
              <a:cxnLst/>
              <a:rect l="l" t="t" r="r" b="b"/>
              <a:pathLst>
                <a:path w="1134658" h="1124158" extrusionOk="0">
                  <a:moveTo>
                    <a:pt x="7193" y="95826"/>
                  </a:moveTo>
                  <a:cubicBezTo>
                    <a:pt x="14347" y="65926"/>
                    <a:pt x="44430" y="47491"/>
                    <a:pt x="74330" y="54645"/>
                  </a:cubicBezTo>
                  <a:cubicBezTo>
                    <a:pt x="103771" y="61707"/>
                    <a:pt x="122023" y="90965"/>
                    <a:pt x="115694" y="120406"/>
                  </a:cubicBezTo>
                  <a:lnTo>
                    <a:pt x="290232" y="215976"/>
                  </a:lnTo>
                  <a:lnTo>
                    <a:pt x="290232" y="365016"/>
                  </a:lnTo>
                  <a:cubicBezTo>
                    <a:pt x="279776" y="371620"/>
                    <a:pt x="269779" y="379049"/>
                    <a:pt x="260424" y="387120"/>
                  </a:cubicBezTo>
                  <a:lnTo>
                    <a:pt x="260424" y="233585"/>
                  </a:lnTo>
                  <a:lnTo>
                    <a:pt x="101753" y="146729"/>
                  </a:lnTo>
                  <a:cubicBezTo>
                    <a:pt x="88546" y="160762"/>
                    <a:pt x="68552" y="167733"/>
                    <a:pt x="48374" y="162872"/>
                  </a:cubicBezTo>
                  <a:cubicBezTo>
                    <a:pt x="18566" y="155718"/>
                    <a:pt x="39" y="125726"/>
                    <a:pt x="7193" y="95826"/>
                  </a:cubicBezTo>
                  <a:close/>
                  <a:moveTo>
                    <a:pt x="491918" y="109767"/>
                  </a:moveTo>
                  <a:cubicBezTo>
                    <a:pt x="492377" y="109859"/>
                    <a:pt x="492927" y="109859"/>
                    <a:pt x="493386" y="109951"/>
                  </a:cubicBezTo>
                  <a:lnTo>
                    <a:pt x="502099" y="323835"/>
                  </a:lnTo>
                  <a:cubicBezTo>
                    <a:pt x="510445" y="309344"/>
                    <a:pt x="519984" y="295861"/>
                    <a:pt x="530256" y="283296"/>
                  </a:cubicBezTo>
                  <a:lnTo>
                    <a:pt x="523102" y="108116"/>
                  </a:lnTo>
                  <a:cubicBezTo>
                    <a:pt x="540345" y="102063"/>
                    <a:pt x="554378" y="87755"/>
                    <a:pt x="558963" y="68586"/>
                  </a:cubicBezTo>
                  <a:cubicBezTo>
                    <a:pt x="566117" y="38686"/>
                    <a:pt x="547682" y="8695"/>
                    <a:pt x="517782" y="1541"/>
                  </a:cubicBezTo>
                  <a:cubicBezTo>
                    <a:pt x="487883" y="-5613"/>
                    <a:pt x="457891" y="12822"/>
                    <a:pt x="450737" y="42722"/>
                  </a:cubicBezTo>
                  <a:cubicBezTo>
                    <a:pt x="443583" y="72622"/>
                    <a:pt x="462018" y="102613"/>
                    <a:pt x="491918" y="109767"/>
                  </a:cubicBezTo>
                  <a:close/>
                  <a:moveTo>
                    <a:pt x="1042955" y="1018959"/>
                  </a:moveTo>
                  <a:cubicBezTo>
                    <a:pt x="1035342" y="1015107"/>
                    <a:pt x="1027363" y="1013273"/>
                    <a:pt x="1019384" y="1012998"/>
                  </a:cubicBezTo>
                  <a:lnTo>
                    <a:pt x="979212" y="888262"/>
                  </a:lnTo>
                  <a:cubicBezTo>
                    <a:pt x="974442" y="888629"/>
                    <a:pt x="969765" y="889088"/>
                    <a:pt x="964904" y="889088"/>
                  </a:cubicBezTo>
                  <a:cubicBezTo>
                    <a:pt x="964904" y="889088"/>
                    <a:pt x="961785" y="889088"/>
                    <a:pt x="960226" y="888996"/>
                  </a:cubicBezTo>
                  <a:cubicBezTo>
                    <a:pt x="958759" y="888996"/>
                    <a:pt x="954540" y="888996"/>
                    <a:pt x="948119" y="888905"/>
                  </a:cubicBezTo>
                  <a:lnTo>
                    <a:pt x="990309" y="1019968"/>
                  </a:lnTo>
                  <a:cubicBezTo>
                    <a:pt x="981046" y="1025104"/>
                    <a:pt x="973250" y="1032992"/>
                    <a:pt x="968022" y="1043081"/>
                  </a:cubicBezTo>
                  <a:cubicBezTo>
                    <a:pt x="953989" y="1070413"/>
                    <a:pt x="964812" y="1103981"/>
                    <a:pt x="992144" y="1118014"/>
                  </a:cubicBezTo>
                  <a:cubicBezTo>
                    <a:pt x="1019475" y="1132047"/>
                    <a:pt x="1053044" y="1121224"/>
                    <a:pt x="1067077" y="1093892"/>
                  </a:cubicBezTo>
                  <a:cubicBezTo>
                    <a:pt x="1081109" y="1066561"/>
                    <a:pt x="1070287" y="1032992"/>
                    <a:pt x="1042955" y="1018959"/>
                  </a:cubicBezTo>
                  <a:close/>
                  <a:moveTo>
                    <a:pt x="603171" y="980347"/>
                  </a:moveTo>
                  <a:lnTo>
                    <a:pt x="603171" y="890005"/>
                  </a:lnTo>
                  <a:cubicBezTo>
                    <a:pt x="593541" y="890005"/>
                    <a:pt x="583910" y="890097"/>
                    <a:pt x="574188" y="890097"/>
                  </a:cubicBezTo>
                  <a:cubicBezTo>
                    <a:pt x="573913" y="890097"/>
                    <a:pt x="573638" y="890097"/>
                    <a:pt x="573363" y="890097"/>
                  </a:cubicBezTo>
                  <a:lnTo>
                    <a:pt x="573363" y="980347"/>
                  </a:lnTo>
                  <a:cubicBezTo>
                    <a:pt x="554469" y="985574"/>
                    <a:pt x="538877" y="1000433"/>
                    <a:pt x="533925" y="1020794"/>
                  </a:cubicBezTo>
                  <a:cubicBezTo>
                    <a:pt x="526771" y="1050694"/>
                    <a:pt x="545206" y="1080685"/>
                    <a:pt x="575106" y="1087839"/>
                  </a:cubicBezTo>
                  <a:cubicBezTo>
                    <a:pt x="605005" y="1094993"/>
                    <a:pt x="634997" y="1076558"/>
                    <a:pt x="642151" y="1046658"/>
                  </a:cubicBezTo>
                  <a:cubicBezTo>
                    <a:pt x="649213" y="1017492"/>
                    <a:pt x="631787" y="988418"/>
                    <a:pt x="603171" y="980347"/>
                  </a:cubicBezTo>
                  <a:close/>
                  <a:moveTo>
                    <a:pt x="196589" y="891197"/>
                  </a:moveTo>
                  <a:cubicBezTo>
                    <a:pt x="188976" y="891197"/>
                    <a:pt x="183382" y="891197"/>
                    <a:pt x="179896" y="891197"/>
                  </a:cubicBezTo>
                  <a:lnTo>
                    <a:pt x="86345" y="984749"/>
                  </a:lnTo>
                  <a:cubicBezTo>
                    <a:pt x="78824" y="980897"/>
                    <a:pt x="70386" y="978512"/>
                    <a:pt x="61306" y="978512"/>
                  </a:cubicBezTo>
                  <a:cubicBezTo>
                    <a:pt x="30581" y="978512"/>
                    <a:pt x="5634" y="1003459"/>
                    <a:pt x="5634" y="1034185"/>
                  </a:cubicBezTo>
                  <a:cubicBezTo>
                    <a:pt x="5634" y="1064910"/>
                    <a:pt x="30581" y="1089857"/>
                    <a:pt x="61306" y="1089857"/>
                  </a:cubicBezTo>
                  <a:cubicBezTo>
                    <a:pt x="92031" y="1089857"/>
                    <a:pt x="116978" y="1064910"/>
                    <a:pt x="116978" y="1034185"/>
                  </a:cubicBezTo>
                  <a:cubicBezTo>
                    <a:pt x="116978" y="1023362"/>
                    <a:pt x="113768" y="1013365"/>
                    <a:pt x="108449" y="1004835"/>
                  </a:cubicBezTo>
                  <a:lnTo>
                    <a:pt x="221994" y="891197"/>
                  </a:lnTo>
                  <a:cubicBezTo>
                    <a:pt x="212089" y="891197"/>
                    <a:pt x="203559" y="891197"/>
                    <a:pt x="196589" y="891197"/>
                  </a:cubicBezTo>
                  <a:close/>
                  <a:moveTo>
                    <a:pt x="797611" y="130037"/>
                  </a:moveTo>
                  <a:lnTo>
                    <a:pt x="990584" y="130037"/>
                  </a:lnTo>
                  <a:cubicBezTo>
                    <a:pt x="996546" y="147555"/>
                    <a:pt x="1010946" y="161771"/>
                    <a:pt x="1030206" y="166357"/>
                  </a:cubicBezTo>
                  <a:cubicBezTo>
                    <a:pt x="1060106" y="173511"/>
                    <a:pt x="1090098" y="155076"/>
                    <a:pt x="1097252" y="125176"/>
                  </a:cubicBezTo>
                  <a:cubicBezTo>
                    <a:pt x="1104406" y="95276"/>
                    <a:pt x="1085970" y="65284"/>
                    <a:pt x="1056071" y="58131"/>
                  </a:cubicBezTo>
                  <a:cubicBezTo>
                    <a:pt x="1026171" y="50977"/>
                    <a:pt x="996179" y="69412"/>
                    <a:pt x="989025" y="99312"/>
                  </a:cubicBezTo>
                  <a:cubicBezTo>
                    <a:pt x="988934" y="99587"/>
                    <a:pt x="988934" y="99954"/>
                    <a:pt x="988934" y="100229"/>
                  </a:cubicBezTo>
                  <a:lnTo>
                    <a:pt x="767803" y="100229"/>
                  </a:lnTo>
                  <a:lnTo>
                    <a:pt x="767803" y="184975"/>
                  </a:lnTo>
                  <a:cubicBezTo>
                    <a:pt x="777892" y="186259"/>
                    <a:pt x="787798" y="188277"/>
                    <a:pt x="797611" y="190662"/>
                  </a:cubicBezTo>
                  <a:lnTo>
                    <a:pt x="797611" y="130037"/>
                  </a:lnTo>
                  <a:close/>
                  <a:moveTo>
                    <a:pt x="957658" y="859188"/>
                  </a:moveTo>
                  <a:cubicBezTo>
                    <a:pt x="955457" y="859188"/>
                    <a:pt x="948853" y="859096"/>
                    <a:pt x="938489" y="859096"/>
                  </a:cubicBezTo>
                  <a:cubicBezTo>
                    <a:pt x="829162" y="859096"/>
                    <a:pt x="303806" y="861389"/>
                    <a:pt x="193287" y="861389"/>
                  </a:cubicBezTo>
                  <a:cubicBezTo>
                    <a:pt x="182831" y="861389"/>
                    <a:pt x="176044" y="861389"/>
                    <a:pt x="173751" y="861298"/>
                  </a:cubicBezTo>
                  <a:cubicBezTo>
                    <a:pt x="81942" y="858821"/>
                    <a:pt x="-2071" y="774442"/>
                    <a:pt x="39" y="682174"/>
                  </a:cubicBezTo>
                  <a:cubicBezTo>
                    <a:pt x="2240" y="591374"/>
                    <a:pt x="76348" y="519101"/>
                    <a:pt x="166322" y="519101"/>
                  </a:cubicBezTo>
                  <a:cubicBezTo>
                    <a:pt x="167698" y="519101"/>
                    <a:pt x="169074" y="519101"/>
                    <a:pt x="170358" y="519193"/>
                  </a:cubicBezTo>
                  <a:cubicBezTo>
                    <a:pt x="184482" y="519468"/>
                    <a:pt x="198331" y="521394"/>
                    <a:pt x="211355" y="525063"/>
                  </a:cubicBezTo>
                  <a:cubicBezTo>
                    <a:pt x="231900" y="429218"/>
                    <a:pt x="315729" y="358229"/>
                    <a:pt x="415609" y="358229"/>
                  </a:cubicBezTo>
                  <a:cubicBezTo>
                    <a:pt x="417352" y="358229"/>
                    <a:pt x="419095" y="358229"/>
                    <a:pt x="420746" y="358321"/>
                  </a:cubicBezTo>
                  <a:cubicBezTo>
                    <a:pt x="451196" y="359146"/>
                    <a:pt x="479720" y="366117"/>
                    <a:pt x="505492" y="378590"/>
                  </a:cubicBezTo>
                  <a:cubicBezTo>
                    <a:pt x="543280" y="281095"/>
                    <a:pt x="631053" y="212857"/>
                    <a:pt x="732492" y="212857"/>
                  </a:cubicBezTo>
                  <a:cubicBezTo>
                    <a:pt x="734510" y="212857"/>
                    <a:pt x="736528" y="212857"/>
                    <a:pt x="738546" y="212949"/>
                  </a:cubicBezTo>
                  <a:cubicBezTo>
                    <a:pt x="864015" y="215976"/>
                    <a:pt x="965087" y="321909"/>
                    <a:pt x="977285" y="456091"/>
                  </a:cubicBezTo>
                  <a:cubicBezTo>
                    <a:pt x="1067443" y="464713"/>
                    <a:pt x="1137332" y="553862"/>
                    <a:pt x="1134580" y="661721"/>
                  </a:cubicBezTo>
                  <a:cubicBezTo>
                    <a:pt x="1132196" y="771323"/>
                    <a:pt x="1054695" y="859372"/>
                    <a:pt x="961418" y="859372"/>
                  </a:cubicBezTo>
                  <a:cubicBezTo>
                    <a:pt x="960318" y="859280"/>
                    <a:pt x="958942" y="859280"/>
                    <a:pt x="957658" y="859188"/>
                  </a:cubicBezTo>
                  <a:close/>
                  <a:moveTo>
                    <a:pt x="938489" y="829380"/>
                  </a:moveTo>
                  <a:cubicBezTo>
                    <a:pt x="949220" y="829380"/>
                    <a:pt x="956007" y="829380"/>
                    <a:pt x="958300" y="829472"/>
                  </a:cubicBezTo>
                  <a:cubicBezTo>
                    <a:pt x="959492" y="829472"/>
                    <a:pt x="960593" y="829472"/>
                    <a:pt x="961602" y="829472"/>
                  </a:cubicBezTo>
                  <a:cubicBezTo>
                    <a:pt x="1038644" y="829472"/>
                    <a:pt x="1102938" y="753897"/>
                    <a:pt x="1105048" y="660987"/>
                  </a:cubicBezTo>
                  <a:cubicBezTo>
                    <a:pt x="1107340" y="569821"/>
                    <a:pt x="1050109" y="492870"/>
                    <a:pt x="974717" y="485716"/>
                  </a:cubicBezTo>
                  <a:lnTo>
                    <a:pt x="950137" y="483331"/>
                  </a:lnTo>
                  <a:lnTo>
                    <a:pt x="947936" y="458751"/>
                  </a:lnTo>
                  <a:cubicBezTo>
                    <a:pt x="936930" y="338235"/>
                    <a:pt x="846772" y="245325"/>
                    <a:pt x="738087" y="242757"/>
                  </a:cubicBezTo>
                  <a:cubicBezTo>
                    <a:pt x="736253" y="242665"/>
                    <a:pt x="734510" y="242665"/>
                    <a:pt x="732767" y="242665"/>
                  </a:cubicBezTo>
                  <a:cubicBezTo>
                    <a:pt x="646278" y="242665"/>
                    <a:pt x="568135" y="300264"/>
                    <a:pt x="533558" y="389321"/>
                  </a:cubicBezTo>
                  <a:lnTo>
                    <a:pt x="521910" y="419496"/>
                  </a:lnTo>
                  <a:lnTo>
                    <a:pt x="492835" y="405372"/>
                  </a:lnTo>
                  <a:cubicBezTo>
                    <a:pt x="470640" y="394641"/>
                    <a:pt x="446151" y="388771"/>
                    <a:pt x="420287" y="388037"/>
                  </a:cubicBezTo>
                  <a:cubicBezTo>
                    <a:pt x="418911" y="388037"/>
                    <a:pt x="417444" y="387945"/>
                    <a:pt x="415976" y="387945"/>
                  </a:cubicBezTo>
                  <a:cubicBezTo>
                    <a:pt x="332330" y="387945"/>
                    <a:pt x="258681" y="448204"/>
                    <a:pt x="240888" y="531208"/>
                  </a:cubicBezTo>
                  <a:lnTo>
                    <a:pt x="234285" y="562116"/>
                  </a:lnTo>
                  <a:lnTo>
                    <a:pt x="203834" y="553678"/>
                  </a:lnTo>
                  <a:cubicBezTo>
                    <a:pt x="193287" y="550743"/>
                    <a:pt x="182006" y="549184"/>
                    <a:pt x="170174" y="548909"/>
                  </a:cubicBezTo>
                  <a:cubicBezTo>
                    <a:pt x="168890" y="548909"/>
                    <a:pt x="167790" y="548909"/>
                    <a:pt x="166689" y="548909"/>
                  </a:cubicBezTo>
                  <a:cubicBezTo>
                    <a:pt x="93224" y="548909"/>
                    <a:pt x="31956" y="609076"/>
                    <a:pt x="30214" y="682908"/>
                  </a:cubicBezTo>
                  <a:cubicBezTo>
                    <a:pt x="28471" y="757199"/>
                    <a:pt x="98818" y="829472"/>
                    <a:pt x="174944" y="831581"/>
                  </a:cubicBezTo>
                  <a:cubicBezTo>
                    <a:pt x="176961" y="831581"/>
                    <a:pt x="183473" y="831673"/>
                    <a:pt x="193654" y="831673"/>
                  </a:cubicBezTo>
                  <a:cubicBezTo>
                    <a:pt x="248959" y="831673"/>
                    <a:pt x="411024" y="831123"/>
                    <a:pt x="567768" y="830572"/>
                  </a:cubicBezTo>
                  <a:cubicBezTo>
                    <a:pt x="723045" y="829930"/>
                    <a:pt x="883917" y="829380"/>
                    <a:pt x="938489" y="829380"/>
                  </a:cubicBezTo>
                  <a:close/>
                </a:path>
              </a:pathLst>
            </a:custGeom>
            <a:solidFill>
              <a:schemeClr val="accent2"/>
            </a:solidFill>
            <a:ln>
              <a:noFill/>
            </a:ln>
          </p:spPr>
          <p:txBody>
            <a:bodyPr spcFirstLastPara="1" wrap="square" lIns="91375" tIns="45650" rIns="91375" bIns="4565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6"/>
                <a:buFont typeface="Arial"/>
                <a:buNone/>
                <a:tabLst/>
                <a:defRPr/>
              </a:pPr>
              <a:endParaRPr kumimoji="0" sz="1795" b="0" i="0" u="none" strike="noStrike" kern="0" cap="none" spc="0" normalizeH="0" baseline="0" noProof="0" dirty="0">
                <a:ln>
                  <a:noFill/>
                </a:ln>
                <a:solidFill>
                  <a:srgbClr val="717074"/>
                </a:solidFill>
                <a:effectLst/>
                <a:uLnTx/>
                <a:uFillTx/>
                <a:latin typeface="Arial"/>
                <a:ea typeface="Arial"/>
                <a:cs typeface="Arial"/>
                <a:sym typeface="Arial"/>
              </a:endParaRPr>
            </a:p>
          </p:txBody>
        </p:sp>
      </p:grpSp>
      <p:grpSp>
        <p:nvGrpSpPr>
          <p:cNvPr id="12703" name="Google Shape;12703;p99"/>
          <p:cNvGrpSpPr/>
          <p:nvPr/>
        </p:nvGrpSpPr>
        <p:grpSpPr>
          <a:xfrm>
            <a:off x="3193196" y="4082795"/>
            <a:ext cx="1051619" cy="864396"/>
            <a:chOff x="7682466" y="3571756"/>
            <a:chExt cx="1051619" cy="864396"/>
          </a:xfrm>
        </p:grpSpPr>
        <p:grpSp>
          <p:nvGrpSpPr>
            <p:cNvPr id="12704" name="Google Shape;12704;p99"/>
            <p:cNvGrpSpPr/>
            <p:nvPr/>
          </p:nvGrpSpPr>
          <p:grpSpPr>
            <a:xfrm>
              <a:off x="7682466" y="3571756"/>
              <a:ext cx="1051619" cy="864396"/>
              <a:chOff x="8393511" y="3307853"/>
              <a:chExt cx="1311900" cy="1020900"/>
            </a:xfrm>
          </p:grpSpPr>
          <p:sp>
            <p:nvSpPr>
              <p:cNvPr id="12705" name="Google Shape;12705;p99"/>
              <p:cNvSpPr/>
              <p:nvPr/>
            </p:nvSpPr>
            <p:spPr>
              <a:xfrm>
                <a:off x="8393511" y="3307853"/>
                <a:ext cx="1311900" cy="1020900"/>
              </a:xfrm>
              <a:prstGeom prst="roundRect">
                <a:avLst>
                  <a:gd name="adj" fmla="val 6270"/>
                </a:avLst>
              </a:prstGeom>
              <a:solidFill>
                <a:schemeClr val="lt1"/>
              </a:solidFill>
              <a:ln w="12700" cap="flat" cmpd="sng">
                <a:solidFill>
                  <a:srgbClr val="005C8A"/>
                </a:solidFill>
                <a:prstDash val="solid"/>
                <a:miter lim="400000"/>
                <a:headEnd type="none" w="sm" len="sm"/>
                <a:tailEnd type="none" w="sm" len="sm"/>
              </a:ln>
            </p:spPr>
            <p:txBody>
              <a:bodyPr spcFirstLastPara="1" wrap="square" lIns="41050" tIns="328875" rIns="41050" bIns="82225" anchor="ctr" anchorCtr="0">
                <a:noAutofit/>
              </a:bodyPr>
              <a:lstStyle/>
              <a:p>
                <a:pPr marL="0" marR="0" lvl="0" indent="0" algn="l" defTabSz="914400" rtl="0" eaLnBrk="1" fontAlgn="auto" latinLnBrk="0" hangingPunct="1">
                  <a:lnSpc>
                    <a:spcPct val="80000"/>
                  </a:lnSpc>
                  <a:spcBef>
                    <a:spcPts val="0"/>
                  </a:spcBef>
                  <a:spcAft>
                    <a:spcPts val="0"/>
                  </a:spcAft>
                  <a:buClr>
                    <a:srgbClr val="000000"/>
                  </a:buClr>
                  <a:buSzPts val="900"/>
                  <a:buFont typeface="Arial"/>
                  <a:buNone/>
                  <a:tabLst/>
                  <a:defRPr/>
                </a:pPr>
                <a:endParaRPr kumimoji="0"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2706" name="Google Shape;12706;p99"/>
              <p:cNvSpPr/>
              <p:nvPr/>
            </p:nvSpPr>
            <p:spPr>
              <a:xfrm>
                <a:off x="8405214" y="3310894"/>
                <a:ext cx="1263000" cy="401400"/>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800" b="0" i="0" u="none" strike="noStrike" kern="0" cap="none" spc="0" normalizeH="0" baseline="0" noProof="0" dirty="0">
                    <a:ln>
                      <a:noFill/>
                    </a:ln>
                    <a:solidFill>
                      <a:srgbClr val="000000"/>
                    </a:solidFill>
                    <a:effectLst/>
                    <a:uLnTx/>
                    <a:uFillTx/>
                    <a:latin typeface="Arial"/>
                    <a:ea typeface="Arial"/>
                    <a:cs typeface="Arial"/>
                    <a:sym typeface="Arial"/>
                  </a:rPr>
                  <a:t>Volume Service</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grpSp>
        <p:pic>
          <p:nvPicPr>
            <p:cNvPr id="12707" name="Google Shape;12707;p99" descr="vSAN Database&#10;"/>
            <p:cNvPicPr preferRelativeResize="0"/>
            <p:nvPr/>
          </p:nvPicPr>
          <p:blipFill rotWithShape="1">
            <a:blip r:embed="rId5">
              <a:alphaModFix/>
            </a:blip>
            <a:srcRect/>
            <a:stretch/>
          </p:blipFill>
          <p:spPr>
            <a:xfrm>
              <a:off x="8025076" y="3946014"/>
              <a:ext cx="339877" cy="339792"/>
            </a:xfrm>
            <a:prstGeom prst="rect">
              <a:avLst/>
            </a:prstGeom>
            <a:solidFill>
              <a:srgbClr val="FFFFFF"/>
            </a:solidFill>
            <a:ln>
              <a:noFill/>
            </a:ln>
          </p:spPr>
        </p:pic>
      </p:grpSp>
      <p:grpSp>
        <p:nvGrpSpPr>
          <p:cNvPr id="12708" name="Google Shape;12708;p99"/>
          <p:cNvGrpSpPr/>
          <p:nvPr/>
        </p:nvGrpSpPr>
        <p:grpSpPr>
          <a:xfrm>
            <a:off x="4297645" y="3179946"/>
            <a:ext cx="1051619" cy="864396"/>
            <a:chOff x="8393511" y="3307853"/>
            <a:chExt cx="1311900" cy="1020900"/>
          </a:xfrm>
        </p:grpSpPr>
        <p:sp>
          <p:nvSpPr>
            <p:cNvPr id="12709" name="Google Shape;12709;p99"/>
            <p:cNvSpPr/>
            <p:nvPr/>
          </p:nvSpPr>
          <p:spPr>
            <a:xfrm>
              <a:off x="8393511" y="3307853"/>
              <a:ext cx="1311900" cy="1020900"/>
            </a:xfrm>
            <a:prstGeom prst="roundRect">
              <a:avLst>
                <a:gd name="adj" fmla="val 6270"/>
              </a:avLst>
            </a:prstGeom>
            <a:solidFill>
              <a:schemeClr val="lt1"/>
            </a:solidFill>
            <a:ln w="12700" cap="flat" cmpd="sng">
              <a:solidFill>
                <a:srgbClr val="005C8A"/>
              </a:solidFill>
              <a:prstDash val="solid"/>
              <a:miter lim="400000"/>
              <a:headEnd type="none" w="sm" len="sm"/>
              <a:tailEnd type="none" w="sm" len="sm"/>
            </a:ln>
          </p:spPr>
          <p:txBody>
            <a:bodyPr spcFirstLastPara="1" wrap="square" lIns="41050" tIns="328875" rIns="41050" bIns="82225" anchor="ctr" anchorCtr="0">
              <a:noAutofit/>
            </a:bodyPr>
            <a:lstStyle/>
            <a:p>
              <a:pPr marL="0" marR="0" lvl="0" indent="0" algn="l" defTabSz="914400" rtl="0" eaLnBrk="1" fontAlgn="auto" latinLnBrk="0" hangingPunct="1">
                <a:lnSpc>
                  <a:spcPct val="80000"/>
                </a:lnSpc>
                <a:spcBef>
                  <a:spcPts val="0"/>
                </a:spcBef>
                <a:spcAft>
                  <a:spcPts val="0"/>
                </a:spcAft>
                <a:buClr>
                  <a:srgbClr val="000000"/>
                </a:buClr>
                <a:buSzPts val="900"/>
                <a:buFont typeface="Arial"/>
                <a:buNone/>
                <a:tabLst/>
                <a:defRPr/>
              </a:pPr>
              <a:endParaRPr kumimoji="0"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2710" name="Google Shape;12710;p99"/>
            <p:cNvSpPr/>
            <p:nvPr/>
          </p:nvSpPr>
          <p:spPr>
            <a:xfrm>
              <a:off x="8405214" y="3310894"/>
              <a:ext cx="1263000" cy="401400"/>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800" b="0" i="0" u="none" strike="noStrike" kern="0" cap="none" spc="0" normalizeH="0" baseline="0" noProof="0" dirty="0">
                  <a:ln>
                    <a:noFill/>
                  </a:ln>
                  <a:solidFill>
                    <a:srgbClr val="000000"/>
                  </a:solidFill>
                  <a:effectLst/>
                  <a:uLnTx/>
                  <a:uFillTx/>
                  <a:latin typeface="Arial"/>
                  <a:ea typeface="Arial"/>
                  <a:cs typeface="Arial"/>
                  <a:sym typeface="Arial"/>
                </a:rPr>
                <a:t>VM Image</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grpSp>
      <p:sp>
        <p:nvSpPr>
          <p:cNvPr id="12711" name="Google Shape;12711;p99"/>
          <p:cNvSpPr/>
          <p:nvPr/>
        </p:nvSpPr>
        <p:spPr>
          <a:xfrm>
            <a:off x="5601924" y="2916882"/>
            <a:ext cx="4671630" cy="2078228"/>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Arial"/>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2712" name="Google Shape;12712;p99"/>
          <p:cNvSpPr txBox="1"/>
          <p:nvPr/>
        </p:nvSpPr>
        <p:spPr>
          <a:xfrm>
            <a:off x="7070480" y="2864127"/>
            <a:ext cx="1734518" cy="353913"/>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en-US" sz="1050" b="0" i="0" u="none" strike="noStrike" kern="0" cap="none" spc="0" normalizeH="0" baseline="0" noProof="0" dirty="0">
                <a:ln>
                  <a:noFill/>
                </a:ln>
                <a:solidFill>
                  <a:srgbClr val="000000"/>
                </a:solidFill>
                <a:effectLst/>
                <a:uLnTx/>
                <a:uFillTx/>
                <a:latin typeface="Arial"/>
                <a:ea typeface="Arial"/>
                <a:cs typeface="Arial"/>
                <a:sym typeface="Arial"/>
              </a:rPr>
              <a:t>Extensible Services</a:t>
            </a:r>
            <a:endParaRPr kumimoji="0" sz="1050" b="0" i="0" u="none" strike="noStrike" kern="0" cap="none" spc="0" normalizeH="0" baseline="0" noProof="0" dirty="0">
              <a:ln>
                <a:noFill/>
              </a:ln>
              <a:solidFill>
                <a:srgbClr val="000000"/>
              </a:solidFill>
              <a:effectLst/>
              <a:uLnTx/>
              <a:uFillTx/>
              <a:latin typeface="Arial"/>
              <a:ea typeface="Arial"/>
              <a:cs typeface="Arial"/>
              <a:sym typeface="Arial"/>
            </a:endParaRPr>
          </a:p>
        </p:txBody>
      </p:sp>
      <p:grpSp>
        <p:nvGrpSpPr>
          <p:cNvPr id="12713" name="Google Shape;12713;p99"/>
          <p:cNvGrpSpPr/>
          <p:nvPr/>
        </p:nvGrpSpPr>
        <p:grpSpPr>
          <a:xfrm>
            <a:off x="5775415" y="3179946"/>
            <a:ext cx="1051500" cy="868800"/>
            <a:chOff x="10063041" y="3571756"/>
            <a:chExt cx="1051500" cy="868800"/>
          </a:xfrm>
        </p:grpSpPr>
        <p:sp>
          <p:nvSpPr>
            <p:cNvPr id="12714" name="Google Shape;12714;p99"/>
            <p:cNvSpPr/>
            <p:nvPr/>
          </p:nvSpPr>
          <p:spPr>
            <a:xfrm>
              <a:off x="10063041" y="3571756"/>
              <a:ext cx="1051500" cy="868800"/>
            </a:xfrm>
            <a:prstGeom prst="roundRect">
              <a:avLst>
                <a:gd name="adj" fmla="val 6270"/>
              </a:avLst>
            </a:prstGeom>
            <a:solidFill>
              <a:schemeClr val="lt1"/>
            </a:solidFill>
            <a:ln w="12700" cap="flat" cmpd="sng">
              <a:solidFill>
                <a:srgbClr val="005C8A"/>
              </a:solidFill>
              <a:prstDash val="solid"/>
              <a:miter lim="400000"/>
              <a:headEnd type="none" w="sm" len="sm"/>
              <a:tailEnd type="none" w="sm" len="sm"/>
            </a:ln>
          </p:spPr>
          <p:txBody>
            <a:bodyPr spcFirstLastPara="1" wrap="square" lIns="41050" tIns="328875" rIns="41050" bIns="82225" anchor="ctr" anchorCtr="0">
              <a:noAutofit/>
            </a:bodyPr>
            <a:lstStyle/>
            <a:p>
              <a:pPr marL="0" marR="0" lvl="0" indent="0" algn="l" defTabSz="914400" rtl="0" eaLnBrk="1" fontAlgn="auto" latinLnBrk="0" hangingPunct="1">
                <a:lnSpc>
                  <a:spcPct val="80000"/>
                </a:lnSpc>
                <a:spcBef>
                  <a:spcPts val="0"/>
                </a:spcBef>
                <a:spcAft>
                  <a:spcPts val="0"/>
                </a:spcAft>
                <a:buClr>
                  <a:srgbClr val="000000"/>
                </a:buClr>
                <a:buSzPts val="900"/>
                <a:buFont typeface="Arial"/>
                <a:buNone/>
                <a:tabLst/>
                <a:defRPr/>
              </a:pPr>
              <a:endParaRPr kumimoji="0" sz="900" b="0" i="0" u="none" strike="noStrike" kern="0" cap="none" spc="0" normalizeH="0" baseline="0" noProof="0" dirty="0">
                <a:ln>
                  <a:noFill/>
                </a:ln>
                <a:solidFill>
                  <a:srgbClr val="FFFFFF"/>
                </a:solidFill>
                <a:effectLst/>
                <a:uLnTx/>
                <a:uFillTx/>
                <a:latin typeface="Arial"/>
                <a:ea typeface="Arial"/>
                <a:cs typeface="Arial"/>
                <a:sym typeface="Arial"/>
              </a:endParaRPr>
            </a:p>
          </p:txBody>
        </p:sp>
        <p:pic>
          <p:nvPicPr>
            <p:cNvPr id="12715" name="Google Shape;12715;p99"/>
            <p:cNvPicPr preferRelativeResize="0"/>
            <p:nvPr/>
          </p:nvPicPr>
          <p:blipFill rotWithShape="1">
            <a:blip r:embed="rId6">
              <a:alphaModFix/>
            </a:blip>
            <a:srcRect/>
            <a:stretch/>
          </p:blipFill>
          <p:spPr>
            <a:xfrm>
              <a:off x="10402218" y="3906647"/>
              <a:ext cx="422600" cy="422600"/>
            </a:xfrm>
            <a:prstGeom prst="rect">
              <a:avLst/>
            </a:prstGeom>
            <a:noFill/>
            <a:ln>
              <a:noFill/>
            </a:ln>
          </p:spPr>
        </p:pic>
        <p:sp>
          <p:nvSpPr>
            <p:cNvPr id="12716" name="Google Shape;12716;p99"/>
            <p:cNvSpPr txBox="1"/>
            <p:nvPr/>
          </p:nvSpPr>
          <p:spPr>
            <a:xfrm>
              <a:off x="10146332" y="3619975"/>
              <a:ext cx="962400" cy="1617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800" b="0" i="0" u="none" strike="noStrike" kern="0" cap="none" spc="0" normalizeH="0" baseline="0" noProof="0" dirty="0">
                  <a:ln>
                    <a:noFill/>
                  </a:ln>
                  <a:solidFill>
                    <a:srgbClr val="000000"/>
                  </a:solidFill>
                  <a:effectLst/>
                  <a:uLnTx/>
                  <a:uFillTx/>
                  <a:latin typeface="Arial"/>
                  <a:ea typeface="Arial"/>
                  <a:cs typeface="Arial"/>
                  <a:sym typeface="Arial"/>
                </a:rPr>
                <a:t>Image Registry</a:t>
              </a:r>
              <a:endParaRPr kumimoji="0" sz="800" b="0" i="0" u="none" strike="noStrike" kern="0" cap="none" spc="0" normalizeH="0" baseline="0" noProof="0" dirty="0">
                <a:ln>
                  <a:noFill/>
                </a:ln>
                <a:solidFill>
                  <a:srgbClr val="000000"/>
                </a:solidFill>
                <a:effectLst/>
                <a:uLnTx/>
                <a:uFillTx/>
                <a:latin typeface="Arial"/>
                <a:ea typeface="Arial"/>
                <a:cs typeface="Arial"/>
                <a:sym typeface="Arial"/>
              </a:endParaRPr>
            </a:p>
          </p:txBody>
        </p:sp>
      </p:grpSp>
      <p:grpSp>
        <p:nvGrpSpPr>
          <p:cNvPr id="12717" name="Google Shape;12717;p99"/>
          <p:cNvGrpSpPr/>
          <p:nvPr/>
        </p:nvGrpSpPr>
        <p:grpSpPr>
          <a:xfrm>
            <a:off x="6867336" y="3179946"/>
            <a:ext cx="1051500" cy="868800"/>
            <a:chOff x="6134812" y="3192825"/>
            <a:chExt cx="1051500" cy="868800"/>
          </a:xfrm>
        </p:grpSpPr>
        <p:grpSp>
          <p:nvGrpSpPr>
            <p:cNvPr id="12718" name="Google Shape;12718;p99"/>
            <p:cNvGrpSpPr/>
            <p:nvPr/>
          </p:nvGrpSpPr>
          <p:grpSpPr>
            <a:xfrm>
              <a:off x="6134812" y="3192825"/>
              <a:ext cx="1051500" cy="868800"/>
              <a:chOff x="10063041" y="3571756"/>
              <a:chExt cx="1051500" cy="868800"/>
            </a:xfrm>
          </p:grpSpPr>
          <p:sp>
            <p:nvSpPr>
              <p:cNvPr id="12719" name="Google Shape;12719;p99"/>
              <p:cNvSpPr/>
              <p:nvPr/>
            </p:nvSpPr>
            <p:spPr>
              <a:xfrm>
                <a:off x="10063041" y="3571756"/>
                <a:ext cx="1051500" cy="868800"/>
              </a:xfrm>
              <a:prstGeom prst="roundRect">
                <a:avLst>
                  <a:gd name="adj" fmla="val 6270"/>
                </a:avLst>
              </a:prstGeom>
              <a:solidFill>
                <a:schemeClr val="lt1"/>
              </a:solidFill>
              <a:ln w="12700" cap="flat" cmpd="sng">
                <a:solidFill>
                  <a:srgbClr val="005C8A"/>
                </a:solidFill>
                <a:prstDash val="solid"/>
                <a:miter lim="400000"/>
                <a:headEnd type="none" w="sm" len="sm"/>
                <a:tailEnd type="none" w="sm" len="sm"/>
              </a:ln>
            </p:spPr>
            <p:txBody>
              <a:bodyPr spcFirstLastPara="1" wrap="square" lIns="41050" tIns="328875" rIns="41050" bIns="82225" anchor="ctr" anchorCtr="0">
                <a:noAutofit/>
              </a:bodyPr>
              <a:lstStyle/>
              <a:p>
                <a:pPr marL="0" marR="0" lvl="0" indent="0" algn="l" defTabSz="914400" rtl="0" eaLnBrk="1" fontAlgn="auto" latinLnBrk="0" hangingPunct="1">
                  <a:lnSpc>
                    <a:spcPct val="80000"/>
                  </a:lnSpc>
                  <a:spcBef>
                    <a:spcPts val="0"/>
                  </a:spcBef>
                  <a:spcAft>
                    <a:spcPts val="0"/>
                  </a:spcAft>
                  <a:buClr>
                    <a:srgbClr val="000000"/>
                  </a:buClr>
                  <a:buSzPts val="900"/>
                  <a:buFont typeface="Arial"/>
                  <a:buNone/>
                  <a:tabLst/>
                  <a:defRPr/>
                </a:pPr>
                <a:endParaRPr kumimoji="0"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2720" name="Google Shape;12720;p99"/>
              <p:cNvSpPr txBox="1"/>
              <p:nvPr/>
            </p:nvSpPr>
            <p:spPr>
              <a:xfrm>
                <a:off x="10146332" y="3661603"/>
                <a:ext cx="962400" cy="1617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800" b="0" i="0" u="none" strike="noStrike" kern="0" cap="none" spc="0" normalizeH="0" baseline="0" noProof="0" dirty="0">
                    <a:ln>
                      <a:noFill/>
                    </a:ln>
                    <a:solidFill>
                      <a:srgbClr val="000000"/>
                    </a:solidFill>
                    <a:effectLst/>
                    <a:uLnTx/>
                    <a:uFillTx/>
                    <a:latin typeface="Arial"/>
                    <a:ea typeface="Arial"/>
                    <a:cs typeface="Arial"/>
                    <a:sym typeface="Arial"/>
                  </a:rPr>
                  <a:t>K8s Ingress Controller</a:t>
                </a:r>
                <a:endParaRPr kumimoji="0" sz="800" b="0" i="0" u="none" strike="noStrike" kern="0" cap="none" spc="0" normalizeH="0" baseline="0" noProof="0" dirty="0">
                  <a:ln>
                    <a:noFill/>
                  </a:ln>
                  <a:solidFill>
                    <a:srgbClr val="000000"/>
                  </a:solidFill>
                  <a:effectLst/>
                  <a:uLnTx/>
                  <a:uFillTx/>
                  <a:latin typeface="Arial"/>
                  <a:ea typeface="Arial"/>
                  <a:cs typeface="Arial"/>
                  <a:sym typeface="Arial"/>
                </a:endParaRPr>
              </a:p>
            </p:txBody>
          </p:sp>
        </p:grpSp>
        <p:pic>
          <p:nvPicPr>
            <p:cNvPr id="12721" name="Google Shape;12721;p99"/>
            <p:cNvPicPr preferRelativeResize="0"/>
            <p:nvPr/>
          </p:nvPicPr>
          <p:blipFill rotWithShape="1">
            <a:blip r:embed="rId7">
              <a:alphaModFix/>
            </a:blip>
            <a:srcRect r="68660"/>
            <a:stretch/>
          </p:blipFill>
          <p:spPr>
            <a:xfrm>
              <a:off x="6379051" y="3474701"/>
              <a:ext cx="526817" cy="548640"/>
            </a:xfrm>
            <a:prstGeom prst="rect">
              <a:avLst/>
            </a:prstGeom>
            <a:noFill/>
            <a:ln>
              <a:noFill/>
            </a:ln>
          </p:spPr>
        </p:pic>
      </p:grpSp>
      <p:grpSp>
        <p:nvGrpSpPr>
          <p:cNvPr id="12722" name="Google Shape;12722;p99"/>
          <p:cNvGrpSpPr/>
          <p:nvPr/>
        </p:nvGrpSpPr>
        <p:grpSpPr>
          <a:xfrm>
            <a:off x="6837342" y="4082795"/>
            <a:ext cx="1120690" cy="868800"/>
            <a:chOff x="10033047" y="3571756"/>
            <a:chExt cx="1120690" cy="868800"/>
          </a:xfrm>
        </p:grpSpPr>
        <p:sp>
          <p:nvSpPr>
            <p:cNvPr id="12723" name="Google Shape;12723;p99"/>
            <p:cNvSpPr/>
            <p:nvPr/>
          </p:nvSpPr>
          <p:spPr>
            <a:xfrm>
              <a:off x="10063041" y="3571756"/>
              <a:ext cx="1051500" cy="868800"/>
            </a:xfrm>
            <a:prstGeom prst="roundRect">
              <a:avLst>
                <a:gd name="adj" fmla="val 6270"/>
              </a:avLst>
            </a:prstGeom>
            <a:solidFill>
              <a:schemeClr val="lt1"/>
            </a:solidFill>
            <a:ln w="12700" cap="flat" cmpd="sng">
              <a:solidFill>
                <a:srgbClr val="005C8A"/>
              </a:solidFill>
              <a:prstDash val="solid"/>
              <a:miter lim="400000"/>
              <a:headEnd type="none" w="sm" len="sm"/>
              <a:tailEnd type="none" w="sm" len="sm"/>
            </a:ln>
          </p:spPr>
          <p:txBody>
            <a:bodyPr spcFirstLastPara="1" wrap="square" lIns="41050" tIns="328875" rIns="41050" bIns="82225" anchor="ctr" anchorCtr="0">
              <a:noAutofit/>
            </a:bodyPr>
            <a:lstStyle/>
            <a:p>
              <a:pPr marL="0" marR="0" lvl="0" indent="0" algn="l" defTabSz="914400" rtl="0" eaLnBrk="1" fontAlgn="auto" latinLnBrk="0" hangingPunct="1">
                <a:lnSpc>
                  <a:spcPct val="80000"/>
                </a:lnSpc>
                <a:spcBef>
                  <a:spcPts val="0"/>
                </a:spcBef>
                <a:spcAft>
                  <a:spcPts val="0"/>
                </a:spcAft>
                <a:buClr>
                  <a:srgbClr val="000000"/>
                </a:buClr>
                <a:buSzPts val="900"/>
                <a:buFont typeface="Arial"/>
                <a:buNone/>
                <a:tabLst/>
                <a:defRPr/>
              </a:pPr>
              <a:endParaRPr kumimoji="0"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2724" name="Google Shape;12724;p99"/>
            <p:cNvSpPr txBox="1"/>
            <p:nvPr/>
          </p:nvSpPr>
          <p:spPr>
            <a:xfrm>
              <a:off x="10033047" y="3653842"/>
              <a:ext cx="1120690" cy="161838"/>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800" b="0" i="0" u="none" strike="noStrike" kern="0" cap="none" spc="0" normalizeH="0" baseline="0" noProof="0" dirty="0">
                  <a:ln>
                    <a:noFill/>
                  </a:ln>
                  <a:solidFill>
                    <a:srgbClr val="000000"/>
                  </a:solidFill>
                  <a:effectLst/>
                  <a:uLnTx/>
                  <a:uFillTx/>
                  <a:latin typeface="Arial"/>
                  <a:ea typeface="Arial"/>
                  <a:cs typeface="Arial"/>
                  <a:sym typeface="Arial"/>
                </a:rPr>
                <a:t>DSM Consumption Operator</a:t>
              </a:r>
              <a:endParaRPr kumimoji="0" sz="800" b="0" i="0" u="none" strike="noStrike" kern="0" cap="none" spc="0" normalizeH="0" baseline="0" noProof="0" dirty="0">
                <a:ln>
                  <a:noFill/>
                </a:ln>
                <a:solidFill>
                  <a:srgbClr val="000000"/>
                </a:solidFill>
                <a:effectLst/>
                <a:uLnTx/>
                <a:uFillTx/>
                <a:latin typeface="Arial"/>
                <a:ea typeface="Arial"/>
                <a:cs typeface="Arial"/>
                <a:sym typeface="Arial"/>
              </a:endParaRPr>
            </a:p>
          </p:txBody>
        </p:sp>
      </p:grpSp>
      <p:grpSp>
        <p:nvGrpSpPr>
          <p:cNvPr id="12725" name="Google Shape;12725;p99"/>
          <p:cNvGrpSpPr/>
          <p:nvPr/>
        </p:nvGrpSpPr>
        <p:grpSpPr>
          <a:xfrm>
            <a:off x="5775415" y="4082795"/>
            <a:ext cx="1051500" cy="868800"/>
            <a:chOff x="10063041" y="3571756"/>
            <a:chExt cx="1051500" cy="868800"/>
          </a:xfrm>
        </p:grpSpPr>
        <p:sp>
          <p:nvSpPr>
            <p:cNvPr id="12726" name="Google Shape;12726;p99"/>
            <p:cNvSpPr/>
            <p:nvPr/>
          </p:nvSpPr>
          <p:spPr>
            <a:xfrm>
              <a:off x="10063041" y="3571756"/>
              <a:ext cx="1051500" cy="868800"/>
            </a:xfrm>
            <a:prstGeom prst="roundRect">
              <a:avLst>
                <a:gd name="adj" fmla="val 6270"/>
              </a:avLst>
            </a:prstGeom>
            <a:solidFill>
              <a:schemeClr val="lt1"/>
            </a:solidFill>
            <a:ln w="12700" cap="flat" cmpd="sng">
              <a:solidFill>
                <a:srgbClr val="005C8A"/>
              </a:solidFill>
              <a:prstDash val="solid"/>
              <a:miter lim="400000"/>
              <a:headEnd type="none" w="sm" len="sm"/>
              <a:tailEnd type="none" w="sm" len="sm"/>
            </a:ln>
          </p:spPr>
          <p:txBody>
            <a:bodyPr spcFirstLastPara="1" wrap="square" lIns="41050" tIns="328875" rIns="41050" bIns="82225" anchor="ctr" anchorCtr="0">
              <a:noAutofit/>
            </a:bodyPr>
            <a:lstStyle/>
            <a:p>
              <a:pPr marL="0" marR="0" lvl="0" indent="0" algn="l" defTabSz="914400" rtl="0" eaLnBrk="1" fontAlgn="auto" latinLnBrk="0" hangingPunct="1">
                <a:lnSpc>
                  <a:spcPct val="80000"/>
                </a:lnSpc>
                <a:spcBef>
                  <a:spcPts val="0"/>
                </a:spcBef>
                <a:spcAft>
                  <a:spcPts val="0"/>
                </a:spcAft>
                <a:buClr>
                  <a:srgbClr val="000000"/>
                </a:buClr>
                <a:buSzPts val="900"/>
                <a:buFont typeface="Arial"/>
                <a:buNone/>
                <a:tabLst/>
                <a:defRPr/>
              </a:pPr>
              <a:endParaRPr kumimoji="0"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2727" name="Google Shape;12727;p99"/>
            <p:cNvSpPr txBox="1"/>
            <p:nvPr/>
          </p:nvSpPr>
          <p:spPr>
            <a:xfrm>
              <a:off x="10146332" y="3619975"/>
              <a:ext cx="962400" cy="1617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800" b="0" i="0" u="none" strike="noStrike" kern="0" cap="none" spc="0" normalizeH="0" baseline="0" noProof="0" dirty="0">
                  <a:ln>
                    <a:noFill/>
                  </a:ln>
                  <a:solidFill>
                    <a:srgbClr val="000000"/>
                  </a:solidFill>
                  <a:effectLst/>
                  <a:uLnTx/>
                  <a:uFillTx/>
                  <a:latin typeface="Arial"/>
                  <a:ea typeface="Arial"/>
                  <a:cs typeface="Arial"/>
                  <a:sym typeface="Arial"/>
                </a:rPr>
                <a:t>External DNS</a:t>
              </a:r>
              <a:endParaRPr kumimoji="0" sz="800" b="0" i="0" u="none" strike="noStrike" kern="0" cap="none" spc="0" normalizeH="0" baseline="0" noProof="0" dirty="0">
                <a:ln>
                  <a:noFill/>
                </a:ln>
                <a:solidFill>
                  <a:srgbClr val="000000"/>
                </a:solidFill>
                <a:effectLst/>
                <a:uLnTx/>
                <a:uFillTx/>
                <a:latin typeface="Arial"/>
                <a:ea typeface="Arial"/>
                <a:cs typeface="Arial"/>
                <a:sym typeface="Arial"/>
              </a:endParaRPr>
            </a:p>
          </p:txBody>
        </p:sp>
      </p:grpSp>
      <p:pic>
        <p:nvPicPr>
          <p:cNvPr id="12728" name="Google Shape;12728;p99"/>
          <p:cNvPicPr preferRelativeResize="0"/>
          <p:nvPr/>
        </p:nvPicPr>
        <p:blipFill rotWithShape="1">
          <a:blip r:embed="rId8">
            <a:alphaModFix/>
          </a:blip>
          <a:srcRect/>
          <a:stretch/>
        </p:blipFill>
        <p:spPr>
          <a:xfrm>
            <a:off x="6003985" y="4307330"/>
            <a:ext cx="639679" cy="640080"/>
          </a:xfrm>
          <a:prstGeom prst="rect">
            <a:avLst/>
          </a:prstGeom>
          <a:noFill/>
          <a:ln>
            <a:noFill/>
          </a:ln>
        </p:spPr>
      </p:pic>
      <p:pic>
        <p:nvPicPr>
          <p:cNvPr id="12729" name="Google Shape;12729;p99" descr="vSAN Database&#10;"/>
          <p:cNvPicPr preferRelativeResize="0"/>
          <p:nvPr/>
        </p:nvPicPr>
        <p:blipFill rotWithShape="1">
          <a:blip r:embed="rId5">
            <a:alphaModFix/>
          </a:blip>
          <a:srcRect/>
          <a:stretch/>
        </p:blipFill>
        <p:spPr>
          <a:xfrm>
            <a:off x="7252787" y="4473136"/>
            <a:ext cx="339877" cy="339792"/>
          </a:xfrm>
          <a:prstGeom prst="rect">
            <a:avLst/>
          </a:prstGeom>
          <a:solidFill>
            <a:srgbClr val="FFFFFF"/>
          </a:solidFill>
          <a:ln>
            <a:noFill/>
          </a:ln>
        </p:spPr>
      </p:pic>
      <p:sp>
        <p:nvSpPr>
          <p:cNvPr id="12730" name="Google Shape;12730;p99"/>
          <p:cNvSpPr txBox="1"/>
          <p:nvPr/>
        </p:nvSpPr>
        <p:spPr>
          <a:xfrm>
            <a:off x="9494352" y="4269528"/>
            <a:ext cx="256480" cy="307777"/>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1B1D36"/>
              </a:buClr>
              <a:buSzPts val="2000"/>
              <a:buFont typeface="Arial"/>
              <a:buNone/>
              <a:tabLst/>
              <a:defRPr/>
            </a:pPr>
            <a:r>
              <a:rPr kumimoji="0" lang="en-US" sz="2000" b="1" i="0" u="none" strike="noStrike" kern="0" cap="none" spc="0" normalizeH="0" baseline="0" noProof="0" dirty="0">
                <a:ln>
                  <a:noFill/>
                </a:ln>
                <a:solidFill>
                  <a:srgbClr val="1B1D36"/>
                </a:solidFill>
                <a:effectLst/>
                <a:uLnTx/>
                <a:uFillTx/>
                <a:latin typeface="Arial"/>
                <a:ea typeface="Arial"/>
                <a:cs typeface="Arial"/>
                <a:sym typeface="Arial"/>
              </a:rPr>
              <a:t>…</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2731" name="Google Shape;12731;p99"/>
          <p:cNvSpPr txBox="1"/>
          <p:nvPr/>
        </p:nvSpPr>
        <p:spPr>
          <a:xfrm>
            <a:off x="355556" y="3444810"/>
            <a:ext cx="525785" cy="276999"/>
          </a:xfrm>
          <a:prstGeom prst="rect">
            <a:avLst/>
          </a:prstGeom>
          <a:solidFill>
            <a:schemeClr val="lt1"/>
          </a:solid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FFC000"/>
              </a:buClr>
              <a:buSzPts val="1800"/>
              <a:buFont typeface="Arial"/>
              <a:buNone/>
              <a:tabLst/>
              <a:defRPr/>
            </a:pPr>
            <a:r>
              <a:rPr kumimoji="0" lang="en-US" sz="1800" b="0" i="0" u="none" strike="noStrike" kern="0" cap="none" spc="0" normalizeH="0" baseline="0" noProof="0" dirty="0">
                <a:ln>
                  <a:noFill/>
                </a:ln>
                <a:solidFill>
                  <a:srgbClr val="E68C28"/>
                </a:solidFill>
                <a:effectLst/>
                <a:uLnTx/>
                <a:uFillTx/>
                <a:latin typeface="Arial"/>
                <a:ea typeface="Arial"/>
                <a:cs typeface="Arial"/>
                <a:sym typeface="Arial"/>
              </a:rPr>
              <a:t>New!</a:t>
            </a:r>
            <a:endParaRPr kumimoji="0" sz="1400" b="0" i="0" u="none" strike="noStrike" kern="0" cap="none" spc="0" normalizeH="0" baseline="0" noProof="0" dirty="0">
              <a:ln>
                <a:noFill/>
              </a:ln>
              <a:solidFill>
                <a:srgbClr val="E68C28"/>
              </a:solidFill>
              <a:effectLst/>
              <a:uLnTx/>
              <a:uFillTx/>
              <a:latin typeface="Arial"/>
              <a:ea typeface="Arial"/>
              <a:cs typeface="Arial"/>
              <a:sym typeface="Arial"/>
            </a:endParaRPr>
          </a:p>
        </p:txBody>
      </p:sp>
      <p:grpSp>
        <p:nvGrpSpPr>
          <p:cNvPr id="12732" name="Google Shape;12732;p99"/>
          <p:cNvGrpSpPr/>
          <p:nvPr/>
        </p:nvGrpSpPr>
        <p:grpSpPr>
          <a:xfrm>
            <a:off x="4604808" y="3492408"/>
            <a:ext cx="469047" cy="469048"/>
            <a:chOff x="10887313" y="485866"/>
            <a:chExt cx="633848" cy="633849"/>
          </a:xfrm>
        </p:grpSpPr>
        <p:grpSp>
          <p:nvGrpSpPr>
            <p:cNvPr id="12733" name="Google Shape;12733;p99"/>
            <p:cNvGrpSpPr/>
            <p:nvPr/>
          </p:nvGrpSpPr>
          <p:grpSpPr>
            <a:xfrm>
              <a:off x="10887313" y="485866"/>
              <a:ext cx="633848" cy="633849"/>
              <a:chOff x="10887313" y="485866"/>
              <a:chExt cx="633848" cy="633849"/>
            </a:xfrm>
          </p:grpSpPr>
          <p:sp>
            <p:nvSpPr>
              <p:cNvPr id="12734" name="Google Shape;12734;p99"/>
              <p:cNvSpPr/>
              <p:nvPr/>
            </p:nvSpPr>
            <p:spPr>
              <a:xfrm>
                <a:off x="11082596" y="681150"/>
                <a:ext cx="438565" cy="438565"/>
              </a:xfrm>
              <a:custGeom>
                <a:avLst/>
                <a:gdLst/>
                <a:ahLst/>
                <a:cxnLst/>
                <a:rect l="l" t="t" r="r" b="b"/>
                <a:pathLst>
                  <a:path w="438565" h="438565" extrusionOk="0">
                    <a:moveTo>
                      <a:pt x="383509" y="0"/>
                    </a:moveTo>
                    <a:lnTo>
                      <a:pt x="383509" y="23528"/>
                    </a:lnTo>
                    <a:lnTo>
                      <a:pt x="415037" y="23528"/>
                    </a:lnTo>
                    <a:lnTo>
                      <a:pt x="415037" y="415037"/>
                    </a:lnTo>
                    <a:lnTo>
                      <a:pt x="23528" y="415037"/>
                    </a:lnTo>
                    <a:lnTo>
                      <a:pt x="23528" y="383509"/>
                    </a:lnTo>
                    <a:lnTo>
                      <a:pt x="0" y="383509"/>
                    </a:lnTo>
                    <a:lnTo>
                      <a:pt x="0" y="438565"/>
                    </a:lnTo>
                    <a:lnTo>
                      <a:pt x="438565" y="438565"/>
                    </a:lnTo>
                    <a:lnTo>
                      <a:pt x="438565" y="0"/>
                    </a:lnTo>
                    <a:lnTo>
                      <a:pt x="383509"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50"/>
                  <a:buFont typeface="Arial"/>
                  <a:buNone/>
                  <a:tabLst/>
                  <a:defRPr/>
                </a:pPr>
                <a:endParaRPr kumimoji="0" sz="105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2735" name="Google Shape;12735;p99"/>
              <p:cNvSpPr/>
              <p:nvPr/>
            </p:nvSpPr>
            <p:spPr>
              <a:xfrm>
                <a:off x="11012953" y="611507"/>
                <a:ext cx="439035" cy="438565"/>
              </a:xfrm>
              <a:custGeom>
                <a:avLst/>
                <a:gdLst/>
                <a:ahLst/>
                <a:cxnLst/>
                <a:rect l="l" t="t" r="r" b="b"/>
                <a:pathLst>
                  <a:path w="439035" h="438565" extrusionOk="0">
                    <a:moveTo>
                      <a:pt x="384450" y="0"/>
                    </a:moveTo>
                    <a:lnTo>
                      <a:pt x="384450" y="23528"/>
                    </a:lnTo>
                    <a:lnTo>
                      <a:pt x="415507" y="23528"/>
                    </a:lnTo>
                    <a:lnTo>
                      <a:pt x="415507" y="415037"/>
                    </a:lnTo>
                    <a:lnTo>
                      <a:pt x="23528" y="415037"/>
                    </a:lnTo>
                    <a:lnTo>
                      <a:pt x="23528" y="383980"/>
                    </a:lnTo>
                    <a:lnTo>
                      <a:pt x="0" y="383980"/>
                    </a:lnTo>
                    <a:lnTo>
                      <a:pt x="0" y="438565"/>
                    </a:lnTo>
                    <a:lnTo>
                      <a:pt x="439036" y="438565"/>
                    </a:lnTo>
                    <a:lnTo>
                      <a:pt x="439036" y="0"/>
                    </a:lnTo>
                    <a:lnTo>
                      <a:pt x="384450"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50"/>
                  <a:buFont typeface="Arial"/>
                  <a:buNone/>
                  <a:tabLst/>
                  <a:defRPr/>
                </a:pPr>
                <a:endParaRPr kumimoji="0" sz="105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2736" name="Google Shape;12736;p99"/>
              <p:cNvSpPr/>
              <p:nvPr/>
            </p:nvSpPr>
            <p:spPr>
              <a:xfrm>
                <a:off x="10944251" y="542334"/>
                <a:ext cx="438565" cy="438565"/>
              </a:xfrm>
              <a:custGeom>
                <a:avLst/>
                <a:gdLst/>
                <a:ahLst/>
                <a:cxnLst/>
                <a:rect l="l" t="t" r="r" b="b"/>
                <a:pathLst>
                  <a:path w="438565" h="438565" extrusionOk="0">
                    <a:moveTo>
                      <a:pt x="381627" y="0"/>
                    </a:moveTo>
                    <a:lnTo>
                      <a:pt x="381627" y="6588"/>
                    </a:lnTo>
                    <a:lnTo>
                      <a:pt x="382097" y="23528"/>
                    </a:lnTo>
                    <a:lnTo>
                      <a:pt x="415037" y="23528"/>
                    </a:lnTo>
                    <a:lnTo>
                      <a:pt x="415037" y="415037"/>
                    </a:lnTo>
                    <a:lnTo>
                      <a:pt x="23528" y="415037"/>
                    </a:lnTo>
                    <a:lnTo>
                      <a:pt x="23528" y="384921"/>
                    </a:lnTo>
                    <a:lnTo>
                      <a:pt x="0" y="384921"/>
                    </a:lnTo>
                    <a:lnTo>
                      <a:pt x="0" y="438565"/>
                    </a:lnTo>
                    <a:lnTo>
                      <a:pt x="438565" y="438565"/>
                    </a:lnTo>
                    <a:lnTo>
                      <a:pt x="438565" y="0"/>
                    </a:lnTo>
                    <a:lnTo>
                      <a:pt x="381627"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50"/>
                  <a:buFont typeface="Arial"/>
                  <a:buNone/>
                  <a:tabLst/>
                  <a:defRPr/>
                </a:pPr>
                <a:endParaRPr kumimoji="0" sz="105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2737" name="Google Shape;12737;p99"/>
              <p:cNvSpPr/>
              <p:nvPr/>
            </p:nvSpPr>
            <p:spPr>
              <a:xfrm>
                <a:off x="10887313" y="485866"/>
                <a:ext cx="415036" cy="415036"/>
              </a:xfrm>
              <a:custGeom>
                <a:avLst/>
                <a:gdLst/>
                <a:ahLst/>
                <a:cxnLst/>
                <a:rect l="l" t="t" r="r" b="b"/>
                <a:pathLst>
                  <a:path w="415036" h="415036" extrusionOk="0">
                    <a:moveTo>
                      <a:pt x="0" y="0"/>
                    </a:moveTo>
                    <a:lnTo>
                      <a:pt x="0" y="415037"/>
                    </a:lnTo>
                    <a:lnTo>
                      <a:pt x="415037" y="415037"/>
                    </a:lnTo>
                    <a:lnTo>
                      <a:pt x="415037" y="0"/>
                    </a:lnTo>
                    <a:lnTo>
                      <a:pt x="0" y="0"/>
                    </a:lnTo>
                    <a:close/>
                    <a:moveTo>
                      <a:pt x="343511" y="247516"/>
                    </a:moveTo>
                    <a:lnTo>
                      <a:pt x="286573" y="180696"/>
                    </a:lnTo>
                    <a:lnTo>
                      <a:pt x="316689" y="175050"/>
                    </a:lnTo>
                    <a:cubicBezTo>
                      <a:pt x="306337" y="141640"/>
                      <a:pt x="282338" y="114347"/>
                      <a:pt x="248928" y="101642"/>
                    </a:cubicBezTo>
                    <a:cubicBezTo>
                      <a:pt x="220694" y="90819"/>
                      <a:pt x="189637" y="91760"/>
                      <a:pt x="161874" y="104465"/>
                    </a:cubicBezTo>
                    <a:cubicBezTo>
                      <a:pt x="134111" y="117170"/>
                      <a:pt x="112935" y="139287"/>
                      <a:pt x="102112" y="167991"/>
                    </a:cubicBezTo>
                    <a:cubicBezTo>
                      <a:pt x="79996" y="226812"/>
                      <a:pt x="109641" y="292690"/>
                      <a:pt x="167991" y="314807"/>
                    </a:cubicBezTo>
                    <a:cubicBezTo>
                      <a:pt x="199989" y="327042"/>
                      <a:pt x="234811" y="324218"/>
                      <a:pt x="264457" y="307278"/>
                    </a:cubicBezTo>
                    <a:lnTo>
                      <a:pt x="276221" y="327512"/>
                    </a:lnTo>
                    <a:cubicBezTo>
                      <a:pt x="255045" y="339276"/>
                      <a:pt x="231988" y="345393"/>
                      <a:pt x="208460" y="345393"/>
                    </a:cubicBezTo>
                    <a:cubicBezTo>
                      <a:pt x="191990" y="345393"/>
                      <a:pt x="175520" y="342570"/>
                      <a:pt x="159521" y="336453"/>
                    </a:cubicBezTo>
                    <a:cubicBezTo>
                      <a:pt x="88936" y="309631"/>
                      <a:pt x="53174" y="230105"/>
                      <a:pt x="79996" y="159521"/>
                    </a:cubicBezTo>
                    <a:cubicBezTo>
                      <a:pt x="93172" y="125170"/>
                      <a:pt x="118582" y="97877"/>
                      <a:pt x="151992" y="82819"/>
                    </a:cubicBezTo>
                    <a:cubicBezTo>
                      <a:pt x="185402" y="67761"/>
                      <a:pt x="222576" y="66820"/>
                      <a:pt x="256928" y="79525"/>
                    </a:cubicBezTo>
                    <a:cubicBezTo>
                      <a:pt x="297867" y="95054"/>
                      <a:pt x="327512" y="128934"/>
                      <a:pt x="339276" y="170814"/>
                    </a:cubicBezTo>
                    <a:lnTo>
                      <a:pt x="372686" y="164697"/>
                    </a:lnTo>
                    <a:lnTo>
                      <a:pt x="343041" y="24751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50"/>
                  <a:buFont typeface="Arial"/>
                  <a:buNone/>
                  <a:tabLst/>
                  <a:defRPr/>
                </a:pPr>
                <a:endParaRPr kumimoji="0" sz="105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2738" name="Google Shape;12738;p99"/>
              <p:cNvSpPr/>
              <p:nvPr/>
            </p:nvSpPr>
            <p:spPr>
              <a:xfrm>
                <a:off x="10944251" y="542334"/>
                <a:ext cx="331719" cy="307885"/>
              </a:xfrm>
              <a:prstGeom prst="rect">
                <a:avLst/>
              </a:prstGeom>
              <a:solidFill>
                <a:srgbClr val="0098C7"/>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050"/>
                  <a:buFont typeface="Arial"/>
                  <a:buNone/>
                  <a:tabLst/>
                  <a:defRPr/>
                </a:pPr>
                <a:endParaRPr kumimoji="0" sz="1050" b="0" i="0" u="none" strike="noStrike" kern="0" cap="none" spc="0" normalizeH="0" baseline="0" noProof="0" dirty="0">
                  <a:ln>
                    <a:noFill/>
                  </a:ln>
                  <a:solidFill>
                    <a:srgbClr val="FFFFFF"/>
                  </a:solidFill>
                  <a:effectLst/>
                  <a:uLnTx/>
                  <a:uFillTx/>
                  <a:latin typeface="Arial"/>
                  <a:ea typeface="Arial"/>
                  <a:cs typeface="Arial"/>
                  <a:sym typeface="Arial"/>
                </a:endParaRPr>
              </a:p>
            </p:txBody>
          </p:sp>
        </p:grpSp>
        <p:sp>
          <p:nvSpPr>
            <p:cNvPr id="12739" name="Google Shape;12739;p99"/>
            <p:cNvSpPr txBox="1"/>
            <p:nvPr/>
          </p:nvSpPr>
          <p:spPr>
            <a:xfrm>
              <a:off x="10994694" y="609463"/>
              <a:ext cx="207957" cy="166366"/>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FFFFFF"/>
                </a:buClr>
                <a:buSzPts val="800"/>
                <a:buFont typeface="Arial"/>
                <a:buNone/>
                <a:tabLst/>
                <a:defRPr/>
              </a:pPr>
              <a:r>
                <a:rPr kumimoji="0" lang="en-US" sz="800" b="0" i="0" u="none" strike="noStrike" kern="0" cap="none" spc="0" normalizeH="0" baseline="0" noProof="0" dirty="0">
                  <a:ln>
                    <a:noFill/>
                  </a:ln>
                  <a:solidFill>
                    <a:srgbClr val="FFFFFF"/>
                  </a:solidFill>
                  <a:effectLst/>
                  <a:uLnTx/>
                  <a:uFillTx/>
                  <a:latin typeface="Arial"/>
                  <a:ea typeface="Arial"/>
                  <a:cs typeface="Arial"/>
                  <a:sym typeface="Arial"/>
                </a:rPr>
                <a:t>VM</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grpSp>
      <p:sp>
        <p:nvSpPr>
          <p:cNvPr id="12740" name="Google Shape;12740;p99"/>
          <p:cNvSpPr txBox="1"/>
          <p:nvPr/>
        </p:nvSpPr>
        <p:spPr>
          <a:xfrm>
            <a:off x="1647994" y="6693423"/>
            <a:ext cx="4820580" cy="123111"/>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1B1D36"/>
              </a:buClr>
              <a:buSzPts val="800"/>
              <a:buFont typeface="Arial"/>
              <a:buNone/>
              <a:tabLst/>
              <a:defRPr/>
            </a:pPr>
            <a:r>
              <a:rPr kumimoji="0" lang="en-US" sz="800" b="0" i="1" u="none" strike="noStrike" kern="0" cap="none" spc="0" normalizeH="0" baseline="0" noProof="0" dirty="0">
                <a:ln>
                  <a:noFill/>
                </a:ln>
                <a:solidFill>
                  <a:srgbClr val="1B1D36"/>
                </a:solidFill>
                <a:effectLst/>
                <a:uLnTx/>
                <a:uFillTx/>
                <a:latin typeface="Arial"/>
                <a:ea typeface="Arial"/>
                <a:cs typeface="Arial"/>
                <a:sym typeface="Arial"/>
              </a:rPr>
              <a:t>Note: Availability of certain features differ between Org for VM Apps and Org for All Apps experience</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grpSp>
        <p:nvGrpSpPr>
          <p:cNvPr id="12741" name="Google Shape;12741;p99"/>
          <p:cNvGrpSpPr/>
          <p:nvPr/>
        </p:nvGrpSpPr>
        <p:grpSpPr>
          <a:xfrm>
            <a:off x="7958302" y="3179946"/>
            <a:ext cx="1051500" cy="868800"/>
            <a:chOff x="8262607" y="3195258"/>
            <a:chExt cx="1051500" cy="868800"/>
          </a:xfrm>
        </p:grpSpPr>
        <p:sp>
          <p:nvSpPr>
            <p:cNvPr id="12742" name="Google Shape;12742;p99"/>
            <p:cNvSpPr/>
            <p:nvPr/>
          </p:nvSpPr>
          <p:spPr>
            <a:xfrm>
              <a:off x="8262607" y="3195258"/>
              <a:ext cx="1051500" cy="868800"/>
            </a:xfrm>
            <a:prstGeom prst="roundRect">
              <a:avLst>
                <a:gd name="adj" fmla="val 6270"/>
              </a:avLst>
            </a:prstGeom>
            <a:solidFill>
              <a:schemeClr val="lt1"/>
            </a:solidFill>
            <a:ln w="12700" cap="flat" cmpd="sng">
              <a:solidFill>
                <a:srgbClr val="005C8A"/>
              </a:solidFill>
              <a:prstDash val="solid"/>
              <a:miter lim="400000"/>
              <a:headEnd type="none" w="sm" len="sm"/>
              <a:tailEnd type="none" w="sm" len="sm"/>
            </a:ln>
          </p:spPr>
          <p:txBody>
            <a:bodyPr spcFirstLastPara="1" wrap="square" lIns="41050" tIns="328875" rIns="41050" bIns="82225" anchor="ctr" anchorCtr="0">
              <a:noAutofit/>
            </a:bodyPr>
            <a:lstStyle/>
            <a:p>
              <a:pPr marL="0" marR="0" lvl="0" indent="0" algn="ctr" defTabSz="914400" rtl="0" eaLnBrk="1" fontAlgn="auto" latinLnBrk="0" hangingPunct="1">
                <a:lnSpc>
                  <a:spcPct val="8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2743" name="Google Shape;12743;p99"/>
            <p:cNvSpPr txBox="1"/>
            <p:nvPr/>
          </p:nvSpPr>
          <p:spPr>
            <a:xfrm>
              <a:off x="8307157" y="3261670"/>
              <a:ext cx="962400" cy="1617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800" b="0" i="0" u="none" strike="noStrike" kern="0" cap="none" spc="0" normalizeH="0" baseline="0" noProof="0" dirty="0">
                  <a:ln>
                    <a:noFill/>
                  </a:ln>
                  <a:solidFill>
                    <a:srgbClr val="000000"/>
                  </a:solidFill>
                  <a:effectLst/>
                  <a:uLnTx/>
                  <a:uFillTx/>
                  <a:latin typeface="Arial"/>
                  <a:ea typeface="Arial"/>
                  <a:cs typeface="Arial"/>
                  <a:sym typeface="Arial"/>
                </a:rPr>
                <a:t>Certificate Management</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12744" name="Google Shape;12744;p99"/>
            <p:cNvPicPr preferRelativeResize="0"/>
            <p:nvPr/>
          </p:nvPicPr>
          <p:blipFill rotWithShape="1">
            <a:blip r:embed="rId9">
              <a:alphaModFix/>
            </a:blip>
            <a:srcRect r="51238"/>
            <a:stretch/>
          </p:blipFill>
          <p:spPr>
            <a:xfrm>
              <a:off x="8562858" y="3539073"/>
              <a:ext cx="450998" cy="457200"/>
            </a:xfrm>
            <a:prstGeom prst="rect">
              <a:avLst/>
            </a:prstGeom>
            <a:noFill/>
            <a:ln>
              <a:noFill/>
            </a:ln>
          </p:spPr>
        </p:pic>
      </p:grpSp>
      <p:grpSp>
        <p:nvGrpSpPr>
          <p:cNvPr id="12745" name="Google Shape;12745;p99"/>
          <p:cNvGrpSpPr/>
          <p:nvPr/>
        </p:nvGrpSpPr>
        <p:grpSpPr>
          <a:xfrm>
            <a:off x="9051005" y="3179946"/>
            <a:ext cx="1051500" cy="868800"/>
            <a:chOff x="9355310" y="3195189"/>
            <a:chExt cx="1051500" cy="868800"/>
          </a:xfrm>
        </p:grpSpPr>
        <p:sp>
          <p:nvSpPr>
            <p:cNvPr id="12746" name="Google Shape;12746;p99"/>
            <p:cNvSpPr/>
            <p:nvPr/>
          </p:nvSpPr>
          <p:spPr>
            <a:xfrm>
              <a:off x="9355310" y="3195189"/>
              <a:ext cx="1051500" cy="868800"/>
            </a:xfrm>
            <a:prstGeom prst="roundRect">
              <a:avLst>
                <a:gd name="adj" fmla="val 6270"/>
              </a:avLst>
            </a:prstGeom>
            <a:solidFill>
              <a:schemeClr val="lt1"/>
            </a:solidFill>
            <a:ln w="12700" cap="flat" cmpd="sng">
              <a:solidFill>
                <a:srgbClr val="005C8A"/>
              </a:solidFill>
              <a:prstDash val="solid"/>
              <a:miter lim="400000"/>
              <a:headEnd type="none" w="sm" len="sm"/>
              <a:tailEnd type="none" w="sm" len="sm"/>
            </a:ln>
          </p:spPr>
          <p:txBody>
            <a:bodyPr spcFirstLastPara="1" wrap="square" lIns="41050" tIns="328875" rIns="41050" bIns="82225" anchor="ctr" anchorCtr="0">
              <a:noAutofit/>
            </a:bodyPr>
            <a:lstStyle/>
            <a:p>
              <a:pPr marL="0" marR="0" lvl="0" indent="0" algn="l" defTabSz="914400" rtl="0" eaLnBrk="1" fontAlgn="auto" latinLnBrk="0" hangingPunct="1">
                <a:lnSpc>
                  <a:spcPct val="8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2747" name="Google Shape;12747;p99"/>
            <p:cNvSpPr txBox="1"/>
            <p:nvPr/>
          </p:nvSpPr>
          <p:spPr>
            <a:xfrm>
              <a:off x="9399860" y="3283997"/>
              <a:ext cx="962400" cy="1617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800" b="0" i="0" u="none" strike="noStrike" kern="0" cap="none" spc="0" normalizeH="0" baseline="0" noProof="0" dirty="0">
                  <a:ln>
                    <a:noFill/>
                  </a:ln>
                  <a:solidFill>
                    <a:srgbClr val="000000"/>
                  </a:solidFill>
                  <a:effectLst/>
                  <a:uLnTx/>
                  <a:uFillTx/>
                  <a:latin typeface="Arial"/>
                  <a:ea typeface="Arial"/>
                  <a:cs typeface="Arial"/>
                  <a:sym typeface="Arial"/>
                </a:rPr>
                <a:t>Service Mesh</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12748" name="Google Shape;12748;p99" descr="istio Logo"/>
            <p:cNvPicPr preferRelativeResize="0"/>
            <p:nvPr/>
          </p:nvPicPr>
          <p:blipFill rotWithShape="1">
            <a:blip r:embed="rId10">
              <a:alphaModFix/>
            </a:blip>
            <a:srcRect/>
            <a:stretch/>
          </p:blipFill>
          <p:spPr>
            <a:xfrm>
              <a:off x="9593328" y="3439874"/>
              <a:ext cx="575464" cy="575464"/>
            </a:xfrm>
            <a:prstGeom prst="rect">
              <a:avLst/>
            </a:prstGeom>
            <a:noFill/>
            <a:ln>
              <a:noFill/>
            </a:ln>
          </p:spPr>
        </p:pic>
      </p:grpSp>
      <p:grpSp>
        <p:nvGrpSpPr>
          <p:cNvPr id="12749" name="Google Shape;12749;p99"/>
          <p:cNvGrpSpPr/>
          <p:nvPr/>
        </p:nvGrpSpPr>
        <p:grpSpPr>
          <a:xfrm>
            <a:off x="4292190" y="4082795"/>
            <a:ext cx="1051619" cy="864396"/>
            <a:chOff x="7682466" y="3571756"/>
            <a:chExt cx="1051619" cy="864396"/>
          </a:xfrm>
        </p:grpSpPr>
        <p:grpSp>
          <p:nvGrpSpPr>
            <p:cNvPr id="12750" name="Google Shape;12750;p99"/>
            <p:cNvGrpSpPr/>
            <p:nvPr/>
          </p:nvGrpSpPr>
          <p:grpSpPr>
            <a:xfrm>
              <a:off x="7682466" y="3571756"/>
              <a:ext cx="1051619" cy="864396"/>
              <a:chOff x="8393511" y="3307853"/>
              <a:chExt cx="1311900" cy="1020900"/>
            </a:xfrm>
          </p:grpSpPr>
          <p:sp>
            <p:nvSpPr>
              <p:cNvPr id="12751" name="Google Shape;12751;p99"/>
              <p:cNvSpPr/>
              <p:nvPr/>
            </p:nvSpPr>
            <p:spPr>
              <a:xfrm>
                <a:off x="8393511" y="3307853"/>
                <a:ext cx="1311900" cy="1020900"/>
              </a:xfrm>
              <a:prstGeom prst="roundRect">
                <a:avLst>
                  <a:gd name="adj" fmla="val 6270"/>
                </a:avLst>
              </a:prstGeom>
              <a:solidFill>
                <a:schemeClr val="lt1"/>
              </a:solidFill>
              <a:ln w="12700" cap="flat" cmpd="sng">
                <a:solidFill>
                  <a:srgbClr val="005C8A"/>
                </a:solidFill>
                <a:prstDash val="solid"/>
                <a:miter lim="400000"/>
                <a:headEnd type="none" w="sm" len="sm"/>
                <a:tailEnd type="none" w="sm" len="sm"/>
              </a:ln>
            </p:spPr>
            <p:txBody>
              <a:bodyPr spcFirstLastPara="1" wrap="square" lIns="41050" tIns="328875" rIns="41050" bIns="82225" anchor="ctr" anchorCtr="0">
                <a:noAutofit/>
              </a:bodyPr>
              <a:lstStyle/>
              <a:p>
                <a:pPr marL="0" marR="0" lvl="0" indent="0" algn="l" defTabSz="914400" rtl="0" eaLnBrk="1" fontAlgn="auto" latinLnBrk="0" hangingPunct="1">
                  <a:lnSpc>
                    <a:spcPct val="80000"/>
                  </a:lnSpc>
                  <a:spcBef>
                    <a:spcPts val="0"/>
                  </a:spcBef>
                  <a:spcAft>
                    <a:spcPts val="0"/>
                  </a:spcAft>
                  <a:buClr>
                    <a:srgbClr val="000000"/>
                  </a:buClr>
                  <a:buSzPts val="900"/>
                  <a:buFont typeface="Arial"/>
                  <a:buNone/>
                  <a:tabLst/>
                  <a:defRPr/>
                </a:pPr>
                <a:endParaRPr kumimoji="0"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2752" name="Google Shape;12752;p99"/>
              <p:cNvSpPr/>
              <p:nvPr/>
            </p:nvSpPr>
            <p:spPr>
              <a:xfrm>
                <a:off x="8405214" y="3337362"/>
                <a:ext cx="1263000" cy="401400"/>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800" b="0" i="0" u="none" strike="noStrike" kern="0" cap="none" spc="0" normalizeH="0" baseline="0" noProof="0" dirty="0">
                    <a:ln>
                      <a:noFill/>
                    </a:ln>
                    <a:solidFill>
                      <a:srgbClr val="000000"/>
                    </a:solidFill>
                    <a:effectLst/>
                    <a:uLnTx/>
                    <a:uFillTx/>
                    <a:latin typeface="Arial"/>
                    <a:ea typeface="Arial"/>
                    <a:cs typeface="Arial"/>
                    <a:sym typeface="Arial"/>
                  </a:rPr>
                  <a:t>Velero</a:t>
                </a:r>
                <a:endParaRPr kumimoji="0" sz="800" b="0" i="0" u="none" strike="noStrike" kern="0" cap="none" spc="0" normalizeH="0" baseline="0" noProof="0" dirty="0">
                  <a:ln>
                    <a:noFill/>
                  </a:ln>
                  <a:solidFill>
                    <a:srgbClr val="000000"/>
                  </a:solidFill>
                  <a:effectLst/>
                  <a:uLnTx/>
                  <a:uFillTx/>
                  <a:latin typeface="Arial"/>
                  <a:ea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800" b="0" i="0" u="none" strike="noStrike" kern="0" cap="none" spc="0" normalizeH="0" baseline="0" noProof="0" dirty="0">
                    <a:ln>
                      <a:noFill/>
                    </a:ln>
                    <a:solidFill>
                      <a:srgbClr val="000000"/>
                    </a:solidFill>
                    <a:effectLst/>
                    <a:uLnTx/>
                    <a:uFillTx/>
                    <a:latin typeface="Arial"/>
                    <a:ea typeface="Arial"/>
                    <a:cs typeface="Arial"/>
                    <a:sym typeface="Arial"/>
                  </a:rPr>
                  <a:t>Backup Service</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grpSp>
        <p:grpSp>
          <p:nvGrpSpPr>
            <p:cNvPr id="12753" name="Google Shape;12753;p99" descr="Application"/>
            <p:cNvGrpSpPr/>
            <p:nvPr/>
          </p:nvGrpSpPr>
          <p:grpSpPr>
            <a:xfrm>
              <a:off x="7817085" y="4000259"/>
              <a:ext cx="310692" cy="339773"/>
              <a:chOff x="530908" y="707686"/>
              <a:chExt cx="600836" cy="600837"/>
            </a:xfrm>
          </p:grpSpPr>
          <p:sp>
            <p:nvSpPr>
              <p:cNvPr id="12754" name="Google Shape;12754;p99"/>
              <p:cNvSpPr/>
              <p:nvPr/>
            </p:nvSpPr>
            <p:spPr>
              <a:xfrm>
                <a:off x="634568" y="934169"/>
                <a:ext cx="126808" cy="126049"/>
              </a:xfrm>
              <a:custGeom>
                <a:avLst/>
                <a:gdLst/>
                <a:ahLst/>
                <a:cxnLst/>
                <a:rect l="l" t="t" r="r" b="b"/>
                <a:pathLst>
                  <a:path w="126808" h="126049" extrusionOk="0">
                    <a:moveTo>
                      <a:pt x="98348" y="97462"/>
                    </a:moveTo>
                    <a:lnTo>
                      <a:pt x="28271" y="97462"/>
                    </a:lnTo>
                    <a:lnTo>
                      <a:pt x="15622" y="126049"/>
                    </a:lnTo>
                    <a:lnTo>
                      <a:pt x="0" y="126049"/>
                    </a:lnTo>
                    <a:lnTo>
                      <a:pt x="55593" y="0"/>
                    </a:lnTo>
                    <a:lnTo>
                      <a:pt x="71215" y="0"/>
                    </a:lnTo>
                    <a:lnTo>
                      <a:pt x="126808" y="126049"/>
                    </a:lnTo>
                    <a:lnTo>
                      <a:pt x="110997" y="126049"/>
                    </a:lnTo>
                    <a:close/>
                    <a:moveTo>
                      <a:pt x="92466" y="83864"/>
                    </a:moveTo>
                    <a:lnTo>
                      <a:pt x="63499" y="17646"/>
                    </a:lnTo>
                    <a:lnTo>
                      <a:pt x="34153" y="83864"/>
                    </a:lnTo>
                    <a:close/>
                  </a:path>
                </a:pathLst>
              </a:custGeom>
              <a:solidFill>
                <a:schemeClr val="lt1"/>
              </a:solidFill>
              <a:ln w="9525" cap="flat" cmpd="sng">
                <a:solidFill>
                  <a:srgbClr val="0193C2"/>
                </a:solidFill>
                <a:prstDash val="solid"/>
                <a:round/>
                <a:headEnd type="none" w="sm" len="sm"/>
                <a:tailEnd type="none" w="sm" len="sm"/>
              </a:ln>
            </p:spPr>
            <p:txBody>
              <a:bodyPr spcFirstLastPara="1" wrap="square" lIns="91375" tIns="45650" rIns="91375" bIns="4565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00"/>
                  <a:buFont typeface="Arial"/>
                  <a:buNone/>
                  <a:tabLst/>
                  <a:defRPr/>
                </a:pPr>
                <a:endParaRPr kumimoji="0" sz="1700" b="0" i="0" u="none" strike="noStrike" kern="0" cap="none" spc="0" normalizeH="0" baseline="0" noProof="0" dirty="0">
                  <a:ln>
                    <a:noFill/>
                  </a:ln>
                  <a:solidFill>
                    <a:srgbClr val="005C8A"/>
                  </a:solidFill>
                  <a:effectLst/>
                  <a:uLnTx/>
                  <a:uFillTx/>
                  <a:latin typeface="Arial"/>
                  <a:ea typeface="Arial"/>
                  <a:cs typeface="Arial"/>
                  <a:sym typeface="Arial"/>
                </a:endParaRPr>
              </a:p>
            </p:txBody>
          </p:sp>
          <p:sp>
            <p:nvSpPr>
              <p:cNvPr id="12755" name="Google Shape;12755;p99"/>
              <p:cNvSpPr/>
              <p:nvPr/>
            </p:nvSpPr>
            <p:spPr>
              <a:xfrm>
                <a:off x="790976" y="934169"/>
                <a:ext cx="97588" cy="126049"/>
              </a:xfrm>
              <a:custGeom>
                <a:avLst/>
                <a:gdLst/>
                <a:ahLst/>
                <a:cxnLst/>
                <a:rect l="l" t="t" r="r" b="b"/>
                <a:pathLst>
                  <a:path w="97588" h="126049" extrusionOk="0">
                    <a:moveTo>
                      <a:pt x="0" y="0"/>
                    </a:moveTo>
                    <a:lnTo>
                      <a:pt x="51166" y="0"/>
                    </a:lnTo>
                    <a:cubicBezTo>
                      <a:pt x="77223" y="0"/>
                      <a:pt x="97589" y="16697"/>
                      <a:pt x="97589" y="40414"/>
                    </a:cubicBezTo>
                    <a:cubicBezTo>
                      <a:pt x="97589" y="64131"/>
                      <a:pt x="77223" y="80765"/>
                      <a:pt x="51166" y="80765"/>
                    </a:cubicBezTo>
                    <a:lnTo>
                      <a:pt x="14294" y="80765"/>
                    </a:lnTo>
                    <a:lnTo>
                      <a:pt x="14294" y="126049"/>
                    </a:lnTo>
                    <a:lnTo>
                      <a:pt x="0" y="126049"/>
                    </a:lnTo>
                    <a:close/>
                    <a:moveTo>
                      <a:pt x="48636" y="66914"/>
                    </a:moveTo>
                    <a:cubicBezTo>
                      <a:pt x="69128" y="66914"/>
                      <a:pt x="83105" y="56985"/>
                      <a:pt x="83105" y="40161"/>
                    </a:cubicBezTo>
                    <a:cubicBezTo>
                      <a:pt x="83105" y="23338"/>
                      <a:pt x="69128" y="13345"/>
                      <a:pt x="48636" y="13345"/>
                    </a:cubicBezTo>
                    <a:lnTo>
                      <a:pt x="14294" y="13345"/>
                    </a:lnTo>
                    <a:lnTo>
                      <a:pt x="14294" y="66914"/>
                    </a:lnTo>
                    <a:close/>
                  </a:path>
                </a:pathLst>
              </a:custGeom>
              <a:solidFill>
                <a:schemeClr val="lt1"/>
              </a:solidFill>
              <a:ln w="9525" cap="flat" cmpd="sng">
                <a:solidFill>
                  <a:srgbClr val="0193C2"/>
                </a:solidFill>
                <a:prstDash val="solid"/>
                <a:round/>
                <a:headEnd type="none" w="sm" len="sm"/>
                <a:tailEnd type="none" w="sm" len="sm"/>
              </a:ln>
            </p:spPr>
            <p:txBody>
              <a:bodyPr spcFirstLastPara="1" wrap="square" lIns="91375" tIns="45650" rIns="91375" bIns="4565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00"/>
                  <a:buFont typeface="Arial"/>
                  <a:buNone/>
                  <a:tabLst/>
                  <a:defRPr/>
                </a:pPr>
                <a:endParaRPr kumimoji="0" sz="1700" b="0" i="0" u="none" strike="noStrike" kern="0" cap="none" spc="0" normalizeH="0" baseline="0" noProof="0" dirty="0">
                  <a:ln>
                    <a:noFill/>
                  </a:ln>
                  <a:solidFill>
                    <a:srgbClr val="717074"/>
                  </a:solidFill>
                  <a:effectLst/>
                  <a:uLnTx/>
                  <a:uFillTx/>
                  <a:latin typeface="Arial"/>
                  <a:ea typeface="Arial"/>
                  <a:cs typeface="Arial"/>
                  <a:sym typeface="Arial"/>
                </a:endParaRPr>
              </a:p>
            </p:txBody>
          </p:sp>
          <p:sp>
            <p:nvSpPr>
              <p:cNvPr id="12756" name="Google Shape;12756;p99"/>
              <p:cNvSpPr/>
              <p:nvPr/>
            </p:nvSpPr>
            <p:spPr>
              <a:xfrm>
                <a:off x="919302" y="934169"/>
                <a:ext cx="97588" cy="126049"/>
              </a:xfrm>
              <a:custGeom>
                <a:avLst/>
                <a:gdLst/>
                <a:ahLst/>
                <a:cxnLst/>
                <a:rect l="l" t="t" r="r" b="b"/>
                <a:pathLst>
                  <a:path w="97588" h="126049" extrusionOk="0">
                    <a:moveTo>
                      <a:pt x="0" y="0"/>
                    </a:moveTo>
                    <a:lnTo>
                      <a:pt x="51166" y="0"/>
                    </a:lnTo>
                    <a:cubicBezTo>
                      <a:pt x="77223" y="0"/>
                      <a:pt x="97589" y="16697"/>
                      <a:pt x="97589" y="40414"/>
                    </a:cubicBezTo>
                    <a:cubicBezTo>
                      <a:pt x="97589" y="64131"/>
                      <a:pt x="77223" y="80765"/>
                      <a:pt x="51166" y="80765"/>
                    </a:cubicBezTo>
                    <a:lnTo>
                      <a:pt x="14294" y="80765"/>
                    </a:lnTo>
                    <a:lnTo>
                      <a:pt x="14294" y="126049"/>
                    </a:lnTo>
                    <a:lnTo>
                      <a:pt x="0" y="126049"/>
                    </a:lnTo>
                    <a:close/>
                    <a:moveTo>
                      <a:pt x="48573" y="66914"/>
                    </a:moveTo>
                    <a:cubicBezTo>
                      <a:pt x="69128" y="66914"/>
                      <a:pt x="83105" y="56985"/>
                      <a:pt x="83105" y="40161"/>
                    </a:cubicBezTo>
                    <a:cubicBezTo>
                      <a:pt x="83105" y="23338"/>
                      <a:pt x="69128" y="13345"/>
                      <a:pt x="48573" y="13345"/>
                    </a:cubicBezTo>
                    <a:lnTo>
                      <a:pt x="14294" y="13345"/>
                    </a:lnTo>
                    <a:lnTo>
                      <a:pt x="14294" y="66914"/>
                    </a:lnTo>
                    <a:close/>
                  </a:path>
                </a:pathLst>
              </a:custGeom>
              <a:solidFill>
                <a:schemeClr val="lt1"/>
              </a:solidFill>
              <a:ln w="9525" cap="flat" cmpd="sng">
                <a:solidFill>
                  <a:srgbClr val="0193C2"/>
                </a:solidFill>
                <a:prstDash val="solid"/>
                <a:round/>
                <a:headEnd type="none" w="sm" len="sm"/>
                <a:tailEnd type="none" w="sm" len="sm"/>
              </a:ln>
            </p:spPr>
            <p:txBody>
              <a:bodyPr spcFirstLastPara="1" wrap="square" lIns="91375" tIns="45650" rIns="91375" bIns="4565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00"/>
                  <a:buFont typeface="Arial"/>
                  <a:buNone/>
                  <a:tabLst/>
                  <a:defRPr/>
                </a:pPr>
                <a:endParaRPr kumimoji="0" sz="1700" b="0" i="0" u="none" strike="noStrike" kern="0" cap="none" spc="0" normalizeH="0" baseline="0" noProof="0" dirty="0">
                  <a:ln>
                    <a:noFill/>
                  </a:ln>
                  <a:solidFill>
                    <a:srgbClr val="717074"/>
                  </a:solidFill>
                  <a:effectLst/>
                  <a:uLnTx/>
                  <a:uFillTx/>
                  <a:latin typeface="Arial"/>
                  <a:ea typeface="Arial"/>
                  <a:cs typeface="Arial"/>
                  <a:sym typeface="Arial"/>
                </a:endParaRPr>
              </a:p>
            </p:txBody>
          </p:sp>
          <p:sp>
            <p:nvSpPr>
              <p:cNvPr id="12757" name="Google Shape;12757;p99"/>
              <p:cNvSpPr/>
              <p:nvPr/>
            </p:nvSpPr>
            <p:spPr>
              <a:xfrm>
                <a:off x="530908" y="707686"/>
                <a:ext cx="600836" cy="600837"/>
              </a:xfrm>
              <a:custGeom>
                <a:avLst/>
                <a:gdLst/>
                <a:ahLst/>
                <a:cxnLst/>
                <a:rect l="l" t="t" r="r" b="b"/>
                <a:pathLst>
                  <a:path w="600836" h="600837" extrusionOk="0">
                    <a:moveTo>
                      <a:pt x="554920" y="15812"/>
                    </a:moveTo>
                    <a:cubicBezTo>
                      <a:pt x="571523" y="15812"/>
                      <a:pt x="584988" y="29251"/>
                      <a:pt x="585026" y="45853"/>
                    </a:cubicBezTo>
                    <a:lnTo>
                      <a:pt x="585026" y="554920"/>
                    </a:lnTo>
                    <a:cubicBezTo>
                      <a:pt x="585026" y="571548"/>
                      <a:pt x="571548" y="585026"/>
                      <a:pt x="554920" y="585026"/>
                    </a:cubicBezTo>
                    <a:lnTo>
                      <a:pt x="45853" y="585026"/>
                    </a:lnTo>
                    <a:cubicBezTo>
                      <a:pt x="29251" y="584988"/>
                      <a:pt x="15812" y="571523"/>
                      <a:pt x="15812" y="554920"/>
                    </a:cubicBezTo>
                    <a:lnTo>
                      <a:pt x="15812" y="45853"/>
                    </a:lnTo>
                    <a:cubicBezTo>
                      <a:pt x="15812" y="29261"/>
                      <a:pt x="29261" y="15812"/>
                      <a:pt x="45853" y="15812"/>
                    </a:cubicBezTo>
                    <a:lnTo>
                      <a:pt x="554920" y="15812"/>
                    </a:lnTo>
                    <a:moveTo>
                      <a:pt x="554920" y="0"/>
                    </a:moveTo>
                    <a:lnTo>
                      <a:pt x="45853" y="0"/>
                    </a:lnTo>
                    <a:cubicBezTo>
                      <a:pt x="20544" y="35"/>
                      <a:pt x="35" y="20544"/>
                      <a:pt x="0" y="45853"/>
                    </a:cubicBezTo>
                    <a:lnTo>
                      <a:pt x="0" y="554920"/>
                    </a:lnTo>
                    <a:cubicBezTo>
                      <a:pt x="0" y="580257"/>
                      <a:pt x="20519" y="600799"/>
                      <a:pt x="45853" y="600837"/>
                    </a:cubicBezTo>
                    <a:lnTo>
                      <a:pt x="554920" y="600837"/>
                    </a:lnTo>
                    <a:cubicBezTo>
                      <a:pt x="580282" y="600837"/>
                      <a:pt x="600837" y="580282"/>
                      <a:pt x="600837" y="554920"/>
                    </a:cubicBezTo>
                    <a:lnTo>
                      <a:pt x="600837" y="45853"/>
                    </a:lnTo>
                    <a:cubicBezTo>
                      <a:pt x="600799" y="20519"/>
                      <a:pt x="580257" y="0"/>
                      <a:pt x="554920" y="0"/>
                    </a:cubicBezTo>
                    <a:close/>
                  </a:path>
                </a:pathLst>
              </a:custGeom>
              <a:solidFill>
                <a:schemeClr val="lt1"/>
              </a:solidFill>
              <a:ln w="9525" cap="flat" cmpd="sng">
                <a:solidFill>
                  <a:srgbClr val="0193C2"/>
                </a:solidFill>
                <a:prstDash val="solid"/>
                <a:round/>
                <a:headEnd type="none" w="sm" len="sm"/>
                <a:tailEnd type="none" w="sm" len="sm"/>
              </a:ln>
            </p:spPr>
            <p:txBody>
              <a:bodyPr spcFirstLastPara="1" wrap="square" lIns="91375" tIns="45650" rIns="91375" bIns="4565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00"/>
                  <a:buFont typeface="Arial"/>
                  <a:buNone/>
                  <a:tabLst/>
                  <a:defRPr/>
                </a:pPr>
                <a:endParaRPr kumimoji="0" sz="1700" b="0" i="0" u="none" strike="noStrike" kern="0" cap="none" spc="0" normalizeH="0" baseline="0" noProof="0" dirty="0">
                  <a:ln>
                    <a:noFill/>
                  </a:ln>
                  <a:solidFill>
                    <a:srgbClr val="717074"/>
                  </a:solidFill>
                  <a:effectLst/>
                  <a:uLnTx/>
                  <a:uFillTx/>
                  <a:latin typeface="Arial"/>
                  <a:ea typeface="Arial"/>
                  <a:cs typeface="Arial"/>
                  <a:sym typeface="Arial"/>
                </a:endParaRPr>
              </a:p>
            </p:txBody>
          </p:sp>
        </p:grpSp>
        <p:pic>
          <p:nvPicPr>
            <p:cNvPr id="12758" name="Google Shape;12758;p99" descr="vSAN Database&#10;"/>
            <p:cNvPicPr preferRelativeResize="0"/>
            <p:nvPr/>
          </p:nvPicPr>
          <p:blipFill rotWithShape="1">
            <a:blip r:embed="rId5">
              <a:alphaModFix/>
            </a:blip>
            <a:srcRect/>
            <a:stretch/>
          </p:blipFill>
          <p:spPr>
            <a:xfrm>
              <a:off x="8329876" y="4022214"/>
              <a:ext cx="339877" cy="339792"/>
            </a:xfrm>
            <a:prstGeom prst="rect">
              <a:avLst/>
            </a:prstGeom>
            <a:noFill/>
            <a:ln>
              <a:noFill/>
            </a:ln>
          </p:spPr>
        </p:pic>
        <p:cxnSp>
          <p:nvCxnSpPr>
            <p:cNvPr id="12759" name="Google Shape;12759;p99"/>
            <p:cNvCxnSpPr/>
            <p:nvPr/>
          </p:nvCxnSpPr>
          <p:spPr>
            <a:xfrm>
              <a:off x="8176652" y="4173396"/>
              <a:ext cx="200100" cy="0"/>
            </a:xfrm>
            <a:prstGeom prst="straightConnector1">
              <a:avLst/>
            </a:prstGeom>
            <a:noFill/>
            <a:ln w="9525" cap="flat" cmpd="sng">
              <a:solidFill>
                <a:srgbClr val="0193C2"/>
              </a:solidFill>
              <a:prstDash val="solid"/>
              <a:round/>
              <a:headEnd type="none" w="sm" len="sm"/>
              <a:tailEnd type="triangle" w="med" len="med"/>
            </a:ln>
          </p:spPr>
        </p:cxnSp>
      </p:grpSp>
      <p:grpSp>
        <p:nvGrpSpPr>
          <p:cNvPr id="12760" name="Google Shape;12760;p99"/>
          <p:cNvGrpSpPr/>
          <p:nvPr/>
        </p:nvGrpSpPr>
        <p:grpSpPr>
          <a:xfrm>
            <a:off x="7969135" y="4082797"/>
            <a:ext cx="1051619" cy="864396"/>
            <a:chOff x="7843632" y="4088853"/>
            <a:chExt cx="1051619" cy="864396"/>
          </a:xfrm>
        </p:grpSpPr>
        <p:grpSp>
          <p:nvGrpSpPr>
            <p:cNvPr id="12761" name="Google Shape;12761;p99"/>
            <p:cNvGrpSpPr/>
            <p:nvPr/>
          </p:nvGrpSpPr>
          <p:grpSpPr>
            <a:xfrm>
              <a:off x="7843632" y="4088853"/>
              <a:ext cx="1051619" cy="864396"/>
              <a:chOff x="8393511" y="3307852"/>
              <a:chExt cx="1311900" cy="1020899"/>
            </a:xfrm>
          </p:grpSpPr>
          <p:sp>
            <p:nvSpPr>
              <p:cNvPr id="12762" name="Google Shape;12762;p99"/>
              <p:cNvSpPr/>
              <p:nvPr/>
            </p:nvSpPr>
            <p:spPr>
              <a:xfrm>
                <a:off x="8393511" y="3307852"/>
                <a:ext cx="1311900" cy="1020899"/>
              </a:xfrm>
              <a:prstGeom prst="roundRect">
                <a:avLst>
                  <a:gd name="adj" fmla="val 6270"/>
                </a:avLst>
              </a:prstGeom>
              <a:solidFill>
                <a:schemeClr val="lt1"/>
              </a:solidFill>
              <a:ln w="12700" cap="flat" cmpd="sng">
                <a:solidFill>
                  <a:srgbClr val="005C8A"/>
                </a:solidFill>
                <a:prstDash val="solid"/>
                <a:miter lim="400000"/>
                <a:headEnd type="none" w="sm" len="sm"/>
                <a:tailEnd type="none" w="sm" len="sm"/>
              </a:ln>
            </p:spPr>
            <p:txBody>
              <a:bodyPr spcFirstLastPara="1" wrap="square" lIns="41050" tIns="328875" rIns="41050" bIns="82225" anchor="ctr" anchorCtr="0">
                <a:noAutofit/>
              </a:bodyPr>
              <a:lstStyle/>
              <a:p>
                <a:pPr marL="0" marR="0" lvl="0" indent="0" algn="l" defTabSz="914400" rtl="0" eaLnBrk="1" fontAlgn="auto" latinLnBrk="0" hangingPunct="1">
                  <a:lnSpc>
                    <a:spcPct val="80000"/>
                  </a:lnSpc>
                  <a:spcBef>
                    <a:spcPts val="0"/>
                  </a:spcBef>
                  <a:spcAft>
                    <a:spcPts val="0"/>
                  </a:spcAft>
                  <a:buClr>
                    <a:srgbClr val="000000"/>
                  </a:buClr>
                  <a:buSzPts val="900"/>
                  <a:buFont typeface="Arial"/>
                  <a:buNone/>
                  <a:tabLst/>
                  <a:defRPr/>
                </a:pPr>
                <a:endParaRPr kumimoji="0"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2763" name="Google Shape;12763;p99"/>
              <p:cNvSpPr/>
              <p:nvPr/>
            </p:nvSpPr>
            <p:spPr>
              <a:xfrm>
                <a:off x="8405214" y="3310894"/>
                <a:ext cx="1263000" cy="401400"/>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800" b="0" i="0" u="none" strike="noStrike" kern="0" cap="none" spc="0" normalizeH="0" baseline="0" noProof="0" dirty="0">
                    <a:ln>
                      <a:noFill/>
                    </a:ln>
                    <a:solidFill>
                      <a:srgbClr val="000000"/>
                    </a:solidFill>
                    <a:effectLst/>
                    <a:uLnTx/>
                    <a:uFillTx/>
                    <a:latin typeface="Arial"/>
                    <a:ea typeface="Arial"/>
                    <a:cs typeface="Arial"/>
                    <a:sym typeface="Arial"/>
                  </a:rPr>
                  <a:t>Secret Store</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grpSp>
        <p:pic>
          <p:nvPicPr>
            <p:cNvPr id="12764" name="Google Shape;12764;p99"/>
            <p:cNvPicPr preferRelativeResize="0"/>
            <p:nvPr/>
          </p:nvPicPr>
          <p:blipFill rotWithShape="1">
            <a:blip r:embed="rId11">
              <a:alphaModFix/>
            </a:blip>
            <a:srcRect/>
            <a:stretch/>
          </p:blipFill>
          <p:spPr>
            <a:xfrm>
              <a:off x="8126520" y="4358630"/>
              <a:ext cx="485843" cy="457264"/>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84BA5-CA0F-20E0-2E1F-4597A96201A4}"/>
            </a:ext>
          </a:extLst>
        </p:cNvPr>
        <p:cNvGrpSpPr/>
        <p:nvPr/>
      </p:nvGrpSpPr>
      <p:grpSpPr>
        <a:xfrm>
          <a:off x="0" y="0"/>
          <a:ext cx="0" cy="0"/>
          <a:chOff x="0" y="0"/>
          <a:chExt cx="0" cy="0"/>
        </a:xfrm>
      </p:grpSpPr>
      <p:sp>
        <p:nvSpPr>
          <p:cNvPr id="101" name="Rounded Rectangle 100">
            <a:extLst>
              <a:ext uri="{FF2B5EF4-FFF2-40B4-BE49-F238E27FC236}">
                <a16:creationId xmlns:a16="http://schemas.microsoft.com/office/drawing/2014/main" id="{B1A6D5EA-0DE5-2E09-F716-F9EF8014068C}"/>
              </a:ext>
            </a:extLst>
          </p:cNvPr>
          <p:cNvSpPr/>
          <p:nvPr/>
        </p:nvSpPr>
        <p:spPr>
          <a:xfrm>
            <a:off x="3184" y="1606861"/>
            <a:ext cx="12184454" cy="4610526"/>
          </a:xfrm>
          <a:prstGeom prst="roundRect">
            <a:avLst>
              <a:gd name="adj" fmla="val 0"/>
            </a:avLst>
          </a:prstGeom>
          <a:solidFill>
            <a:srgbClr val="F4F8FA"/>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44" tIns="45672" rIns="91344" bIns="45672" numCol="1" spcCol="0" rtlCol="0" fromWordArt="0" anchor="ctr" anchorCtr="0" forceAA="0" compatLnSpc="1">
            <a:prstTxWarp prst="textNoShape">
              <a:avLst/>
            </a:prstTxWarp>
            <a:noAutofit/>
          </a:bodyPr>
          <a:lstStyle/>
          <a:p>
            <a:pPr marL="0" marR="0" lvl="0" indent="0" algn="ctr" defTabSz="913578"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02" name="Rectangle: Rounded Corners 171">
            <a:extLst>
              <a:ext uri="{FF2B5EF4-FFF2-40B4-BE49-F238E27FC236}">
                <a16:creationId xmlns:a16="http://schemas.microsoft.com/office/drawing/2014/main" id="{56B817E6-4FFA-97DC-7F1B-7E55E5816B7A}"/>
              </a:ext>
            </a:extLst>
          </p:cNvPr>
          <p:cNvSpPr/>
          <p:nvPr/>
        </p:nvSpPr>
        <p:spPr>
          <a:xfrm>
            <a:off x="497062" y="1727008"/>
            <a:ext cx="3519946" cy="4344116"/>
          </a:xfrm>
          <a:prstGeom prst="roundRect">
            <a:avLst>
              <a:gd name="adj" fmla="val 2239"/>
            </a:avLst>
          </a:prstGeom>
          <a:solidFill>
            <a:schemeClr val="bg1"/>
          </a:solidFill>
          <a:ln w="12700">
            <a:solidFill>
              <a:schemeClr val="bg1">
                <a:lumMod val="75000"/>
              </a:schemeClr>
            </a:solidFill>
            <a:prstDash val="solid"/>
            <a:extLst>
              <a:ext uri="{C807C97D-BFC1-408E-A445-0C87EB9F89A2}">
                <ask:lineSketchStyleProps xmlns:ask="http://schemas.microsoft.com/office/drawing/2018/sketchyshapes">
                  <ask:type>
                    <ask:lineSketchNone/>
                  </ask:type>
                </ask:lineSketchStyleProps>
              </a:ext>
            </a:extLst>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20" tIns="45660" rIns="91320" bIns="45660"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Tx/>
              <a:buSzTx/>
              <a:buFontTx/>
              <a:buNone/>
              <a:tabLst/>
              <a:defRPr/>
            </a:pPr>
            <a:endParaRPr kumimoji="0" lang="en-US" sz="10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3" name="Rounded Rectangle 12">
            <a:extLst>
              <a:ext uri="{FF2B5EF4-FFF2-40B4-BE49-F238E27FC236}">
                <a16:creationId xmlns:a16="http://schemas.microsoft.com/office/drawing/2014/main" id="{22D5B323-C0D7-5263-000E-263C4144ABE3}"/>
              </a:ext>
            </a:extLst>
          </p:cNvPr>
          <p:cNvSpPr/>
          <p:nvPr/>
        </p:nvSpPr>
        <p:spPr bwMode="gray">
          <a:xfrm>
            <a:off x="2394098" y="2374131"/>
            <a:ext cx="1375931" cy="1751817"/>
          </a:xfrm>
          <a:prstGeom prst="roundRect">
            <a:avLst>
              <a:gd name="adj" fmla="val 5370"/>
            </a:avLst>
          </a:prstGeom>
          <a:solidFill>
            <a:schemeClr val="accent4">
              <a:alpha val="10000"/>
            </a:schemeClr>
          </a:solidFill>
          <a:ln w="9525">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14" name="Rounded Rectangle 113">
            <a:extLst>
              <a:ext uri="{FF2B5EF4-FFF2-40B4-BE49-F238E27FC236}">
                <a16:creationId xmlns:a16="http://schemas.microsoft.com/office/drawing/2014/main" id="{BFD4F32F-3D08-3E03-E39B-FFE17B5BD375}"/>
              </a:ext>
            </a:extLst>
          </p:cNvPr>
          <p:cNvSpPr/>
          <p:nvPr/>
        </p:nvSpPr>
        <p:spPr bwMode="gray">
          <a:xfrm>
            <a:off x="777068" y="2378493"/>
            <a:ext cx="1375931" cy="1751817"/>
          </a:xfrm>
          <a:prstGeom prst="roundRect">
            <a:avLst>
              <a:gd name="adj" fmla="val 5370"/>
            </a:avLst>
          </a:prstGeom>
          <a:solidFill>
            <a:schemeClr val="accent3">
              <a:alpha val="9985"/>
            </a:schemeClr>
          </a:solidFill>
          <a:ln w="9525">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104" name="Rectangle: Rounded Corners 171">
            <a:extLst>
              <a:ext uri="{FF2B5EF4-FFF2-40B4-BE49-F238E27FC236}">
                <a16:creationId xmlns:a16="http://schemas.microsoft.com/office/drawing/2014/main" id="{C8D2AF96-C9A8-C14E-FCE9-CBD8281C315D}"/>
              </a:ext>
            </a:extLst>
          </p:cNvPr>
          <p:cNvSpPr/>
          <p:nvPr/>
        </p:nvSpPr>
        <p:spPr>
          <a:xfrm>
            <a:off x="8093231" y="1721815"/>
            <a:ext cx="3592656" cy="4344116"/>
          </a:xfrm>
          <a:prstGeom prst="roundRect">
            <a:avLst>
              <a:gd name="adj" fmla="val 2239"/>
            </a:avLst>
          </a:prstGeom>
          <a:solidFill>
            <a:schemeClr val="bg1"/>
          </a:solidFill>
          <a:ln w="12700">
            <a:solidFill>
              <a:schemeClr val="bg1">
                <a:lumMod val="75000"/>
              </a:schemeClr>
            </a:solidFill>
            <a:prstDash val="solid"/>
            <a:extLst>
              <a:ext uri="{C807C97D-BFC1-408E-A445-0C87EB9F89A2}">
                <ask:lineSketchStyleProps xmlns:ask="http://schemas.microsoft.com/office/drawing/2018/sketchyshapes">
                  <ask:type>
                    <ask:lineSketchNone/>
                  </ask:type>
                </ask:lineSketchStyleProps>
              </a:ext>
            </a:extLst>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20" tIns="45660" rIns="91320" bIns="45660"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Tx/>
              <a:buSzTx/>
              <a:buFontTx/>
              <a:buNone/>
              <a:tabLst/>
              <a:defRPr/>
            </a:pPr>
            <a:endParaRPr kumimoji="0" lang="en-US" sz="10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103" name="Rectangle: Rounded Corners 171">
            <a:extLst>
              <a:ext uri="{FF2B5EF4-FFF2-40B4-BE49-F238E27FC236}">
                <a16:creationId xmlns:a16="http://schemas.microsoft.com/office/drawing/2014/main" id="{F5C693C1-5D3F-0863-79CC-76E1423CF5FF}"/>
              </a:ext>
            </a:extLst>
          </p:cNvPr>
          <p:cNvSpPr/>
          <p:nvPr/>
        </p:nvSpPr>
        <p:spPr>
          <a:xfrm>
            <a:off x="4198725" y="1721815"/>
            <a:ext cx="3678000" cy="4344116"/>
          </a:xfrm>
          <a:prstGeom prst="roundRect">
            <a:avLst>
              <a:gd name="adj" fmla="val 2239"/>
            </a:avLst>
          </a:prstGeom>
          <a:solidFill>
            <a:schemeClr val="bg1"/>
          </a:solidFill>
          <a:ln w="12700">
            <a:solidFill>
              <a:schemeClr val="bg1">
                <a:lumMod val="75000"/>
              </a:schemeClr>
            </a:solidFill>
            <a:prstDash val="solid"/>
            <a:extLst>
              <a:ext uri="{C807C97D-BFC1-408E-A445-0C87EB9F89A2}">
                <ask:lineSketchStyleProps xmlns:ask="http://schemas.microsoft.com/office/drawing/2018/sketchyshapes">
                  <ask:type>
                    <ask:lineSketchNone/>
                  </ask:type>
                </ask:lineSketchStyleProps>
              </a:ext>
            </a:extLst>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20" tIns="45660" rIns="91320" bIns="45660"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Tx/>
              <a:buSzTx/>
              <a:buFontTx/>
              <a:buNone/>
              <a:tabLst/>
              <a:defRPr/>
            </a:pPr>
            <a:endParaRPr kumimoji="0" lang="en-US" sz="1000" b="0" i="0" u="none" strike="noStrike" kern="1200" cap="none" spc="0" normalizeH="0" baseline="0" noProof="0" dirty="0">
              <a:ln>
                <a:noFill/>
              </a:ln>
              <a:solidFill>
                <a:srgbClr val="000001"/>
              </a:solidFill>
              <a:effectLst/>
              <a:uLnTx/>
              <a:uFillTx/>
              <a:latin typeface="Arial" panose="020B0604020202020204" pitchFamily="34" charset="0"/>
              <a:ea typeface="+mn-ea"/>
              <a:cs typeface="+mn-cs"/>
            </a:endParaRPr>
          </a:p>
        </p:txBody>
      </p:sp>
      <p:sp>
        <p:nvSpPr>
          <p:cNvPr id="2" name="Title 1">
            <a:extLst>
              <a:ext uri="{FF2B5EF4-FFF2-40B4-BE49-F238E27FC236}">
                <a16:creationId xmlns:a16="http://schemas.microsoft.com/office/drawing/2014/main" id="{D2D9E0A4-C338-8C62-1FAA-2B5960B4577D}"/>
              </a:ext>
            </a:extLst>
          </p:cNvPr>
          <p:cNvSpPr>
            <a:spLocks noGrp="1"/>
          </p:cNvSpPr>
          <p:nvPr>
            <p:ph type="title"/>
          </p:nvPr>
        </p:nvSpPr>
        <p:spPr/>
        <p:txBody>
          <a:bodyPr/>
          <a:lstStyle/>
          <a:p>
            <a:r>
              <a:rPr lang="en-US" dirty="0"/>
              <a:t>VCF Automation Governance &amp; Consumption Models</a:t>
            </a:r>
          </a:p>
        </p:txBody>
      </p:sp>
      <p:sp>
        <p:nvSpPr>
          <p:cNvPr id="3" name="Subtitle 2">
            <a:extLst>
              <a:ext uri="{FF2B5EF4-FFF2-40B4-BE49-F238E27FC236}">
                <a16:creationId xmlns:a16="http://schemas.microsoft.com/office/drawing/2014/main" id="{D7097DAC-258E-A12B-E296-4DEFB27F7FF0}"/>
              </a:ext>
            </a:extLst>
          </p:cNvPr>
          <p:cNvSpPr>
            <a:spLocks noGrp="1"/>
          </p:cNvSpPr>
          <p:nvPr>
            <p:ph type="subTitle" idx="10"/>
          </p:nvPr>
        </p:nvSpPr>
        <p:spPr/>
        <p:txBody>
          <a:bodyPr/>
          <a:lstStyle/>
          <a:p>
            <a:r>
              <a:rPr lang="en-US" dirty="0"/>
              <a:t>VCF Automation isn’t just a simple VM provisioning tool</a:t>
            </a:r>
          </a:p>
        </p:txBody>
      </p:sp>
      <p:sp>
        <p:nvSpPr>
          <p:cNvPr id="6" name="Google Shape;4236;p1">
            <a:extLst>
              <a:ext uri="{FF2B5EF4-FFF2-40B4-BE49-F238E27FC236}">
                <a16:creationId xmlns:a16="http://schemas.microsoft.com/office/drawing/2014/main" id="{89FB6785-17C9-CCE7-177C-263D94776B15}"/>
              </a:ext>
            </a:extLst>
          </p:cNvPr>
          <p:cNvSpPr txBox="1">
            <a:spLocks/>
          </p:cNvSpPr>
          <p:nvPr/>
        </p:nvSpPr>
        <p:spPr>
          <a:xfrm>
            <a:off x="494117" y="1583716"/>
            <a:ext cx="3519946" cy="913924"/>
          </a:xfrm>
          <a:prstGeom prst="rect">
            <a:avLst/>
          </a:prstGeom>
          <a:noFill/>
          <a:ln>
            <a:noFill/>
          </a:ln>
        </p:spPr>
        <p:txBody>
          <a:bodyPr spcFirstLastPara="1" vert="horz" wrap="square" lIns="0" tIns="91377" rIns="182779" bIns="91377" rtlCol="0" anchor="b" anchorCtr="0">
            <a:noAutofit/>
          </a:bodyPr>
          <a:lstStyle>
            <a:lvl1pPr marL="0" indent="0" algn="l" defTabSz="914400" rtl="0" eaLnBrk="1" latinLnBrk="0" hangingPunct="1">
              <a:lnSpc>
                <a:spcPct val="100000"/>
              </a:lnSpc>
              <a:spcBef>
                <a:spcPts val="0"/>
              </a:spcBef>
              <a:spcAft>
                <a:spcPts val="1200"/>
              </a:spcAft>
              <a:buClr>
                <a:schemeClr val="tx1">
                  <a:lumMod val="60000"/>
                  <a:lumOff val="40000"/>
                </a:schemeClr>
              </a:buClr>
              <a:buSzPct val="90000"/>
              <a:buFont typeface="Arial" panose="020B0604020202020204" pitchFamily="34" charset="0"/>
              <a:buChar char="​"/>
              <a:defRPr sz="2000" kern="1200">
                <a:solidFill>
                  <a:schemeClr val="tx1"/>
                </a:solidFill>
                <a:latin typeface="+mn-lt"/>
                <a:ea typeface="+mn-ea"/>
                <a:cs typeface="+mn-cs"/>
              </a:defRPr>
            </a:lvl1pPr>
            <a:lvl2pPr marL="457200" indent="-1841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800" kern="1200">
                <a:solidFill>
                  <a:schemeClr val="tx1"/>
                </a:solidFill>
                <a:latin typeface="+mn-lt"/>
                <a:ea typeface="+mn-ea"/>
                <a:cs typeface="+mn-cs"/>
              </a:defRPr>
            </a:lvl2pPr>
            <a:lvl3pPr marL="744538" indent="-16986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defRPr sz="1600" kern="1200">
                <a:solidFill>
                  <a:schemeClr val="tx1"/>
                </a:solidFill>
                <a:latin typeface="+mn-lt"/>
                <a:ea typeface="+mn-ea"/>
                <a:cs typeface="+mn-cs"/>
              </a:defRPr>
            </a:lvl3pPr>
            <a:lvl4pPr marL="969963" indent="-166688"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400" kern="1200">
                <a:solidFill>
                  <a:schemeClr val="tx1"/>
                </a:solidFill>
                <a:latin typeface="+mn-lt"/>
                <a:ea typeface="+mn-ea"/>
                <a:cs typeface="+mn-cs"/>
              </a:defRPr>
            </a:lvl4pPr>
            <a:lvl5pPr marL="1143000" indent="-13811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tabLst/>
              <a:defRPr sz="1400" kern="1200">
                <a:solidFill>
                  <a:schemeClr val="tx1"/>
                </a:solidFill>
                <a:latin typeface="+mn-lt"/>
                <a:ea typeface="+mn-ea"/>
                <a:cs typeface="+mn-cs"/>
              </a:defRPr>
            </a:lvl5pPr>
            <a:lvl6pPr marL="1258888" indent="-111125"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1200"/>
              </a:spcAft>
              <a:buClr>
                <a:srgbClr val="000000">
                  <a:lumMod val="60000"/>
                  <a:lumOff val="40000"/>
                </a:srgbClr>
              </a:buClr>
              <a:buSzPct val="90000"/>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Enterprise/Service Provider </a:t>
            </a:r>
            <a:b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b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Gov &amp; Consumption Model</a:t>
            </a:r>
          </a:p>
        </p:txBody>
      </p:sp>
      <p:sp>
        <p:nvSpPr>
          <p:cNvPr id="7" name="Google Shape;4237;p1">
            <a:extLst>
              <a:ext uri="{FF2B5EF4-FFF2-40B4-BE49-F238E27FC236}">
                <a16:creationId xmlns:a16="http://schemas.microsoft.com/office/drawing/2014/main" id="{DA2921FF-C292-F425-6AB3-A95FC093C385}"/>
              </a:ext>
            </a:extLst>
          </p:cNvPr>
          <p:cNvSpPr txBox="1">
            <a:spLocks/>
          </p:cNvSpPr>
          <p:nvPr/>
        </p:nvSpPr>
        <p:spPr>
          <a:xfrm>
            <a:off x="4240272" y="1606860"/>
            <a:ext cx="3592656" cy="913924"/>
          </a:xfrm>
          <a:prstGeom prst="rect">
            <a:avLst/>
          </a:prstGeom>
          <a:noFill/>
          <a:ln>
            <a:noFill/>
          </a:ln>
        </p:spPr>
        <p:txBody>
          <a:bodyPr spcFirstLastPara="1" vert="horz" wrap="square" lIns="0" tIns="91377" rIns="182779" bIns="91377" rtlCol="0" anchor="b" anchorCtr="0">
            <a:noAutofit/>
          </a:bodyPr>
          <a:lstStyle>
            <a:lvl1pPr marL="0" indent="0" algn="l" defTabSz="914400" rtl="0" eaLnBrk="1" latinLnBrk="0" hangingPunct="1">
              <a:lnSpc>
                <a:spcPct val="100000"/>
              </a:lnSpc>
              <a:spcBef>
                <a:spcPts val="0"/>
              </a:spcBef>
              <a:spcAft>
                <a:spcPts val="1200"/>
              </a:spcAft>
              <a:buClr>
                <a:schemeClr val="tx1">
                  <a:lumMod val="60000"/>
                  <a:lumOff val="40000"/>
                </a:schemeClr>
              </a:buClr>
              <a:buSzPct val="90000"/>
              <a:buFont typeface="Arial" panose="020B0604020202020204" pitchFamily="34" charset="0"/>
              <a:buChar char="​"/>
              <a:defRPr sz="2000" kern="1200">
                <a:solidFill>
                  <a:schemeClr val="tx1"/>
                </a:solidFill>
                <a:latin typeface="+mn-lt"/>
                <a:ea typeface="+mn-ea"/>
                <a:cs typeface="+mn-cs"/>
              </a:defRPr>
            </a:lvl1pPr>
            <a:lvl2pPr marL="457200" indent="-1841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800" kern="1200">
                <a:solidFill>
                  <a:schemeClr val="tx1"/>
                </a:solidFill>
                <a:latin typeface="+mn-lt"/>
                <a:ea typeface="+mn-ea"/>
                <a:cs typeface="+mn-cs"/>
              </a:defRPr>
            </a:lvl2pPr>
            <a:lvl3pPr marL="744538" indent="-16986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defRPr sz="1600" kern="1200">
                <a:solidFill>
                  <a:schemeClr val="tx1"/>
                </a:solidFill>
                <a:latin typeface="+mn-lt"/>
                <a:ea typeface="+mn-ea"/>
                <a:cs typeface="+mn-cs"/>
              </a:defRPr>
            </a:lvl3pPr>
            <a:lvl4pPr marL="969963" indent="-166688"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400" kern="1200">
                <a:solidFill>
                  <a:schemeClr val="tx1"/>
                </a:solidFill>
                <a:latin typeface="+mn-lt"/>
                <a:ea typeface="+mn-ea"/>
                <a:cs typeface="+mn-cs"/>
              </a:defRPr>
            </a:lvl4pPr>
            <a:lvl5pPr marL="1143000" indent="-13811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tabLst/>
              <a:defRPr sz="1400" kern="1200">
                <a:solidFill>
                  <a:schemeClr val="tx1"/>
                </a:solidFill>
                <a:latin typeface="+mn-lt"/>
                <a:ea typeface="+mn-ea"/>
                <a:cs typeface="+mn-cs"/>
              </a:defRPr>
            </a:lvl5pPr>
            <a:lvl6pPr marL="1258888" indent="-111125"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9pPr>
          </a:lstStyle>
          <a:p>
            <a:pPr marL="0" marR="0" lvl="0" indent="-228462" algn="ctr" defTabSz="914400" rtl="0" eaLnBrk="1" fontAlgn="auto" latinLnBrk="0" hangingPunct="1">
              <a:lnSpc>
                <a:spcPct val="100000"/>
              </a:lnSpc>
              <a:spcBef>
                <a:spcPts val="0"/>
              </a:spcBef>
              <a:spcAft>
                <a:spcPts val="1200"/>
              </a:spcAft>
              <a:buClr>
                <a:srgbClr val="000000">
                  <a:lumMod val="60000"/>
                  <a:lumOff val="40000"/>
                </a:srgbClr>
              </a:buClr>
              <a:buSzPct val="90000"/>
              <a:buFont typeface="Arial" panose="020B0604020202020204" pitchFamily="34" charset="0"/>
              <a:buNone/>
              <a:tabLst/>
              <a:defRPr/>
            </a:pPr>
            <a:endParaRPr kumimoji="0" lang="en-AU" sz="14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ctr" defTabSz="914400" rtl="0" eaLnBrk="1" fontAlgn="auto" latinLnBrk="0" hangingPunct="1">
              <a:lnSpc>
                <a:spcPct val="100000"/>
              </a:lnSpc>
              <a:spcBef>
                <a:spcPts val="0"/>
              </a:spcBef>
              <a:spcAft>
                <a:spcPts val="1200"/>
              </a:spcAft>
              <a:buClr>
                <a:srgbClr val="000000">
                  <a:lumMod val="60000"/>
                  <a:lumOff val="40000"/>
                </a:srgbClr>
              </a:buClr>
              <a:buSzPct val="90000"/>
              <a:buFont typeface="Arial" panose="020B0604020202020204" pitchFamily="34" charset="0"/>
              <a:buChar char="​"/>
              <a:tabLst/>
              <a:defRPr/>
            </a:pPr>
            <a:r>
              <a:rPr kumimoji="0" lang="en-AU" sz="1400" b="0" i="0" u="none" strike="noStrike" kern="1200" cap="none" spc="0" normalizeH="0" baseline="0" noProof="0" dirty="0">
                <a:ln>
                  <a:noFill/>
                </a:ln>
                <a:solidFill>
                  <a:srgbClr val="000000"/>
                </a:solidFill>
                <a:effectLst/>
                <a:uLnTx/>
                <a:uFillTx/>
                <a:latin typeface="Arial" panose="020B0604020202020204"/>
                <a:ea typeface="+mn-ea"/>
                <a:cs typeface="+mn-cs"/>
              </a:rPr>
              <a:t>Traditional/Modern Workload</a:t>
            </a:r>
            <a:br>
              <a:rPr kumimoji="0" lang="en-AU" sz="1400" b="0" i="0" u="none" strike="noStrike" kern="1200" cap="none" spc="0" normalizeH="0" baseline="0" noProof="0" dirty="0">
                <a:ln>
                  <a:noFill/>
                </a:ln>
                <a:solidFill>
                  <a:srgbClr val="000000"/>
                </a:solidFill>
                <a:effectLst/>
                <a:uLnTx/>
                <a:uFillTx/>
                <a:latin typeface="Arial" panose="020B0604020202020204"/>
                <a:ea typeface="+mn-ea"/>
                <a:cs typeface="+mn-cs"/>
              </a:rPr>
            </a:br>
            <a:r>
              <a:rPr kumimoji="0" lang="en-AU" sz="1400" b="0" i="0" u="none" strike="noStrike" kern="1200" cap="none" spc="0" normalizeH="0" baseline="0" noProof="0" dirty="0">
                <a:ln>
                  <a:noFill/>
                </a:ln>
                <a:solidFill>
                  <a:srgbClr val="000000"/>
                </a:solidFill>
                <a:effectLst/>
                <a:uLnTx/>
                <a:uFillTx/>
                <a:latin typeface="Arial" panose="020B0604020202020204"/>
                <a:ea typeface="+mn-ea"/>
                <a:cs typeface="+mn-cs"/>
              </a:rPr>
              <a:t>Gov &amp; Consumption Model</a:t>
            </a:r>
          </a:p>
        </p:txBody>
      </p:sp>
      <p:sp>
        <p:nvSpPr>
          <p:cNvPr id="8" name="Google Shape;4238;p1">
            <a:extLst>
              <a:ext uri="{FF2B5EF4-FFF2-40B4-BE49-F238E27FC236}">
                <a16:creationId xmlns:a16="http://schemas.microsoft.com/office/drawing/2014/main" id="{4F14F55D-4561-27B5-728C-859813983CBF}"/>
              </a:ext>
            </a:extLst>
          </p:cNvPr>
          <p:cNvSpPr txBox="1">
            <a:spLocks/>
          </p:cNvSpPr>
          <p:nvPr/>
        </p:nvSpPr>
        <p:spPr>
          <a:xfrm>
            <a:off x="8093231" y="1601152"/>
            <a:ext cx="3592656" cy="913924"/>
          </a:xfrm>
          <a:prstGeom prst="rect">
            <a:avLst/>
          </a:prstGeom>
          <a:noFill/>
          <a:ln>
            <a:noFill/>
          </a:ln>
        </p:spPr>
        <p:txBody>
          <a:bodyPr spcFirstLastPara="1" vert="horz" wrap="square" lIns="0" tIns="91377" rIns="182779" bIns="91377" rtlCol="0" anchor="b" anchorCtr="0">
            <a:noAutofit/>
          </a:bodyPr>
          <a:lstStyle>
            <a:lvl1pPr marL="0" indent="0" algn="l" defTabSz="914400" rtl="0" eaLnBrk="1" latinLnBrk="0" hangingPunct="1">
              <a:lnSpc>
                <a:spcPct val="100000"/>
              </a:lnSpc>
              <a:spcBef>
                <a:spcPts val="0"/>
              </a:spcBef>
              <a:spcAft>
                <a:spcPts val="1200"/>
              </a:spcAft>
              <a:buClr>
                <a:schemeClr val="tx1">
                  <a:lumMod val="60000"/>
                  <a:lumOff val="40000"/>
                </a:schemeClr>
              </a:buClr>
              <a:buSzPct val="90000"/>
              <a:buFont typeface="Arial" panose="020B0604020202020204" pitchFamily="34" charset="0"/>
              <a:buChar char="​"/>
              <a:defRPr sz="2000" kern="1200">
                <a:solidFill>
                  <a:schemeClr val="tx1"/>
                </a:solidFill>
                <a:latin typeface="+mn-lt"/>
                <a:ea typeface="+mn-ea"/>
                <a:cs typeface="+mn-cs"/>
              </a:defRPr>
            </a:lvl1pPr>
            <a:lvl2pPr marL="457200" indent="-1841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800" kern="1200">
                <a:solidFill>
                  <a:schemeClr val="tx1"/>
                </a:solidFill>
                <a:latin typeface="+mn-lt"/>
                <a:ea typeface="+mn-ea"/>
                <a:cs typeface="+mn-cs"/>
              </a:defRPr>
            </a:lvl2pPr>
            <a:lvl3pPr marL="744538" indent="-16986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defRPr sz="1600" kern="1200">
                <a:solidFill>
                  <a:schemeClr val="tx1"/>
                </a:solidFill>
                <a:latin typeface="+mn-lt"/>
                <a:ea typeface="+mn-ea"/>
                <a:cs typeface="+mn-cs"/>
              </a:defRPr>
            </a:lvl3pPr>
            <a:lvl4pPr marL="969963" indent="-166688"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400" kern="1200">
                <a:solidFill>
                  <a:schemeClr val="tx1"/>
                </a:solidFill>
                <a:latin typeface="+mn-lt"/>
                <a:ea typeface="+mn-ea"/>
                <a:cs typeface="+mn-cs"/>
              </a:defRPr>
            </a:lvl4pPr>
            <a:lvl5pPr marL="1143000" indent="-13811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tabLst/>
              <a:defRPr sz="1400" kern="1200">
                <a:solidFill>
                  <a:schemeClr val="tx1"/>
                </a:solidFill>
                <a:latin typeface="+mn-lt"/>
                <a:ea typeface="+mn-ea"/>
                <a:cs typeface="+mn-cs"/>
              </a:defRPr>
            </a:lvl5pPr>
            <a:lvl6pPr marL="1258888" indent="-111125"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1200"/>
              </a:spcAft>
              <a:buClr>
                <a:srgbClr val="000000">
                  <a:lumMod val="60000"/>
                  <a:lumOff val="40000"/>
                </a:srgbClr>
              </a:buClr>
              <a:buSzPct val="90000"/>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Self-Service IaaS/Catalog</a:t>
            </a:r>
            <a:b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b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Gov &amp; Consumption Model</a:t>
            </a:r>
          </a:p>
        </p:txBody>
      </p:sp>
      <p:grpSp>
        <p:nvGrpSpPr>
          <p:cNvPr id="9" name="Google Shape;4239;p1">
            <a:extLst>
              <a:ext uri="{FF2B5EF4-FFF2-40B4-BE49-F238E27FC236}">
                <a16:creationId xmlns:a16="http://schemas.microsoft.com/office/drawing/2014/main" id="{FEB0A53D-84E6-D510-7798-293905906846}"/>
              </a:ext>
            </a:extLst>
          </p:cNvPr>
          <p:cNvGrpSpPr/>
          <p:nvPr/>
        </p:nvGrpSpPr>
        <p:grpSpPr>
          <a:xfrm>
            <a:off x="819974" y="2392298"/>
            <a:ext cx="2910584" cy="1696189"/>
            <a:chOff x="924796" y="3209613"/>
            <a:chExt cx="2912099" cy="1697072"/>
          </a:xfrm>
        </p:grpSpPr>
        <p:grpSp>
          <p:nvGrpSpPr>
            <p:cNvPr id="10" name="Google Shape;4240;p1">
              <a:extLst>
                <a:ext uri="{FF2B5EF4-FFF2-40B4-BE49-F238E27FC236}">
                  <a16:creationId xmlns:a16="http://schemas.microsoft.com/office/drawing/2014/main" id="{598B8562-C995-3BD9-AD4E-DB33B26A749D}"/>
                </a:ext>
              </a:extLst>
            </p:cNvPr>
            <p:cNvGrpSpPr/>
            <p:nvPr/>
          </p:nvGrpSpPr>
          <p:grpSpPr>
            <a:xfrm>
              <a:off x="924796" y="3209613"/>
              <a:ext cx="1292055" cy="1697072"/>
              <a:chOff x="924796" y="3209613"/>
              <a:chExt cx="1292055" cy="1697072"/>
            </a:xfrm>
          </p:grpSpPr>
          <p:sp>
            <p:nvSpPr>
              <p:cNvPr id="25" name="Google Shape;4242;p1">
                <a:extLst>
                  <a:ext uri="{FF2B5EF4-FFF2-40B4-BE49-F238E27FC236}">
                    <a16:creationId xmlns:a16="http://schemas.microsoft.com/office/drawing/2014/main" id="{76C8EC2F-451B-3187-CB7E-0D56A70B6C17}"/>
                  </a:ext>
                </a:extLst>
              </p:cNvPr>
              <p:cNvSpPr txBox="1"/>
              <p:nvPr/>
            </p:nvSpPr>
            <p:spPr>
              <a:xfrm>
                <a:off x="1274146" y="3209613"/>
                <a:ext cx="634789" cy="200055"/>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30000"/>
                  </a:lnSpc>
                  <a:spcBef>
                    <a:spcPts val="0"/>
                  </a:spcBef>
                  <a:spcAft>
                    <a:spcPts val="0"/>
                  </a:spcAft>
                  <a:buClr>
                    <a:srgbClr val="000000"/>
                  </a:buClr>
                  <a:buSzPts val="1000"/>
                  <a:buFontTx/>
                  <a:buNone/>
                  <a:tabLst/>
                  <a:defRPr/>
                </a:pPr>
                <a:r>
                  <a:rPr kumimoji="0" lang="en-US" sz="1000" b="0" i="0" u="none" strike="noStrike" kern="1200" cap="none" spc="0" normalizeH="0" baseline="0" noProof="0" dirty="0">
                    <a:ln>
                      <a:noFill/>
                    </a:ln>
                    <a:effectLst/>
                    <a:uLnTx/>
                    <a:uFillTx/>
                    <a:latin typeface="Arial"/>
                    <a:ea typeface="Arial"/>
                    <a:cs typeface="Arial"/>
                    <a:sym typeface="Arial"/>
                  </a:rPr>
                  <a:t>Enterprise</a:t>
                </a:r>
                <a:endParaRPr kumimoji="0" sz="1400" b="0" i="0" u="none" strike="noStrike" kern="1200" cap="none" spc="0" normalizeH="0" baseline="0" noProof="0" dirty="0">
                  <a:ln>
                    <a:noFill/>
                  </a:ln>
                  <a:effectLst/>
                  <a:uLnTx/>
                  <a:uFillTx/>
                  <a:latin typeface="Arial"/>
                  <a:ea typeface="Arial"/>
                  <a:cs typeface="Arial"/>
                  <a:sym typeface="Arial"/>
                </a:endParaRPr>
              </a:p>
            </p:txBody>
          </p:sp>
          <p:sp>
            <p:nvSpPr>
              <p:cNvPr id="28" name="Google Shape;4245;p1">
                <a:extLst>
                  <a:ext uri="{FF2B5EF4-FFF2-40B4-BE49-F238E27FC236}">
                    <a16:creationId xmlns:a16="http://schemas.microsoft.com/office/drawing/2014/main" id="{6C058CB4-DF22-BCCD-1948-A8E41C9B3569}"/>
                  </a:ext>
                </a:extLst>
              </p:cNvPr>
              <p:cNvSpPr/>
              <p:nvPr/>
            </p:nvSpPr>
            <p:spPr>
              <a:xfrm>
                <a:off x="987425" y="3550024"/>
                <a:ext cx="328429" cy="875882"/>
              </a:xfrm>
              <a:prstGeom prst="rect">
                <a:avLst/>
              </a:prstGeom>
              <a:solidFill>
                <a:schemeClr val="accent1"/>
              </a:solidFill>
              <a:ln>
                <a:noFill/>
              </a:ln>
            </p:spPr>
            <p:txBody>
              <a:bodyPr spcFirstLastPara="1" wrap="square" lIns="91377" tIns="45676" rIns="91377" bIns="45676"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endParaRPr kumimoji="0" sz="8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29" name="Google Shape;4246;p1">
                <a:extLst>
                  <a:ext uri="{FF2B5EF4-FFF2-40B4-BE49-F238E27FC236}">
                    <a16:creationId xmlns:a16="http://schemas.microsoft.com/office/drawing/2014/main" id="{415DD97A-FA4A-DFE4-3C6B-ED381ED70B34}"/>
                  </a:ext>
                </a:extLst>
              </p:cNvPr>
              <p:cNvSpPr/>
              <p:nvPr/>
            </p:nvSpPr>
            <p:spPr>
              <a:xfrm>
                <a:off x="1419532" y="3550024"/>
                <a:ext cx="328429" cy="875882"/>
              </a:xfrm>
              <a:prstGeom prst="rect">
                <a:avLst/>
              </a:prstGeom>
              <a:solidFill>
                <a:schemeClr val="accent1"/>
              </a:solidFill>
              <a:ln>
                <a:noFill/>
              </a:ln>
            </p:spPr>
            <p:txBody>
              <a:bodyPr spcFirstLastPara="1" wrap="square" lIns="91377" tIns="45676" rIns="91377" bIns="45676"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30" name="Google Shape;4247;p1">
                <a:extLst>
                  <a:ext uri="{FF2B5EF4-FFF2-40B4-BE49-F238E27FC236}">
                    <a16:creationId xmlns:a16="http://schemas.microsoft.com/office/drawing/2014/main" id="{DA7C2459-D32B-9BF0-398A-48A0D886940F}"/>
                  </a:ext>
                </a:extLst>
              </p:cNvPr>
              <p:cNvSpPr/>
              <p:nvPr/>
            </p:nvSpPr>
            <p:spPr>
              <a:xfrm>
                <a:off x="1851639" y="3550024"/>
                <a:ext cx="328429" cy="875882"/>
              </a:xfrm>
              <a:prstGeom prst="rect">
                <a:avLst/>
              </a:prstGeom>
              <a:solidFill>
                <a:schemeClr val="accent1"/>
              </a:solidFill>
              <a:ln>
                <a:noFill/>
              </a:ln>
            </p:spPr>
            <p:txBody>
              <a:bodyPr spcFirstLastPara="1" wrap="square" lIns="91377" tIns="45676" rIns="91377" bIns="45676"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31" name="Google Shape;4248;p1">
                <a:extLst>
                  <a:ext uri="{FF2B5EF4-FFF2-40B4-BE49-F238E27FC236}">
                    <a16:creationId xmlns:a16="http://schemas.microsoft.com/office/drawing/2014/main" id="{6B08D27E-CCB3-B7BB-C21E-DEDDE4F280D4}"/>
                  </a:ext>
                </a:extLst>
              </p:cNvPr>
              <p:cNvSpPr txBox="1"/>
              <p:nvPr/>
            </p:nvSpPr>
            <p:spPr>
              <a:xfrm>
                <a:off x="1031413" y="3868764"/>
                <a:ext cx="240450" cy="240066"/>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30000"/>
                  </a:lnSpc>
                  <a:spcBef>
                    <a:spcPts val="0"/>
                  </a:spcBef>
                  <a:spcAft>
                    <a:spcPts val="0"/>
                  </a:spcAft>
                  <a:buClr>
                    <a:srgbClr val="000000"/>
                  </a:buClr>
                  <a:buSzPts val="600"/>
                  <a:buFontTx/>
                  <a:buNone/>
                  <a:tabLst/>
                  <a:defRPr/>
                </a:pPr>
                <a:r>
                  <a:rPr kumimoji="0" lang="en-US" sz="600" b="0" i="0" u="none" strike="noStrike" kern="1200" cap="none" spc="0" normalizeH="0" baseline="0" noProof="0" dirty="0">
                    <a:ln>
                      <a:noFill/>
                    </a:ln>
                    <a:solidFill>
                      <a:srgbClr val="FFFFFF"/>
                    </a:solidFill>
                    <a:effectLst/>
                    <a:uLnTx/>
                    <a:uFillTx/>
                    <a:latin typeface="Arial"/>
                    <a:ea typeface="Arial"/>
                    <a:cs typeface="Arial"/>
                    <a:sym typeface="Arial"/>
                  </a:rPr>
                  <a:t>Project</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a:p>
                <a:pPr marL="0" marR="0" lvl="0" indent="0" algn="ctr" defTabSz="914400" rtl="0" eaLnBrk="1" fontAlgn="auto" latinLnBrk="0" hangingPunct="1">
                  <a:lnSpc>
                    <a:spcPct val="130000"/>
                  </a:lnSpc>
                  <a:spcBef>
                    <a:spcPts val="0"/>
                  </a:spcBef>
                  <a:spcAft>
                    <a:spcPts val="0"/>
                  </a:spcAft>
                  <a:buClr>
                    <a:srgbClr val="000000"/>
                  </a:buClr>
                  <a:buSzPts val="600"/>
                  <a:buFontTx/>
                  <a:buNone/>
                  <a:tabLst/>
                  <a:defRPr/>
                </a:pPr>
                <a:r>
                  <a:rPr kumimoji="0" lang="en-US" sz="600" b="0" i="0" u="none" strike="noStrike" kern="1200" cap="none" spc="0" normalizeH="0" baseline="0" noProof="0" dirty="0">
                    <a:ln>
                      <a:noFill/>
                    </a:ln>
                    <a:solidFill>
                      <a:srgbClr val="FFFFFF"/>
                    </a:solidFill>
                    <a:effectLst/>
                    <a:uLnTx/>
                    <a:uFillTx/>
                    <a:latin typeface="Arial"/>
                    <a:ea typeface="Arial"/>
                    <a:cs typeface="Arial"/>
                    <a:sym typeface="Arial"/>
                  </a:rPr>
                  <a:t>A</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32" name="Google Shape;4249;p1">
                <a:extLst>
                  <a:ext uri="{FF2B5EF4-FFF2-40B4-BE49-F238E27FC236}">
                    <a16:creationId xmlns:a16="http://schemas.microsoft.com/office/drawing/2014/main" id="{D66FE83F-E7DD-5A1D-6C0D-C4BFFE79003F}"/>
                  </a:ext>
                </a:extLst>
              </p:cNvPr>
              <p:cNvSpPr txBox="1"/>
              <p:nvPr/>
            </p:nvSpPr>
            <p:spPr>
              <a:xfrm>
                <a:off x="1466467" y="3868763"/>
                <a:ext cx="240450" cy="240066"/>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30000"/>
                  </a:lnSpc>
                  <a:spcBef>
                    <a:spcPts val="0"/>
                  </a:spcBef>
                  <a:spcAft>
                    <a:spcPts val="0"/>
                  </a:spcAft>
                  <a:buClr>
                    <a:srgbClr val="000000"/>
                  </a:buClr>
                  <a:buSzPts val="600"/>
                  <a:buFontTx/>
                  <a:buNone/>
                  <a:tabLst/>
                  <a:defRPr/>
                </a:pPr>
                <a:r>
                  <a:rPr kumimoji="0" lang="en-US" sz="600" b="0" i="0" u="none" strike="noStrike" kern="1200" cap="none" spc="0" normalizeH="0" baseline="0" noProof="0" dirty="0">
                    <a:ln>
                      <a:noFill/>
                    </a:ln>
                    <a:solidFill>
                      <a:srgbClr val="FFFFFF"/>
                    </a:solidFill>
                    <a:effectLst/>
                    <a:uLnTx/>
                    <a:uFillTx/>
                    <a:latin typeface="Arial"/>
                    <a:ea typeface="Arial"/>
                    <a:cs typeface="Arial"/>
                    <a:sym typeface="Arial"/>
                  </a:rPr>
                  <a:t>Project</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a:p>
                <a:pPr marL="0" marR="0" lvl="0" indent="0" algn="ctr" defTabSz="914400" rtl="0" eaLnBrk="1" fontAlgn="auto" latinLnBrk="0" hangingPunct="1">
                  <a:lnSpc>
                    <a:spcPct val="130000"/>
                  </a:lnSpc>
                  <a:spcBef>
                    <a:spcPts val="0"/>
                  </a:spcBef>
                  <a:spcAft>
                    <a:spcPts val="0"/>
                  </a:spcAft>
                  <a:buClr>
                    <a:srgbClr val="000000"/>
                  </a:buClr>
                  <a:buSzPts val="600"/>
                  <a:buFontTx/>
                  <a:buNone/>
                  <a:tabLst/>
                  <a:defRPr/>
                </a:pPr>
                <a:r>
                  <a:rPr kumimoji="0" lang="en-US" sz="600" b="0" i="0" u="none" strike="noStrike" kern="1200" cap="none" spc="0" normalizeH="0" baseline="0" noProof="0" dirty="0">
                    <a:ln>
                      <a:noFill/>
                    </a:ln>
                    <a:solidFill>
                      <a:srgbClr val="FFFFFF"/>
                    </a:solidFill>
                    <a:effectLst/>
                    <a:uLnTx/>
                    <a:uFillTx/>
                    <a:latin typeface="Arial"/>
                    <a:ea typeface="Arial"/>
                    <a:cs typeface="Arial"/>
                    <a:sym typeface="Arial"/>
                  </a:rPr>
                  <a:t>B</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33" name="Google Shape;4250;p1">
                <a:extLst>
                  <a:ext uri="{FF2B5EF4-FFF2-40B4-BE49-F238E27FC236}">
                    <a16:creationId xmlns:a16="http://schemas.microsoft.com/office/drawing/2014/main" id="{3B358CD7-C3CC-3812-6810-05B7C98FF3CC}"/>
                  </a:ext>
                </a:extLst>
              </p:cNvPr>
              <p:cNvSpPr txBox="1"/>
              <p:nvPr/>
            </p:nvSpPr>
            <p:spPr>
              <a:xfrm>
                <a:off x="1898627" y="3868763"/>
                <a:ext cx="240450" cy="240066"/>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30000"/>
                  </a:lnSpc>
                  <a:spcBef>
                    <a:spcPts val="0"/>
                  </a:spcBef>
                  <a:spcAft>
                    <a:spcPts val="0"/>
                  </a:spcAft>
                  <a:buClr>
                    <a:srgbClr val="000000"/>
                  </a:buClr>
                  <a:buSzPts val="600"/>
                  <a:buFontTx/>
                  <a:buNone/>
                  <a:tabLst/>
                  <a:defRPr/>
                </a:pPr>
                <a:r>
                  <a:rPr kumimoji="0" lang="en-US" sz="600" b="0" i="0" u="none" strike="noStrike" kern="1200" cap="none" spc="0" normalizeH="0" baseline="0" noProof="0" dirty="0">
                    <a:ln>
                      <a:noFill/>
                    </a:ln>
                    <a:solidFill>
                      <a:srgbClr val="FFFFFF"/>
                    </a:solidFill>
                    <a:effectLst/>
                    <a:uLnTx/>
                    <a:uFillTx/>
                    <a:latin typeface="Arial"/>
                    <a:ea typeface="Arial"/>
                    <a:cs typeface="Arial"/>
                    <a:sym typeface="Arial"/>
                  </a:rPr>
                  <a:t>Project</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a:p>
                <a:pPr marL="0" marR="0" lvl="0" indent="0" algn="ctr" defTabSz="914400" rtl="0" eaLnBrk="1" fontAlgn="auto" latinLnBrk="0" hangingPunct="1">
                  <a:lnSpc>
                    <a:spcPct val="130000"/>
                  </a:lnSpc>
                  <a:spcBef>
                    <a:spcPts val="0"/>
                  </a:spcBef>
                  <a:spcAft>
                    <a:spcPts val="0"/>
                  </a:spcAft>
                  <a:buClr>
                    <a:srgbClr val="000000"/>
                  </a:buClr>
                  <a:buSzPts val="600"/>
                  <a:buFontTx/>
                  <a:buNone/>
                  <a:tabLst/>
                  <a:defRPr/>
                </a:pPr>
                <a:r>
                  <a:rPr kumimoji="0" lang="en-US" sz="600" b="0" i="0" u="none" strike="noStrike" kern="1200" cap="none" spc="0" normalizeH="0" baseline="0" noProof="0" dirty="0">
                    <a:ln>
                      <a:noFill/>
                    </a:ln>
                    <a:solidFill>
                      <a:srgbClr val="FFFFFF"/>
                    </a:solidFill>
                    <a:effectLst/>
                    <a:uLnTx/>
                    <a:uFillTx/>
                    <a:latin typeface="Arial"/>
                    <a:ea typeface="Arial"/>
                    <a:cs typeface="Arial"/>
                    <a:sym typeface="Arial"/>
                  </a:rPr>
                  <a:t>C</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34" name="Google Shape;4251;p1">
                <a:extLst>
                  <a:ext uri="{FF2B5EF4-FFF2-40B4-BE49-F238E27FC236}">
                    <a16:creationId xmlns:a16="http://schemas.microsoft.com/office/drawing/2014/main" id="{E126F514-A17B-7106-4DFA-FA5B79AB433B}"/>
                  </a:ext>
                </a:extLst>
              </p:cNvPr>
              <p:cNvSpPr/>
              <p:nvPr/>
            </p:nvSpPr>
            <p:spPr>
              <a:xfrm>
                <a:off x="924796" y="3460378"/>
                <a:ext cx="1292055" cy="1446307"/>
              </a:xfrm>
              <a:prstGeom prst="rect">
                <a:avLst/>
              </a:prstGeom>
              <a:noFill/>
              <a:ln w="9525" cap="flat" cmpd="sng">
                <a:solidFill>
                  <a:srgbClr val="E68C28"/>
                </a:solidFill>
                <a:prstDash val="dash"/>
                <a:round/>
                <a:headEnd type="none" w="sm" len="sm"/>
                <a:tailEnd type="none" w="sm" len="sm"/>
              </a:ln>
            </p:spPr>
            <p:txBody>
              <a:bodyPr spcFirstLastPara="1" wrap="square" lIns="91377" tIns="45676" rIns="91377" bIns="45676"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grpSp>
        <p:sp>
          <p:nvSpPr>
            <p:cNvPr id="12" name="Google Shape;4253;p1">
              <a:extLst>
                <a:ext uri="{FF2B5EF4-FFF2-40B4-BE49-F238E27FC236}">
                  <a16:creationId xmlns:a16="http://schemas.microsoft.com/office/drawing/2014/main" id="{DEFD01F4-0732-7806-3E4B-5F5B0510D4D2}"/>
                </a:ext>
              </a:extLst>
            </p:cNvPr>
            <p:cNvSpPr txBox="1"/>
            <p:nvPr/>
          </p:nvSpPr>
          <p:spPr>
            <a:xfrm>
              <a:off x="2715893" y="3215590"/>
              <a:ext cx="1008289" cy="200055"/>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30000"/>
                </a:lnSpc>
                <a:spcBef>
                  <a:spcPts val="0"/>
                </a:spcBef>
                <a:spcAft>
                  <a:spcPts val="0"/>
                </a:spcAft>
                <a:buClr>
                  <a:srgbClr val="000000"/>
                </a:buClr>
                <a:buSzPts val="1000"/>
                <a:buFontTx/>
                <a:buNone/>
                <a:tabLst/>
                <a:defRPr/>
              </a:pPr>
              <a:r>
                <a:rPr kumimoji="0" lang="en-US" sz="1000" i="0" u="none" strike="noStrike" kern="1200" cap="none" spc="0" normalizeH="0" baseline="0" noProof="0" dirty="0">
                  <a:ln>
                    <a:noFill/>
                  </a:ln>
                  <a:solidFill>
                    <a:srgbClr val="000000"/>
                  </a:solidFill>
                  <a:effectLst/>
                  <a:uLnTx/>
                  <a:uFillTx/>
                  <a:latin typeface="Arial"/>
                  <a:ea typeface="Arial"/>
                  <a:cs typeface="Arial"/>
                  <a:sym typeface="Arial"/>
                </a:rPr>
                <a:t>Service Provider</a:t>
              </a:r>
              <a:endParaRPr kumimoji="0" sz="140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5" name="Google Shape;4256;p1">
              <a:extLst>
                <a:ext uri="{FF2B5EF4-FFF2-40B4-BE49-F238E27FC236}">
                  <a16:creationId xmlns:a16="http://schemas.microsoft.com/office/drawing/2014/main" id="{1C999243-1673-52F3-652C-6DE8E14098CC}"/>
                </a:ext>
              </a:extLst>
            </p:cNvPr>
            <p:cNvSpPr/>
            <p:nvPr/>
          </p:nvSpPr>
          <p:spPr>
            <a:xfrm>
              <a:off x="2602951" y="3556001"/>
              <a:ext cx="328429" cy="875882"/>
            </a:xfrm>
            <a:prstGeom prst="rect">
              <a:avLst/>
            </a:prstGeom>
            <a:solidFill>
              <a:schemeClr val="accent4"/>
            </a:solidFill>
            <a:ln>
              <a:noFill/>
            </a:ln>
          </p:spPr>
          <p:txBody>
            <a:bodyPr spcFirstLastPara="1" wrap="square" lIns="91377" tIns="45676" rIns="91377" bIns="45676"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endParaRPr kumimoji="0" sz="8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6" name="Google Shape;4257;p1">
              <a:extLst>
                <a:ext uri="{FF2B5EF4-FFF2-40B4-BE49-F238E27FC236}">
                  <a16:creationId xmlns:a16="http://schemas.microsoft.com/office/drawing/2014/main" id="{451C8AC1-AF4A-4D4F-6463-5D1EFCC74052}"/>
                </a:ext>
              </a:extLst>
            </p:cNvPr>
            <p:cNvSpPr/>
            <p:nvPr/>
          </p:nvSpPr>
          <p:spPr>
            <a:xfrm>
              <a:off x="3035058" y="3556001"/>
              <a:ext cx="328429" cy="875882"/>
            </a:xfrm>
            <a:prstGeom prst="rect">
              <a:avLst/>
            </a:prstGeom>
            <a:solidFill>
              <a:schemeClr val="accent4"/>
            </a:solidFill>
            <a:ln>
              <a:noFill/>
            </a:ln>
          </p:spPr>
          <p:txBody>
            <a:bodyPr spcFirstLastPara="1" wrap="square" lIns="91377" tIns="45676" rIns="91377" bIns="45676"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7" name="Google Shape;4258;p1">
              <a:extLst>
                <a:ext uri="{FF2B5EF4-FFF2-40B4-BE49-F238E27FC236}">
                  <a16:creationId xmlns:a16="http://schemas.microsoft.com/office/drawing/2014/main" id="{90943DDC-A738-AA4E-DCDB-8067039E766C}"/>
                </a:ext>
              </a:extLst>
            </p:cNvPr>
            <p:cNvSpPr/>
            <p:nvPr/>
          </p:nvSpPr>
          <p:spPr>
            <a:xfrm>
              <a:off x="3467165" y="3556001"/>
              <a:ext cx="328429" cy="875882"/>
            </a:xfrm>
            <a:prstGeom prst="rect">
              <a:avLst/>
            </a:prstGeom>
            <a:solidFill>
              <a:schemeClr val="accent4"/>
            </a:solidFill>
            <a:ln>
              <a:noFill/>
            </a:ln>
          </p:spPr>
          <p:txBody>
            <a:bodyPr spcFirstLastPara="1" wrap="square" lIns="91377" tIns="45676" rIns="91377" bIns="45676"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8" name="Google Shape;4259;p1">
              <a:extLst>
                <a:ext uri="{FF2B5EF4-FFF2-40B4-BE49-F238E27FC236}">
                  <a16:creationId xmlns:a16="http://schemas.microsoft.com/office/drawing/2014/main" id="{6141024A-713F-A43A-7928-21842363541C}"/>
                </a:ext>
              </a:extLst>
            </p:cNvPr>
            <p:cNvSpPr txBox="1"/>
            <p:nvPr/>
          </p:nvSpPr>
          <p:spPr>
            <a:xfrm>
              <a:off x="2646938" y="3874741"/>
              <a:ext cx="240450" cy="240066"/>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30000"/>
                </a:lnSpc>
                <a:spcBef>
                  <a:spcPts val="0"/>
                </a:spcBef>
                <a:spcAft>
                  <a:spcPts val="0"/>
                </a:spcAft>
                <a:buClr>
                  <a:srgbClr val="000000"/>
                </a:buClr>
                <a:buSzPts val="600"/>
                <a:buFontTx/>
                <a:buNone/>
                <a:tabLst/>
                <a:defRPr/>
              </a:pPr>
              <a:r>
                <a:rPr kumimoji="0" lang="en-US" sz="600" b="0" i="0" u="none" strike="noStrike" kern="1200" cap="none" spc="0" normalizeH="0" baseline="0" noProof="0" dirty="0">
                  <a:ln>
                    <a:noFill/>
                  </a:ln>
                  <a:solidFill>
                    <a:srgbClr val="FFFFFF"/>
                  </a:solidFill>
                  <a:effectLst/>
                  <a:uLnTx/>
                  <a:uFillTx/>
                  <a:latin typeface="Arial"/>
                  <a:ea typeface="Arial"/>
                  <a:cs typeface="Arial"/>
                  <a:sym typeface="Arial"/>
                </a:rPr>
                <a:t>Tenant</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a:p>
              <a:pPr marL="0" marR="0" lvl="0" indent="0" algn="ctr" defTabSz="914400" rtl="0" eaLnBrk="1" fontAlgn="auto" latinLnBrk="0" hangingPunct="1">
                <a:lnSpc>
                  <a:spcPct val="130000"/>
                </a:lnSpc>
                <a:spcBef>
                  <a:spcPts val="0"/>
                </a:spcBef>
                <a:spcAft>
                  <a:spcPts val="0"/>
                </a:spcAft>
                <a:buClr>
                  <a:srgbClr val="000000"/>
                </a:buClr>
                <a:buSzPts val="600"/>
                <a:buFontTx/>
                <a:buNone/>
                <a:tabLst/>
                <a:defRPr/>
              </a:pPr>
              <a:r>
                <a:rPr kumimoji="0" lang="en-US" sz="600" b="0" i="0" u="none" strike="noStrike" kern="1200" cap="none" spc="0" normalizeH="0" baseline="0" noProof="0" dirty="0">
                  <a:ln>
                    <a:noFill/>
                  </a:ln>
                  <a:solidFill>
                    <a:srgbClr val="FFFFFF"/>
                  </a:solidFill>
                  <a:effectLst/>
                  <a:uLnTx/>
                  <a:uFillTx/>
                  <a:latin typeface="Arial"/>
                  <a:ea typeface="Arial"/>
                  <a:cs typeface="Arial"/>
                  <a:sym typeface="Arial"/>
                </a:rPr>
                <a:t>A</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9" name="Google Shape;4260;p1">
              <a:extLst>
                <a:ext uri="{FF2B5EF4-FFF2-40B4-BE49-F238E27FC236}">
                  <a16:creationId xmlns:a16="http://schemas.microsoft.com/office/drawing/2014/main" id="{8F2B2C27-A372-F9AF-4958-EA9CB280C646}"/>
                </a:ext>
              </a:extLst>
            </p:cNvPr>
            <p:cNvSpPr txBox="1"/>
            <p:nvPr/>
          </p:nvSpPr>
          <p:spPr>
            <a:xfrm>
              <a:off x="3081993" y="3874740"/>
              <a:ext cx="240450" cy="240066"/>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30000"/>
                </a:lnSpc>
                <a:spcBef>
                  <a:spcPts val="0"/>
                </a:spcBef>
                <a:spcAft>
                  <a:spcPts val="0"/>
                </a:spcAft>
                <a:buClr>
                  <a:srgbClr val="000000"/>
                </a:buClr>
                <a:buSzPts val="600"/>
                <a:buFontTx/>
                <a:buNone/>
                <a:tabLst/>
                <a:defRPr/>
              </a:pPr>
              <a:r>
                <a:rPr kumimoji="0" lang="en-US" sz="600" b="0" i="0" u="none" strike="noStrike" kern="1200" cap="none" spc="0" normalizeH="0" baseline="0" noProof="0" dirty="0">
                  <a:ln>
                    <a:noFill/>
                  </a:ln>
                  <a:solidFill>
                    <a:srgbClr val="FFFFFF"/>
                  </a:solidFill>
                  <a:effectLst/>
                  <a:uLnTx/>
                  <a:uFillTx/>
                  <a:latin typeface="Arial"/>
                  <a:ea typeface="Arial"/>
                  <a:cs typeface="Arial"/>
                  <a:sym typeface="Arial"/>
                </a:rPr>
                <a:t>Tenant</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a:p>
              <a:pPr marL="0" marR="0" lvl="0" indent="0" algn="ctr" defTabSz="914400" rtl="0" eaLnBrk="1" fontAlgn="auto" latinLnBrk="0" hangingPunct="1">
                <a:lnSpc>
                  <a:spcPct val="130000"/>
                </a:lnSpc>
                <a:spcBef>
                  <a:spcPts val="0"/>
                </a:spcBef>
                <a:spcAft>
                  <a:spcPts val="0"/>
                </a:spcAft>
                <a:buClr>
                  <a:srgbClr val="000000"/>
                </a:buClr>
                <a:buSzPts val="600"/>
                <a:buFontTx/>
                <a:buNone/>
                <a:tabLst/>
                <a:defRPr/>
              </a:pPr>
              <a:r>
                <a:rPr kumimoji="0" lang="en-US" sz="600" b="0" i="0" u="none" strike="noStrike" kern="1200" cap="none" spc="0" normalizeH="0" baseline="0" noProof="0" dirty="0">
                  <a:ln>
                    <a:noFill/>
                  </a:ln>
                  <a:solidFill>
                    <a:srgbClr val="FFFFFF"/>
                  </a:solidFill>
                  <a:effectLst/>
                  <a:uLnTx/>
                  <a:uFillTx/>
                  <a:latin typeface="Arial"/>
                  <a:ea typeface="Arial"/>
                  <a:cs typeface="Arial"/>
                  <a:sym typeface="Arial"/>
                </a:rPr>
                <a:t>B</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0" name="Google Shape;4261;p1">
              <a:extLst>
                <a:ext uri="{FF2B5EF4-FFF2-40B4-BE49-F238E27FC236}">
                  <a16:creationId xmlns:a16="http://schemas.microsoft.com/office/drawing/2014/main" id="{6385CB4A-7BBB-D2D4-6832-DF1E2234C0AB}"/>
                </a:ext>
              </a:extLst>
            </p:cNvPr>
            <p:cNvSpPr txBox="1"/>
            <p:nvPr/>
          </p:nvSpPr>
          <p:spPr>
            <a:xfrm>
              <a:off x="3514153" y="3874740"/>
              <a:ext cx="240450" cy="240066"/>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30000"/>
                </a:lnSpc>
                <a:spcBef>
                  <a:spcPts val="0"/>
                </a:spcBef>
                <a:spcAft>
                  <a:spcPts val="0"/>
                </a:spcAft>
                <a:buClr>
                  <a:srgbClr val="000000"/>
                </a:buClr>
                <a:buSzPts val="600"/>
                <a:buFontTx/>
                <a:buNone/>
                <a:tabLst/>
                <a:defRPr/>
              </a:pPr>
              <a:r>
                <a:rPr kumimoji="0" lang="en-US" sz="600" b="0" i="0" u="none" strike="noStrike" kern="1200" cap="none" spc="0" normalizeH="0" baseline="0" noProof="0" dirty="0">
                  <a:ln>
                    <a:noFill/>
                  </a:ln>
                  <a:solidFill>
                    <a:srgbClr val="FFFFFF"/>
                  </a:solidFill>
                  <a:effectLst/>
                  <a:uLnTx/>
                  <a:uFillTx/>
                  <a:latin typeface="Arial"/>
                  <a:ea typeface="Arial"/>
                  <a:cs typeface="Arial"/>
                  <a:sym typeface="Arial"/>
                </a:rPr>
                <a:t>Tenant</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a:p>
              <a:pPr marL="0" marR="0" lvl="0" indent="0" algn="ctr" defTabSz="914400" rtl="0" eaLnBrk="1" fontAlgn="auto" latinLnBrk="0" hangingPunct="1">
                <a:lnSpc>
                  <a:spcPct val="130000"/>
                </a:lnSpc>
                <a:spcBef>
                  <a:spcPts val="0"/>
                </a:spcBef>
                <a:spcAft>
                  <a:spcPts val="0"/>
                </a:spcAft>
                <a:buClr>
                  <a:srgbClr val="000000"/>
                </a:buClr>
                <a:buSzPts val="600"/>
                <a:buFontTx/>
                <a:buNone/>
                <a:tabLst/>
                <a:defRPr/>
              </a:pPr>
              <a:r>
                <a:rPr kumimoji="0" lang="en-US" sz="600" b="0" i="0" u="none" strike="noStrike" kern="1200" cap="none" spc="0" normalizeH="0" baseline="0" noProof="0" dirty="0">
                  <a:ln>
                    <a:noFill/>
                  </a:ln>
                  <a:solidFill>
                    <a:srgbClr val="FFFFFF"/>
                  </a:solidFill>
                  <a:effectLst/>
                  <a:uLnTx/>
                  <a:uFillTx/>
                  <a:latin typeface="Arial"/>
                  <a:ea typeface="Arial"/>
                  <a:cs typeface="Arial"/>
                  <a:sym typeface="Arial"/>
                </a:rPr>
                <a:t>C</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1" name="Google Shape;4262;p1">
              <a:extLst>
                <a:ext uri="{FF2B5EF4-FFF2-40B4-BE49-F238E27FC236}">
                  <a16:creationId xmlns:a16="http://schemas.microsoft.com/office/drawing/2014/main" id="{4661BBDE-976F-5D9B-A298-2F981A00B3CE}"/>
                </a:ext>
              </a:extLst>
            </p:cNvPr>
            <p:cNvSpPr/>
            <p:nvPr/>
          </p:nvSpPr>
          <p:spPr>
            <a:xfrm>
              <a:off x="2563906" y="3466356"/>
              <a:ext cx="386559" cy="1009024"/>
            </a:xfrm>
            <a:prstGeom prst="rect">
              <a:avLst/>
            </a:prstGeom>
            <a:noFill/>
            <a:ln w="9525" cap="flat" cmpd="sng">
              <a:solidFill>
                <a:srgbClr val="E68C28"/>
              </a:solidFill>
              <a:prstDash val="dash"/>
              <a:round/>
              <a:headEnd type="none" w="sm" len="sm"/>
              <a:tailEnd type="none" w="sm" len="sm"/>
            </a:ln>
          </p:spPr>
          <p:txBody>
            <a:bodyPr spcFirstLastPara="1" wrap="square" lIns="91377" tIns="45676" rIns="91377" bIns="45676"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22" name="Google Shape;4263;p1">
              <a:extLst>
                <a:ext uri="{FF2B5EF4-FFF2-40B4-BE49-F238E27FC236}">
                  <a16:creationId xmlns:a16="http://schemas.microsoft.com/office/drawing/2014/main" id="{04667CC3-9BD5-68D9-03B4-3412C6CDEB9E}"/>
                </a:ext>
              </a:extLst>
            </p:cNvPr>
            <p:cNvSpPr/>
            <p:nvPr/>
          </p:nvSpPr>
          <p:spPr>
            <a:xfrm>
              <a:off x="2991544" y="3469350"/>
              <a:ext cx="410143" cy="1009024"/>
            </a:xfrm>
            <a:prstGeom prst="rect">
              <a:avLst/>
            </a:prstGeom>
            <a:noFill/>
            <a:ln w="9525" cap="flat" cmpd="sng">
              <a:solidFill>
                <a:srgbClr val="E68C28"/>
              </a:solidFill>
              <a:prstDash val="dash"/>
              <a:round/>
              <a:headEnd type="none" w="sm" len="sm"/>
              <a:tailEnd type="none" w="sm" len="sm"/>
            </a:ln>
          </p:spPr>
          <p:txBody>
            <a:bodyPr spcFirstLastPara="1" wrap="square" lIns="91377" tIns="45676" rIns="91377" bIns="45676"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23" name="Google Shape;4264;p1">
              <a:extLst>
                <a:ext uri="{FF2B5EF4-FFF2-40B4-BE49-F238E27FC236}">
                  <a16:creationId xmlns:a16="http://schemas.microsoft.com/office/drawing/2014/main" id="{633F24B9-3B32-3039-3553-D9CC4038F175}"/>
                </a:ext>
              </a:extLst>
            </p:cNvPr>
            <p:cNvSpPr/>
            <p:nvPr/>
          </p:nvSpPr>
          <p:spPr>
            <a:xfrm>
              <a:off x="3442767" y="3472342"/>
              <a:ext cx="394128" cy="1009024"/>
            </a:xfrm>
            <a:prstGeom prst="rect">
              <a:avLst/>
            </a:prstGeom>
            <a:noFill/>
            <a:ln w="9525" cap="flat" cmpd="sng">
              <a:solidFill>
                <a:srgbClr val="E68C28"/>
              </a:solidFill>
              <a:prstDash val="dash"/>
              <a:round/>
              <a:headEnd type="none" w="sm" len="sm"/>
              <a:tailEnd type="none" w="sm" len="sm"/>
            </a:ln>
          </p:spPr>
          <p:txBody>
            <a:bodyPr spcFirstLastPara="1" wrap="square" lIns="91377" tIns="45676" rIns="91377" bIns="45676"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grpSp>
      <p:sp>
        <p:nvSpPr>
          <p:cNvPr id="35" name="Google Shape;4265;p1">
            <a:extLst>
              <a:ext uri="{FF2B5EF4-FFF2-40B4-BE49-F238E27FC236}">
                <a16:creationId xmlns:a16="http://schemas.microsoft.com/office/drawing/2014/main" id="{C60514DD-260D-FE39-B843-D65C67E83FD7}"/>
              </a:ext>
            </a:extLst>
          </p:cNvPr>
          <p:cNvSpPr/>
          <p:nvPr/>
        </p:nvSpPr>
        <p:spPr>
          <a:xfrm>
            <a:off x="593913" y="4261186"/>
            <a:ext cx="1657663" cy="1385144"/>
          </a:xfrm>
          <a:prstGeom prst="rect">
            <a:avLst/>
          </a:prstGeom>
          <a:noFill/>
          <a:ln>
            <a:noFill/>
          </a:ln>
        </p:spPr>
        <p:txBody>
          <a:bodyPr spcFirstLastPara="1" wrap="square" lIns="91377" tIns="45676" rIns="91377" bIns="45676" anchor="t" anchorCtr="0">
            <a:noAutofit/>
          </a:bodyPr>
          <a:lstStyle/>
          <a:p>
            <a:pPr marL="171348" marR="0" lvl="0" indent="-171348" algn="l" defTabSz="914400" rtl="0" eaLnBrk="1" fontAlgn="auto" latinLnBrk="0" hangingPunct="1">
              <a:lnSpc>
                <a:spcPct val="100000"/>
              </a:lnSpc>
              <a:spcBef>
                <a:spcPts val="0"/>
              </a:spcBef>
              <a:spcAft>
                <a:spcPts val="0"/>
              </a:spcAft>
              <a:buClr>
                <a:srgbClr val="000000"/>
              </a:buClr>
              <a:buSzPts val="900"/>
              <a:buFont typeface="Arial"/>
              <a:buChar char="•"/>
              <a:tabLst/>
              <a:defRPr/>
            </a:pPr>
            <a:r>
              <a:rPr kumimoji="0" lang="en-US" sz="900" b="0" i="0" u="none" strike="noStrike" kern="1200" cap="none" spc="0" normalizeH="0" baseline="0" noProof="0" dirty="0">
                <a:ln>
                  <a:noFill/>
                </a:ln>
                <a:solidFill>
                  <a:srgbClr val="000000"/>
                </a:solidFill>
                <a:effectLst/>
                <a:uLnTx/>
                <a:uFillTx/>
                <a:latin typeface="Arial"/>
                <a:ea typeface="Arial"/>
                <a:cs typeface="Arial"/>
                <a:sym typeface="Arial"/>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2"/>
                  </a:ext>
                </a:extLst>
              </a:rPr>
              <a:t>No infrastructure isolation</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a:p>
            <a:pPr marL="171348" marR="0" lvl="0" indent="-171348" algn="l" defTabSz="914400" rtl="0" eaLnBrk="1" fontAlgn="auto" latinLnBrk="0" hangingPunct="1">
              <a:lnSpc>
                <a:spcPct val="100000"/>
              </a:lnSpc>
              <a:spcBef>
                <a:spcPts val="600"/>
              </a:spcBef>
              <a:spcAft>
                <a:spcPts val="0"/>
              </a:spcAft>
              <a:buClr>
                <a:srgbClr val="000000"/>
              </a:buClr>
              <a:buSzPts val="900"/>
              <a:buFont typeface="Arial"/>
              <a:buChar char="•"/>
              <a:tabLst/>
              <a:defRPr/>
            </a:pPr>
            <a:r>
              <a:rPr kumimoji="0" lang="en-US" sz="900" b="0" i="0" u="none" strike="noStrike" kern="1200" cap="none" spc="0" normalizeH="0" baseline="0" noProof="0" dirty="0">
                <a:ln>
                  <a:noFill/>
                </a:ln>
                <a:solidFill>
                  <a:srgbClr val="000000"/>
                </a:solidFill>
                <a:effectLst/>
                <a:uLnTx/>
                <a:uFillTx/>
                <a:latin typeface="Arial"/>
                <a:ea typeface="Arial"/>
                <a:cs typeface="Arial"/>
                <a:sym typeface="Arial"/>
              </a:rPr>
              <a:t>Infrastructure is divided </a:t>
            </a:r>
            <a:br>
              <a:rPr kumimoji="0" lang="en-US" sz="900" b="0" i="0" u="none" strike="noStrike" kern="1200" cap="none" spc="0" normalizeH="0" baseline="0" noProof="0" dirty="0">
                <a:ln>
                  <a:noFill/>
                </a:ln>
                <a:solidFill>
                  <a:srgbClr val="000000"/>
                </a:solidFill>
                <a:effectLst/>
                <a:uLnTx/>
                <a:uFillTx/>
                <a:latin typeface="Arial"/>
                <a:ea typeface="Arial"/>
                <a:cs typeface="Arial"/>
                <a:sym typeface="Arial"/>
              </a:rPr>
            </a:br>
            <a:r>
              <a:rPr kumimoji="0" lang="en-US" sz="900" b="0" i="0" u="none" strike="noStrike" kern="1200" cap="none" spc="0" normalizeH="0" baseline="0" noProof="0" dirty="0">
                <a:ln>
                  <a:noFill/>
                </a:ln>
                <a:solidFill>
                  <a:srgbClr val="000000"/>
                </a:solidFill>
                <a:effectLst/>
                <a:uLnTx/>
                <a:uFillTx/>
                <a:latin typeface="Arial"/>
                <a:ea typeface="Arial"/>
                <a:cs typeface="Arial"/>
                <a:sym typeface="Arial"/>
              </a:rPr>
              <a:t>by identity access management</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36" name="Google Shape;4266;p1">
            <a:extLst>
              <a:ext uri="{FF2B5EF4-FFF2-40B4-BE49-F238E27FC236}">
                <a16:creationId xmlns:a16="http://schemas.microsoft.com/office/drawing/2014/main" id="{C807AFB3-202B-D2AD-CC37-B97E5CE8A915}"/>
              </a:ext>
            </a:extLst>
          </p:cNvPr>
          <p:cNvSpPr/>
          <p:nvPr/>
        </p:nvSpPr>
        <p:spPr>
          <a:xfrm>
            <a:off x="2185220" y="4246821"/>
            <a:ext cx="1783514" cy="1799227"/>
          </a:xfrm>
          <a:prstGeom prst="rect">
            <a:avLst/>
          </a:prstGeom>
          <a:solidFill>
            <a:schemeClr val="lt1"/>
          </a:solidFill>
          <a:ln>
            <a:noFill/>
          </a:ln>
        </p:spPr>
        <p:txBody>
          <a:bodyPr spcFirstLastPara="1" wrap="square" lIns="91377" tIns="45676" rIns="91377" bIns="45676" anchor="t" anchorCtr="0">
            <a:noAutofit/>
          </a:bodyPr>
          <a:lstStyle/>
          <a:p>
            <a:pPr marL="171348" marR="0" lvl="0" indent="-171348" algn="l" defTabSz="914400" rtl="0" eaLnBrk="1" fontAlgn="auto" latinLnBrk="0" hangingPunct="1">
              <a:lnSpc>
                <a:spcPct val="100000"/>
              </a:lnSpc>
              <a:spcBef>
                <a:spcPts val="0"/>
              </a:spcBef>
              <a:spcAft>
                <a:spcPts val="0"/>
              </a:spcAft>
              <a:buClr>
                <a:srgbClr val="000000"/>
              </a:buClr>
              <a:buSzPts val="900"/>
              <a:buFont typeface="Arial"/>
              <a:buChar char="•"/>
              <a:tabLst/>
              <a:defRPr/>
            </a:pPr>
            <a:r>
              <a:rPr kumimoji="0" lang="en-US" sz="900" b="0" i="0" u="none" strike="noStrike" kern="1200" cap="none" spc="0" normalizeH="0" baseline="0" noProof="0" dirty="0">
                <a:ln>
                  <a:noFill/>
                </a:ln>
                <a:solidFill>
                  <a:srgbClr val="000000"/>
                </a:solidFill>
                <a:effectLst/>
                <a:uLnTx/>
                <a:uFillTx/>
                <a:latin typeface="Arial"/>
                <a:ea typeface="Arial"/>
                <a:cs typeface="Arial"/>
                <a:sym typeface="Arial"/>
              </a:rPr>
              <a:t>Infrastructure isolation</a:t>
            </a:r>
            <a:endParaRPr kumimoji="0" sz="900" b="0" i="0" u="none" strike="noStrike" kern="1200" cap="none" spc="0" normalizeH="0" baseline="0" noProof="0" dirty="0">
              <a:ln>
                <a:noFill/>
              </a:ln>
              <a:solidFill>
                <a:srgbClr val="000000"/>
              </a:solidFill>
              <a:effectLst/>
              <a:uLnTx/>
              <a:uFillTx/>
              <a:latin typeface="Arial"/>
              <a:ea typeface="Arial"/>
              <a:cs typeface="Arial"/>
              <a:sym typeface="Arial"/>
            </a:endParaRPr>
          </a:p>
          <a:p>
            <a:pPr marL="171348" marR="0" lvl="0" indent="-171348" algn="l" defTabSz="914400" rtl="0" eaLnBrk="1" fontAlgn="auto" latinLnBrk="0" hangingPunct="1">
              <a:lnSpc>
                <a:spcPct val="100000"/>
              </a:lnSpc>
              <a:spcBef>
                <a:spcPts val="600"/>
              </a:spcBef>
              <a:spcAft>
                <a:spcPts val="0"/>
              </a:spcAft>
              <a:buClr>
                <a:srgbClr val="000000"/>
              </a:buClr>
              <a:buSzPts val="900"/>
              <a:buFont typeface="Arial"/>
              <a:buChar char="•"/>
              <a:tabLst/>
              <a:defRPr/>
            </a:pPr>
            <a:r>
              <a:rPr kumimoji="0" lang="en-US" sz="900" b="0" i="0" u="none" strike="noStrike" kern="1200" cap="none" spc="0" normalizeH="0" baseline="0" noProof="0" dirty="0">
                <a:ln>
                  <a:noFill/>
                </a:ln>
                <a:solidFill>
                  <a:srgbClr val="000000"/>
                </a:solidFill>
                <a:effectLst/>
                <a:uLnTx/>
                <a:uFillTx/>
                <a:latin typeface="Arial"/>
                <a:ea typeface="Arial"/>
                <a:cs typeface="Arial"/>
                <a:sym typeface="Arial"/>
              </a:rPr>
              <a:t>Isolated resource pool created in cluster (eg: GPU)</a:t>
            </a:r>
          </a:p>
          <a:p>
            <a:pPr marL="171348" marR="0" lvl="0" indent="-171348" algn="l" defTabSz="914400" rtl="0" eaLnBrk="1" fontAlgn="auto" latinLnBrk="0" hangingPunct="1">
              <a:lnSpc>
                <a:spcPct val="100000"/>
              </a:lnSpc>
              <a:spcBef>
                <a:spcPts val="600"/>
              </a:spcBef>
              <a:spcAft>
                <a:spcPts val="0"/>
              </a:spcAft>
              <a:buClr>
                <a:srgbClr val="000000"/>
              </a:buClr>
              <a:buSzPts val="900"/>
              <a:buFont typeface="Arial"/>
              <a:buChar char="•"/>
              <a:tabLst/>
              <a:defRPr/>
            </a:pPr>
            <a:r>
              <a:rPr kumimoji="0" lang="en-US" sz="900" b="0" i="0" u="none" strike="noStrike" kern="1200" cap="none" spc="0" normalizeH="0" baseline="0" noProof="0" dirty="0">
                <a:ln>
                  <a:noFill/>
                </a:ln>
                <a:solidFill>
                  <a:srgbClr val="000000"/>
                </a:solidFill>
                <a:effectLst/>
                <a:uLnTx/>
                <a:uFillTx/>
                <a:latin typeface="Arial"/>
                <a:ea typeface="Arial"/>
                <a:cs typeface="Arial"/>
                <a:sym typeface="Arial"/>
              </a:rPr>
              <a:t>Can set allocations</a:t>
            </a:r>
          </a:p>
          <a:p>
            <a:pPr marL="171348" marR="0" lvl="0" indent="-171348" algn="l" defTabSz="914400" rtl="0" eaLnBrk="1" fontAlgn="auto" latinLnBrk="0" hangingPunct="1">
              <a:lnSpc>
                <a:spcPct val="100000"/>
              </a:lnSpc>
              <a:spcBef>
                <a:spcPts val="600"/>
              </a:spcBef>
              <a:spcAft>
                <a:spcPts val="0"/>
              </a:spcAft>
              <a:buClr>
                <a:srgbClr val="000000"/>
              </a:buClr>
              <a:buSzPts val="900"/>
              <a:buFont typeface="Arial"/>
              <a:buChar char="•"/>
              <a:tabLst/>
              <a:defRPr/>
            </a:pPr>
            <a:r>
              <a:rPr kumimoji="0" lang="en-US" sz="900" b="0" i="0" u="none" strike="noStrike" kern="1200" cap="none" spc="0" normalizeH="0" baseline="0" noProof="0" dirty="0">
                <a:ln>
                  <a:noFill/>
                </a:ln>
                <a:solidFill>
                  <a:srgbClr val="000000"/>
                </a:solidFill>
                <a:effectLst/>
                <a:uLnTx/>
                <a:uFillTx/>
                <a:latin typeface="Arial"/>
                <a:ea typeface="Arial"/>
                <a:cs typeface="Arial"/>
                <a:sym typeface="Arial"/>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3"/>
                  </a:ext>
                </a:extLst>
              </a:rPr>
              <a:t>No sharing of vCenter across </a:t>
            </a:r>
            <a:r>
              <a:rPr kumimoji="0" lang="en-US" sz="900" b="0" i="0" u="none" strike="noStrike" kern="1200" cap="none" spc="0" normalizeH="0" baseline="0" noProof="0" dirty="0">
                <a:ln>
                  <a:noFill/>
                </a:ln>
                <a:solidFill>
                  <a:srgbClr val="000000"/>
                </a:solidFill>
                <a:effectLst/>
                <a:uLnTx/>
                <a:uFillTx/>
                <a:latin typeface="Arial"/>
                <a:ea typeface="Arial"/>
                <a:cs typeface="Arial"/>
                <a:sym typeface="Arial"/>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4"/>
                  </a:ext>
                </a:extLst>
              </a:rPr>
              <a:t>Orgs</a:t>
            </a:r>
            <a:endParaRPr kumimoji="0" sz="900" b="0" i="0" u="none" strike="noStrike" kern="1200" cap="none" spc="0" normalizeH="0" baseline="0" noProof="0" dirty="0">
              <a:ln>
                <a:noFill/>
              </a:ln>
              <a:solidFill>
                <a:srgbClr val="000000"/>
              </a:solidFill>
              <a:effectLst/>
              <a:uLnTx/>
              <a:uFillTx/>
              <a:latin typeface="Arial"/>
              <a:ea typeface="Arial"/>
              <a:cs typeface="Arial"/>
              <a:sym typeface="Arial"/>
            </a:endParaRPr>
          </a:p>
          <a:p>
            <a:pPr marL="171348" marR="0" lvl="0" indent="-171348" algn="l" defTabSz="914400" rtl="0" eaLnBrk="1" fontAlgn="auto" latinLnBrk="0" hangingPunct="1">
              <a:lnSpc>
                <a:spcPct val="100000"/>
              </a:lnSpc>
              <a:spcBef>
                <a:spcPts val="600"/>
              </a:spcBef>
              <a:spcAft>
                <a:spcPts val="0"/>
              </a:spcAft>
              <a:buClr>
                <a:srgbClr val="000000"/>
              </a:buClr>
              <a:buSzPts val="900"/>
              <a:buFont typeface="Arial"/>
              <a:buChar char="•"/>
              <a:tabLst/>
              <a:defRPr/>
            </a:pPr>
            <a:r>
              <a:rPr kumimoji="0" lang="en-US" sz="900" b="0" i="0" u="none" strike="noStrike" kern="1200" cap="none" spc="0" normalizeH="0" baseline="0" noProof="0" dirty="0">
                <a:ln>
                  <a:noFill/>
                </a:ln>
                <a:solidFill>
                  <a:srgbClr val="000000"/>
                </a:solidFill>
                <a:effectLst/>
                <a:uLnTx/>
                <a:uFillTx/>
                <a:latin typeface="Arial"/>
                <a:ea typeface="Arial"/>
                <a:cs typeface="Arial"/>
                <a:sym typeface="Arial"/>
              </a:rPr>
              <a:t>Costing (chargeback)</a:t>
            </a:r>
            <a:endParaRPr kumimoji="0" sz="900" b="0" i="0" u="none" strike="noStrike" kern="1200" cap="none" spc="0" normalizeH="0" baseline="0" noProof="0" dirty="0">
              <a:ln>
                <a:noFill/>
              </a:ln>
              <a:solidFill>
                <a:srgbClr val="000000"/>
              </a:solidFill>
              <a:effectLst/>
              <a:uLnTx/>
              <a:uFillTx/>
              <a:latin typeface="Arial"/>
              <a:ea typeface="Arial"/>
              <a:cs typeface="Arial"/>
              <a:sym typeface="Arial"/>
            </a:endParaRPr>
          </a:p>
          <a:p>
            <a:pPr marL="171348" marR="0" lvl="0" indent="-171348" algn="l" defTabSz="914400" rtl="0" eaLnBrk="1" fontAlgn="auto" latinLnBrk="0" hangingPunct="1">
              <a:lnSpc>
                <a:spcPct val="100000"/>
              </a:lnSpc>
              <a:spcBef>
                <a:spcPts val="600"/>
              </a:spcBef>
              <a:spcAft>
                <a:spcPts val="0"/>
              </a:spcAft>
              <a:buClr>
                <a:srgbClr val="000000"/>
              </a:buClr>
              <a:buSzPts val="900"/>
              <a:buFont typeface="Arial"/>
              <a:buChar char="•"/>
              <a:tabLst/>
              <a:defRPr/>
            </a:pPr>
            <a:r>
              <a:rPr kumimoji="0" lang="en-US" sz="900" b="0" i="0" u="none" strike="noStrike" kern="1200" cap="none" spc="0" normalizeH="0" baseline="0" noProof="0" dirty="0">
                <a:ln>
                  <a:noFill/>
                </a:ln>
                <a:solidFill>
                  <a:srgbClr val="000000"/>
                </a:solidFill>
                <a:effectLst/>
                <a:uLnTx/>
                <a:uFillTx/>
                <a:latin typeface="Arial"/>
                <a:ea typeface="Arial"/>
                <a:cs typeface="Arial"/>
                <a:sym typeface="Arial"/>
              </a:rPr>
              <a:t>Dev/test/prod environments</a:t>
            </a:r>
            <a:endParaRPr kumimoji="0" sz="9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nvGrpSpPr>
          <p:cNvPr id="38" name="Google Shape;4269;p1">
            <a:extLst>
              <a:ext uri="{FF2B5EF4-FFF2-40B4-BE49-F238E27FC236}">
                <a16:creationId xmlns:a16="http://schemas.microsoft.com/office/drawing/2014/main" id="{83891BFE-1C45-2DFB-2DFA-94087446E239}"/>
              </a:ext>
            </a:extLst>
          </p:cNvPr>
          <p:cNvGrpSpPr/>
          <p:nvPr/>
        </p:nvGrpSpPr>
        <p:grpSpPr>
          <a:xfrm>
            <a:off x="8254871" y="4516115"/>
            <a:ext cx="3247587" cy="1337979"/>
            <a:chOff x="8581754" y="3352943"/>
            <a:chExt cx="3249279" cy="1338677"/>
          </a:xfrm>
        </p:grpSpPr>
        <p:pic>
          <p:nvPicPr>
            <p:cNvPr id="39" name="Google Shape;4270;p1">
              <a:extLst>
                <a:ext uri="{FF2B5EF4-FFF2-40B4-BE49-F238E27FC236}">
                  <a16:creationId xmlns:a16="http://schemas.microsoft.com/office/drawing/2014/main" id="{0F70D430-C6EC-D3A5-48B7-971FA31590FC}"/>
                </a:ext>
              </a:extLst>
            </p:cNvPr>
            <p:cNvPicPr preferRelativeResize="0"/>
            <p:nvPr/>
          </p:nvPicPr>
          <p:blipFill rotWithShape="1">
            <a:blip r:embed="rId3">
              <a:alphaModFix/>
            </a:blip>
            <a:srcRect/>
            <a:stretch/>
          </p:blipFill>
          <p:spPr>
            <a:xfrm>
              <a:off x="10460493" y="3442906"/>
              <a:ext cx="1271016" cy="1024128"/>
            </a:xfrm>
            <a:prstGeom prst="rect">
              <a:avLst/>
            </a:prstGeom>
            <a:noFill/>
            <a:ln>
              <a:noFill/>
            </a:ln>
          </p:spPr>
        </p:pic>
        <p:pic>
          <p:nvPicPr>
            <p:cNvPr id="40" name="Google Shape;4271;p1">
              <a:extLst>
                <a:ext uri="{FF2B5EF4-FFF2-40B4-BE49-F238E27FC236}">
                  <a16:creationId xmlns:a16="http://schemas.microsoft.com/office/drawing/2014/main" id="{B471845F-4CAF-C77C-0A99-78C8060EAB0A}"/>
                </a:ext>
              </a:extLst>
            </p:cNvPr>
            <p:cNvPicPr preferRelativeResize="0"/>
            <p:nvPr/>
          </p:nvPicPr>
          <p:blipFill rotWithShape="1">
            <a:blip r:embed="rId4">
              <a:alphaModFix/>
            </a:blip>
            <a:srcRect/>
            <a:stretch/>
          </p:blipFill>
          <p:spPr>
            <a:xfrm>
              <a:off x="8660303" y="3442906"/>
              <a:ext cx="1271016" cy="1024128"/>
            </a:xfrm>
            <a:prstGeom prst="rect">
              <a:avLst/>
            </a:prstGeom>
            <a:noFill/>
            <a:ln>
              <a:noFill/>
            </a:ln>
          </p:spPr>
        </p:pic>
        <p:sp>
          <p:nvSpPr>
            <p:cNvPr id="41" name="Google Shape;4272;p1">
              <a:extLst>
                <a:ext uri="{FF2B5EF4-FFF2-40B4-BE49-F238E27FC236}">
                  <a16:creationId xmlns:a16="http://schemas.microsoft.com/office/drawing/2014/main" id="{6FB652F9-633E-FD7C-C635-621F132EB90A}"/>
                </a:ext>
              </a:extLst>
            </p:cNvPr>
            <p:cNvSpPr txBox="1"/>
            <p:nvPr/>
          </p:nvSpPr>
          <p:spPr>
            <a:xfrm>
              <a:off x="9087687" y="4479978"/>
              <a:ext cx="2224968" cy="180049"/>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30000"/>
                </a:lnSpc>
                <a:spcBef>
                  <a:spcPts val="0"/>
                </a:spcBef>
                <a:spcAft>
                  <a:spcPts val="0"/>
                </a:spcAft>
                <a:buClr>
                  <a:srgbClr val="000000"/>
                </a:buClr>
                <a:buSzPts val="900"/>
                <a:buFontTx/>
                <a:buNone/>
                <a:tabLst/>
                <a:defRPr/>
              </a:pPr>
              <a:r>
                <a:rPr kumimoji="0" lang="en-US" sz="900" b="0" i="0" u="none" strike="noStrike" kern="1200" cap="none" spc="0" normalizeH="0" baseline="0" noProof="0" dirty="0">
                  <a:ln>
                    <a:noFill/>
                  </a:ln>
                  <a:solidFill>
                    <a:srgbClr val="0193C2"/>
                  </a:solidFill>
                  <a:effectLst/>
                  <a:uLnTx/>
                  <a:uFillTx/>
                  <a:latin typeface="Arial"/>
                  <a:ea typeface="Arial"/>
                  <a:cs typeface="Arial"/>
                  <a:sym typeface="Arial"/>
                </a:rPr>
                <a:t>Curated Catalog(s) based on IaC blueprints</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42" name="Google Shape;4273;p1">
              <a:extLst>
                <a:ext uri="{FF2B5EF4-FFF2-40B4-BE49-F238E27FC236}">
                  <a16:creationId xmlns:a16="http://schemas.microsoft.com/office/drawing/2014/main" id="{052AE08E-CB06-D351-0A88-1304533CB949}"/>
                </a:ext>
              </a:extLst>
            </p:cNvPr>
            <p:cNvSpPr/>
            <p:nvPr/>
          </p:nvSpPr>
          <p:spPr>
            <a:xfrm>
              <a:off x="8581754" y="3352943"/>
              <a:ext cx="3249279" cy="1338677"/>
            </a:xfrm>
            <a:prstGeom prst="roundRect">
              <a:avLst>
                <a:gd name="adj" fmla="val 12787"/>
              </a:avLst>
            </a:prstGeom>
            <a:noFill/>
            <a:ln w="9525" cap="flat" cmpd="sng">
              <a:solidFill>
                <a:srgbClr val="7F7F7F"/>
              </a:solidFill>
              <a:prstDash val="solid"/>
              <a:round/>
              <a:headEnd type="none" w="sm" len="sm"/>
              <a:tailEnd type="none" w="sm" len="sm"/>
            </a:ln>
          </p:spPr>
          <p:txBody>
            <a:bodyPr spcFirstLastPara="1" wrap="square" lIns="91377" tIns="45676" rIns="91377" bIns="45676"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cxnSp>
          <p:nvCxnSpPr>
            <p:cNvPr id="43" name="Google Shape;4274;p1">
              <a:extLst>
                <a:ext uri="{FF2B5EF4-FFF2-40B4-BE49-F238E27FC236}">
                  <a16:creationId xmlns:a16="http://schemas.microsoft.com/office/drawing/2014/main" id="{B03B2DDA-99CA-5587-D633-2823D4F2CD2C}"/>
                </a:ext>
              </a:extLst>
            </p:cNvPr>
            <p:cNvCxnSpPr/>
            <p:nvPr/>
          </p:nvCxnSpPr>
          <p:spPr>
            <a:xfrm>
              <a:off x="10013026" y="3954970"/>
              <a:ext cx="365760" cy="0"/>
            </a:xfrm>
            <a:prstGeom prst="straightConnector1">
              <a:avLst/>
            </a:prstGeom>
            <a:solidFill>
              <a:schemeClr val="accent3"/>
            </a:solidFill>
            <a:ln w="25400" cap="flat" cmpd="sng">
              <a:solidFill>
                <a:schemeClr val="accent3"/>
              </a:solidFill>
              <a:prstDash val="solid"/>
              <a:miter lim="800000"/>
              <a:headEnd type="none" w="sm" len="sm"/>
              <a:tailEnd type="triangle" w="med" len="med"/>
            </a:ln>
          </p:spPr>
        </p:cxnSp>
      </p:grpSp>
      <p:sp>
        <p:nvSpPr>
          <p:cNvPr id="44" name="Google Shape;4275;p1">
            <a:extLst>
              <a:ext uri="{FF2B5EF4-FFF2-40B4-BE49-F238E27FC236}">
                <a16:creationId xmlns:a16="http://schemas.microsoft.com/office/drawing/2014/main" id="{EA556083-C02D-7B89-3E8C-4F86C884A1B1}"/>
              </a:ext>
            </a:extLst>
          </p:cNvPr>
          <p:cNvSpPr txBox="1"/>
          <p:nvPr/>
        </p:nvSpPr>
        <p:spPr>
          <a:xfrm>
            <a:off x="8922651" y="4286580"/>
            <a:ext cx="1933817" cy="199951"/>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30000"/>
              </a:lnSpc>
              <a:spcBef>
                <a:spcPts val="0"/>
              </a:spcBef>
              <a:spcAft>
                <a:spcPts val="0"/>
              </a:spcAft>
              <a:buClr>
                <a:srgbClr val="000000"/>
              </a:buClr>
              <a:buSzPts val="1000"/>
              <a:buFontTx/>
              <a:buNone/>
              <a:tabLst/>
              <a:defRPr/>
            </a:pPr>
            <a:r>
              <a:rPr kumimoji="0" lang="en-US" sz="1000" b="1" i="0" u="none" strike="noStrike" kern="1200" cap="none" spc="0" normalizeH="0" baseline="0" noProof="0" dirty="0">
                <a:ln>
                  <a:noFill/>
                </a:ln>
                <a:solidFill>
                  <a:srgbClr val="000000"/>
                </a:solidFill>
                <a:effectLst/>
                <a:uLnTx/>
                <a:uFillTx/>
                <a:latin typeface="Arial"/>
                <a:ea typeface="Arial"/>
                <a:cs typeface="Arial"/>
                <a:sym typeface="Arial"/>
              </a:rPr>
              <a:t>Self-Service Catalog experience</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45" name="Google Shape;4276;p1">
            <a:extLst>
              <a:ext uri="{FF2B5EF4-FFF2-40B4-BE49-F238E27FC236}">
                <a16:creationId xmlns:a16="http://schemas.microsoft.com/office/drawing/2014/main" id="{7452A376-92E7-BEB6-AF8B-AA2DB8049E30}"/>
              </a:ext>
            </a:extLst>
          </p:cNvPr>
          <p:cNvSpPr/>
          <p:nvPr/>
        </p:nvSpPr>
        <p:spPr>
          <a:xfrm>
            <a:off x="8253902" y="2743919"/>
            <a:ext cx="3247587" cy="1337979"/>
          </a:xfrm>
          <a:prstGeom prst="roundRect">
            <a:avLst>
              <a:gd name="adj" fmla="val 12787"/>
            </a:avLst>
          </a:prstGeom>
          <a:noFill/>
          <a:ln w="9525" cap="flat" cmpd="sng">
            <a:solidFill>
              <a:srgbClr val="7F7F7F"/>
            </a:solidFill>
            <a:prstDash val="solid"/>
            <a:round/>
            <a:headEnd type="none" w="sm" len="sm"/>
            <a:tailEnd type="none" w="sm" len="sm"/>
          </a:ln>
        </p:spPr>
        <p:txBody>
          <a:bodyPr spcFirstLastPara="1" wrap="square" lIns="91377" tIns="45676" rIns="91377" bIns="45676"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46" name="Google Shape;4277;p1">
            <a:extLst>
              <a:ext uri="{FF2B5EF4-FFF2-40B4-BE49-F238E27FC236}">
                <a16:creationId xmlns:a16="http://schemas.microsoft.com/office/drawing/2014/main" id="{4B69C685-EB52-5059-0213-3C504B5CA86A}"/>
              </a:ext>
            </a:extLst>
          </p:cNvPr>
          <p:cNvSpPr txBox="1"/>
          <p:nvPr/>
        </p:nvSpPr>
        <p:spPr>
          <a:xfrm>
            <a:off x="8839688" y="3870372"/>
            <a:ext cx="2063592" cy="179955"/>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30000"/>
              </a:lnSpc>
              <a:spcBef>
                <a:spcPts val="0"/>
              </a:spcBef>
              <a:spcAft>
                <a:spcPts val="0"/>
              </a:spcAft>
              <a:buClr>
                <a:srgbClr val="000000"/>
              </a:buClr>
              <a:buSzPts val="900"/>
              <a:buFontTx/>
              <a:buNone/>
              <a:tabLst/>
              <a:defRPr/>
            </a:pPr>
            <a:r>
              <a:rPr kumimoji="0" lang="en-US" sz="900" b="0" i="0" u="none" strike="noStrike" kern="1200" cap="none" spc="0" normalizeH="0" baseline="0" noProof="0" dirty="0">
                <a:ln>
                  <a:noFill/>
                </a:ln>
                <a:solidFill>
                  <a:srgbClr val="6C4B94"/>
                </a:solidFill>
                <a:effectLst/>
                <a:uLnTx/>
                <a:uFillTx/>
                <a:latin typeface="Arial"/>
                <a:ea typeface="Arial"/>
                <a:cs typeface="Arial"/>
                <a:sym typeface="Arial"/>
              </a:rPr>
              <a:t>Self-Service IaaS with K8s CLI / UI / API</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cxnSp>
        <p:nvCxnSpPr>
          <p:cNvPr id="47" name="Google Shape;4278;p1">
            <a:extLst>
              <a:ext uri="{FF2B5EF4-FFF2-40B4-BE49-F238E27FC236}">
                <a16:creationId xmlns:a16="http://schemas.microsoft.com/office/drawing/2014/main" id="{D60AF574-8C5C-314E-E722-A7E8769D3808}"/>
              </a:ext>
            </a:extLst>
          </p:cNvPr>
          <p:cNvCxnSpPr/>
          <p:nvPr/>
        </p:nvCxnSpPr>
        <p:spPr>
          <a:xfrm>
            <a:off x="9685324" y="3343251"/>
            <a:ext cx="365570" cy="0"/>
          </a:xfrm>
          <a:prstGeom prst="straightConnector1">
            <a:avLst/>
          </a:prstGeom>
          <a:solidFill>
            <a:schemeClr val="accent5"/>
          </a:solidFill>
          <a:ln w="25400" cap="flat" cmpd="sng">
            <a:solidFill>
              <a:schemeClr val="accent5"/>
            </a:solidFill>
            <a:prstDash val="solid"/>
            <a:miter lim="800000"/>
            <a:headEnd type="none" w="sm" len="sm"/>
            <a:tailEnd type="triangle" w="med" len="med"/>
          </a:ln>
        </p:spPr>
      </p:cxnSp>
      <p:grpSp>
        <p:nvGrpSpPr>
          <p:cNvPr id="48" name="Google Shape;4279;p1">
            <a:extLst>
              <a:ext uri="{FF2B5EF4-FFF2-40B4-BE49-F238E27FC236}">
                <a16:creationId xmlns:a16="http://schemas.microsoft.com/office/drawing/2014/main" id="{EFBBDC5C-89AE-A53C-5AC9-BA8912971126}"/>
              </a:ext>
            </a:extLst>
          </p:cNvPr>
          <p:cNvGrpSpPr/>
          <p:nvPr/>
        </p:nvGrpSpPr>
        <p:grpSpPr>
          <a:xfrm>
            <a:off x="8333377" y="2833734"/>
            <a:ext cx="1270212" cy="1019035"/>
            <a:chOff x="9011351" y="838818"/>
            <a:chExt cx="1270874" cy="1019566"/>
          </a:xfrm>
        </p:grpSpPr>
        <p:grpSp>
          <p:nvGrpSpPr>
            <p:cNvPr id="49" name="Google Shape;4280;p1">
              <a:extLst>
                <a:ext uri="{FF2B5EF4-FFF2-40B4-BE49-F238E27FC236}">
                  <a16:creationId xmlns:a16="http://schemas.microsoft.com/office/drawing/2014/main" id="{322AE19D-35EF-B10F-C7FE-42CCDDB8C2F7}"/>
                </a:ext>
              </a:extLst>
            </p:cNvPr>
            <p:cNvGrpSpPr/>
            <p:nvPr/>
          </p:nvGrpSpPr>
          <p:grpSpPr>
            <a:xfrm>
              <a:off x="9011351" y="838818"/>
              <a:ext cx="1270874" cy="1019566"/>
              <a:chOff x="9011351" y="838818"/>
              <a:chExt cx="1270874" cy="1019566"/>
            </a:xfrm>
          </p:grpSpPr>
          <p:pic>
            <p:nvPicPr>
              <p:cNvPr id="56" name="Google Shape;4281;p1">
                <a:extLst>
                  <a:ext uri="{FF2B5EF4-FFF2-40B4-BE49-F238E27FC236}">
                    <a16:creationId xmlns:a16="http://schemas.microsoft.com/office/drawing/2014/main" id="{D414335E-FB6B-48D0-DDB2-FACBA8FA7368}"/>
                  </a:ext>
                </a:extLst>
              </p:cNvPr>
              <p:cNvPicPr preferRelativeResize="0"/>
              <p:nvPr/>
            </p:nvPicPr>
            <p:blipFill rotWithShape="1">
              <a:blip r:embed="rId5">
                <a:alphaModFix/>
              </a:blip>
              <a:srcRect/>
              <a:stretch/>
            </p:blipFill>
            <p:spPr>
              <a:xfrm>
                <a:off x="9011351" y="838818"/>
                <a:ext cx="1270874" cy="1019566"/>
              </a:xfrm>
              <a:prstGeom prst="rect">
                <a:avLst/>
              </a:prstGeom>
              <a:noFill/>
              <a:ln>
                <a:noFill/>
              </a:ln>
            </p:spPr>
          </p:pic>
          <p:sp>
            <p:nvSpPr>
              <p:cNvPr id="57" name="Google Shape;4282;p1">
                <a:extLst>
                  <a:ext uri="{FF2B5EF4-FFF2-40B4-BE49-F238E27FC236}">
                    <a16:creationId xmlns:a16="http://schemas.microsoft.com/office/drawing/2014/main" id="{C8762CDC-954A-9179-3FD1-2306E0DD5BAF}"/>
                  </a:ext>
                </a:extLst>
              </p:cNvPr>
              <p:cNvSpPr/>
              <p:nvPr/>
            </p:nvSpPr>
            <p:spPr>
              <a:xfrm>
                <a:off x="9102271" y="874486"/>
                <a:ext cx="1084943" cy="600824"/>
              </a:xfrm>
              <a:prstGeom prst="rect">
                <a:avLst/>
              </a:prstGeom>
              <a:solidFill>
                <a:schemeClr val="lt1"/>
              </a:solidFill>
              <a:ln>
                <a:noFill/>
              </a:ln>
            </p:spPr>
            <p:txBody>
              <a:bodyPr spcFirstLastPara="1" wrap="square" lIns="91377" tIns="45676" rIns="91377" bIns="45676"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grpSp>
        <p:grpSp>
          <p:nvGrpSpPr>
            <p:cNvPr id="50" name="Google Shape;4283;p1">
              <a:extLst>
                <a:ext uri="{FF2B5EF4-FFF2-40B4-BE49-F238E27FC236}">
                  <a16:creationId xmlns:a16="http://schemas.microsoft.com/office/drawing/2014/main" id="{CB9A622E-B1D0-90BE-C406-0113E62C3D09}"/>
                </a:ext>
              </a:extLst>
            </p:cNvPr>
            <p:cNvGrpSpPr/>
            <p:nvPr/>
          </p:nvGrpSpPr>
          <p:grpSpPr>
            <a:xfrm>
              <a:off x="9080833" y="881929"/>
              <a:ext cx="1131446" cy="595092"/>
              <a:chOff x="11131057" y="5974799"/>
              <a:chExt cx="1131446" cy="595092"/>
            </a:xfrm>
          </p:grpSpPr>
          <p:sp>
            <p:nvSpPr>
              <p:cNvPr id="51" name="Google Shape;4284;p1">
                <a:extLst>
                  <a:ext uri="{FF2B5EF4-FFF2-40B4-BE49-F238E27FC236}">
                    <a16:creationId xmlns:a16="http://schemas.microsoft.com/office/drawing/2014/main" id="{36F1D08B-88D4-8AE3-F27B-642E6C4723E1}"/>
                  </a:ext>
                </a:extLst>
              </p:cNvPr>
              <p:cNvSpPr/>
              <p:nvPr/>
            </p:nvSpPr>
            <p:spPr>
              <a:xfrm>
                <a:off x="11131928" y="5974799"/>
                <a:ext cx="1129922" cy="102170"/>
              </a:xfrm>
              <a:prstGeom prst="roundRect">
                <a:avLst>
                  <a:gd name="adj" fmla="val 16667"/>
                </a:avLst>
              </a:prstGeom>
              <a:noFill/>
              <a:ln w="9525" cap="flat" cmpd="sng">
                <a:solidFill>
                  <a:schemeClr val="accent5"/>
                </a:solidFill>
                <a:prstDash val="solid"/>
                <a:round/>
                <a:headEnd type="none" w="sm" len="sm"/>
                <a:tailEnd type="none" w="sm" len="sm"/>
              </a:ln>
            </p:spPr>
            <p:txBody>
              <a:bodyPr spcFirstLastPara="1" wrap="square" lIns="91377" tIns="45676" rIns="91377" bIns="45676"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600"/>
                  <a:buFontTx/>
                  <a:buNone/>
                  <a:tabLst/>
                  <a:defRPr/>
                </a:pPr>
                <a:r>
                  <a:rPr kumimoji="0" lang="en-US" sz="600" b="0" i="0" u="none" strike="noStrike" kern="1200" cap="none" spc="0" normalizeH="0" baseline="0" noProof="0" dirty="0">
                    <a:ln>
                      <a:noFill/>
                    </a:ln>
                    <a:solidFill>
                      <a:srgbClr val="6C4B94"/>
                    </a:solidFill>
                    <a:effectLst/>
                    <a:uLnTx/>
                    <a:uFillTx/>
                    <a:latin typeface="Arial"/>
                    <a:ea typeface="Arial"/>
                    <a:cs typeface="Arial"/>
                    <a:sym typeface="Arial"/>
                  </a:rPr>
                  <a:t>VM Service</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52" name="Google Shape;4285;p1">
                <a:extLst>
                  <a:ext uri="{FF2B5EF4-FFF2-40B4-BE49-F238E27FC236}">
                    <a16:creationId xmlns:a16="http://schemas.microsoft.com/office/drawing/2014/main" id="{0E72DE2D-7F86-B949-9AD2-5EE457474514}"/>
                  </a:ext>
                </a:extLst>
              </p:cNvPr>
              <p:cNvSpPr/>
              <p:nvPr/>
            </p:nvSpPr>
            <p:spPr>
              <a:xfrm>
                <a:off x="11131057" y="6095460"/>
                <a:ext cx="1131446" cy="102170"/>
              </a:xfrm>
              <a:prstGeom prst="roundRect">
                <a:avLst>
                  <a:gd name="adj" fmla="val 16667"/>
                </a:avLst>
              </a:prstGeom>
              <a:noFill/>
              <a:ln w="9525" cap="flat" cmpd="sng">
                <a:solidFill>
                  <a:schemeClr val="accent5"/>
                </a:solidFill>
                <a:prstDash val="solid"/>
                <a:round/>
                <a:headEnd type="none" w="sm" len="sm"/>
                <a:tailEnd type="none" w="sm" len="sm"/>
              </a:ln>
            </p:spPr>
            <p:txBody>
              <a:bodyPr spcFirstLastPara="1" wrap="square" lIns="91377" tIns="45676" rIns="91377" bIns="45676"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600"/>
                  <a:buFontTx/>
                  <a:buNone/>
                  <a:tabLst/>
                  <a:defRPr/>
                </a:pPr>
                <a:r>
                  <a:rPr kumimoji="0" lang="en-US" sz="600" b="0" i="0" u="none" strike="noStrike" kern="1200" cap="none" spc="0" normalizeH="0" baseline="0" noProof="0" dirty="0">
                    <a:ln>
                      <a:noFill/>
                    </a:ln>
                    <a:solidFill>
                      <a:srgbClr val="6C4B94"/>
                    </a:solidFill>
                    <a:effectLst/>
                    <a:uLnTx/>
                    <a:uFillTx/>
                    <a:latin typeface="Arial"/>
                    <a:ea typeface="Arial"/>
                    <a:cs typeface="Arial"/>
                    <a:sym typeface="Arial"/>
                  </a:rPr>
                  <a:t>VKS Service</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53" name="Google Shape;4286;p1">
                <a:extLst>
                  <a:ext uri="{FF2B5EF4-FFF2-40B4-BE49-F238E27FC236}">
                    <a16:creationId xmlns:a16="http://schemas.microsoft.com/office/drawing/2014/main" id="{AFC5B620-35D2-08DF-CC27-E7C68A087A93}"/>
                  </a:ext>
                </a:extLst>
              </p:cNvPr>
              <p:cNvSpPr/>
              <p:nvPr/>
            </p:nvSpPr>
            <p:spPr>
              <a:xfrm>
                <a:off x="11131057" y="6218437"/>
                <a:ext cx="1131446" cy="102170"/>
              </a:xfrm>
              <a:prstGeom prst="roundRect">
                <a:avLst>
                  <a:gd name="adj" fmla="val 16667"/>
                </a:avLst>
              </a:prstGeom>
              <a:noFill/>
              <a:ln w="9525" cap="flat" cmpd="sng">
                <a:solidFill>
                  <a:schemeClr val="accent5"/>
                </a:solidFill>
                <a:prstDash val="solid"/>
                <a:round/>
                <a:headEnd type="none" w="sm" len="sm"/>
                <a:tailEnd type="none" w="sm" len="sm"/>
              </a:ln>
            </p:spPr>
            <p:txBody>
              <a:bodyPr spcFirstLastPara="1" wrap="square" lIns="91377" tIns="45676" rIns="91377" bIns="45676"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600"/>
                  <a:buFontTx/>
                  <a:buNone/>
                  <a:tabLst/>
                  <a:defRPr/>
                </a:pPr>
                <a:r>
                  <a:rPr kumimoji="0" lang="en-US" sz="600" b="0" i="0" u="none" strike="noStrike" kern="1200" cap="none" spc="0" normalizeH="0" baseline="0" noProof="0" dirty="0">
                    <a:ln>
                      <a:noFill/>
                    </a:ln>
                    <a:solidFill>
                      <a:srgbClr val="6C4B94"/>
                    </a:solidFill>
                    <a:effectLst/>
                    <a:uLnTx/>
                    <a:uFillTx/>
                    <a:latin typeface="Arial"/>
                    <a:ea typeface="Arial"/>
                    <a:cs typeface="Arial"/>
                    <a:sym typeface="Arial"/>
                  </a:rPr>
                  <a:t>Network Service</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54" name="Google Shape;4287;p1">
                <a:extLst>
                  <a:ext uri="{FF2B5EF4-FFF2-40B4-BE49-F238E27FC236}">
                    <a16:creationId xmlns:a16="http://schemas.microsoft.com/office/drawing/2014/main" id="{1BC1B821-9649-C75A-4FD0-D5D674006CFC}"/>
                  </a:ext>
                </a:extLst>
              </p:cNvPr>
              <p:cNvSpPr/>
              <p:nvPr/>
            </p:nvSpPr>
            <p:spPr>
              <a:xfrm>
                <a:off x="11131057" y="6343079"/>
                <a:ext cx="1131446" cy="102170"/>
              </a:xfrm>
              <a:prstGeom prst="roundRect">
                <a:avLst>
                  <a:gd name="adj" fmla="val 16667"/>
                </a:avLst>
              </a:prstGeom>
              <a:noFill/>
              <a:ln w="9525" cap="flat" cmpd="sng">
                <a:solidFill>
                  <a:schemeClr val="accent5"/>
                </a:solidFill>
                <a:prstDash val="solid"/>
                <a:round/>
                <a:headEnd type="none" w="sm" len="sm"/>
                <a:tailEnd type="none" w="sm" len="sm"/>
              </a:ln>
            </p:spPr>
            <p:txBody>
              <a:bodyPr spcFirstLastPara="1" wrap="square" lIns="91377" tIns="45676" rIns="91377" bIns="45676"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600"/>
                  <a:buFontTx/>
                  <a:buNone/>
                  <a:tabLst/>
                  <a:defRPr/>
                </a:pPr>
                <a:r>
                  <a:rPr kumimoji="0" lang="en-US" sz="600" b="0" i="0" u="none" strike="noStrike" kern="1200" cap="none" spc="0" normalizeH="0" baseline="0" noProof="0" dirty="0">
                    <a:ln>
                      <a:noFill/>
                    </a:ln>
                    <a:solidFill>
                      <a:srgbClr val="6C4B94"/>
                    </a:solidFill>
                    <a:effectLst/>
                    <a:uLnTx/>
                    <a:uFillTx/>
                    <a:latin typeface="Arial"/>
                    <a:ea typeface="Arial"/>
                    <a:cs typeface="Arial"/>
                    <a:sym typeface="Arial"/>
                  </a:rPr>
                  <a:t>Volume Service</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55" name="Google Shape;4288;p1">
                <a:extLst>
                  <a:ext uri="{FF2B5EF4-FFF2-40B4-BE49-F238E27FC236}">
                    <a16:creationId xmlns:a16="http://schemas.microsoft.com/office/drawing/2014/main" id="{B2920B5C-AA4C-2FBA-82E4-311170471C39}"/>
                  </a:ext>
                </a:extLst>
              </p:cNvPr>
              <p:cNvSpPr/>
              <p:nvPr/>
            </p:nvSpPr>
            <p:spPr>
              <a:xfrm>
                <a:off x="11131057" y="6467721"/>
                <a:ext cx="1130793" cy="102170"/>
              </a:xfrm>
              <a:prstGeom prst="roundRect">
                <a:avLst>
                  <a:gd name="adj" fmla="val 16667"/>
                </a:avLst>
              </a:prstGeom>
              <a:noFill/>
              <a:ln w="9525" cap="flat" cmpd="sng">
                <a:solidFill>
                  <a:schemeClr val="accent5"/>
                </a:solidFill>
                <a:prstDash val="solid"/>
                <a:round/>
                <a:headEnd type="none" w="sm" len="sm"/>
                <a:tailEnd type="none" w="sm" len="sm"/>
              </a:ln>
            </p:spPr>
            <p:txBody>
              <a:bodyPr spcFirstLastPara="1" wrap="square" lIns="91377" tIns="45676" rIns="91377" bIns="45676"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600"/>
                  <a:buFontTx/>
                  <a:buNone/>
                  <a:tabLst/>
                  <a:defRPr/>
                </a:pPr>
                <a:r>
                  <a:rPr kumimoji="0" lang="en-US" sz="600" b="0" i="0" u="none" strike="noStrike" kern="1200" cap="none" spc="0" normalizeH="0" baseline="0" noProof="0" dirty="0">
                    <a:ln>
                      <a:noFill/>
                    </a:ln>
                    <a:solidFill>
                      <a:srgbClr val="6C4B94"/>
                    </a:solidFill>
                    <a:effectLst/>
                    <a:uLnTx/>
                    <a:uFillTx/>
                    <a:latin typeface="Arial"/>
                    <a:ea typeface="Arial"/>
                    <a:cs typeface="Arial"/>
                    <a:sym typeface="Arial"/>
                  </a:rPr>
                  <a:t>Supervisor Services</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sp>
        <p:nvSpPr>
          <p:cNvPr id="58" name="Google Shape;4289;p1">
            <a:extLst>
              <a:ext uri="{FF2B5EF4-FFF2-40B4-BE49-F238E27FC236}">
                <a16:creationId xmlns:a16="http://schemas.microsoft.com/office/drawing/2014/main" id="{C7C2E21B-8571-2943-845D-334C9926A38E}"/>
              </a:ext>
            </a:extLst>
          </p:cNvPr>
          <p:cNvSpPr txBox="1"/>
          <p:nvPr/>
        </p:nvSpPr>
        <p:spPr>
          <a:xfrm>
            <a:off x="8975522" y="2395611"/>
            <a:ext cx="1828075" cy="322997"/>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050"/>
              <a:buFontTx/>
              <a:buNone/>
              <a:tabLst/>
              <a:defRPr/>
            </a:pPr>
            <a:r>
              <a:rPr kumimoji="0" lang="en-US" sz="1050" b="1" i="0" u="none" strike="noStrike" kern="1200" cap="none" spc="0" normalizeH="0" baseline="0" noProof="0" dirty="0">
                <a:ln>
                  <a:noFill/>
                </a:ln>
                <a:solidFill>
                  <a:srgbClr val="000000"/>
                </a:solidFill>
                <a:effectLst/>
                <a:uLnTx/>
                <a:uFillTx/>
                <a:latin typeface="Arial"/>
                <a:ea typeface="Arial"/>
                <a:cs typeface="Arial"/>
                <a:sym typeface="Arial"/>
              </a:rPr>
              <a:t>Self-Service IaaS experience</a:t>
            </a:r>
            <a:br>
              <a:rPr kumimoji="0" lang="en-US" sz="1050" b="1" i="0" u="none" strike="noStrike" kern="1200" cap="none" spc="0" normalizeH="0" baseline="0" noProof="0" dirty="0">
                <a:ln>
                  <a:noFill/>
                </a:ln>
                <a:solidFill>
                  <a:srgbClr val="000000"/>
                </a:solidFill>
                <a:effectLst/>
                <a:uLnTx/>
                <a:uFillTx/>
                <a:latin typeface="Arial"/>
                <a:ea typeface="Arial"/>
                <a:cs typeface="Arial"/>
                <a:sym typeface="Arial"/>
              </a:rPr>
            </a:br>
            <a:r>
              <a:rPr kumimoji="0" lang="en-US" sz="1050" b="1" i="0" u="none" strike="noStrike" kern="1200" cap="none" spc="0" normalizeH="0" baseline="0" noProof="0" dirty="0">
                <a:ln>
                  <a:noFill/>
                </a:ln>
                <a:solidFill>
                  <a:srgbClr val="000000"/>
                </a:solidFill>
                <a:effectLst/>
                <a:uLnTx/>
                <a:uFillTx/>
                <a:latin typeface="Arial"/>
                <a:ea typeface="Arial"/>
                <a:cs typeface="Arial"/>
                <a:sym typeface="Arial"/>
              </a:rPr>
              <a:t>(public cloud-like)</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nvGrpSpPr>
          <p:cNvPr id="59" name="Google Shape;4290;p1">
            <a:extLst>
              <a:ext uri="{FF2B5EF4-FFF2-40B4-BE49-F238E27FC236}">
                <a16:creationId xmlns:a16="http://schemas.microsoft.com/office/drawing/2014/main" id="{92E466EC-0FE2-A105-9B42-9D79CE69F5F9}"/>
              </a:ext>
            </a:extLst>
          </p:cNvPr>
          <p:cNvGrpSpPr/>
          <p:nvPr/>
        </p:nvGrpSpPr>
        <p:grpSpPr>
          <a:xfrm>
            <a:off x="4411702" y="2384095"/>
            <a:ext cx="3235031" cy="2582753"/>
            <a:chOff x="4492265" y="2765692"/>
            <a:chExt cx="3538468" cy="2584099"/>
          </a:xfrm>
        </p:grpSpPr>
        <p:sp>
          <p:nvSpPr>
            <p:cNvPr id="60" name="Google Shape;4291;p1">
              <a:extLst>
                <a:ext uri="{FF2B5EF4-FFF2-40B4-BE49-F238E27FC236}">
                  <a16:creationId xmlns:a16="http://schemas.microsoft.com/office/drawing/2014/main" id="{DD996F0C-878A-1937-E0A5-57722478B944}"/>
                </a:ext>
              </a:extLst>
            </p:cNvPr>
            <p:cNvSpPr/>
            <p:nvPr/>
          </p:nvSpPr>
          <p:spPr>
            <a:xfrm>
              <a:off x="6443075" y="4710320"/>
              <a:ext cx="1587657" cy="259074"/>
            </a:xfrm>
            <a:prstGeom prst="rect">
              <a:avLst/>
            </a:prstGeom>
            <a:solidFill>
              <a:srgbClr val="487807"/>
            </a:solidFill>
            <a:ln w="9525" cap="flat" cmpd="sng">
              <a:solidFill>
                <a:srgbClr val="7F7F7F"/>
              </a:solidFill>
              <a:prstDash val="solid"/>
              <a:round/>
              <a:headEnd type="none" w="sm" len="sm"/>
              <a:tailEnd type="none" w="sm" len="sm"/>
            </a:ln>
          </p:spPr>
          <p:txBody>
            <a:bodyPr spcFirstLastPara="1" wrap="square" lIns="91377" tIns="45676" rIns="91377" bIns="45676"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r>
                <a:rPr kumimoji="0" lang="en-US" sz="900" b="0" i="0" u="none" strike="noStrike" kern="1200" cap="none" spc="0" normalizeH="0" baseline="0" noProof="0" dirty="0">
                  <a:ln>
                    <a:noFill/>
                  </a:ln>
                  <a:solidFill>
                    <a:srgbClr val="FFFFFF"/>
                  </a:solidFill>
                  <a:effectLst/>
                  <a:uLnTx/>
                  <a:uFillTx/>
                  <a:latin typeface="Arial"/>
                  <a:ea typeface="Arial"/>
                  <a:cs typeface="Arial"/>
                  <a:sym typeface="Arial"/>
                </a:rPr>
                <a:t>Supervisor Cluster(s)</a:t>
              </a:r>
              <a:endParaRPr kumimoji="0" sz="14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61" name="Google Shape;4292;p1">
              <a:extLst>
                <a:ext uri="{FF2B5EF4-FFF2-40B4-BE49-F238E27FC236}">
                  <a16:creationId xmlns:a16="http://schemas.microsoft.com/office/drawing/2014/main" id="{3C4E134D-7C47-31D2-1DC9-1047B0165304}"/>
                </a:ext>
              </a:extLst>
            </p:cNvPr>
            <p:cNvSpPr/>
            <p:nvPr/>
          </p:nvSpPr>
          <p:spPr>
            <a:xfrm>
              <a:off x="6443075" y="4418031"/>
              <a:ext cx="1587657" cy="259074"/>
            </a:xfrm>
            <a:prstGeom prst="rect">
              <a:avLst/>
            </a:prstGeom>
            <a:solidFill>
              <a:srgbClr val="A7F43C"/>
            </a:solidFill>
            <a:ln w="9525" cap="flat" cmpd="sng">
              <a:solidFill>
                <a:srgbClr val="7F7F7F"/>
              </a:solidFill>
              <a:prstDash val="solid"/>
              <a:round/>
              <a:headEnd type="none" w="sm" len="sm"/>
              <a:tailEnd type="none" w="sm" len="sm"/>
            </a:ln>
          </p:spPr>
          <p:txBody>
            <a:bodyPr spcFirstLastPara="1" wrap="square" lIns="91377" tIns="45676" rIns="91377" bIns="45676"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r>
                <a:rPr kumimoji="0" lang="en-US" sz="900" b="0" i="0" u="none" strike="noStrike" kern="1200" cap="none" spc="0" normalizeH="0" baseline="0" noProof="0" dirty="0">
                  <a:ln>
                    <a:noFill/>
                  </a:ln>
                  <a:solidFill>
                    <a:srgbClr val="000000"/>
                  </a:solidFill>
                  <a:effectLst/>
                  <a:uLnTx/>
                  <a:uFillTx/>
                  <a:latin typeface="Arial"/>
                  <a:ea typeface="Arial"/>
                  <a:cs typeface="Arial"/>
                  <a:sym typeface="Arial"/>
                </a:rPr>
                <a:t>Region(s)</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2" name="Google Shape;4293;p1">
              <a:extLst>
                <a:ext uri="{FF2B5EF4-FFF2-40B4-BE49-F238E27FC236}">
                  <a16:creationId xmlns:a16="http://schemas.microsoft.com/office/drawing/2014/main" id="{A7DFA8BF-A990-20EF-20DC-0062C3F631D4}"/>
                </a:ext>
              </a:extLst>
            </p:cNvPr>
            <p:cNvSpPr/>
            <p:nvPr/>
          </p:nvSpPr>
          <p:spPr>
            <a:xfrm>
              <a:off x="6443075" y="4125743"/>
              <a:ext cx="1587657" cy="259074"/>
            </a:xfrm>
            <a:prstGeom prst="rect">
              <a:avLst/>
            </a:prstGeom>
            <a:solidFill>
              <a:srgbClr val="C3F87C"/>
            </a:solidFill>
            <a:ln w="9525" cap="flat" cmpd="sng">
              <a:solidFill>
                <a:srgbClr val="7F7F7F"/>
              </a:solidFill>
              <a:prstDash val="solid"/>
              <a:round/>
              <a:headEnd type="none" w="sm" len="sm"/>
              <a:tailEnd type="none" w="sm" len="sm"/>
            </a:ln>
          </p:spPr>
          <p:txBody>
            <a:bodyPr spcFirstLastPara="1" wrap="square" lIns="91377" tIns="45676" rIns="91377" bIns="45676"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r>
                <a:rPr kumimoji="0" lang="en-US" sz="900" b="0" i="0" u="none" strike="noStrike" kern="1200" cap="none" spc="0" normalizeH="0" baseline="0" noProof="0" dirty="0">
                  <a:ln>
                    <a:noFill/>
                  </a:ln>
                  <a:solidFill>
                    <a:srgbClr val="000000"/>
                  </a:solidFill>
                  <a:effectLst/>
                  <a:uLnTx/>
                  <a:uFillTx/>
                  <a:latin typeface="Arial"/>
                  <a:ea typeface="Arial"/>
                  <a:cs typeface="Arial"/>
                  <a:sym typeface="Arial"/>
                </a:rPr>
                <a:t>Org(s)</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3" name="Google Shape;4294;p1">
              <a:extLst>
                <a:ext uri="{FF2B5EF4-FFF2-40B4-BE49-F238E27FC236}">
                  <a16:creationId xmlns:a16="http://schemas.microsoft.com/office/drawing/2014/main" id="{4D0F80C8-ECE8-33BB-EE4C-26E21BE7C4F4}"/>
                </a:ext>
              </a:extLst>
            </p:cNvPr>
            <p:cNvSpPr/>
            <p:nvPr/>
          </p:nvSpPr>
          <p:spPr>
            <a:xfrm>
              <a:off x="6443075" y="3833456"/>
              <a:ext cx="1587657" cy="259074"/>
            </a:xfrm>
            <a:prstGeom prst="rect">
              <a:avLst/>
            </a:prstGeom>
            <a:solidFill>
              <a:srgbClr val="E1FCBC"/>
            </a:solidFill>
            <a:ln w="9525" cap="flat" cmpd="sng">
              <a:solidFill>
                <a:srgbClr val="7F7F7F"/>
              </a:solidFill>
              <a:prstDash val="solid"/>
              <a:round/>
              <a:headEnd type="none" w="sm" len="sm"/>
              <a:tailEnd type="none" w="sm" len="sm"/>
            </a:ln>
          </p:spPr>
          <p:txBody>
            <a:bodyPr spcFirstLastPara="1" wrap="square" lIns="91377" tIns="45676" rIns="91377" bIns="45676"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r>
                <a:rPr kumimoji="0" lang="en-US" sz="900" b="0" i="0" u="none" strike="noStrike" kern="1200" cap="none" spc="0" normalizeH="0" baseline="0" noProof="0" dirty="0">
                  <a:ln>
                    <a:noFill/>
                  </a:ln>
                  <a:solidFill>
                    <a:srgbClr val="000000"/>
                  </a:solidFill>
                  <a:effectLst/>
                  <a:uLnTx/>
                  <a:uFillTx/>
                  <a:latin typeface="Arial"/>
                  <a:ea typeface="Arial"/>
                  <a:cs typeface="Arial"/>
                  <a:sym typeface="Arial"/>
                </a:rPr>
                <a:t>Project(s)</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4" name="Google Shape;4295;p1">
              <a:extLst>
                <a:ext uri="{FF2B5EF4-FFF2-40B4-BE49-F238E27FC236}">
                  <a16:creationId xmlns:a16="http://schemas.microsoft.com/office/drawing/2014/main" id="{985DEB66-316F-F7DB-445A-00A854D59CFF}"/>
                </a:ext>
              </a:extLst>
            </p:cNvPr>
            <p:cNvSpPr/>
            <p:nvPr/>
          </p:nvSpPr>
          <p:spPr>
            <a:xfrm>
              <a:off x="6443075" y="3534525"/>
              <a:ext cx="1587657" cy="259074"/>
            </a:xfrm>
            <a:prstGeom prst="rect">
              <a:avLst/>
            </a:prstGeom>
            <a:solidFill>
              <a:srgbClr val="FBF0CF"/>
            </a:solidFill>
            <a:ln w="9525" cap="flat" cmpd="sng">
              <a:solidFill>
                <a:srgbClr val="7F7F7F"/>
              </a:solidFill>
              <a:prstDash val="solid"/>
              <a:round/>
              <a:headEnd type="none" w="sm" len="sm"/>
              <a:tailEnd type="none" w="sm" len="sm"/>
            </a:ln>
          </p:spPr>
          <p:txBody>
            <a:bodyPr spcFirstLastPara="1" wrap="square" lIns="91377" tIns="45676" rIns="91377" bIns="45676"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r>
                <a:rPr kumimoji="0" lang="en-US" sz="900" b="0" i="0" u="none" strike="noStrike" kern="1200" cap="none" spc="0" normalizeH="0" baseline="0" noProof="0" dirty="0">
                  <a:ln>
                    <a:noFill/>
                  </a:ln>
                  <a:solidFill>
                    <a:srgbClr val="000000"/>
                  </a:solidFill>
                  <a:effectLst/>
                  <a:uLnTx/>
                  <a:uFillTx/>
                  <a:latin typeface="Arial"/>
                  <a:ea typeface="Arial"/>
                  <a:cs typeface="Arial"/>
                  <a:sym typeface="Arial"/>
                </a:rPr>
                <a:t>IaaS Namespace(s)</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5" name="Google Shape;4296;p1">
              <a:extLst>
                <a:ext uri="{FF2B5EF4-FFF2-40B4-BE49-F238E27FC236}">
                  <a16:creationId xmlns:a16="http://schemas.microsoft.com/office/drawing/2014/main" id="{93EA1939-1DA0-856F-AC2B-E6F2BAFEBE3A}"/>
                </a:ext>
              </a:extLst>
            </p:cNvPr>
            <p:cNvSpPr/>
            <p:nvPr/>
          </p:nvSpPr>
          <p:spPr>
            <a:xfrm>
              <a:off x="4492272" y="4712536"/>
              <a:ext cx="1587657" cy="259074"/>
            </a:xfrm>
            <a:prstGeom prst="rect">
              <a:avLst/>
            </a:prstGeom>
            <a:solidFill>
              <a:srgbClr val="006E91"/>
            </a:solidFill>
            <a:ln w="9525" cap="flat" cmpd="sng">
              <a:solidFill>
                <a:srgbClr val="7F7F7F"/>
              </a:solidFill>
              <a:prstDash val="solid"/>
              <a:round/>
              <a:headEnd type="none" w="sm" len="sm"/>
              <a:tailEnd type="none" w="sm" len="sm"/>
            </a:ln>
          </p:spPr>
          <p:txBody>
            <a:bodyPr spcFirstLastPara="1" wrap="square" lIns="91377" tIns="45676" rIns="91377" bIns="45676"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r>
                <a:rPr kumimoji="0" lang="en-US" sz="900" b="0" i="0" u="none" strike="noStrike" kern="1200" cap="none" spc="0" normalizeH="0" baseline="0" noProof="0" dirty="0">
                  <a:ln>
                    <a:noFill/>
                  </a:ln>
                  <a:solidFill>
                    <a:srgbClr val="FFFFFF"/>
                  </a:solidFill>
                  <a:effectLst/>
                  <a:uLnTx/>
                  <a:uFillTx/>
                  <a:latin typeface="Arial"/>
                  <a:ea typeface="Arial"/>
                  <a:cs typeface="Arial"/>
                  <a:sym typeface="Arial"/>
                </a:rPr>
                <a:t>vSphere Cluster(s)</a:t>
              </a:r>
              <a:endParaRPr kumimoji="0" sz="14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66" name="Google Shape;4297;p1">
              <a:extLst>
                <a:ext uri="{FF2B5EF4-FFF2-40B4-BE49-F238E27FC236}">
                  <a16:creationId xmlns:a16="http://schemas.microsoft.com/office/drawing/2014/main" id="{B02059D2-778B-9A5E-4083-715CFD2F7541}"/>
                </a:ext>
              </a:extLst>
            </p:cNvPr>
            <p:cNvSpPr/>
            <p:nvPr/>
          </p:nvSpPr>
          <p:spPr>
            <a:xfrm>
              <a:off x="4492272" y="4420248"/>
              <a:ext cx="1587657" cy="259074"/>
            </a:xfrm>
            <a:prstGeom prst="rect">
              <a:avLst/>
            </a:prstGeom>
            <a:solidFill>
              <a:srgbClr val="41D1FE"/>
            </a:solidFill>
            <a:ln w="9525" cap="flat" cmpd="sng">
              <a:solidFill>
                <a:srgbClr val="7F7F7F"/>
              </a:solidFill>
              <a:prstDash val="solid"/>
              <a:round/>
              <a:headEnd type="none" w="sm" len="sm"/>
              <a:tailEnd type="none" w="sm" len="sm"/>
            </a:ln>
          </p:spPr>
          <p:txBody>
            <a:bodyPr spcFirstLastPara="1" wrap="square" lIns="91377" tIns="45676" rIns="91377" bIns="45676"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r>
                <a:rPr kumimoji="0" lang="en-US" sz="900" b="0" i="0" u="none" strike="noStrike" kern="1200" cap="none" spc="0" normalizeH="0" baseline="0" noProof="0" dirty="0">
                  <a:ln>
                    <a:noFill/>
                  </a:ln>
                  <a:solidFill>
                    <a:srgbClr val="000000"/>
                  </a:solidFill>
                  <a:effectLst/>
                  <a:uLnTx/>
                  <a:uFillTx/>
                  <a:latin typeface="Arial"/>
                  <a:ea typeface="Arial"/>
                  <a:cs typeface="Arial"/>
                  <a:sym typeface="Arial"/>
                </a:rPr>
                <a:t>Cloud Zone(s)</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7" name="Google Shape;4298;p1">
              <a:extLst>
                <a:ext uri="{FF2B5EF4-FFF2-40B4-BE49-F238E27FC236}">
                  <a16:creationId xmlns:a16="http://schemas.microsoft.com/office/drawing/2014/main" id="{A3B6DA29-F92C-D126-2671-8D68D522AFBF}"/>
                </a:ext>
              </a:extLst>
            </p:cNvPr>
            <p:cNvSpPr/>
            <p:nvPr/>
          </p:nvSpPr>
          <p:spPr>
            <a:xfrm>
              <a:off x="4492272" y="4127959"/>
              <a:ext cx="1587657" cy="259074"/>
            </a:xfrm>
            <a:prstGeom prst="rect">
              <a:avLst/>
            </a:prstGeom>
            <a:solidFill>
              <a:srgbClr val="80DFFE"/>
            </a:solidFill>
            <a:ln w="9525" cap="flat" cmpd="sng">
              <a:solidFill>
                <a:srgbClr val="7F7F7F"/>
              </a:solidFill>
              <a:prstDash val="solid"/>
              <a:round/>
              <a:headEnd type="none" w="sm" len="sm"/>
              <a:tailEnd type="none" w="sm" len="sm"/>
            </a:ln>
          </p:spPr>
          <p:txBody>
            <a:bodyPr spcFirstLastPara="1" wrap="square" lIns="91377" tIns="45676" rIns="91377" bIns="45676"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r>
                <a:rPr kumimoji="0" lang="en-US" sz="900" b="0" i="0" u="none" strike="noStrike" kern="1200" cap="none" spc="0" normalizeH="0" baseline="0" noProof="0" dirty="0">
                  <a:ln>
                    <a:noFill/>
                  </a:ln>
                  <a:solidFill>
                    <a:srgbClr val="000000"/>
                  </a:solidFill>
                  <a:effectLst/>
                  <a:uLnTx/>
                  <a:uFillTx/>
                  <a:latin typeface="Arial"/>
                  <a:ea typeface="Arial"/>
                  <a:cs typeface="Arial"/>
                  <a:sym typeface="Arial"/>
                </a:rPr>
                <a:t>Org(s)*</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8" name="Google Shape;4299;p1">
              <a:extLst>
                <a:ext uri="{FF2B5EF4-FFF2-40B4-BE49-F238E27FC236}">
                  <a16:creationId xmlns:a16="http://schemas.microsoft.com/office/drawing/2014/main" id="{7D69B75D-D7BB-373B-5E54-BEF43073061B}"/>
                </a:ext>
              </a:extLst>
            </p:cNvPr>
            <p:cNvSpPr/>
            <p:nvPr/>
          </p:nvSpPr>
          <p:spPr>
            <a:xfrm>
              <a:off x="4492272" y="3835673"/>
              <a:ext cx="1587657" cy="259074"/>
            </a:xfrm>
            <a:prstGeom prst="rect">
              <a:avLst/>
            </a:prstGeom>
            <a:solidFill>
              <a:srgbClr val="BFEFFF"/>
            </a:solidFill>
            <a:ln w="9525" cap="flat" cmpd="sng">
              <a:solidFill>
                <a:srgbClr val="7F7F7F"/>
              </a:solidFill>
              <a:prstDash val="solid"/>
              <a:round/>
              <a:headEnd type="none" w="sm" len="sm"/>
              <a:tailEnd type="none" w="sm" len="sm"/>
            </a:ln>
          </p:spPr>
          <p:txBody>
            <a:bodyPr spcFirstLastPara="1" wrap="square" lIns="91377" tIns="45676" rIns="91377" bIns="45676"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r>
                <a:rPr kumimoji="0" lang="en-US" sz="900" b="0" i="0" u="none" strike="noStrike" kern="1200" cap="none" spc="0" normalizeH="0" baseline="0" noProof="0" dirty="0">
                  <a:ln>
                    <a:noFill/>
                  </a:ln>
                  <a:solidFill>
                    <a:srgbClr val="000000"/>
                  </a:solidFill>
                  <a:effectLst/>
                  <a:uLnTx/>
                  <a:uFillTx/>
                  <a:latin typeface="Arial"/>
                  <a:ea typeface="Arial"/>
                  <a:cs typeface="Arial"/>
                  <a:sym typeface="Arial"/>
                </a:rPr>
                <a:t>Project(s)</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cxnSp>
          <p:nvCxnSpPr>
            <p:cNvPr id="69" name="Google Shape;4300;p1">
              <a:extLst>
                <a:ext uri="{FF2B5EF4-FFF2-40B4-BE49-F238E27FC236}">
                  <a16:creationId xmlns:a16="http://schemas.microsoft.com/office/drawing/2014/main" id="{8E35DF30-C810-3622-EE31-16CC86D91B72}"/>
                </a:ext>
              </a:extLst>
            </p:cNvPr>
            <p:cNvCxnSpPr/>
            <p:nvPr/>
          </p:nvCxnSpPr>
          <p:spPr>
            <a:xfrm>
              <a:off x="6237145" y="2765692"/>
              <a:ext cx="0" cy="2256845"/>
            </a:xfrm>
            <a:prstGeom prst="straightConnector1">
              <a:avLst/>
            </a:prstGeom>
            <a:noFill/>
            <a:ln w="25400" cap="flat" cmpd="sng">
              <a:solidFill>
                <a:srgbClr val="7F7F7F"/>
              </a:solidFill>
              <a:prstDash val="solid"/>
              <a:miter lim="800000"/>
              <a:headEnd type="none" w="sm" len="sm"/>
              <a:tailEnd type="none" w="sm" len="sm"/>
            </a:ln>
          </p:spPr>
        </p:cxnSp>
        <p:sp>
          <p:nvSpPr>
            <p:cNvPr id="70" name="Google Shape;4301;p1">
              <a:extLst>
                <a:ext uri="{FF2B5EF4-FFF2-40B4-BE49-F238E27FC236}">
                  <a16:creationId xmlns:a16="http://schemas.microsoft.com/office/drawing/2014/main" id="{2DA287AE-7913-4548-1A2D-34A1C0BAFA24}"/>
                </a:ext>
              </a:extLst>
            </p:cNvPr>
            <p:cNvSpPr txBox="1"/>
            <p:nvPr/>
          </p:nvSpPr>
          <p:spPr>
            <a:xfrm>
              <a:off x="6443075" y="5072792"/>
              <a:ext cx="1587657" cy="276999"/>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r>
                <a:rPr kumimoji="0" lang="en-US" sz="900" b="0" i="0" u="none" strike="noStrike" kern="1200" cap="none" spc="0" normalizeH="0" baseline="0" noProof="0" dirty="0">
                  <a:ln>
                    <a:noFill/>
                  </a:ln>
                  <a:solidFill>
                    <a:srgbClr val="000000"/>
                  </a:solidFill>
                  <a:effectLst/>
                  <a:uLnTx/>
                  <a:uFillTx/>
                  <a:latin typeface="Arial"/>
                  <a:ea typeface="Arial"/>
                  <a:cs typeface="Arial"/>
                  <a:sym typeface="Arial"/>
                </a:rPr>
                <a:t>Org for All Apps</a:t>
              </a:r>
              <a:br>
                <a:rPr kumimoji="0" lang="en-US" sz="900" b="0" i="0" u="none" strike="noStrike" kern="1200" cap="none" spc="0" normalizeH="0" baseline="0" noProof="0" dirty="0">
                  <a:ln>
                    <a:noFill/>
                  </a:ln>
                  <a:solidFill>
                    <a:srgbClr val="000000"/>
                  </a:solidFill>
                  <a:effectLst/>
                  <a:uLnTx/>
                  <a:uFillTx/>
                  <a:latin typeface="Arial"/>
                  <a:ea typeface="Arial"/>
                  <a:cs typeface="Arial"/>
                  <a:sym typeface="Arial"/>
                </a:rPr>
              </a:br>
              <a:r>
                <a:rPr kumimoji="0" lang="en-US" sz="900" b="0" i="0" u="none" strike="noStrike" kern="1200" cap="none" spc="0" normalizeH="0" baseline="0" noProof="0" dirty="0">
                  <a:ln>
                    <a:noFill/>
                  </a:ln>
                  <a:solidFill>
                    <a:srgbClr val="000000"/>
                  </a:solidFill>
                  <a:effectLst/>
                  <a:uLnTx/>
                  <a:uFillTx/>
                  <a:latin typeface="Arial"/>
                  <a:ea typeface="Arial"/>
                  <a:cs typeface="Arial"/>
                  <a:sym typeface="Arial"/>
                </a:rPr>
                <a:t>(default experience)</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71" name="Google Shape;4302;p1">
              <a:extLst>
                <a:ext uri="{FF2B5EF4-FFF2-40B4-BE49-F238E27FC236}">
                  <a16:creationId xmlns:a16="http://schemas.microsoft.com/office/drawing/2014/main" id="{0B15A692-5F80-DEE6-E3F3-85EB4325DA4D}"/>
                </a:ext>
              </a:extLst>
            </p:cNvPr>
            <p:cNvSpPr txBox="1"/>
            <p:nvPr/>
          </p:nvSpPr>
          <p:spPr>
            <a:xfrm>
              <a:off x="6435909" y="2765692"/>
              <a:ext cx="1594821" cy="307857"/>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Tx/>
                <a:buNone/>
                <a:tabLst/>
                <a:defRPr/>
              </a:pPr>
              <a:r>
                <a:rPr kumimoji="0" lang="en-US" sz="1000" b="1" i="0" u="none" strike="noStrike" kern="1200" cap="none" spc="0" normalizeH="0" baseline="0" noProof="0" dirty="0">
                  <a:ln>
                    <a:noFill/>
                  </a:ln>
                  <a:solidFill>
                    <a:srgbClr val="000000"/>
                  </a:solidFill>
                  <a:effectLst/>
                  <a:uLnTx/>
                  <a:uFillTx/>
                  <a:latin typeface="Arial"/>
                  <a:ea typeface="Arial"/>
                  <a:cs typeface="Arial"/>
                  <a:sym typeface="Arial"/>
                </a:rPr>
                <a:t>Traditional + Modern </a:t>
              </a:r>
              <a:br>
                <a:rPr kumimoji="0" lang="en-US" sz="1000" b="1" i="0" u="none" strike="noStrike" kern="1200" cap="none" spc="0" normalizeH="0" baseline="0" noProof="0" dirty="0">
                  <a:ln>
                    <a:noFill/>
                  </a:ln>
                  <a:solidFill>
                    <a:srgbClr val="000000"/>
                  </a:solidFill>
                  <a:effectLst/>
                  <a:uLnTx/>
                  <a:uFillTx/>
                  <a:latin typeface="Arial"/>
                  <a:ea typeface="Arial"/>
                  <a:cs typeface="Arial"/>
                  <a:sym typeface="Arial"/>
                </a:rPr>
              </a:br>
              <a:r>
                <a:rPr kumimoji="0" lang="en-US" sz="1000" b="1" i="0" u="none" strike="noStrike" kern="1200" cap="none" spc="0" normalizeH="0" baseline="0" noProof="0" dirty="0">
                  <a:ln>
                    <a:noFill/>
                  </a:ln>
                  <a:solidFill>
                    <a:srgbClr val="000000"/>
                  </a:solidFill>
                  <a:effectLst/>
                  <a:uLnTx/>
                  <a:uFillTx/>
                  <a:latin typeface="Arial"/>
                  <a:ea typeface="Arial"/>
                  <a:cs typeface="Arial"/>
                  <a:sym typeface="Arial"/>
                </a:rPr>
                <a:t>Cloud Native Workloads</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72" name="Google Shape;4303;p1">
              <a:extLst>
                <a:ext uri="{FF2B5EF4-FFF2-40B4-BE49-F238E27FC236}">
                  <a16:creationId xmlns:a16="http://schemas.microsoft.com/office/drawing/2014/main" id="{9AC38CE7-AAA0-399D-3CC3-7129D88560EC}"/>
                </a:ext>
              </a:extLst>
            </p:cNvPr>
            <p:cNvSpPr txBox="1"/>
            <p:nvPr/>
          </p:nvSpPr>
          <p:spPr>
            <a:xfrm>
              <a:off x="4492265" y="2904319"/>
              <a:ext cx="1587657" cy="153888"/>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Tx/>
                <a:buNone/>
                <a:tabLst/>
                <a:defRPr/>
              </a:pPr>
              <a:r>
                <a:rPr kumimoji="0" lang="en-US" sz="1000" b="1" i="0" u="none" strike="noStrike" kern="1200" cap="none" spc="0" normalizeH="0" baseline="0" noProof="0" dirty="0">
                  <a:ln>
                    <a:noFill/>
                  </a:ln>
                  <a:solidFill>
                    <a:srgbClr val="000000"/>
                  </a:solidFill>
                  <a:effectLst/>
                  <a:uLnTx/>
                  <a:uFillTx/>
                  <a:latin typeface="Arial"/>
                  <a:ea typeface="Arial"/>
                  <a:cs typeface="Arial"/>
                  <a:sym typeface="Arial"/>
                </a:rPr>
                <a:t>Traditional Workloads</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nvGrpSpPr>
            <p:cNvPr id="73" name="Google Shape;4304;p1">
              <a:extLst>
                <a:ext uri="{FF2B5EF4-FFF2-40B4-BE49-F238E27FC236}">
                  <a16:creationId xmlns:a16="http://schemas.microsoft.com/office/drawing/2014/main" id="{8C3D9B99-4F09-58C0-E14B-0112377FEF02}"/>
                </a:ext>
              </a:extLst>
            </p:cNvPr>
            <p:cNvGrpSpPr/>
            <p:nvPr/>
          </p:nvGrpSpPr>
          <p:grpSpPr>
            <a:xfrm>
              <a:off x="4498847" y="3243780"/>
              <a:ext cx="1587658" cy="263515"/>
              <a:chOff x="4498846" y="3243780"/>
              <a:chExt cx="1726033" cy="263515"/>
            </a:xfrm>
          </p:grpSpPr>
          <p:sp>
            <p:nvSpPr>
              <p:cNvPr id="80" name="Google Shape;4305;p1">
                <a:extLst>
                  <a:ext uri="{FF2B5EF4-FFF2-40B4-BE49-F238E27FC236}">
                    <a16:creationId xmlns:a16="http://schemas.microsoft.com/office/drawing/2014/main" id="{BE83F863-F974-FC17-500A-F7EBCA5CC888}"/>
                  </a:ext>
                </a:extLst>
              </p:cNvPr>
              <p:cNvSpPr/>
              <p:nvPr/>
            </p:nvSpPr>
            <p:spPr>
              <a:xfrm>
                <a:off x="4498846" y="3243780"/>
                <a:ext cx="403403" cy="263515"/>
              </a:xfrm>
              <a:prstGeom prst="rect">
                <a:avLst/>
              </a:prstGeom>
              <a:noFill/>
              <a:ln w="9525" cap="flat" cmpd="sng">
                <a:solidFill>
                  <a:srgbClr val="7F7F7F"/>
                </a:solidFill>
                <a:prstDash val="solid"/>
                <a:round/>
                <a:headEnd type="none" w="sm" len="sm"/>
                <a:tailEnd type="none" w="sm" len="sm"/>
              </a:ln>
            </p:spPr>
            <p:txBody>
              <a:bodyPr spcFirstLastPara="1" wrap="square" lIns="91377" tIns="45676" rIns="91377" bIns="45676"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r>
                  <a:rPr kumimoji="0" lang="en-US" sz="800" b="0" i="0" u="none" strike="noStrike" kern="1200" cap="none" spc="0" normalizeH="0" baseline="0" noProof="0" dirty="0">
                    <a:ln>
                      <a:noFill/>
                    </a:ln>
                    <a:solidFill>
                      <a:srgbClr val="000000"/>
                    </a:solidFill>
                    <a:effectLst/>
                    <a:uLnTx/>
                    <a:uFillTx/>
                    <a:latin typeface="Arial"/>
                    <a:ea typeface="Arial"/>
                    <a:cs typeface="Arial"/>
                    <a:sym typeface="Arial"/>
                  </a:rPr>
                  <a:t>VM</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81" name="Google Shape;4306;p1">
                <a:extLst>
                  <a:ext uri="{FF2B5EF4-FFF2-40B4-BE49-F238E27FC236}">
                    <a16:creationId xmlns:a16="http://schemas.microsoft.com/office/drawing/2014/main" id="{0758B243-1F65-06D5-A264-F0B3CFE7F828}"/>
                  </a:ext>
                </a:extLst>
              </p:cNvPr>
              <p:cNvSpPr/>
              <p:nvPr/>
            </p:nvSpPr>
            <p:spPr>
              <a:xfrm>
                <a:off x="4939723" y="3243780"/>
                <a:ext cx="403403" cy="263515"/>
              </a:xfrm>
              <a:prstGeom prst="rect">
                <a:avLst/>
              </a:prstGeom>
              <a:noFill/>
              <a:ln w="9525" cap="flat" cmpd="sng">
                <a:solidFill>
                  <a:srgbClr val="7F7F7F"/>
                </a:solidFill>
                <a:prstDash val="solid"/>
                <a:round/>
                <a:headEnd type="none" w="sm" len="sm"/>
                <a:tailEnd type="none" w="sm" len="sm"/>
              </a:ln>
            </p:spPr>
            <p:txBody>
              <a:bodyPr spcFirstLastPara="1" wrap="square" lIns="91377" tIns="45676" rIns="91377" bIns="45676"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r>
                  <a:rPr kumimoji="0" lang="en-US" sz="800" b="0" i="0" u="none" strike="noStrike" kern="1200" cap="none" spc="0" normalizeH="0" baseline="0" noProof="0" dirty="0">
                    <a:ln>
                      <a:noFill/>
                    </a:ln>
                    <a:solidFill>
                      <a:srgbClr val="000000"/>
                    </a:solidFill>
                    <a:effectLst/>
                    <a:uLnTx/>
                    <a:uFillTx/>
                    <a:latin typeface="Arial"/>
                    <a:ea typeface="Arial"/>
                    <a:cs typeface="Arial"/>
                    <a:sym typeface="Arial"/>
                  </a:rPr>
                  <a:t>VM</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82" name="Google Shape;4307;p1">
                <a:extLst>
                  <a:ext uri="{FF2B5EF4-FFF2-40B4-BE49-F238E27FC236}">
                    <a16:creationId xmlns:a16="http://schemas.microsoft.com/office/drawing/2014/main" id="{4E5E15A8-BD84-9B3D-FEED-F0ECA3912834}"/>
                  </a:ext>
                </a:extLst>
              </p:cNvPr>
              <p:cNvSpPr/>
              <p:nvPr/>
            </p:nvSpPr>
            <p:spPr>
              <a:xfrm>
                <a:off x="5380600" y="3243780"/>
                <a:ext cx="403403" cy="263515"/>
              </a:xfrm>
              <a:prstGeom prst="rect">
                <a:avLst/>
              </a:prstGeom>
              <a:noFill/>
              <a:ln w="9525" cap="flat" cmpd="sng">
                <a:solidFill>
                  <a:srgbClr val="7F7F7F"/>
                </a:solidFill>
                <a:prstDash val="solid"/>
                <a:round/>
                <a:headEnd type="none" w="sm" len="sm"/>
                <a:tailEnd type="none" w="sm" len="sm"/>
              </a:ln>
            </p:spPr>
            <p:txBody>
              <a:bodyPr spcFirstLastPara="1" wrap="square" lIns="91377" tIns="45676" rIns="91377" bIns="45676"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r>
                  <a:rPr kumimoji="0" lang="en-US" sz="800" b="0" i="0" u="none" strike="noStrike" kern="1200" cap="none" spc="0" normalizeH="0" baseline="0" noProof="0" dirty="0">
                    <a:ln>
                      <a:noFill/>
                    </a:ln>
                    <a:solidFill>
                      <a:srgbClr val="000000"/>
                    </a:solidFill>
                    <a:effectLst/>
                    <a:uLnTx/>
                    <a:uFillTx/>
                    <a:latin typeface="Arial"/>
                    <a:ea typeface="Arial"/>
                    <a:cs typeface="Arial"/>
                    <a:sym typeface="Arial"/>
                  </a:rPr>
                  <a:t>VM</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83" name="Google Shape;4308;p1">
                <a:extLst>
                  <a:ext uri="{FF2B5EF4-FFF2-40B4-BE49-F238E27FC236}">
                    <a16:creationId xmlns:a16="http://schemas.microsoft.com/office/drawing/2014/main" id="{08B94C5B-D38A-9DC8-1B97-6F17D84E3D9F}"/>
                  </a:ext>
                </a:extLst>
              </p:cNvPr>
              <p:cNvSpPr/>
              <p:nvPr/>
            </p:nvSpPr>
            <p:spPr>
              <a:xfrm>
                <a:off x="5821476" y="3243780"/>
                <a:ext cx="403403" cy="263515"/>
              </a:xfrm>
              <a:prstGeom prst="rect">
                <a:avLst/>
              </a:prstGeom>
              <a:noFill/>
              <a:ln w="9525" cap="flat" cmpd="sng">
                <a:solidFill>
                  <a:srgbClr val="7F7F7F"/>
                </a:solidFill>
                <a:prstDash val="solid"/>
                <a:round/>
                <a:headEnd type="none" w="sm" len="sm"/>
                <a:tailEnd type="none" w="sm" len="sm"/>
              </a:ln>
            </p:spPr>
            <p:txBody>
              <a:bodyPr spcFirstLastPara="1" wrap="square" lIns="91377" tIns="45676" rIns="91377" bIns="45676"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r>
                  <a:rPr kumimoji="0" lang="en-US" sz="800" b="0" i="0" u="none" strike="noStrike" kern="1200" cap="none" spc="0" normalizeH="0" baseline="0" noProof="0" dirty="0">
                    <a:ln>
                      <a:noFill/>
                    </a:ln>
                    <a:solidFill>
                      <a:srgbClr val="000000"/>
                    </a:solidFill>
                    <a:effectLst/>
                    <a:uLnTx/>
                    <a:uFillTx/>
                    <a:latin typeface="Arial"/>
                    <a:ea typeface="Arial"/>
                    <a:cs typeface="Arial"/>
                    <a:sym typeface="Arial"/>
                  </a:rPr>
                  <a:t>VM</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74" name="Google Shape;4309;p1">
              <a:extLst>
                <a:ext uri="{FF2B5EF4-FFF2-40B4-BE49-F238E27FC236}">
                  <a16:creationId xmlns:a16="http://schemas.microsoft.com/office/drawing/2014/main" id="{422BA2DD-DBD6-32A4-3686-CFA6F4A2B455}"/>
                </a:ext>
              </a:extLst>
            </p:cNvPr>
            <p:cNvGrpSpPr/>
            <p:nvPr/>
          </p:nvGrpSpPr>
          <p:grpSpPr>
            <a:xfrm>
              <a:off x="6443075" y="3231153"/>
              <a:ext cx="1587658" cy="263515"/>
              <a:chOff x="4498846" y="3243780"/>
              <a:chExt cx="1726033" cy="263515"/>
            </a:xfrm>
          </p:grpSpPr>
          <p:sp>
            <p:nvSpPr>
              <p:cNvPr id="76" name="Google Shape;4310;p1">
                <a:extLst>
                  <a:ext uri="{FF2B5EF4-FFF2-40B4-BE49-F238E27FC236}">
                    <a16:creationId xmlns:a16="http://schemas.microsoft.com/office/drawing/2014/main" id="{A43EDFBB-DF39-18EA-5F19-356643ED34EB}"/>
                  </a:ext>
                </a:extLst>
              </p:cNvPr>
              <p:cNvSpPr/>
              <p:nvPr/>
            </p:nvSpPr>
            <p:spPr>
              <a:xfrm>
                <a:off x="4498846" y="3243780"/>
                <a:ext cx="403403" cy="263515"/>
              </a:xfrm>
              <a:prstGeom prst="rect">
                <a:avLst/>
              </a:prstGeom>
              <a:noFill/>
              <a:ln w="9525" cap="flat" cmpd="sng">
                <a:solidFill>
                  <a:srgbClr val="7F7F7F"/>
                </a:solidFill>
                <a:prstDash val="solid"/>
                <a:round/>
                <a:headEnd type="none" w="sm" len="sm"/>
                <a:tailEnd type="none" w="sm" len="sm"/>
              </a:ln>
            </p:spPr>
            <p:txBody>
              <a:bodyPr spcFirstLastPara="1" wrap="square" lIns="91377" tIns="45676" rIns="91377" bIns="45676"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r>
                  <a:rPr kumimoji="0" lang="en-US" sz="800" b="0" i="0" u="none" strike="noStrike" kern="1200" cap="none" spc="0" normalizeH="0" baseline="0" noProof="0" dirty="0">
                    <a:ln>
                      <a:noFill/>
                    </a:ln>
                    <a:solidFill>
                      <a:srgbClr val="000000"/>
                    </a:solidFill>
                    <a:effectLst/>
                    <a:uLnTx/>
                    <a:uFillTx/>
                    <a:latin typeface="Arial"/>
                    <a:ea typeface="Arial"/>
                    <a:cs typeface="Arial"/>
                    <a:sym typeface="Arial"/>
                  </a:rPr>
                  <a:t>VM</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77" name="Google Shape;4311;p1">
                <a:extLst>
                  <a:ext uri="{FF2B5EF4-FFF2-40B4-BE49-F238E27FC236}">
                    <a16:creationId xmlns:a16="http://schemas.microsoft.com/office/drawing/2014/main" id="{A71DADA1-0D6F-F1CC-6CA6-67B3A901F77E}"/>
                  </a:ext>
                </a:extLst>
              </p:cNvPr>
              <p:cNvSpPr/>
              <p:nvPr/>
            </p:nvSpPr>
            <p:spPr>
              <a:xfrm>
                <a:off x="4939723" y="3243780"/>
                <a:ext cx="403403" cy="263515"/>
              </a:xfrm>
              <a:prstGeom prst="rect">
                <a:avLst/>
              </a:prstGeom>
              <a:noFill/>
              <a:ln w="9525" cap="flat" cmpd="sng">
                <a:solidFill>
                  <a:srgbClr val="7F7F7F"/>
                </a:solidFill>
                <a:prstDash val="solid"/>
                <a:round/>
                <a:headEnd type="none" w="sm" len="sm"/>
                <a:tailEnd type="none" w="sm" len="sm"/>
              </a:ln>
            </p:spPr>
            <p:txBody>
              <a:bodyPr spcFirstLastPara="1" wrap="square" lIns="91377" tIns="45676" rIns="91377" bIns="45676"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r>
                  <a:rPr kumimoji="0" lang="en-US" sz="800" b="0" i="0" u="none" strike="noStrike" kern="1200" cap="none" spc="0" normalizeH="0" baseline="0" noProof="0" dirty="0">
                    <a:ln>
                      <a:noFill/>
                    </a:ln>
                    <a:solidFill>
                      <a:srgbClr val="000000"/>
                    </a:solidFill>
                    <a:effectLst/>
                    <a:uLnTx/>
                    <a:uFillTx/>
                    <a:latin typeface="Arial"/>
                    <a:ea typeface="Arial"/>
                    <a:cs typeface="Arial"/>
                    <a:sym typeface="Arial"/>
                  </a:rPr>
                  <a:t>VM</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78" name="Google Shape;4312;p1">
                <a:extLst>
                  <a:ext uri="{FF2B5EF4-FFF2-40B4-BE49-F238E27FC236}">
                    <a16:creationId xmlns:a16="http://schemas.microsoft.com/office/drawing/2014/main" id="{3796AA1E-7FCD-3508-F6BB-0B728685C284}"/>
                  </a:ext>
                </a:extLst>
              </p:cNvPr>
              <p:cNvSpPr/>
              <p:nvPr/>
            </p:nvSpPr>
            <p:spPr>
              <a:xfrm>
                <a:off x="5380600" y="3243780"/>
                <a:ext cx="403403" cy="263515"/>
              </a:xfrm>
              <a:prstGeom prst="rect">
                <a:avLst/>
              </a:prstGeom>
              <a:solidFill>
                <a:srgbClr val="E0D8EA"/>
              </a:solidFill>
              <a:ln w="9525" cap="flat" cmpd="sng">
                <a:solidFill>
                  <a:srgbClr val="7F7F7F"/>
                </a:solidFill>
                <a:prstDash val="solid"/>
                <a:round/>
                <a:headEnd type="none" w="sm" len="sm"/>
                <a:tailEnd type="none" w="sm" len="sm"/>
              </a:ln>
            </p:spPr>
            <p:txBody>
              <a:bodyPr spcFirstLastPara="1" wrap="square" lIns="91377" tIns="45676" rIns="91377" bIns="45676"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r>
                  <a:rPr kumimoji="0" lang="en-US" sz="700" b="0" i="0" u="none" strike="noStrike" kern="1200" cap="none" spc="0" normalizeH="0" baseline="0" noProof="0" dirty="0">
                    <a:ln>
                      <a:noFill/>
                    </a:ln>
                    <a:solidFill>
                      <a:srgbClr val="000000"/>
                    </a:solidFill>
                    <a:effectLst/>
                    <a:uLnTx/>
                    <a:uFillTx/>
                    <a:latin typeface="Arial"/>
                    <a:ea typeface="Arial"/>
                    <a:cs typeface="Arial"/>
                    <a:sym typeface="Arial"/>
                  </a:rPr>
                  <a:t>K8s</a:t>
                </a:r>
                <a:endParaRPr kumimoji="0" sz="7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79" name="Google Shape;4313;p1">
                <a:extLst>
                  <a:ext uri="{FF2B5EF4-FFF2-40B4-BE49-F238E27FC236}">
                    <a16:creationId xmlns:a16="http://schemas.microsoft.com/office/drawing/2014/main" id="{6FD6FD41-D5AA-0C5F-AB10-76D92D06F3A7}"/>
                  </a:ext>
                </a:extLst>
              </p:cNvPr>
              <p:cNvSpPr/>
              <p:nvPr/>
            </p:nvSpPr>
            <p:spPr>
              <a:xfrm>
                <a:off x="5821476" y="3243780"/>
                <a:ext cx="403403" cy="263515"/>
              </a:xfrm>
              <a:prstGeom prst="rect">
                <a:avLst/>
              </a:prstGeom>
              <a:solidFill>
                <a:srgbClr val="E0D8EA"/>
              </a:solidFill>
              <a:ln w="9525" cap="flat" cmpd="sng">
                <a:solidFill>
                  <a:srgbClr val="7F7F7F"/>
                </a:solidFill>
                <a:prstDash val="solid"/>
                <a:round/>
                <a:headEnd type="none" w="sm" len="sm"/>
                <a:tailEnd type="none" w="sm" len="sm"/>
              </a:ln>
            </p:spPr>
            <p:txBody>
              <a:bodyPr spcFirstLastPara="1" wrap="square" lIns="91377" tIns="45676" rIns="91377" bIns="45676"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r>
                  <a:rPr kumimoji="0" lang="en-US" sz="800" b="0" i="0" u="none" strike="noStrike" kern="1200" cap="none" spc="0" normalizeH="0" baseline="0" noProof="0" dirty="0">
                    <a:ln>
                      <a:noFill/>
                    </a:ln>
                    <a:solidFill>
                      <a:srgbClr val="000000"/>
                    </a:solidFill>
                    <a:effectLst/>
                    <a:uLnTx/>
                    <a:uFillTx/>
                    <a:latin typeface="Arial"/>
                    <a:ea typeface="Arial"/>
                    <a:cs typeface="Arial"/>
                    <a:sym typeface="Arial"/>
                  </a:rPr>
                  <a:t>AI</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
          <p:nvSpPr>
            <p:cNvPr id="75" name="Google Shape;4314;p1">
              <a:extLst>
                <a:ext uri="{FF2B5EF4-FFF2-40B4-BE49-F238E27FC236}">
                  <a16:creationId xmlns:a16="http://schemas.microsoft.com/office/drawing/2014/main" id="{D1CDDCFF-59AE-75B9-3963-24ECF9B34509}"/>
                </a:ext>
              </a:extLst>
            </p:cNvPr>
            <p:cNvSpPr txBox="1"/>
            <p:nvPr/>
          </p:nvSpPr>
          <p:spPr>
            <a:xfrm>
              <a:off x="4492272" y="5067721"/>
              <a:ext cx="1587657" cy="138535"/>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r>
                <a:rPr kumimoji="0" lang="en-US" sz="900" b="0" i="0" u="none" strike="noStrike" kern="1200" cap="none" spc="0" normalizeH="0" baseline="0" noProof="0" dirty="0">
                  <a:ln>
                    <a:noFill/>
                  </a:ln>
                  <a:solidFill>
                    <a:srgbClr val="000000"/>
                  </a:solidFill>
                  <a:effectLst/>
                  <a:uLnTx/>
                  <a:uFillTx/>
                  <a:latin typeface="Arial"/>
                  <a:ea typeface="Arial"/>
                  <a:cs typeface="Arial"/>
                  <a:sym typeface="Arial"/>
                </a:rPr>
                <a:t>Org for VM Apps</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84" name="Google Shape;4315;p1">
            <a:extLst>
              <a:ext uri="{FF2B5EF4-FFF2-40B4-BE49-F238E27FC236}">
                <a16:creationId xmlns:a16="http://schemas.microsoft.com/office/drawing/2014/main" id="{55BB3084-80AE-E0CA-F034-62FD7B6A52C1}"/>
              </a:ext>
            </a:extLst>
          </p:cNvPr>
          <p:cNvGrpSpPr/>
          <p:nvPr/>
        </p:nvGrpSpPr>
        <p:grpSpPr>
          <a:xfrm>
            <a:off x="10132630" y="2831455"/>
            <a:ext cx="1270354" cy="1023594"/>
            <a:chOff x="10460493" y="3213285"/>
            <a:chExt cx="1271016" cy="1024128"/>
          </a:xfrm>
        </p:grpSpPr>
        <p:grpSp>
          <p:nvGrpSpPr>
            <p:cNvPr id="85" name="Google Shape;4316;p1">
              <a:extLst>
                <a:ext uri="{FF2B5EF4-FFF2-40B4-BE49-F238E27FC236}">
                  <a16:creationId xmlns:a16="http://schemas.microsoft.com/office/drawing/2014/main" id="{1AC575C6-7526-F93D-6182-5D75B8A02A5C}"/>
                </a:ext>
              </a:extLst>
            </p:cNvPr>
            <p:cNvGrpSpPr/>
            <p:nvPr/>
          </p:nvGrpSpPr>
          <p:grpSpPr>
            <a:xfrm>
              <a:off x="10460493" y="3213285"/>
              <a:ext cx="1271016" cy="1024128"/>
              <a:chOff x="10460493" y="3213285"/>
              <a:chExt cx="1271016" cy="1024128"/>
            </a:xfrm>
          </p:grpSpPr>
          <p:grpSp>
            <p:nvGrpSpPr>
              <p:cNvPr id="96" name="Google Shape;4317;p1">
                <a:extLst>
                  <a:ext uri="{FF2B5EF4-FFF2-40B4-BE49-F238E27FC236}">
                    <a16:creationId xmlns:a16="http://schemas.microsoft.com/office/drawing/2014/main" id="{196C03A6-2661-E535-74A5-BA9AAB17B155}"/>
                  </a:ext>
                </a:extLst>
              </p:cNvPr>
              <p:cNvGrpSpPr/>
              <p:nvPr/>
            </p:nvGrpSpPr>
            <p:grpSpPr>
              <a:xfrm>
                <a:off x="10460493" y="3213285"/>
                <a:ext cx="1271016" cy="1024128"/>
                <a:chOff x="10460493" y="3213285"/>
                <a:chExt cx="1271016" cy="1024128"/>
              </a:xfrm>
            </p:grpSpPr>
            <p:pic>
              <p:nvPicPr>
                <p:cNvPr id="98" name="Google Shape;4318;p1">
                  <a:extLst>
                    <a:ext uri="{FF2B5EF4-FFF2-40B4-BE49-F238E27FC236}">
                      <a16:creationId xmlns:a16="http://schemas.microsoft.com/office/drawing/2014/main" id="{895962D6-0B96-B6FF-34E9-9F3AC4A0F6E7}"/>
                    </a:ext>
                  </a:extLst>
                </p:cNvPr>
                <p:cNvPicPr preferRelativeResize="0"/>
                <p:nvPr/>
              </p:nvPicPr>
              <p:blipFill rotWithShape="1">
                <a:blip r:embed="rId6">
                  <a:alphaModFix/>
                </a:blip>
                <a:srcRect/>
                <a:stretch/>
              </p:blipFill>
              <p:spPr>
                <a:xfrm>
                  <a:off x="10460493" y="3213285"/>
                  <a:ext cx="1271016" cy="1024128"/>
                </a:xfrm>
                <a:prstGeom prst="rect">
                  <a:avLst/>
                </a:prstGeom>
                <a:noFill/>
                <a:ln>
                  <a:noFill/>
                </a:ln>
              </p:spPr>
            </p:pic>
            <p:sp>
              <p:nvSpPr>
                <p:cNvPr id="99" name="Google Shape;4319;p1">
                  <a:extLst>
                    <a:ext uri="{FF2B5EF4-FFF2-40B4-BE49-F238E27FC236}">
                      <a16:creationId xmlns:a16="http://schemas.microsoft.com/office/drawing/2014/main" id="{9DE0C5D1-20AE-7C12-9D44-B6CC7198104E}"/>
                    </a:ext>
                  </a:extLst>
                </p:cNvPr>
                <p:cNvSpPr/>
                <p:nvPr/>
              </p:nvSpPr>
              <p:spPr>
                <a:xfrm>
                  <a:off x="10501314" y="3233738"/>
                  <a:ext cx="1201275" cy="635000"/>
                </a:xfrm>
                <a:prstGeom prst="roundRect">
                  <a:avLst>
                    <a:gd name="adj" fmla="val 16667"/>
                  </a:avLst>
                </a:prstGeom>
                <a:solidFill>
                  <a:schemeClr val="lt1"/>
                </a:solidFill>
                <a:ln>
                  <a:noFill/>
                </a:ln>
              </p:spPr>
              <p:txBody>
                <a:bodyPr spcFirstLastPara="1" wrap="square" lIns="91377" tIns="45676" rIns="91377" bIns="45676"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grpSp>
          <p:sp>
            <p:nvSpPr>
              <p:cNvPr id="97" name="Google Shape;4320;p1">
                <a:extLst>
                  <a:ext uri="{FF2B5EF4-FFF2-40B4-BE49-F238E27FC236}">
                    <a16:creationId xmlns:a16="http://schemas.microsoft.com/office/drawing/2014/main" id="{442F2CCC-C54D-2889-4F78-EDDFBC6EF23F}"/>
                  </a:ext>
                </a:extLst>
              </p:cNvPr>
              <p:cNvSpPr txBox="1"/>
              <p:nvPr/>
            </p:nvSpPr>
            <p:spPr>
              <a:xfrm>
                <a:off x="10556603" y="3251234"/>
                <a:ext cx="861039" cy="8002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30000"/>
                  </a:lnSpc>
                  <a:spcBef>
                    <a:spcPts val="0"/>
                  </a:spcBef>
                  <a:spcAft>
                    <a:spcPts val="0"/>
                  </a:spcAft>
                  <a:buClr>
                    <a:srgbClr val="000000"/>
                  </a:buClr>
                  <a:buSzPts val="400"/>
                  <a:buFontTx/>
                  <a:buNone/>
                  <a:tabLst/>
                  <a:defRPr/>
                </a:pPr>
                <a:r>
                  <a:rPr kumimoji="0" lang="en-US" sz="400" b="0" i="0" u="none" strike="noStrike" kern="1200" cap="none" spc="0" normalizeH="0" baseline="0" noProof="0" dirty="0">
                    <a:ln>
                      <a:noFill/>
                    </a:ln>
                    <a:solidFill>
                      <a:srgbClr val="6C4B94"/>
                    </a:solidFill>
                    <a:effectLst/>
                    <a:uLnTx/>
                    <a:uFillTx/>
                    <a:latin typeface="Arial"/>
                    <a:ea typeface="Arial"/>
                    <a:cs typeface="Arial"/>
                    <a:sym typeface="Arial"/>
                  </a:rPr>
                  <a:t>Create K8s Cluster(s) on-demand</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86" name="Google Shape;4321;p1">
              <a:extLst>
                <a:ext uri="{FF2B5EF4-FFF2-40B4-BE49-F238E27FC236}">
                  <a16:creationId xmlns:a16="http://schemas.microsoft.com/office/drawing/2014/main" id="{66BEE249-E802-EE22-F055-6012D0FC95BA}"/>
                </a:ext>
              </a:extLst>
            </p:cNvPr>
            <p:cNvGrpSpPr/>
            <p:nvPr/>
          </p:nvGrpSpPr>
          <p:grpSpPr>
            <a:xfrm>
              <a:off x="10563237" y="3360847"/>
              <a:ext cx="554224" cy="319964"/>
              <a:chOff x="12418826" y="3083750"/>
              <a:chExt cx="554224" cy="319964"/>
            </a:xfrm>
          </p:grpSpPr>
          <p:grpSp>
            <p:nvGrpSpPr>
              <p:cNvPr id="92" name="Google Shape;4322;p1">
                <a:extLst>
                  <a:ext uri="{FF2B5EF4-FFF2-40B4-BE49-F238E27FC236}">
                    <a16:creationId xmlns:a16="http://schemas.microsoft.com/office/drawing/2014/main" id="{00A8F83C-AE35-06D5-08FF-16FC92832E7D}"/>
                  </a:ext>
                </a:extLst>
              </p:cNvPr>
              <p:cNvGrpSpPr/>
              <p:nvPr/>
            </p:nvGrpSpPr>
            <p:grpSpPr>
              <a:xfrm>
                <a:off x="12418826" y="3083750"/>
                <a:ext cx="554224" cy="319964"/>
                <a:chOff x="12418826" y="3083750"/>
                <a:chExt cx="554224" cy="319964"/>
              </a:xfrm>
            </p:grpSpPr>
            <p:sp>
              <p:nvSpPr>
                <p:cNvPr id="94" name="Google Shape;4323;p1">
                  <a:extLst>
                    <a:ext uri="{FF2B5EF4-FFF2-40B4-BE49-F238E27FC236}">
                      <a16:creationId xmlns:a16="http://schemas.microsoft.com/office/drawing/2014/main" id="{D1B2D3C8-21F5-668D-4D2B-DD363133386F}"/>
                    </a:ext>
                  </a:extLst>
                </p:cNvPr>
                <p:cNvSpPr/>
                <p:nvPr/>
              </p:nvSpPr>
              <p:spPr>
                <a:xfrm>
                  <a:off x="12418826" y="3083750"/>
                  <a:ext cx="552450" cy="319964"/>
                </a:xfrm>
                <a:prstGeom prst="rect">
                  <a:avLst/>
                </a:prstGeom>
                <a:solidFill>
                  <a:schemeClr val="lt1"/>
                </a:solidFill>
                <a:ln w="9525" cap="flat" cmpd="sng">
                  <a:solidFill>
                    <a:schemeClr val="accent5"/>
                  </a:solidFill>
                  <a:prstDash val="solid"/>
                  <a:round/>
                  <a:headEnd type="none" w="sm" len="sm"/>
                  <a:tailEnd type="none" w="sm" len="sm"/>
                </a:ln>
              </p:spPr>
              <p:txBody>
                <a:bodyPr spcFirstLastPara="1" wrap="square" lIns="91377" tIns="45676" rIns="91377" bIns="45676"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cxnSp>
              <p:nvCxnSpPr>
                <p:cNvPr id="95" name="Google Shape;4324;p1">
                  <a:extLst>
                    <a:ext uri="{FF2B5EF4-FFF2-40B4-BE49-F238E27FC236}">
                      <a16:creationId xmlns:a16="http://schemas.microsoft.com/office/drawing/2014/main" id="{603784B9-B2D0-BBE8-E71A-72B5044D168A}"/>
                    </a:ext>
                  </a:extLst>
                </p:cNvPr>
                <p:cNvCxnSpPr/>
                <p:nvPr/>
              </p:nvCxnSpPr>
              <p:spPr>
                <a:xfrm>
                  <a:off x="12418826" y="3130940"/>
                  <a:ext cx="554224" cy="0"/>
                </a:xfrm>
                <a:prstGeom prst="straightConnector1">
                  <a:avLst/>
                </a:prstGeom>
                <a:noFill/>
                <a:ln w="9525" cap="flat" cmpd="sng">
                  <a:solidFill>
                    <a:schemeClr val="accent5"/>
                  </a:solidFill>
                  <a:prstDash val="solid"/>
                  <a:miter lim="800000"/>
                  <a:headEnd type="none" w="sm" len="sm"/>
                  <a:tailEnd type="none" w="sm" len="sm"/>
                </a:ln>
              </p:spPr>
            </p:cxnSp>
          </p:grpSp>
          <p:pic>
            <p:nvPicPr>
              <p:cNvPr id="93" name="Google Shape;4325;p1">
                <a:extLst>
                  <a:ext uri="{FF2B5EF4-FFF2-40B4-BE49-F238E27FC236}">
                    <a16:creationId xmlns:a16="http://schemas.microsoft.com/office/drawing/2014/main" id="{C93E946B-EE78-07EA-5546-4000C516EA8C}"/>
                  </a:ext>
                </a:extLst>
              </p:cNvPr>
              <p:cNvPicPr preferRelativeResize="0"/>
              <p:nvPr/>
            </p:nvPicPr>
            <p:blipFill rotWithShape="1">
              <a:blip r:embed="rId7">
                <a:alphaModFix/>
              </a:blip>
              <a:srcRect/>
              <a:stretch/>
            </p:blipFill>
            <p:spPr>
              <a:xfrm>
                <a:off x="12429930" y="3138948"/>
                <a:ext cx="512957" cy="250026"/>
              </a:xfrm>
              <a:prstGeom prst="rect">
                <a:avLst/>
              </a:prstGeom>
              <a:noFill/>
              <a:ln>
                <a:noFill/>
              </a:ln>
            </p:spPr>
          </p:pic>
        </p:grpSp>
        <p:grpSp>
          <p:nvGrpSpPr>
            <p:cNvPr id="87" name="Google Shape;4326;p1">
              <a:extLst>
                <a:ext uri="{FF2B5EF4-FFF2-40B4-BE49-F238E27FC236}">
                  <a16:creationId xmlns:a16="http://schemas.microsoft.com/office/drawing/2014/main" id="{DC0603D3-9010-E0A0-0AA9-77A5E07A9534}"/>
                </a:ext>
              </a:extLst>
            </p:cNvPr>
            <p:cNvGrpSpPr/>
            <p:nvPr/>
          </p:nvGrpSpPr>
          <p:grpSpPr>
            <a:xfrm>
              <a:off x="10830819" y="3447817"/>
              <a:ext cx="775478" cy="371115"/>
              <a:chOff x="12418826" y="3083750"/>
              <a:chExt cx="554224" cy="319964"/>
            </a:xfrm>
          </p:grpSpPr>
          <p:grpSp>
            <p:nvGrpSpPr>
              <p:cNvPr id="88" name="Google Shape;4327;p1">
                <a:extLst>
                  <a:ext uri="{FF2B5EF4-FFF2-40B4-BE49-F238E27FC236}">
                    <a16:creationId xmlns:a16="http://schemas.microsoft.com/office/drawing/2014/main" id="{F832925D-B568-4A91-F1FB-D48A4D089AF7}"/>
                  </a:ext>
                </a:extLst>
              </p:cNvPr>
              <p:cNvGrpSpPr/>
              <p:nvPr/>
            </p:nvGrpSpPr>
            <p:grpSpPr>
              <a:xfrm>
                <a:off x="12418826" y="3083750"/>
                <a:ext cx="554224" cy="319964"/>
                <a:chOff x="12418826" y="3083750"/>
                <a:chExt cx="554224" cy="319964"/>
              </a:xfrm>
            </p:grpSpPr>
            <p:sp>
              <p:nvSpPr>
                <p:cNvPr id="90" name="Google Shape;4328;p1">
                  <a:extLst>
                    <a:ext uri="{FF2B5EF4-FFF2-40B4-BE49-F238E27FC236}">
                      <a16:creationId xmlns:a16="http://schemas.microsoft.com/office/drawing/2014/main" id="{47B0BBFF-8B96-858C-AD47-1E846EE39D10}"/>
                    </a:ext>
                  </a:extLst>
                </p:cNvPr>
                <p:cNvSpPr/>
                <p:nvPr/>
              </p:nvSpPr>
              <p:spPr>
                <a:xfrm>
                  <a:off x="12418826" y="3083750"/>
                  <a:ext cx="552450" cy="319964"/>
                </a:xfrm>
                <a:prstGeom prst="rect">
                  <a:avLst/>
                </a:prstGeom>
                <a:solidFill>
                  <a:schemeClr val="lt1"/>
                </a:solidFill>
                <a:ln w="9525" cap="flat" cmpd="sng">
                  <a:solidFill>
                    <a:schemeClr val="accent5"/>
                  </a:solidFill>
                  <a:prstDash val="solid"/>
                  <a:round/>
                  <a:headEnd type="none" w="sm" len="sm"/>
                  <a:tailEnd type="none" w="sm" len="sm"/>
                </a:ln>
              </p:spPr>
              <p:txBody>
                <a:bodyPr spcFirstLastPara="1" wrap="square" lIns="91377" tIns="45676" rIns="91377" bIns="45676"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cxnSp>
              <p:nvCxnSpPr>
                <p:cNvPr id="91" name="Google Shape;4329;p1">
                  <a:extLst>
                    <a:ext uri="{FF2B5EF4-FFF2-40B4-BE49-F238E27FC236}">
                      <a16:creationId xmlns:a16="http://schemas.microsoft.com/office/drawing/2014/main" id="{65765773-E106-E596-EF29-0F133E5760BA}"/>
                    </a:ext>
                  </a:extLst>
                </p:cNvPr>
                <p:cNvCxnSpPr/>
                <p:nvPr/>
              </p:nvCxnSpPr>
              <p:spPr>
                <a:xfrm>
                  <a:off x="12418826" y="3130940"/>
                  <a:ext cx="554224" cy="0"/>
                </a:xfrm>
                <a:prstGeom prst="straightConnector1">
                  <a:avLst/>
                </a:prstGeom>
                <a:noFill/>
                <a:ln w="9525" cap="flat" cmpd="sng">
                  <a:solidFill>
                    <a:schemeClr val="accent5"/>
                  </a:solidFill>
                  <a:prstDash val="solid"/>
                  <a:miter lim="800000"/>
                  <a:headEnd type="none" w="sm" len="sm"/>
                  <a:tailEnd type="none" w="sm" len="sm"/>
                </a:ln>
              </p:spPr>
            </p:cxnSp>
          </p:grpSp>
          <p:pic>
            <p:nvPicPr>
              <p:cNvPr id="89" name="Google Shape;4330;p1">
                <a:extLst>
                  <a:ext uri="{FF2B5EF4-FFF2-40B4-BE49-F238E27FC236}">
                    <a16:creationId xmlns:a16="http://schemas.microsoft.com/office/drawing/2014/main" id="{EE6B6C84-1ED3-1B5D-6055-01287F01E2AD}"/>
                  </a:ext>
                </a:extLst>
              </p:cNvPr>
              <p:cNvPicPr preferRelativeResize="0"/>
              <p:nvPr/>
            </p:nvPicPr>
            <p:blipFill rotWithShape="1">
              <a:blip r:embed="rId7">
                <a:alphaModFix/>
              </a:blip>
              <a:srcRect/>
              <a:stretch/>
            </p:blipFill>
            <p:spPr>
              <a:xfrm>
                <a:off x="12429930" y="3138948"/>
                <a:ext cx="512957" cy="250026"/>
              </a:xfrm>
              <a:prstGeom prst="rect">
                <a:avLst/>
              </a:prstGeom>
              <a:noFill/>
              <a:ln>
                <a:noFill/>
              </a:ln>
            </p:spPr>
          </p:pic>
        </p:grpSp>
      </p:grpSp>
      <p:sp>
        <p:nvSpPr>
          <p:cNvPr id="106" name="Rounded Rectangle 105">
            <a:extLst>
              <a:ext uri="{FF2B5EF4-FFF2-40B4-BE49-F238E27FC236}">
                <a16:creationId xmlns:a16="http://schemas.microsoft.com/office/drawing/2014/main" id="{0C2E0105-CA79-248A-1A91-43714D5243F7}"/>
              </a:ext>
            </a:extLst>
          </p:cNvPr>
          <p:cNvSpPr/>
          <p:nvPr/>
        </p:nvSpPr>
        <p:spPr bwMode="gray">
          <a:xfrm>
            <a:off x="866580" y="3683604"/>
            <a:ext cx="1210641" cy="159677"/>
          </a:xfrm>
          <a:prstGeom prst="roundRect">
            <a:avLst>
              <a:gd name="adj" fmla="val 27730"/>
            </a:avLst>
          </a:prstGeom>
          <a:solidFill>
            <a:schemeClr val="bg2">
              <a:lumMod val="75000"/>
            </a:schemeClr>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a:ea typeface="+mn-ea"/>
                <a:cs typeface="+mn-cs"/>
              </a:rPr>
              <a:t>VCF</a:t>
            </a:r>
          </a:p>
        </p:txBody>
      </p:sp>
      <p:sp>
        <p:nvSpPr>
          <p:cNvPr id="108" name="Rounded Rectangle 107">
            <a:extLst>
              <a:ext uri="{FF2B5EF4-FFF2-40B4-BE49-F238E27FC236}">
                <a16:creationId xmlns:a16="http://schemas.microsoft.com/office/drawing/2014/main" id="{C783F49F-489D-1720-C613-871A6152842C}"/>
              </a:ext>
            </a:extLst>
          </p:cNvPr>
          <p:cNvSpPr/>
          <p:nvPr/>
        </p:nvSpPr>
        <p:spPr bwMode="gray">
          <a:xfrm>
            <a:off x="2483464" y="3685059"/>
            <a:ext cx="1210641" cy="159677"/>
          </a:xfrm>
          <a:prstGeom prst="roundRect">
            <a:avLst>
              <a:gd name="adj" fmla="val 27730"/>
            </a:avLst>
          </a:prstGeom>
          <a:solidFill>
            <a:schemeClr val="bg2">
              <a:lumMod val="75000"/>
            </a:schemeClr>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a:ea typeface="+mn-ea"/>
                <a:cs typeface="+mn-cs"/>
              </a:rPr>
              <a:t>VCF</a:t>
            </a:r>
          </a:p>
        </p:txBody>
      </p:sp>
      <p:sp>
        <p:nvSpPr>
          <p:cNvPr id="110" name="Rounded Rectangle 109">
            <a:extLst>
              <a:ext uri="{FF2B5EF4-FFF2-40B4-BE49-F238E27FC236}">
                <a16:creationId xmlns:a16="http://schemas.microsoft.com/office/drawing/2014/main" id="{A4161FEC-71EF-295E-A88F-10F15B7A59CB}"/>
              </a:ext>
            </a:extLst>
          </p:cNvPr>
          <p:cNvSpPr/>
          <p:nvPr/>
        </p:nvSpPr>
        <p:spPr bwMode="gray">
          <a:xfrm>
            <a:off x="2488806" y="3885097"/>
            <a:ext cx="1210641" cy="159677"/>
          </a:xfrm>
          <a:prstGeom prst="roundRect">
            <a:avLst>
              <a:gd name="adj" fmla="val 27730"/>
            </a:avLst>
          </a:prstGeom>
          <a:solidFill>
            <a:schemeClr val="bg2">
              <a:lumMod val="75000"/>
            </a:schemeClr>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a:ea typeface="+mn-ea"/>
                <a:cs typeface="+mn-cs"/>
              </a:rPr>
              <a:t>Hardware</a:t>
            </a:r>
          </a:p>
        </p:txBody>
      </p:sp>
      <p:sp>
        <p:nvSpPr>
          <p:cNvPr id="112" name="Rounded Rectangle 111">
            <a:extLst>
              <a:ext uri="{FF2B5EF4-FFF2-40B4-BE49-F238E27FC236}">
                <a16:creationId xmlns:a16="http://schemas.microsoft.com/office/drawing/2014/main" id="{0385342A-2739-A040-A03B-C01A261E0445}"/>
              </a:ext>
            </a:extLst>
          </p:cNvPr>
          <p:cNvSpPr/>
          <p:nvPr/>
        </p:nvSpPr>
        <p:spPr bwMode="gray">
          <a:xfrm>
            <a:off x="866580" y="3877493"/>
            <a:ext cx="1210641" cy="159677"/>
          </a:xfrm>
          <a:prstGeom prst="roundRect">
            <a:avLst>
              <a:gd name="adj" fmla="val 27730"/>
            </a:avLst>
          </a:prstGeom>
          <a:solidFill>
            <a:schemeClr val="bg2">
              <a:lumMod val="75000"/>
            </a:schemeClr>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a:ea typeface="+mn-ea"/>
                <a:cs typeface="+mn-cs"/>
              </a:rPr>
              <a:t>Hardware</a:t>
            </a:r>
          </a:p>
        </p:txBody>
      </p:sp>
      <p:sp>
        <p:nvSpPr>
          <p:cNvPr id="4" name="Frame 3">
            <a:extLst>
              <a:ext uri="{FF2B5EF4-FFF2-40B4-BE49-F238E27FC236}">
                <a16:creationId xmlns:a16="http://schemas.microsoft.com/office/drawing/2014/main" id="{7A3A94A6-6EC2-672B-6A96-A2EE28BBCB45}"/>
              </a:ext>
            </a:extLst>
          </p:cNvPr>
          <p:cNvSpPr/>
          <p:nvPr/>
        </p:nvSpPr>
        <p:spPr bwMode="gray">
          <a:xfrm>
            <a:off x="6066336" y="2281108"/>
            <a:ext cx="1737360" cy="2834640"/>
          </a:xfrm>
          <a:prstGeom prst="frame">
            <a:avLst>
              <a:gd name="adj1" fmla="val 2462"/>
            </a:avLst>
          </a:prstGeom>
          <a:noFill/>
          <a:ln w="25400">
            <a:solidFill>
              <a:srgbClr val="61A60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2296285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92"/>
        <p:cNvGrpSpPr/>
        <p:nvPr/>
      </p:nvGrpSpPr>
      <p:grpSpPr>
        <a:xfrm>
          <a:off x="0" y="0"/>
          <a:ext cx="0" cy="0"/>
          <a:chOff x="0" y="0"/>
          <a:chExt cx="0" cy="0"/>
        </a:xfrm>
      </p:grpSpPr>
      <p:sp>
        <p:nvSpPr>
          <p:cNvPr id="20" name="Google Shape;5845;p33">
            <a:extLst>
              <a:ext uri="{FF2B5EF4-FFF2-40B4-BE49-F238E27FC236}">
                <a16:creationId xmlns:a16="http://schemas.microsoft.com/office/drawing/2014/main" id="{845C23F5-D381-F8D6-CCAC-2247FC797F91}"/>
              </a:ext>
            </a:extLst>
          </p:cNvPr>
          <p:cNvSpPr/>
          <p:nvPr/>
        </p:nvSpPr>
        <p:spPr>
          <a:xfrm>
            <a:off x="579658" y="1284911"/>
            <a:ext cx="10789012" cy="4816647"/>
          </a:xfrm>
          <a:prstGeom prst="roundRect">
            <a:avLst>
              <a:gd name="adj" fmla="val 2525"/>
            </a:avLst>
          </a:prstGeom>
          <a:solidFill>
            <a:schemeClr val="lt1"/>
          </a:solidFill>
          <a:ln w="9525" cap="flat" cmpd="sng">
            <a:solidFill>
              <a:srgbClr val="797979"/>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Tx/>
              <a:buNone/>
              <a:tabLst/>
              <a:defRPr/>
            </a:pPr>
            <a:endParaRPr kumimoji="0" sz="11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3" name="Google Shape;461;p4">
            <a:extLst>
              <a:ext uri="{FF2B5EF4-FFF2-40B4-BE49-F238E27FC236}">
                <a16:creationId xmlns:a16="http://schemas.microsoft.com/office/drawing/2014/main" id="{9F2EE63C-8313-1BFD-4FDC-AA7988F7BB5E}"/>
              </a:ext>
            </a:extLst>
          </p:cNvPr>
          <p:cNvSpPr/>
          <p:nvPr/>
        </p:nvSpPr>
        <p:spPr>
          <a:xfrm>
            <a:off x="3657408" y="4578104"/>
            <a:ext cx="7646857" cy="1423847"/>
          </a:xfrm>
          <a:prstGeom prst="rect">
            <a:avLst/>
          </a:prstGeom>
          <a:gradFill>
            <a:gsLst>
              <a:gs pos="0">
                <a:srgbClr val="F5F9FB"/>
              </a:gs>
              <a:gs pos="46000">
                <a:srgbClr val="F5F9FB"/>
              </a:gs>
              <a:gs pos="100000">
                <a:schemeClr val="bg1"/>
              </a:gs>
            </a:gsLst>
            <a:lin ang="5400012" scaled="0"/>
          </a:gradFill>
          <a:ln>
            <a:noFill/>
          </a:ln>
        </p:spPr>
        <p:txBody>
          <a:bodyPr spcFirstLastPara="1" wrap="square" lIns="91376" tIns="45688" rIns="91376"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2" name="Google Shape;461;p4">
            <a:extLst>
              <a:ext uri="{FF2B5EF4-FFF2-40B4-BE49-F238E27FC236}">
                <a16:creationId xmlns:a16="http://schemas.microsoft.com/office/drawing/2014/main" id="{E5B54117-F883-2F8B-52E9-8243BB117CB4}"/>
              </a:ext>
            </a:extLst>
          </p:cNvPr>
          <p:cNvSpPr/>
          <p:nvPr/>
        </p:nvSpPr>
        <p:spPr>
          <a:xfrm>
            <a:off x="3657408" y="2946781"/>
            <a:ext cx="7646857" cy="1404693"/>
          </a:xfrm>
          <a:prstGeom prst="rect">
            <a:avLst/>
          </a:prstGeom>
          <a:gradFill>
            <a:gsLst>
              <a:gs pos="0">
                <a:srgbClr val="F5F9FB"/>
              </a:gs>
              <a:gs pos="46000">
                <a:srgbClr val="F5F9FB"/>
              </a:gs>
              <a:gs pos="100000">
                <a:schemeClr val="bg1"/>
              </a:gs>
            </a:gsLst>
            <a:lin ang="5400012" scaled="0"/>
          </a:gradFill>
          <a:ln>
            <a:noFill/>
          </a:ln>
        </p:spPr>
        <p:txBody>
          <a:bodyPr spcFirstLastPara="1" wrap="square" lIns="91376" tIns="45688" rIns="91376"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1" name="Google Shape;461;p4">
            <a:extLst>
              <a:ext uri="{FF2B5EF4-FFF2-40B4-BE49-F238E27FC236}">
                <a16:creationId xmlns:a16="http://schemas.microsoft.com/office/drawing/2014/main" id="{D5790512-2558-1B3E-440D-2D9F5F9B2089}"/>
              </a:ext>
            </a:extLst>
          </p:cNvPr>
          <p:cNvSpPr/>
          <p:nvPr/>
        </p:nvSpPr>
        <p:spPr>
          <a:xfrm>
            <a:off x="3657408" y="1352938"/>
            <a:ext cx="7646857" cy="1422392"/>
          </a:xfrm>
          <a:prstGeom prst="rect">
            <a:avLst/>
          </a:prstGeom>
          <a:gradFill>
            <a:gsLst>
              <a:gs pos="0">
                <a:srgbClr val="F5F9FB"/>
              </a:gs>
              <a:gs pos="46000">
                <a:srgbClr val="F5F9FB"/>
              </a:gs>
              <a:gs pos="100000">
                <a:schemeClr val="bg1"/>
              </a:gs>
            </a:gsLst>
            <a:lin ang="5400012" scaled="0"/>
          </a:gradFill>
          <a:ln>
            <a:noFill/>
          </a:ln>
        </p:spPr>
        <p:txBody>
          <a:bodyPr spcFirstLastPara="1" wrap="square" lIns="91376" tIns="45688" rIns="91376"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1293" name="Google Shape;1293;p10"/>
          <p:cNvSpPr txBox="1">
            <a:spLocks noGrp="1"/>
          </p:cNvSpPr>
          <p:nvPr>
            <p:ph type="title"/>
          </p:nvPr>
        </p:nvSpPr>
        <p:spPr>
          <a:xfrm>
            <a:off x="579809" y="412751"/>
            <a:ext cx="11001004" cy="381000"/>
          </a:xfrm>
          <a:noFill/>
          <a:ln>
            <a:noFill/>
          </a:ln>
        </p:spPr>
        <p:txBody>
          <a:bodyPr spcFirstLastPara="1" wrap="square" lIns="0" tIns="0" rIns="0" bIns="0" anchor="b" anchorCtr="0">
            <a:noAutofit/>
          </a:bodyPr>
          <a:lstStyle/>
          <a:p>
            <a:pPr lvl="0"/>
            <a:r>
              <a:rPr lang="en-US" dirty="0"/>
              <a:t>A view into the VCF Private Cloud Experience for each Persona</a:t>
            </a:r>
          </a:p>
        </p:txBody>
      </p:sp>
      <p:sp>
        <p:nvSpPr>
          <p:cNvPr id="1295" name="Google Shape;1295;p10"/>
          <p:cNvSpPr/>
          <p:nvPr/>
        </p:nvSpPr>
        <p:spPr>
          <a:xfrm>
            <a:off x="1848519" y="4696166"/>
            <a:ext cx="473227" cy="497729"/>
          </a:xfrm>
          <a:custGeom>
            <a:avLst/>
            <a:gdLst/>
            <a:ahLst/>
            <a:cxnLst/>
            <a:rect l="l" t="t" r="r" b="b"/>
            <a:pathLst>
              <a:path w="380" h="386" extrusionOk="0">
                <a:moveTo>
                  <a:pt x="278" y="287"/>
                </a:moveTo>
                <a:cubicBezTo>
                  <a:pt x="262" y="283"/>
                  <a:pt x="244" y="261"/>
                  <a:pt x="244" y="213"/>
                </a:cubicBezTo>
                <a:cubicBezTo>
                  <a:pt x="265" y="191"/>
                  <a:pt x="280" y="157"/>
                  <a:pt x="280" y="119"/>
                </a:cubicBezTo>
                <a:cubicBezTo>
                  <a:pt x="280" y="46"/>
                  <a:pt x="246" y="0"/>
                  <a:pt x="190" y="0"/>
                </a:cubicBezTo>
                <a:cubicBezTo>
                  <a:pt x="135" y="0"/>
                  <a:pt x="100" y="46"/>
                  <a:pt x="100" y="119"/>
                </a:cubicBezTo>
                <a:cubicBezTo>
                  <a:pt x="100" y="157"/>
                  <a:pt x="116" y="193"/>
                  <a:pt x="138" y="215"/>
                </a:cubicBezTo>
                <a:cubicBezTo>
                  <a:pt x="138" y="244"/>
                  <a:pt x="129" y="279"/>
                  <a:pt x="106" y="287"/>
                </a:cubicBezTo>
                <a:cubicBezTo>
                  <a:pt x="37" y="301"/>
                  <a:pt x="0" y="333"/>
                  <a:pt x="0" y="381"/>
                </a:cubicBezTo>
                <a:cubicBezTo>
                  <a:pt x="0" y="384"/>
                  <a:pt x="2" y="386"/>
                  <a:pt x="5" y="386"/>
                </a:cubicBezTo>
                <a:cubicBezTo>
                  <a:pt x="376" y="386"/>
                  <a:pt x="376" y="386"/>
                  <a:pt x="376" y="386"/>
                </a:cubicBezTo>
                <a:cubicBezTo>
                  <a:pt x="378" y="386"/>
                  <a:pt x="380" y="384"/>
                  <a:pt x="380" y="381"/>
                </a:cubicBezTo>
                <a:cubicBezTo>
                  <a:pt x="380" y="334"/>
                  <a:pt x="345" y="302"/>
                  <a:pt x="278" y="287"/>
                </a:cubicBezTo>
                <a:close/>
                <a:moveTo>
                  <a:pt x="110" y="119"/>
                </a:moveTo>
                <a:cubicBezTo>
                  <a:pt x="110" y="66"/>
                  <a:pt x="131" y="10"/>
                  <a:pt x="190" y="10"/>
                </a:cubicBezTo>
                <a:cubicBezTo>
                  <a:pt x="250" y="10"/>
                  <a:pt x="271" y="66"/>
                  <a:pt x="271" y="119"/>
                </a:cubicBezTo>
                <a:cubicBezTo>
                  <a:pt x="271" y="151"/>
                  <a:pt x="257" y="186"/>
                  <a:pt x="236" y="207"/>
                </a:cubicBezTo>
                <a:cubicBezTo>
                  <a:pt x="236" y="207"/>
                  <a:pt x="235" y="208"/>
                  <a:pt x="235" y="209"/>
                </a:cubicBezTo>
                <a:cubicBezTo>
                  <a:pt x="222" y="221"/>
                  <a:pt x="207" y="228"/>
                  <a:pt x="190" y="228"/>
                </a:cubicBezTo>
                <a:cubicBezTo>
                  <a:pt x="174" y="228"/>
                  <a:pt x="159" y="221"/>
                  <a:pt x="147" y="210"/>
                </a:cubicBezTo>
                <a:cubicBezTo>
                  <a:pt x="147" y="209"/>
                  <a:pt x="146" y="209"/>
                  <a:pt x="145" y="208"/>
                </a:cubicBezTo>
                <a:cubicBezTo>
                  <a:pt x="124" y="187"/>
                  <a:pt x="110" y="152"/>
                  <a:pt x="110" y="119"/>
                </a:cubicBezTo>
                <a:close/>
                <a:moveTo>
                  <a:pt x="10" y="376"/>
                </a:moveTo>
                <a:cubicBezTo>
                  <a:pt x="12" y="335"/>
                  <a:pt x="45" y="308"/>
                  <a:pt x="108" y="296"/>
                </a:cubicBezTo>
                <a:cubicBezTo>
                  <a:pt x="108" y="296"/>
                  <a:pt x="108" y="296"/>
                  <a:pt x="108" y="296"/>
                </a:cubicBezTo>
                <a:cubicBezTo>
                  <a:pt x="135" y="287"/>
                  <a:pt x="146" y="254"/>
                  <a:pt x="147" y="222"/>
                </a:cubicBezTo>
                <a:cubicBezTo>
                  <a:pt x="160" y="232"/>
                  <a:pt x="175" y="238"/>
                  <a:pt x="190" y="238"/>
                </a:cubicBezTo>
                <a:cubicBezTo>
                  <a:pt x="206" y="238"/>
                  <a:pt x="221" y="232"/>
                  <a:pt x="234" y="221"/>
                </a:cubicBezTo>
                <a:cubicBezTo>
                  <a:pt x="236" y="253"/>
                  <a:pt x="248" y="289"/>
                  <a:pt x="275" y="296"/>
                </a:cubicBezTo>
                <a:cubicBezTo>
                  <a:pt x="276" y="297"/>
                  <a:pt x="276" y="297"/>
                  <a:pt x="276" y="297"/>
                </a:cubicBezTo>
                <a:cubicBezTo>
                  <a:pt x="337" y="309"/>
                  <a:pt x="369" y="336"/>
                  <a:pt x="371" y="376"/>
                </a:cubicBezTo>
                <a:lnTo>
                  <a:pt x="10" y="376"/>
                </a:lnTo>
                <a:close/>
              </a:path>
            </a:pathLst>
          </a:custGeom>
          <a:solidFill>
            <a:schemeClr val="accent4"/>
          </a:solidFill>
          <a:ln w="12700" cap="flat" cmpd="sng">
            <a:solidFill>
              <a:schemeClr val="accent4"/>
            </a:solidFill>
            <a:prstDash val="solid"/>
            <a:round/>
            <a:headEnd type="none" w="sm" len="sm"/>
            <a:tailEnd type="none" w="sm" len="sm"/>
          </a:ln>
        </p:spPr>
        <p:txBody>
          <a:bodyPr spcFirstLastPara="1" wrap="square" lIns="91375" tIns="45650" rIns="91375" bIns="4565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798" b="0" i="0" u="none" strike="noStrike" kern="1200" cap="none" spc="0" normalizeH="0" baseline="0" noProof="0" dirty="0">
              <a:ln>
                <a:noFill/>
              </a:ln>
              <a:solidFill>
                <a:srgbClr val="FFFFFF"/>
              </a:solidFill>
              <a:effectLst/>
              <a:uLnTx/>
              <a:uFillTx/>
              <a:latin typeface="Open Sans Light"/>
              <a:ea typeface="Open Sans Light"/>
              <a:cs typeface="Open Sans Light"/>
              <a:sym typeface="Open Sans Light"/>
            </a:endParaRPr>
          </a:p>
        </p:txBody>
      </p:sp>
      <p:sp>
        <p:nvSpPr>
          <p:cNvPr id="1296" name="Google Shape;1296;p10"/>
          <p:cNvSpPr/>
          <p:nvPr/>
        </p:nvSpPr>
        <p:spPr>
          <a:xfrm>
            <a:off x="1864300" y="3057092"/>
            <a:ext cx="473227" cy="497729"/>
          </a:xfrm>
          <a:custGeom>
            <a:avLst/>
            <a:gdLst/>
            <a:ahLst/>
            <a:cxnLst/>
            <a:rect l="l" t="t" r="r" b="b"/>
            <a:pathLst>
              <a:path w="380" h="386" extrusionOk="0">
                <a:moveTo>
                  <a:pt x="278" y="287"/>
                </a:moveTo>
                <a:cubicBezTo>
                  <a:pt x="262" y="283"/>
                  <a:pt x="244" y="261"/>
                  <a:pt x="244" y="213"/>
                </a:cubicBezTo>
                <a:cubicBezTo>
                  <a:pt x="265" y="191"/>
                  <a:pt x="280" y="157"/>
                  <a:pt x="280" y="119"/>
                </a:cubicBezTo>
                <a:cubicBezTo>
                  <a:pt x="280" y="46"/>
                  <a:pt x="246" y="0"/>
                  <a:pt x="190" y="0"/>
                </a:cubicBezTo>
                <a:cubicBezTo>
                  <a:pt x="135" y="0"/>
                  <a:pt x="100" y="46"/>
                  <a:pt x="100" y="119"/>
                </a:cubicBezTo>
                <a:cubicBezTo>
                  <a:pt x="100" y="157"/>
                  <a:pt x="116" y="193"/>
                  <a:pt x="138" y="215"/>
                </a:cubicBezTo>
                <a:cubicBezTo>
                  <a:pt x="138" y="244"/>
                  <a:pt x="129" y="279"/>
                  <a:pt x="106" y="287"/>
                </a:cubicBezTo>
                <a:cubicBezTo>
                  <a:pt x="37" y="301"/>
                  <a:pt x="0" y="333"/>
                  <a:pt x="0" y="381"/>
                </a:cubicBezTo>
                <a:cubicBezTo>
                  <a:pt x="0" y="384"/>
                  <a:pt x="2" y="386"/>
                  <a:pt x="5" y="386"/>
                </a:cubicBezTo>
                <a:cubicBezTo>
                  <a:pt x="376" y="386"/>
                  <a:pt x="376" y="386"/>
                  <a:pt x="376" y="386"/>
                </a:cubicBezTo>
                <a:cubicBezTo>
                  <a:pt x="378" y="386"/>
                  <a:pt x="380" y="384"/>
                  <a:pt x="380" y="381"/>
                </a:cubicBezTo>
                <a:cubicBezTo>
                  <a:pt x="380" y="334"/>
                  <a:pt x="345" y="302"/>
                  <a:pt x="278" y="287"/>
                </a:cubicBezTo>
                <a:close/>
                <a:moveTo>
                  <a:pt x="110" y="119"/>
                </a:moveTo>
                <a:cubicBezTo>
                  <a:pt x="110" y="66"/>
                  <a:pt x="131" y="10"/>
                  <a:pt x="190" y="10"/>
                </a:cubicBezTo>
                <a:cubicBezTo>
                  <a:pt x="250" y="10"/>
                  <a:pt x="271" y="66"/>
                  <a:pt x="271" y="119"/>
                </a:cubicBezTo>
                <a:cubicBezTo>
                  <a:pt x="271" y="151"/>
                  <a:pt x="257" y="186"/>
                  <a:pt x="236" y="207"/>
                </a:cubicBezTo>
                <a:cubicBezTo>
                  <a:pt x="236" y="207"/>
                  <a:pt x="235" y="208"/>
                  <a:pt x="235" y="209"/>
                </a:cubicBezTo>
                <a:cubicBezTo>
                  <a:pt x="222" y="221"/>
                  <a:pt x="207" y="228"/>
                  <a:pt x="190" y="228"/>
                </a:cubicBezTo>
                <a:cubicBezTo>
                  <a:pt x="174" y="228"/>
                  <a:pt x="159" y="221"/>
                  <a:pt x="147" y="210"/>
                </a:cubicBezTo>
                <a:cubicBezTo>
                  <a:pt x="147" y="209"/>
                  <a:pt x="146" y="209"/>
                  <a:pt x="145" y="208"/>
                </a:cubicBezTo>
                <a:cubicBezTo>
                  <a:pt x="124" y="187"/>
                  <a:pt x="110" y="152"/>
                  <a:pt x="110" y="119"/>
                </a:cubicBezTo>
                <a:close/>
                <a:moveTo>
                  <a:pt x="10" y="376"/>
                </a:moveTo>
                <a:cubicBezTo>
                  <a:pt x="12" y="335"/>
                  <a:pt x="45" y="308"/>
                  <a:pt x="108" y="296"/>
                </a:cubicBezTo>
                <a:cubicBezTo>
                  <a:pt x="108" y="296"/>
                  <a:pt x="108" y="296"/>
                  <a:pt x="108" y="296"/>
                </a:cubicBezTo>
                <a:cubicBezTo>
                  <a:pt x="135" y="287"/>
                  <a:pt x="146" y="254"/>
                  <a:pt x="147" y="222"/>
                </a:cubicBezTo>
                <a:cubicBezTo>
                  <a:pt x="160" y="232"/>
                  <a:pt x="175" y="238"/>
                  <a:pt x="190" y="238"/>
                </a:cubicBezTo>
                <a:cubicBezTo>
                  <a:pt x="206" y="238"/>
                  <a:pt x="221" y="232"/>
                  <a:pt x="234" y="221"/>
                </a:cubicBezTo>
                <a:cubicBezTo>
                  <a:pt x="236" y="253"/>
                  <a:pt x="248" y="289"/>
                  <a:pt x="275" y="296"/>
                </a:cubicBezTo>
                <a:cubicBezTo>
                  <a:pt x="276" y="297"/>
                  <a:pt x="276" y="297"/>
                  <a:pt x="276" y="297"/>
                </a:cubicBezTo>
                <a:cubicBezTo>
                  <a:pt x="337" y="309"/>
                  <a:pt x="369" y="336"/>
                  <a:pt x="371" y="376"/>
                </a:cubicBezTo>
                <a:lnTo>
                  <a:pt x="10" y="376"/>
                </a:lnTo>
                <a:close/>
              </a:path>
            </a:pathLst>
          </a:custGeom>
          <a:solidFill>
            <a:schemeClr val="accent6"/>
          </a:solidFill>
          <a:ln w="12700" cap="flat" cmpd="sng">
            <a:solidFill>
              <a:schemeClr val="accent5"/>
            </a:solidFill>
            <a:prstDash val="solid"/>
            <a:round/>
            <a:headEnd type="none" w="sm" len="sm"/>
            <a:tailEnd type="none" w="sm" len="sm"/>
          </a:ln>
        </p:spPr>
        <p:txBody>
          <a:bodyPr spcFirstLastPara="1" wrap="square" lIns="91375" tIns="45650" rIns="91375" bIns="4565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798" b="0" i="0" u="none" strike="noStrike" kern="1200" cap="none" spc="0" normalizeH="0" baseline="0" noProof="0" dirty="0">
              <a:ln>
                <a:noFill/>
              </a:ln>
              <a:solidFill>
                <a:srgbClr val="F3BA16"/>
              </a:solidFill>
              <a:effectLst/>
              <a:uLnTx/>
              <a:uFillTx/>
              <a:latin typeface="Open Sans Light"/>
              <a:ea typeface="Open Sans Light"/>
              <a:cs typeface="Open Sans Light"/>
              <a:sym typeface="Open Sans Light"/>
            </a:endParaRPr>
          </a:p>
        </p:txBody>
      </p:sp>
      <p:sp>
        <p:nvSpPr>
          <p:cNvPr id="1297" name="Google Shape;1297;p10"/>
          <p:cNvSpPr txBox="1"/>
          <p:nvPr/>
        </p:nvSpPr>
        <p:spPr>
          <a:xfrm>
            <a:off x="1234498" y="2051898"/>
            <a:ext cx="1843252" cy="553998"/>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a:ea typeface="Arial"/>
                <a:cs typeface="Arial"/>
                <a:sym typeface="Arial"/>
              </a:rPr>
              <a:t>End User, </a:t>
            </a:r>
            <a:br>
              <a:rPr kumimoji="0" lang="en-US" sz="1200" b="0" i="0" u="none" strike="noStrike" kern="1200" cap="none" spc="0" normalizeH="0" baseline="0" noProof="0" dirty="0">
                <a:ln>
                  <a:noFill/>
                </a:ln>
                <a:solidFill>
                  <a:srgbClr val="000000"/>
                </a:solidFill>
                <a:effectLst/>
                <a:uLnTx/>
                <a:uFillTx/>
                <a:latin typeface="Arial"/>
                <a:ea typeface="Arial"/>
                <a:cs typeface="Arial"/>
                <a:sym typeface="Arial"/>
              </a:rPr>
            </a:br>
            <a:r>
              <a:rPr kumimoji="0" lang="en-US" sz="1200" b="0" i="0" u="none" strike="noStrike" kern="1200" cap="none" spc="0" normalizeH="0" baseline="0" noProof="0" dirty="0">
                <a:ln>
                  <a:noFill/>
                </a:ln>
                <a:solidFill>
                  <a:srgbClr val="000000"/>
                </a:solidFill>
                <a:effectLst/>
                <a:uLnTx/>
                <a:uFillTx/>
                <a:latin typeface="Arial"/>
                <a:ea typeface="Arial"/>
                <a:cs typeface="Arial"/>
                <a:sym typeface="Arial"/>
              </a:rPr>
              <a:t>Developer, </a:t>
            </a:r>
            <a:br>
              <a:rPr kumimoji="0" lang="en-US" sz="1200" b="0" i="0" u="none" strike="noStrike" kern="1200" cap="none" spc="0" normalizeH="0" baseline="0" noProof="0" dirty="0">
                <a:ln>
                  <a:noFill/>
                </a:ln>
                <a:solidFill>
                  <a:srgbClr val="000000"/>
                </a:solidFill>
                <a:effectLst/>
                <a:uLnTx/>
                <a:uFillTx/>
                <a:latin typeface="Arial"/>
                <a:ea typeface="Arial"/>
                <a:cs typeface="Arial"/>
                <a:sym typeface="Arial"/>
              </a:rPr>
            </a:br>
            <a:r>
              <a:rPr kumimoji="0" lang="en-US" sz="1200" b="0" i="0" u="none" strike="noStrike" kern="1200" cap="none" spc="0" normalizeH="0" baseline="0" noProof="0" dirty="0">
                <a:ln>
                  <a:noFill/>
                </a:ln>
                <a:solidFill>
                  <a:srgbClr val="000000"/>
                </a:solidFill>
                <a:effectLst/>
                <a:uLnTx/>
                <a:uFillTx/>
                <a:latin typeface="Arial"/>
                <a:ea typeface="Arial"/>
                <a:cs typeface="Arial"/>
                <a:sym typeface="Arial"/>
              </a:rPr>
              <a:t>Platform Engineer </a:t>
            </a:r>
            <a:endParaRPr kumimoji="0" sz="12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298" name="Google Shape;1298;p10"/>
          <p:cNvSpPr/>
          <p:nvPr/>
        </p:nvSpPr>
        <p:spPr>
          <a:xfrm>
            <a:off x="1900884" y="1468579"/>
            <a:ext cx="473227" cy="497729"/>
          </a:xfrm>
          <a:custGeom>
            <a:avLst/>
            <a:gdLst/>
            <a:ahLst/>
            <a:cxnLst/>
            <a:rect l="l" t="t" r="r" b="b"/>
            <a:pathLst>
              <a:path w="380" h="386" extrusionOk="0">
                <a:moveTo>
                  <a:pt x="278" y="287"/>
                </a:moveTo>
                <a:cubicBezTo>
                  <a:pt x="262" y="283"/>
                  <a:pt x="244" y="261"/>
                  <a:pt x="244" y="213"/>
                </a:cubicBezTo>
                <a:cubicBezTo>
                  <a:pt x="265" y="191"/>
                  <a:pt x="280" y="157"/>
                  <a:pt x="280" y="119"/>
                </a:cubicBezTo>
                <a:cubicBezTo>
                  <a:pt x="280" y="46"/>
                  <a:pt x="246" y="0"/>
                  <a:pt x="190" y="0"/>
                </a:cubicBezTo>
                <a:cubicBezTo>
                  <a:pt x="135" y="0"/>
                  <a:pt x="100" y="46"/>
                  <a:pt x="100" y="119"/>
                </a:cubicBezTo>
                <a:cubicBezTo>
                  <a:pt x="100" y="157"/>
                  <a:pt x="116" y="193"/>
                  <a:pt x="138" y="215"/>
                </a:cubicBezTo>
                <a:cubicBezTo>
                  <a:pt x="138" y="244"/>
                  <a:pt x="129" y="279"/>
                  <a:pt x="106" y="287"/>
                </a:cubicBezTo>
                <a:cubicBezTo>
                  <a:pt x="37" y="301"/>
                  <a:pt x="0" y="333"/>
                  <a:pt x="0" y="381"/>
                </a:cubicBezTo>
                <a:cubicBezTo>
                  <a:pt x="0" y="384"/>
                  <a:pt x="2" y="386"/>
                  <a:pt x="5" y="386"/>
                </a:cubicBezTo>
                <a:cubicBezTo>
                  <a:pt x="376" y="386"/>
                  <a:pt x="376" y="386"/>
                  <a:pt x="376" y="386"/>
                </a:cubicBezTo>
                <a:cubicBezTo>
                  <a:pt x="378" y="386"/>
                  <a:pt x="380" y="384"/>
                  <a:pt x="380" y="381"/>
                </a:cubicBezTo>
                <a:cubicBezTo>
                  <a:pt x="380" y="334"/>
                  <a:pt x="345" y="302"/>
                  <a:pt x="278" y="287"/>
                </a:cubicBezTo>
                <a:close/>
                <a:moveTo>
                  <a:pt x="110" y="119"/>
                </a:moveTo>
                <a:cubicBezTo>
                  <a:pt x="110" y="66"/>
                  <a:pt x="131" y="10"/>
                  <a:pt x="190" y="10"/>
                </a:cubicBezTo>
                <a:cubicBezTo>
                  <a:pt x="250" y="10"/>
                  <a:pt x="271" y="66"/>
                  <a:pt x="271" y="119"/>
                </a:cubicBezTo>
                <a:cubicBezTo>
                  <a:pt x="271" y="151"/>
                  <a:pt x="257" y="186"/>
                  <a:pt x="236" y="207"/>
                </a:cubicBezTo>
                <a:cubicBezTo>
                  <a:pt x="236" y="207"/>
                  <a:pt x="235" y="208"/>
                  <a:pt x="235" y="209"/>
                </a:cubicBezTo>
                <a:cubicBezTo>
                  <a:pt x="222" y="221"/>
                  <a:pt x="207" y="228"/>
                  <a:pt x="190" y="228"/>
                </a:cubicBezTo>
                <a:cubicBezTo>
                  <a:pt x="174" y="228"/>
                  <a:pt x="159" y="221"/>
                  <a:pt x="147" y="210"/>
                </a:cubicBezTo>
                <a:cubicBezTo>
                  <a:pt x="147" y="209"/>
                  <a:pt x="146" y="209"/>
                  <a:pt x="145" y="208"/>
                </a:cubicBezTo>
                <a:cubicBezTo>
                  <a:pt x="124" y="187"/>
                  <a:pt x="110" y="152"/>
                  <a:pt x="110" y="119"/>
                </a:cubicBezTo>
                <a:close/>
                <a:moveTo>
                  <a:pt x="10" y="376"/>
                </a:moveTo>
                <a:cubicBezTo>
                  <a:pt x="12" y="335"/>
                  <a:pt x="45" y="308"/>
                  <a:pt x="108" y="296"/>
                </a:cubicBezTo>
                <a:cubicBezTo>
                  <a:pt x="108" y="296"/>
                  <a:pt x="108" y="296"/>
                  <a:pt x="108" y="296"/>
                </a:cubicBezTo>
                <a:cubicBezTo>
                  <a:pt x="135" y="287"/>
                  <a:pt x="146" y="254"/>
                  <a:pt x="147" y="222"/>
                </a:cubicBezTo>
                <a:cubicBezTo>
                  <a:pt x="160" y="232"/>
                  <a:pt x="175" y="238"/>
                  <a:pt x="190" y="238"/>
                </a:cubicBezTo>
                <a:cubicBezTo>
                  <a:pt x="206" y="238"/>
                  <a:pt x="221" y="232"/>
                  <a:pt x="234" y="221"/>
                </a:cubicBezTo>
                <a:cubicBezTo>
                  <a:pt x="236" y="253"/>
                  <a:pt x="248" y="289"/>
                  <a:pt x="275" y="296"/>
                </a:cubicBezTo>
                <a:cubicBezTo>
                  <a:pt x="276" y="297"/>
                  <a:pt x="276" y="297"/>
                  <a:pt x="276" y="297"/>
                </a:cubicBezTo>
                <a:cubicBezTo>
                  <a:pt x="337" y="309"/>
                  <a:pt x="369" y="336"/>
                  <a:pt x="371" y="376"/>
                </a:cubicBezTo>
                <a:lnTo>
                  <a:pt x="10" y="376"/>
                </a:lnTo>
                <a:close/>
              </a:path>
            </a:pathLst>
          </a:custGeom>
          <a:solidFill>
            <a:schemeClr val="accent5"/>
          </a:solidFill>
          <a:ln w="12700" cap="flat" cmpd="sng">
            <a:solidFill>
              <a:schemeClr val="accent3"/>
            </a:solidFill>
            <a:prstDash val="solid"/>
            <a:round/>
            <a:headEnd type="none" w="sm" len="sm"/>
            <a:tailEnd type="none" w="sm" len="sm"/>
          </a:ln>
        </p:spPr>
        <p:txBody>
          <a:bodyPr spcFirstLastPara="1" wrap="square" lIns="91375" tIns="45650" rIns="91375" bIns="4565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798" b="0" i="0" u="none" strike="noStrike" kern="1200" cap="none" spc="0" normalizeH="0" baseline="0" noProof="0" dirty="0">
              <a:ln>
                <a:noFill/>
              </a:ln>
              <a:solidFill>
                <a:srgbClr val="FFFFFF"/>
              </a:solidFill>
              <a:effectLst/>
              <a:uLnTx/>
              <a:uFillTx/>
              <a:latin typeface="Open Sans Light"/>
              <a:ea typeface="Open Sans Light"/>
              <a:cs typeface="Open Sans Light"/>
              <a:sym typeface="Open Sans Light"/>
            </a:endParaRPr>
          </a:p>
        </p:txBody>
      </p:sp>
      <p:sp>
        <p:nvSpPr>
          <p:cNvPr id="1299" name="Google Shape;1299;p10"/>
          <p:cNvSpPr txBox="1"/>
          <p:nvPr/>
        </p:nvSpPr>
        <p:spPr>
          <a:xfrm>
            <a:off x="1077334" y="5279954"/>
            <a:ext cx="2072979" cy="630942"/>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a:ea typeface="Arial"/>
                <a:cs typeface="Arial"/>
                <a:sym typeface="Arial"/>
              </a:rPr>
              <a:t>Enterprise IT Admin </a:t>
            </a:r>
            <a:br>
              <a:rPr kumimoji="0" lang="en-US" sz="1200" b="0" i="0" u="none" strike="noStrike" kern="1200" cap="none" spc="0" normalizeH="0" baseline="0" noProof="0" dirty="0">
                <a:ln>
                  <a:noFill/>
                </a:ln>
                <a:solidFill>
                  <a:srgbClr val="000000"/>
                </a:solidFill>
                <a:effectLst/>
                <a:uLnTx/>
                <a:uFillTx/>
                <a:latin typeface="Arial"/>
                <a:ea typeface="Arial"/>
                <a:cs typeface="Arial"/>
                <a:sym typeface="Arial"/>
              </a:rPr>
            </a:br>
            <a:r>
              <a:rPr kumimoji="0" lang="en-US" sz="1200" b="0" i="0" u="none" strike="noStrike" kern="1200" cap="none" spc="0" normalizeH="0" baseline="0" noProof="0" dirty="0">
                <a:ln>
                  <a:noFill/>
                </a:ln>
                <a:solidFill>
                  <a:srgbClr val="000000"/>
                </a:solidFill>
                <a:effectLst/>
                <a:uLnTx/>
                <a:uFillTx/>
                <a:latin typeface="Arial"/>
                <a:ea typeface="Arial"/>
                <a:cs typeface="Arial"/>
                <a:sym typeface="Arial"/>
              </a:rPr>
              <a:t>or</a:t>
            </a:r>
            <a:endParaRPr kumimoji="0" sz="1200" b="0" i="0" u="none" strike="noStrike" kern="1200" cap="none" spc="0" normalizeH="0" baseline="0" noProof="0" dirty="0">
              <a:ln>
                <a:noFill/>
              </a:ln>
              <a:solidFill>
                <a:srgbClr val="000000"/>
              </a:solidFill>
              <a:effectLst/>
              <a:uLnTx/>
              <a:uFillTx/>
              <a:latin typeface="Arial"/>
              <a:ea typeface="Arial"/>
              <a:cs typeface="Arial"/>
              <a:sym typeface="Arial"/>
            </a:endParaRPr>
          </a:p>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a:ea typeface="Arial"/>
                <a:cs typeface="Arial"/>
                <a:sym typeface="Arial"/>
              </a:rPr>
              <a:t>Service Provider Admin</a:t>
            </a:r>
            <a:endParaRPr kumimoji="0" sz="12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300" name="Google Shape;1300;p10"/>
          <p:cNvSpPr txBox="1"/>
          <p:nvPr/>
        </p:nvSpPr>
        <p:spPr>
          <a:xfrm>
            <a:off x="1417123" y="3664640"/>
            <a:ext cx="1440750" cy="553998"/>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a:ea typeface="Arial"/>
                <a:cs typeface="Arial"/>
                <a:sym typeface="Arial"/>
              </a:rPr>
              <a:t>LOB Admin </a:t>
            </a:r>
            <a:br>
              <a:rPr kumimoji="0" lang="en-US" sz="1200" b="0" i="0" u="none" strike="noStrike" kern="1200" cap="none" spc="0" normalizeH="0" baseline="0" noProof="0" dirty="0">
                <a:ln>
                  <a:noFill/>
                </a:ln>
                <a:solidFill>
                  <a:srgbClr val="000000"/>
                </a:solidFill>
                <a:effectLst/>
                <a:uLnTx/>
                <a:uFillTx/>
                <a:latin typeface="Arial"/>
                <a:ea typeface="Arial"/>
                <a:cs typeface="Arial"/>
                <a:sym typeface="Arial"/>
              </a:rPr>
            </a:br>
            <a:r>
              <a:rPr kumimoji="0" lang="en-US" sz="1200" b="0" i="0" u="none" strike="noStrike" kern="1200" cap="none" spc="0" normalizeH="0" baseline="0" noProof="0" dirty="0">
                <a:ln>
                  <a:noFill/>
                </a:ln>
                <a:solidFill>
                  <a:srgbClr val="000000"/>
                </a:solidFill>
                <a:effectLst/>
                <a:uLnTx/>
                <a:uFillTx/>
                <a:latin typeface="Arial"/>
                <a:ea typeface="Arial"/>
                <a:cs typeface="Arial"/>
                <a:sym typeface="Arial"/>
              </a:rPr>
              <a:t>or </a:t>
            </a:r>
            <a:br>
              <a:rPr kumimoji="0" lang="en-US" sz="1200" b="0" i="0" u="none" strike="noStrike" kern="1200" cap="none" spc="0" normalizeH="0" baseline="0" noProof="0" dirty="0">
                <a:ln>
                  <a:noFill/>
                </a:ln>
                <a:solidFill>
                  <a:srgbClr val="000000"/>
                </a:solidFill>
                <a:effectLst/>
                <a:uLnTx/>
                <a:uFillTx/>
                <a:latin typeface="Arial"/>
                <a:ea typeface="Arial"/>
                <a:cs typeface="Arial"/>
                <a:sym typeface="Arial"/>
              </a:rPr>
            </a:br>
            <a:r>
              <a:rPr kumimoji="0" lang="en-US" sz="1200" b="0" i="0" u="none" strike="noStrike" kern="1200" cap="none" spc="0" normalizeH="0" baseline="0" noProof="0" dirty="0">
                <a:ln>
                  <a:noFill/>
                </a:ln>
                <a:solidFill>
                  <a:srgbClr val="000000"/>
                </a:solidFill>
                <a:effectLst/>
                <a:uLnTx/>
                <a:uFillTx/>
                <a:latin typeface="Arial"/>
                <a:ea typeface="Arial"/>
                <a:cs typeface="Arial"/>
                <a:sym typeface="Arial"/>
              </a:rPr>
              <a:t>Org Admin</a:t>
            </a:r>
            <a:endParaRPr kumimoji="0" sz="1200" b="0" i="0" u="none" strike="noStrike" kern="1200" cap="none" spc="0" normalizeH="0" baseline="0" noProof="0" dirty="0">
              <a:ln>
                <a:noFill/>
              </a:ln>
              <a:solidFill>
                <a:srgbClr val="000000"/>
              </a:solidFill>
              <a:effectLst/>
              <a:uLnTx/>
              <a:uFillTx/>
              <a:latin typeface="Arial"/>
              <a:ea typeface="Arial"/>
              <a:cs typeface="Arial"/>
              <a:sym typeface="Arial"/>
            </a:endParaRPr>
          </a:p>
        </p:txBody>
      </p:sp>
      <p:cxnSp>
        <p:nvCxnSpPr>
          <p:cNvPr id="1301" name="Google Shape;1301;p10"/>
          <p:cNvCxnSpPr>
            <a:cxnSpLocks/>
          </p:cNvCxnSpPr>
          <p:nvPr/>
        </p:nvCxnSpPr>
        <p:spPr>
          <a:xfrm>
            <a:off x="3721813" y="4501989"/>
            <a:ext cx="7527434" cy="9640"/>
          </a:xfrm>
          <a:prstGeom prst="straightConnector1">
            <a:avLst/>
          </a:prstGeom>
          <a:noFill/>
          <a:ln w="9525" cap="flat" cmpd="sng">
            <a:solidFill>
              <a:schemeClr val="tx1">
                <a:lumMod val="50000"/>
                <a:lumOff val="50000"/>
              </a:schemeClr>
            </a:solidFill>
            <a:prstDash val="solid"/>
            <a:round/>
            <a:headEnd type="none" w="sm" len="sm"/>
            <a:tailEnd type="none" w="sm" len="sm"/>
          </a:ln>
        </p:spPr>
      </p:cxnSp>
      <p:cxnSp>
        <p:nvCxnSpPr>
          <p:cNvPr id="1302" name="Google Shape;1302;p10"/>
          <p:cNvCxnSpPr>
            <a:cxnSpLocks/>
          </p:cNvCxnSpPr>
          <p:nvPr/>
        </p:nvCxnSpPr>
        <p:spPr>
          <a:xfrm>
            <a:off x="3721813" y="2861055"/>
            <a:ext cx="7527434" cy="0"/>
          </a:xfrm>
          <a:prstGeom prst="straightConnector1">
            <a:avLst/>
          </a:prstGeom>
          <a:noFill/>
          <a:ln w="9525" cap="flat" cmpd="sng">
            <a:solidFill>
              <a:schemeClr val="tx1">
                <a:lumMod val="50000"/>
                <a:lumOff val="50000"/>
              </a:schemeClr>
            </a:solidFill>
            <a:prstDash val="solid"/>
            <a:round/>
            <a:headEnd type="none" w="sm" len="sm"/>
            <a:tailEnd type="none" w="sm" len="sm"/>
          </a:ln>
        </p:spPr>
      </p:cxnSp>
      <p:sp>
        <p:nvSpPr>
          <p:cNvPr id="1303" name="Google Shape;1303;p10"/>
          <p:cNvSpPr txBox="1"/>
          <p:nvPr/>
        </p:nvSpPr>
        <p:spPr>
          <a:xfrm>
            <a:off x="3721814" y="4686584"/>
            <a:ext cx="6143336" cy="1329249"/>
          </a:xfrm>
          <a:prstGeom prst="rect">
            <a:avLst/>
          </a:prstGeom>
          <a:noFill/>
          <a:ln>
            <a:noFill/>
          </a:ln>
        </p:spPr>
        <p:txBody>
          <a:bodyPr spcFirstLastPara="1" wrap="square" lIns="91400" tIns="45675" rIns="91400" bIns="45675" anchor="t" anchorCtr="0">
            <a:spAutoFit/>
          </a:bodyPr>
          <a:lstStyle/>
          <a:p>
            <a:pPr marL="285664" marR="0" lvl="0" indent="-285664" algn="l" defTabSz="914400" rtl="0" eaLnBrk="1" fontAlgn="auto" latinLnBrk="0" hangingPunct="1">
              <a:lnSpc>
                <a:spcPct val="90000"/>
              </a:lnSpc>
              <a:spcBef>
                <a:spcPts val="0"/>
              </a:spcBef>
              <a:spcAft>
                <a:spcPts val="0"/>
              </a:spcAft>
              <a:buClr>
                <a:srgbClr val="000000"/>
              </a:buClr>
              <a:buSzPts val="1600"/>
              <a:buFont typeface="Arial"/>
              <a:buChar char="•"/>
              <a:tabLst/>
              <a:defRPr/>
            </a:pPr>
            <a:r>
              <a:rPr kumimoji="0" lang="en-US" sz="1400" b="0" i="0" u="none" strike="noStrike" kern="1200" cap="none" spc="0" normalizeH="0" baseline="0" noProof="0" dirty="0">
                <a:ln>
                  <a:noFill/>
                </a:ln>
                <a:solidFill>
                  <a:srgbClr val="61A60E"/>
                </a:solidFill>
                <a:effectLst/>
                <a:uLnTx/>
                <a:uFillTx/>
                <a:latin typeface="Arial"/>
                <a:ea typeface="Arial"/>
                <a:cs typeface="Arial"/>
                <a:sym typeface="Arial"/>
              </a:rPr>
              <a:t>Organize infrastructure resources among tenants and LOBs</a:t>
            </a:r>
            <a:endParaRPr kumimoji="0" sz="1400" b="0" i="0" u="none" strike="noStrike" kern="1200" cap="none" spc="0" normalizeH="0" baseline="0" noProof="0" dirty="0">
              <a:ln>
                <a:noFill/>
              </a:ln>
              <a:solidFill>
                <a:srgbClr val="61A60E"/>
              </a:solidFill>
              <a:effectLst/>
              <a:uLnTx/>
              <a:uFillTx/>
              <a:latin typeface="Arial"/>
              <a:ea typeface="Arial"/>
              <a:cs typeface="Arial"/>
              <a:sym typeface="Arial"/>
            </a:endParaRPr>
          </a:p>
          <a:p>
            <a:pPr marL="285664" marR="0" lvl="0" indent="-285664" algn="l" defTabSz="914400" rtl="0" eaLnBrk="1" fontAlgn="auto" latinLnBrk="0" hangingPunct="1">
              <a:lnSpc>
                <a:spcPct val="90000"/>
              </a:lnSpc>
              <a:spcBef>
                <a:spcPts val="1200"/>
              </a:spcBef>
              <a:spcAft>
                <a:spcPts val="0"/>
              </a:spcAft>
              <a:buClr>
                <a:srgbClr val="000000"/>
              </a:buClr>
              <a:buSzPts val="1600"/>
              <a:buFont typeface="Arial"/>
              <a:buChar char="•"/>
              <a:tabLst/>
              <a:defRPr/>
            </a:pPr>
            <a:r>
              <a:rPr kumimoji="0" lang="en-US" sz="1400" b="0" i="0" u="none" strike="noStrike" kern="1200" cap="none" spc="0" normalizeH="0" baseline="0" noProof="0" dirty="0">
                <a:ln>
                  <a:noFill/>
                </a:ln>
                <a:solidFill>
                  <a:srgbClr val="61A60E"/>
                </a:solidFill>
                <a:effectLst/>
                <a:uLnTx/>
                <a:uFillTx/>
                <a:latin typeface="Arial"/>
                <a:ea typeface="Arial"/>
                <a:cs typeface="Arial"/>
                <a:sym typeface="Arial"/>
              </a:rPr>
              <a:t>Setup networking</a:t>
            </a:r>
            <a:endParaRPr kumimoji="0" sz="1400" b="0" i="0" u="none" strike="noStrike" kern="1200" cap="none" spc="0" normalizeH="0" baseline="0" noProof="0" dirty="0">
              <a:ln>
                <a:noFill/>
              </a:ln>
              <a:solidFill>
                <a:srgbClr val="61A60E"/>
              </a:solidFill>
              <a:effectLst/>
              <a:uLnTx/>
              <a:uFillTx/>
              <a:latin typeface="Arial"/>
              <a:ea typeface="Arial"/>
              <a:cs typeface="Arial"/>
              <a:sym typeface="Arial"/>
            </a:endParaRPr>
          </a:p>
          <a:p>
            <a:pPr marL="285664" marR="0" lvl="0" indent="-285664" algn="l" defTabSz="914400" rtl="0" eaLnBrk="1" fontAlgn="auto" latinLnBrk="0" hangingPunct="1">
              <a:lnSpc>
                <a:spcPct val="90000"/>
              </a:lnSpc>
              <a:spcBef>
                <a:spcPts val="1200"/>
              </a:spcBef>
              <a:spcAft>
                <a:spcPts val="0"/>
              </a:spcAft>
              <a:buClr>
                <a:srgbClr val="000000"/>
              </a:buClr>
              <a:buSzPts val="1600"/>
              <a:buFont typeface="Arial"/>
              <a:buChar char="•"/>
              <a:tabLst/>
              <a:defRPr/>
            </a:pPr>
            <a:r>
              <a:rPr kumimoji="0" lang="en-US" sz="1400" b="0" i="0" u="none" strike="noStrike" kern="1200" cap="none" spc="0" normalizeH="0" baseline="0" noProof="0" dirty="0">
                <a:ln>
                  <a:noFill/>
                </a:ln>
                <a:solidFill>
                  <a:srgbClr val="61A60E"/>
                </a:solidFill>
                <a:effectLst/>
                <a:uLnTx/>
                <a:uFillTx/>
                <a:latin typeface="Arial"/>
                <a:ea typeface="Arial"/>
                <a:cs typeface="Arial"/>
                <a:sym typeface="Arial"/>
              </a:rPr>
              <a:t>Manage tenant utilization and chargeback</a:t>
            </a:r>
            <a:endParaRPr kumimoji="0" sz="1400" b="0" i="0" u="none" strike="noStrike" kern="1200" cap="none" spc="0" normalizeH="0" baseline="0" noProof="0" dirty="0">
              <a:ln>
                <a:noFill/>
              </a:ln>
              <a:solidFill>
                <a:srgbClr val="61A60E"/>
              </a:solidFill>
              <a:effectLst/>
              <a:uLnTx/>
              <a:uFillTx/>
              <a:latin typeface="Arial"/>
              <a:ea typeface="Arial"/>
              <a:cs typeface="Arial"/>
              <a:sym typeface="Arial"/>
            </a:endParaRPr>
          </a:p>
          <a:p>
            <a:pPr marL="285664" marR="0" lvl="0" indent="-285664" algn="l" defTabSz="914400" rtl="0" eaLnBrk="1" fontAlgn="auto" latinLnBrk="0" hangingPunct="1">
              <a:lnSpc>
                <a:spcPct val="90000"/>
              </a:lnSpc>
              <a:spcBef>
                <a:spcPts val="1200"/>
              </a:spcBef>
              <a:spcAft>
                <a:spcPts val="0"/>
              </a:spcAft>
              <a:buClr>
                <a:srgbClr val="000000"/>
              </a:buClr>
              <a:buSzPts val="1600"/>
              <a:buFont typeface="Arial"/>
              <a:buChar char="•"/>
              <a:tabLst/>
              <a:defRPr/>
            </a:pPr>
            <a:r>
              <a:rPr kumimoji="0" lang="en-US" sz="1400" b="0" i="0" u="none" strike="noStrike" kern="1200" cap="none" spc="0" normalizeH="0" baseline="0" noProof="0" dirty="0">
                <a:ln>
                  <a:noFill/>
                </a:ln>
                <a:solidFill>
                  <a:srgbClr val="61A60E"/>
                </a:solidFill>
                <a:effectLst/>
                <a:uLnTx/>
                <a:uFillTx/>
                <a:latin typeface="Arial"/>
                <a:ea typeface="Arial"/>
                <a:cs typeface="Arial"/>
                <a:sym typeface="Arial"/>
              </a:rPr>
              <a:t>Manage services ecosystem for tenants</a:t>
            </a:r>
            <a:endParaRPr kumimoji="0" sz="1100" b="0" i="0" u="none" strike="noStrike" kern="1200" cap="none" spc="0" normalizeH="0" baseline="0" noProof="0" dirty="0">
              <a:ln>
                <a:noFill/>
              </a:ln>
              <a:solidFill>
                <a:srgbClr val="61A60E"/>
              </a:solidFill>
              <a:effectLst/>
              <a:uLnTx/>
              <a:uFillTx/>
              <a:latin typeface="Arial"/>
              <a:ea typeface="Arial"/>
              <a:cs typeface="Arial"/>
              <a:sym typeface="Arial"/>
            </a:endParaRPr>
          </a:p>
        </p:txBody>
      </p:sp>
      <p:sp>
        <p:nvSpPr>
          <p:cNvPr id="1304" name="Google Shape;1304;p10"/>
          <p:cNvSpPr txBox="1"/>
          <p:nvPr/>
        </p:nvSpPr>
        <p:spPr>
          <a:xfrm>
            <a:off x="3721813" y="3236390"/>
            <a:ext cx="7646857" cy="981716"/>
          </a:xfrm>
          <a:prstGeom prst="rect">
            <a:avLst/>
          </a:prstGeom>
          <a:noFill/>
          <a:ln>
            <a:noFill/>
          </a:ln>
        </p:spPr>
        <p:txBody>
          <a:bodyPr spcFirstLastPara="1" wrap="square" lIns="91400" tIns="45675" rIns="91400" bIns="45675" anchor="t" anchorCtr="0">
            <a:spAutoFit/>
          </a:bodyPr>
          <a:lstStyle/>
          <a:p>
            <a:pPr marL="285664" marR="0" lvl="0" indent="-285664" algn="l" defTabSz="914400" rtl="0" eaLnBrk="1" fontAlgn="auto" latinLnBrk="0" hangingPunct="1">
              <a:lnSpc>
                <a:spcPct val="90000"/>
              </a:lnSpc>
              <a:spcBef>
                <a:spcPts val="0"/>
              </a:spcBef>
              <a:spcAft>
                <a:spcPts val="0"/>
              </a:spcAft>
              <a:buClr>
                <a:srgbClr val="000000"/>
              </a:buClr>
              <a:buSzPts val="1600"/>
              <a:buFont typeface="Arial"/>
              <a:buChar char="•"/>
              <a:tabLst/>
              <a:defRPr/>
            </a:pPr>
            <a:r>
              <a:rPr kumimoji="0" lang="en-US" sz="1400" b="0" i="0" u="none" strike="noStrike" kern="1200" cap="none" spc="0" normalizeH="0" baseline="0" noProof="0" dirty="0">
                <a:ln>
                  <a:noFill/>
                </a:ln>
                <a:solidFill>
                  <a:srgbClr val="6C4B94"/>
                </a:solidFill>
                <a:effectLst/>
                <a:uLnTx/>
                <a:uFillTx/>
                <a:latin typeface="Arial"/>
                <a:ea typeface="Arial"/>
                <a:cs typeface="Arial"/>
                <a:sym typeface="Arial"/>
              </a:rPr>
              <a:t>Enable new consumption experience with Projects, vSphere Namespaces and VPCs</a:t>
            </a:r>
            <a:endParaRPr kumimoji="0" sz="1400" b="0" i="0" u="none" strike="noStrike" kern="1200" cap="none" spc="0" normalizeH="0" baseline="0" noProof="0" dirty="0">
              <a:ln>
                <a:noFill/>
              </a:ln>
              <a:solidFill>
                <a:srgbClr val="6C4B94"/>
              </a:solidFill>
              <a:effectLst/>
              <a:uLnTx/>
              <a:uFillTx/>
              <a:latin typeface="Arial"/>
              <a:ea typeface="Arial"/>
              <a:cs typeface="Arial"/>
              <a:sym typeface="Arial"/>
            </a:endParaRPr>
          </a:p>
          <a:p>
            <a:pPr marL="285664" marR="0" lvl="0" indent="-285664" algn="l" defTabSz="914400" rtl="0" eaLnBrk="1" fontAlgn="auto" latinLnBrk="0" hangingPunct="1">
              <a:lnSpc>
                <a:spcPct val="90000"/>
              </a:lnSpc>
              <a:spcBef>
                <a:spcPts val="1200"/>
              </a:spcBef>
              <a:spcAft>
                <a:spcPts val="0"/>
              </a:spcAft>
              <a:buClr>
                <a:srgbClr val="000000"/>
              </a:buClr>
              <a:buSzPts val="1600"/>
              <a:buFont typeface="Arial"/>
              <a:buChar char="•"/>
              <a:tabLst/>
              <a:defRPr/>
            </a:pPr>
            <a:r>
              <a:rPr kumimoji="0" lang="en-US" sz="1400" b="0" i="0" u="none" strike="noStrike" kern="1200" cap="none" spc="0" normalizeH="0" baseline="0" noProof="0" dirty="0">
                <a:ln>
                  <a:noFill/>
                </a:ln>
                <a:solidFill>
                  <a:srgbClr val="6C4B94"/>
                </a:solidFill>
                <a:effectLst/>
                <a:uLnTx/>
                <a:uFillTx/>
                <a:latin typeface="Arial"/>
                <a:ea typeface="Arial"/>
                <a:cs typeface="Arial"/>
                <a:sym typeface="Arial"/>
              </a:rPr>
              <a:t>Enforce policies – Quota, Leases, Approvals, IaaS policies</a:t>
            </a:r>
            <a:endParaRPr kumimoji="0" sz="1400" b="0" i="0" u="none" strike="noStrike" kern="1200" cap="none" spc="0" normalizeH="0" baseline="0" noProof="0" dirty="0">
              <a:ln>
                <a:noFill/>
              </a:ln>
              <a:solidFill>
                <a:srgbClr val="6C4B94"/>
              </a:solidFill>
              <a:effectLst/>
              <a:uLnTx/>
              <a:uFillTx/>
              <a:latin typeface="Arial"/>
              <a:ea typeface="Arial"/>
              <a:cs typeface="Arial"/>
              <a:sym typeface="Arial"/>
            </a:endParaRPr>
          </a:p>
          <a:p>
            <a:pPr marL="285664" marR="0" lvl="0" indent="-285664" algn="l" defTabSz="914400" rtl="0" eaLnBrk="1" fontAlgn="auto" latinLnBrk="0" hangingPunct="1">
              <a:lnSpc>
                <a:spcPct val="90000"/>
              </a:lnSpc>
              <a:spcBef>
                <a:spcPts val="1200"/>
              </a:spcBef>
              <a:spcAft>
                <a:spcPts val="0"/>
              </a:spcAft>
              <a:buClr>
                <a:srgbClr val="000000"/>
              </a:buClr>
              <a:buSzPts val="1600"/>
              <a:buFont typeface="Arial"/>
              <a:buChar char="•"/>
              <a:tabLst/>
              <a:defRPr/>
            </a:pPr>
            <a:r>
              <a:rPr kumimoji="0" lang="en-US" sz="1400" b="0" i="0" u="none" strike="noStrike" kern="1200" cap="none" spc="0" normalizeH="0" baseline="0" noProof="0" dirty="0">
                <a:ln>
                  <a:noFill/>
                </a:ln>
                <a:solidFill>
                  <a:srgbClr val="6C4B94"/>
                </a:solidFill>
                <a:effectLst/>
                <a:uLnTx/>
                <a:uFillTx/>
                <a:latin typeface="Arial"/>
                <a:ea typeface="Arial"/>
                <a:cs typeface="Arial"/>
                <a:sym typeface="Arial"/>
              </a:rPr>
              <a:t>Manage content</a:t>
            </a:r>
            <a:endParaRPr kumimoji="0" sz="1400" b="0" i="0" u="none" strike="noStrike" kern="1200" cap="none" spc="0" normalizeH="0" baseline="0" noProof="0" dirty="0">
              <a:ln>
                <a:noFill/>
              </a:ln>
              <a:solidFill>
                <a:srgbClr val="6C4B94"/>
              </a:solidFill>
              <a:effectLst/>
              <a:uLnTx/>
              <a:uFillTx/>
              <a:latin typeface="Arial"/>
              <a:ea typeface="Arial"/>
              <a:cs typeface="Arial"/>
              <a:sym typeface="Arial"/>
            </a:endParaRPr>
          </a:p>
        </p:txBody>
      </p:sp>
      <p:sp>
        <p:nvSpPr>
          <p:cNvPr id="1305" name="Google Shape;1305;p10"/>
          <p:cNvSpPr txBox="1"/>
          <p:nvPr/>
        </p:nvSpPr>
        <p:spPr>
          <a:xfrm>
            <a:off x="3721814" y="1596874"/>
            <a:ext cx="6143336" cy="981551"/>
          </a:xfrm>
          <a:prstGeom prst="rect">
            <a:avLst/>
          </a:prstGeom>
          <a:noFill/>
          <a:ln>
            <a:noFill/>
          </a:ln>
        </p:spPr>
        <p:txBody>
          <a:bodyPr spcFirstLastPara="1" wrap="square" lIns="91400" tIns="45675" rIns="91400" bIns="45675" anchor="t" anchorCtr="0">
            <a:spAutoFit/>
          </a:bodyPr>
          <a:lstStyle/>
          <a:p>
            <a:pPr marL="285664" marR="0" lvl="0" indent="-285664" algn="l" defTabSz="914400" rtl="0" eaLnBrk="1" fontAlgn="auto" latinLnBrk="0" hangingPunct="1">
              <a:lnSpc>
                <a:spcPct val="90000"/>
              </a:lnSpc>
              <a:spcBef>
                <a:spcPts val="0"/>
              </a:spcBef>
              <a:spcAft>
                <a:spcPts val="0"/>
              </a:spcAft>
              <a:buClr>
                <a:srgbClr val="000000"/>
              </a:buClr>
              <a:buSzPts val="1600"/>
              <a:buFont typeface="Arial"/>
              <a:buChar char="•"/>
              <a:tabLst/>
              <a:defRPr/>
            </a:pPr>
            <a:r>
              <a:rPr kumimoji="0" lang="en-US" sz="1400" b="0" i="0" u="none" strike="noStrike" kern="1200" cap="none" spc="0" normalizeH="0" baseline="0" noProof="0" dirty="0">
                <a:ln>
                  <a:noFill/>
                </a:ln>
                <a:solidFill>
                  <a:srgbClr val="0098C7"/>
                </a:solidFill>
                <a:effectLst/>
                <a:uLnTx/>
                <a:uFillTx/>
                <a:latin typeface="Arial"/>
                <a:ea typeface="Arial"/>
                <a:cs typeface="Arial"/>
                <a:sym typeface="Arial"/>
              </a:rPr>
              <a:t>Self-service IaaS services and catalog</a:t>
            </a:r>
            <a:endParaRPr kumimoji="0" sz="1400" b="0" i="0" u="none" strike="noStrike" kern="1200" cap="none" spc="0" normalizeH="0" baseline="0" noProof="0" dirty="0">
              <a:ln>
                <a:noFill/>
              </a:ln>
              <a:solidFill>
                <a:srgbClr val="0098C7"/>
              </a:solidFill>
              <a:effectLst/>
              <a:uLnTx/>
              <a:uFillTx/>
              <a:latin typeface="Arial"/>
              <a:ea typeface="Arial"/>
              <a:cs typeface="Arial"/>
              <a:sym typeface="Arial"/>
            </a:endParaRPr>
          </a:p>
          <a:p>
            <a:pPr marL="285664" marR="0" lvl="0" indent="-285664" algn="l" defTabSz="914400" rtl="0" eaLnBrk="1" fontAlgn="auto" latinLnBrk="0" hangingPunct="1">
              <a:lnSpc>
                <a:spcPct val="90000"/>
              </a:lnSpc>
              <a:spcBef>
                <a:spcPts val="1200"/>
              </a:spcBef>
              <a:spcAft>
                <a:spcPts val="0"/>
              </a:spcAft>
              <a:buClr>
                <a:srgbClr val="000000"/>
              </a:buClr>
              <a:buSzPts val="1600"/>
              <a:buFont typeface="Arial"/>
              <a:buChar char="•"/>
              <a:tabLst/>
              <a:defRPr/>
            </a:pPr>
            <a:r>
              <a:rPr kumimoji="0" lang="en-US" sz="1400" b="0" i="0" u="none" strike="noStrike" kern="1200" cap="none" spc="0" normalizeH="0" baseline="0" noProof="0" dirty="0">
                <a:ln>
                  <a:noFill/>
                </a:ln>
                <a:solidFill>
                  <a:srgbClr val="0098C7"/>
                </a:solidFill>
                <a:effectLst/>
                <a:uLnTx/>
                <a:uFillTx/>
                <a:latin typeface="Arial"/>
                <a:ea typeface="Arial"/>
                <a:cs typeface="Arial"/>
                <a:sym typeface="Arial"/>
              </a:rPr>
              <a:t>Day 2 operations on workloads and IaaS services</a:t>
            </a:r>
            <a:endParaRPr kumimoji="0" sz="1400" b="0" i="0" u="none" strike="noStrike" kern="1200" cap="none" spc="0" normalizeH="0" baseline="0" noProof="0" dirty="0">
              <a:ln>
                <a:noFill/>
              </a:ln>
              <a:solidFill>
                <a:srgbClr val="0098C7"/>
              </a:solidFill>
              <a:effectLst/>
              <a:uLnTx/>
              <a:uFillTx/>
              <a:latin typeface="Arial"/>
              <a:ea typeface="Arial"/>
              <a:cs typeface="Arial"/>
              <a:sym typeface="Arial"/>
            </a:endParaRPr>
          </a:p>
          <a:p>
            <a:pPr marL="285664" marR="0" lvl="0" indent="-285664" algn="l" defTabSz="914400" rtl="0" eaLnBrk="1" fontAlgn="auto" latinLnBrk="0" hangingPunct="1">
              <a:lnSpc>
                <a:spcPct val="90000"/>
              </a:lnSpc>
              <a:spcBef>
                <a:spcPts val="1200"/>
              </a:spcBef>
              <a:spcAft>
                <a:spcPts val="0"/>
              </a:spcAft>
              <a:buClr>
                <a:srgbClr val="000000"/>
              </a:buClr>
              <a:buSzPts val="1600"/>
              <a:buFont typeface="Arial"/>
              <a:buChar char="•"/>
              <a:tabLst/>
              <a:defRPr/>
            </a:pPr>
            <a:r>
              <a:rPr kumimoji="0" lang="en-US" sz="1400" b="0" i="0" u="none" strike="noStrike" kern="1200" cap="none" spc="0" normalizeH="0" baseline="0" noProof="0" dirty="0">
                <a:ln>
                  <a:noFill/>
                </a:ln>
                <a:solidFill>
                  <a:srgbClr val="0098C7"/>
                </a:solidFill>
                <a:effectLst/>
                <a:uLnTx/>
                <a:uFillTx/>
                <a:latin typeface="Arial"/>
                <a:ea typeface="Arial"/>
                <a:cs typeface="Arial"/>
                <a:sym typeface="Arial"/>
              </a:rPr>
              <a:t>Workload operations visibility</a:t>
            </a:r>
            <a:endParaRPr kumimoji="0" sz="1400" b="0" i="0" u="none" strike="noStrike" kern="1200" cap="none" spc="0" normalizeH="0" baseline="0" noProof="0" dirty="0">
              <a:ln>
                <a:noFill/>
              </a:ln>
              <a:solidFill>
                <a:srgbClr val="0098C7"/>
              </a:solidFill>
              <a:effectLst/>
              <a:uLnTx/>
              <a:uFillTx/>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C27DF-E467-BA3C-2F32-6A13B5EC51C3}"/>
            </a:ext>
          </a:extLst>
        </p:cNvPr>
        <p:cNvGrpSpPr/>
        <p:nvPr/>
      </p:nvGrpSpPr>
      <p:grpSpPr>
        <a:xfrm>
          <a:off x="0" y="0"/>
          <a:ext cx="0" cy="0"/>
          <a:chOff x="0" y="0"/>
          <a:chExt cx="0" cy="0"/>
        </a:xfrm>
      </p:grpSpPr>
      <p:sp>
        <p:nvSpPr>
          <p:cNvPr id="5" name="Google Shape;5845;p33">
            <a:extLst>
              <a:ext uri="{FF2B5EF4-FFF2-40B4-BE49-F238E27FC236}">
                <a16:creationId xmlns:a16="http://schemas.microsoft.com/office/drawing/2014/main" id="{605AC49E-4025-6B5C-AF15-2A001260F33B}"/>
              </a:ext>
            </a:extLst>
          </p:cNvPr>
          <p:cNvSpPr/>
          <p:nvPr/>
        </p:nvSpPr>
        <p:spPr>
          <a:xfrm>
            <a:off x="579658" y="1621839"/>
            <a:ext cx="7386610" cy="4494996"/>
          </a:xfrm>
          <a:prstGeom prst="roundRect">
            <a:avLst>
              <a:gd name="adj" fmla="val 2525"/>
            </a:avLst>
          </a:prstGeom>
          <a:solidFill>
            <a:schemeClr val="lt1"/>
          </a:solidFill>
          <a:ln w="9525" cap="flat" cmpd="sng">
            <a:solidFill>
              <a:srgbClr val="797979"/>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Tx/>
              <a:buNone/>
              <a:tabLst/>
              <a:defRPr/>
            </a:pPr>
            <a:endParaRPr kumimoji="0" sz="11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2" name="Title 1">
            <a:extLst>
              <a:ext uri="{FF2B5EF4-FFF2-40B4-BE49-F238E27FC236}">
                <a16:creationId xmlns:a16="http://schemas.microsoft.com/office/drawing/2014/main" id="{77064FF6-15C3-DBBE-59A3-4CF8C284C068}"/>
              </a:ext>
            </a:extLst>
          </p:cNvPr>
          <p:cNvSpPr>
            <a:spLocks noGrp="1"/>
          </p:cNvSpPr>
          <p:nvPr>
            <p:ph type="title"/>
          </p:nvPr>
        </p:nvSpPr>
        <p:spPr/>
        <p:txBody>
          <a:bodyPr/>
          <a:lstStyle/>
          <a:p>
            <a:r>
              <a:rPr lang="en-US" dirty="0"/>
              <a:t>Modern Service Provider Experience</a:t>
            </a:r>
          </a:p>
        </p:txBody>
      </p:sp>
      <p:sp>
        <p:nvSpPr>
          <p:cNvPr id="3" name="Subtitle 2">
            <a:extLst>
              <a:ext uri="{FF2B5EF4-FFF2-40B4-BE49-F238E27FC236}">
                <a16:creationId xmlns:a16="http://schemas.microsoft.com/office/drawing/2014/main" id="{C5F772F8-A008-37B8-DE56-C3525C309F30}"/>
              </a:ext>
            </a:extLst>
          </p:cNvPr>
          <p:cNvSpPr>
            <a:spLocks noGrp="1"/>
          </p:cNvSpPr>
          <p:nvPr>
            <p:ph type="subTitle" idx="10"/>
          </p:nvPr>
        </p:nvSpPr>
        <p:spPr/>
        <p:txBody>
          <a:bodyPr/>
          <a:lstStyle/>
          <a:p>
            <a:r>
              <a:rPr lang="en-US" dirty="0"/>
              <a:t>VCF Automation Tenant Management</a:t>
            </a:r>
          </a:p>
        </p:txBody>
      </p:sp>
      <p:sp>
        <p:nvSpPr>
          <p:cNvPr id="327" name="Text Placeholder 326">
            <a:extLst>
              <a:ext uri="{FF2B5EF4-FFF2-40B4-BE49-F238E27FC236}">
                <a16:creationId xmlns:a16="http://schemas.microsoft.com/office/drawing/2014/main" id="{91FB44DD-8119-5A06-7AE5-5CA5AC1832C0}"/>
              </a:ext>
            </a:extLst>
          </p:cNvPr>
          <p:cNvSpPr>
            <a:spLocks noGrp="1"/>
          </p:cNvSpPr>
          <p:nvPr>
            <p:ph type="body" sz="quarter" idx="17"/>
          </p:nvPr>
        </p:nvSpPr>
        <p:spPr/>
        <p:txBody>
          <a:bodyPr/>
          <a:lstStyle/>
          <a:p>
            <a:r>
              <a:rPr lang="en-US" dirty="0"/>
              <a:t>Self-service consumption for developers and app owners</a:t>
            </a:r>
          </a:p>
          <a:p>
            <a:r>
              <a:rPr lang="en-US" dirty="0"/>
              <a:t>Secure multi-tenancy</a:t>
            </a:r>
          </a:p>
          <a:p>
            <a:r>
              <a:rPr lang="en-US" dirty="0"/>
              <a:t>Centralized governance for the IT infrastructure team</a:t>
            </a:r>
          </a:p>
          <a:p>
            <a:r>
              <a:rPr lang="en-US" dirty="0"/>
              <a:t>Unified platform for VMs and containers</a:t>
            </a:r>
          </a:p>
          <a:p>
            <a:r>
              <a:rPr lang="en-US" dirty="0"/>
              <a:t>Flexible resource allocation</a:t>
            </a:r>
          </a:p>
          <a:p>
            <a:r>
              <a:rPr lang="en-US" dirty="0"/>
              <a:t>Cloud-like networking</a:t>
            </a:r>
          </a:p>
        </p:txBody>
      </p:sp>
      <p:grpSp>
        <p:nvGrpSpPr>
          <p:cNvPr id="351" name="Group 350">
            <a:extLst>
              <a:ext uri="{FF2B5EF4-FFF2-40B4-BE49-F238E27FC236}">
                <a16:creationId xmlns:a16="http://schemas.microsoft.com/office/drawing/2014/main" id="{ED195A71-BF0A-4D84-BF92-51BBFA42C9B0}"/>
              </a:ext>
            </a:extLst>
          </p:cNvPr>
          <p:cNvGrpSpPr/>
          <p:nvPr/>
        </p:nvGrpSpPr>
        <p:grpSpPr>
          <a:xfrm>
            <a:off x="1937697" y="4132253"/>
            <a:ext cx="5694582" cy="358940"/>
            <a:chOff x="1936613" y="3668487"/>
            <a:chExt cx="5696065" cy="359033"/>
          </a:xfrm>
        </p:grpSpPr>
        <p:sp>
          <p:nvSpPr>
            <p:cNvPr id="21" name="Google Shape;3346;p115">
              <a:extLst>
                <a:ext uri="{FF2B5EF4-FFF2-40B4-BE49-F238E27FC236}">
                  <a16:creationId xmlns:a16="http://schemas.microsoft.com/office/drawing/2014/main" id="{8F157F96-6DCD-6F59-7765-58437F0A40BB}"/>
                </a:ext>
              </a:extLst>
            </p:cNvPr>
            <p:cNvSpPr/>
            <p:nvPr/>
          </p:nvSpPr>
          <p:spPr>
            <a:xfrm>
              <a:off x="1936613" y="3670072"/>
              <a:ext cx="2724912" cy="357448"/>
            </a:xfrm>
            <a:prstGeom prst="rect">
              <a:avLst/>
            </a:prstGeom>
            <a:solidFill>
              <a:schemeClr val="accent4"/>
            </a:solidFill>
            <a:ln w="25400" cap="flat" cmpd="sng">
              <a:noFill/>
              <a:prstDash val="solid"/>
              <a:round/>
              <a:headEnd type="none" w="sm" len="sm"/>
              <a:tailEnd type="none" w="sm" len="sm"/>
            </a:ln>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r>
                <a:rPr kumimoji="0" lang="en-US" sz="1400" b="1" i="0" u="none" strike="noStrike" kern="1200" cap="none" spc="0" normalizeH="0" baseline="0" noProof="0" dirty="0">
                  <a:ln>
                    <a:noFill/>
                  </a:ln>
                  <a:solidFill>
                    <a:srgbClr val="FFFFFF"/>
                  </a:solidFill>
                  <a:effectLst/>
                  <a:uLnTx/>
                  <a:uFillTx/>
                  <a:latin typeface="Arial"/>
                  <a:ea typeface="Arial"/>
                  <a:cs typeface="Arial"/>
                  <a:sym typeface="Arial"/>
                </a:rPr>
                <a:t>Region</a:t>
              </a:r>
              <a:endParaRPr kumimoji="0" sz="1600" b="1"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2" name="Google Shape;3347;p115">
              <a:extLst>
                <a:ext uri="{FF2B5EF4-FFF2-40B4-BE49-F238E27FC236}">
                  <a16:creationId xmlns:a16="http://schemas.microsoft.com/office/drawing/2014/main" id="{D65345EE-0035-5C2E-66BF-2B2D07655324}"/>
                </a:ext>
              </a:extLst>
            </p:cNvPr>
            <p:cNvSpPr/>
            <p:nvPr/>
          </p:nvSpPr>
          <p:spPr>
            <a:xfrm>
              <a:off x="4741618" y="3668487"/>
              <a:ext cx="2891060" cy="357448"/>
            </a:xfrm>
            <a:prstGeom prst="rect">
              <a:avLst/>
            </a:prstGeom>
            <a:solidFill>
              <a:schemeClr val="accent4"/>
            </a:solidFill>
            <a:ln w="25400" cap="flat" cmpd="sng">
              <a:noFill/>
              <a:prstDash val="solid"/>
              <a:round/>
              <a:headEnd type="none" w="sm" len="sm"/>
              <a:tailEnd type="none" w="sm" len="sm"/>
            </a:ln>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r>
                <a:rPr kumimoji="0" lang="en-US" sz="1400" b="1" i="0" u="none" strike="noStrike" kern="1200" cap="none" spc="0" normalizeH="0" baseline="0" noProof="0" dirty="0">
                  <a:ln>
                    <a:noFill/>
                  </a:ln>
                  <a:solidFill>
                    <a:srgbClr val="FFFFFF"/>
                  </a:solidFill>
                  <a:effectLst/>
                  <a:uLnTx/>
                  <a:uFillTx/>
                  <a:latin typeface="Arial"/>
                  <a:ea typeface="Arial"/>
                  <a:cs typeface="Arial"/>
                  <a:sym typeface="Arial"/>
                </a:rPr>
                <a:t>Region</a:t>
              </a:r>
              <a:endParaRPr kumimoji="0" sz="1600" b="1"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352" name="Group 351">
            <a:extLst>
              <a:ext uri="{FF2B5EF4-FFF2-40B4-BE49-F238E27FC236}">
                <a16:creationId xmlns:a16="http://schemas.microsoft.com/office/drawing/2014/main" id="{E05600ED-F09C-BE12-31C6-1FF58414BAB3}"/>
              </a:ext>
            </a:extLst>
          </p:cNvPr>
          <p:cNvGrpSpPr/>
          <p:nvPr/>
        </p:nvGrpSpPr>
        <p:grpSpPr>
          <a:xfrm>
            <a:off x="1935799" y="3671467"/>
            <a:ext cx="5700181" cy="376462"/>
            <a:chOff x="1934716" y="3207582"/>
            <a:chExt cx="5701666" cy="376560"/>
          </a:xfrm>
        </p:grpSpPr>
        <p:sp>
          <p:nvSpPr>
            <p:cNvPr id="23" name="Google Shape;3348;p115">
              <a:extLst>
                <a:ext uri="{FF2B5EF4-FFF2-40B4-BE49-F238E27FC236}">
                  <a16:creationId xmlns:a16="http://schemas.microsoft.com/office/drawing/2014/main" id="{F4054062-BA61-1D86-FDFF-16BB66912EF0}"/>
                </a:ext>
              </a:extLst>
            </p:cNvPr>
            <p:cNvSpPr/>
            <p:nvPr/>
          </p:nvSpPr>
          <p:spPr>
            <a:xfrm>
              <a:off x="1934716" y="3207582"/>
              <a:ext cx="2277869" cy="376559"/>
            </a:xfrm>
            <a:prstGeom prst="rect">
              <a:avLst/>
            </a:prstGeom>
            <a:solidFill>
              <a:schemeClr val="accent4"/>
            </a:solidFill>
            <a:ln w="25400" cap="flat" cmpd="sng">
              <a:noFill/>
              <a:prstDash val="solid"/>
              <a:round/>
              <a:headEnd type="none" w="sm" len="sm"/>
              <a:tailEnd type="none" w="sm" len="sm"/>
            </a:ln>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r>
                <a:rPr kumimoji="0" lang="en-US" sz="1400" b="1" i="0" u="none" strike="noStrike" kern="1200" cap="none" spc="0" normalizeH="0" baseline="0" noProof="0" dirty="0">
                  <a:ln>
                    <a:noFill/>
                  </a:ln>
                  <a:solidFill>
                    <a:srgbClr val="FFFFFF"/>
                  </a:solidFill>
                  <a:effectLst/>
                  <a:uLnTx/>
                  <a:uFillTx/>
                  <a:latin typeface="Arial"/>
                  <a:ea typeface="Arial"/>
                  <a:cs typeface="Arial"/>
                  <a:sym typeface="Arial"/>
                </a:rPr>
                <a:t>Organization</a:t>
              </a:r>
              <a:endParaRPr kumimoji="0" sz="1600" b="1"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4" name="Google Shape;3349;p115">
              <a:extLst>
                <a:ext uri="{FF2B5EF4-FFF2-40B4-BE49-F238E27FC236}">
                  <a16:creationId xmlns:a16="http://schemas.microsoft.com/office/drawing/2014/main" id="{52E09E0A-C0B1-0D9C-625C-A0FF0C3B0EBE}"/>
                </a:ext>
              </a:extLst>
            </p:cNvPr>
            <p:cNvSpPr/>
            <p:nvPr/>
          </p:nvSpPr>
          <p:spPr>
            <a:xfrm>
              <a:off x="4285753" y="3207584"/>
              <a:ext cx="3350629" cy="376558"/>
            </a:xfrm>
            <a:prstGeom prst="rect">
              <a:avLst/>
            </a:prstGeom>
            <a:solidFill>
              <a:schemeClr val="accent4"/>
            </a:solidFill>
            <a:ln w="25400" cap="flat" cmpd="sng">
              <a:noFill/>
              <a:prstDash val="solid"/>
              <a:round/>
              <a:headEnd type="none" w="sm" len="sm"/>
              <a:tailEnd type="none" w="sm" len="sm"/>
            </a:ln>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r>
                <a:rPr kumimoji="0" lang="en-US" sz="1400" b="1" i="0" u="none" strike="noStrike" kern="1200" cap="none" spc="0" normalizeH="0" baseline="0" noProof="0" dirty="0">
                  <a:ln>
                    <a:noFill/>
                  </a:ln>
                  <a:solidFill>
                    <a:srgbClr val="FFFFFF"/>
                  </a:solidFill>
                  <a:effectLst/>
                  <a:uLnTx/>
                  <a:uFillTx/>
                  <a:latin typeface="Arial"/>
                  <a:ea typeface="Arial"/>
                  <a:cs typeface="Arial"/>
                  <a:sym typeface="Arial"/>
                </a:rPr>
                <a:t>Organization</a:t>
              </a:r>
              <a:endParaRPr kumimoji="0" sz="1600" b="1"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349" name="Group 348">
            <a:extLst>
              <a:ext uri="{FF2B5EF4-FFF2-40B4-BE49-F238E27FC236}">
                <a16:creationId xmlns:a16="http://schemas.microsoft.com/office/drawing/2014/main" id="{C6F2B6AA-0750-EC91-4981-11448A841953}"/>
              </a:ext>
            </a:extLst>
          </p:cNvPr>
          <p:cNvGrpSpPr/>
          <p:nvPr/>
        </p:nvGrpSpPr>
        <p:grpSpPr>
          <a:xfrm>
            <a:off x="640469" y="4047993"/>
            <a:ext cx="6999771" cy="1980132"/>
            <a:chOff x="639048" y="3584206"/>
            <a:chExt cx="7001594" cy="1980648"/>
          </a:xfrm>
        </p:grpSpPr>
        <p:grpSp>
          <p:nvGrpSpPr>
            <p:cNvPr id="348" name="Group 347">
              <a:extLst>
                <a:ext uri="{FF2B5EF4-FFF2-40B4-BE49-F238E27FC236}">
                  <a16:creationId xmlns:a16="http://schemas.microsoft.com/office/drawing/2014/main" id="{3875919C-93B7-3AA7-531B-4720449A67FC}"/>
                </a:ext>
              </a:extLst>
            </p:cNvPr>
            <p:cNvGrpSpPr/>
            <p:nvPr/>
          </p:nvGrpSpPr>
          <p:grpSpPr>
            <a:xfrm>
              <a:off x="1934715" y="4552921"/>
              <a:ext cx="5705927" cy="1011933"/>
              <a:chOff x="1934715" y="4552921"/>
              <a:chExt cx="5705927" cy="1011933"/>
            </a:xfrm>
          </p:grpSpPr>
          <p:sp>
            <p:nvSpPr>
              <p:cNvPr id="6" name="Google Shape;3327;p115">
                <a:extLst>
                  <a:ext uri="{FF2B5EF4-FFF2-40B4-BE49-F238E27FC236}">
                    <a16:creationId xmlns:a16="http://schemas.microsoft.com/office/drawing/2014/main" id="{8A60B389-F143-F110-809B-06CF8C10C7B4}"/>
                  </a:ext>
                </a:extLst>
              </p:cNvPr>
              <p:cNvSpPr/>
              <p:nvPr/>
            </p:nvSpPr>
            <p:spPr>
              <a:xfrm>
                <a:off x="1934715" y="5336254"/>
                <a:ext cx="2704794" cy="228600"/>
              </a:xfrm>
              <a:prstGeom prst="rect">
                <a:avLst/>
              </a:prstGeom>
              <a:solidFill>
                <a:schemeClr val="accent4"/>
              </a:solidFill>
              <a:ln>
                <a:noFill/>
              </a:ln>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Tx/>
                  <a:buNone/>
                  <a:tabLst/>
                  <a:defRPr/>
                </a:pPr>
                <a:r>
                  <a:rPr kumimoji="0" lang="en-US" sz="1200" b="0" i="0" u="none" strike="noStrike" kern="1200" cap="none" spc="0" normalizeH="0" baseline="0" noProof="0" dirty="0">
                    <a:ln>
                      <a:noFill/>
                    </a:ln>
                    <a:solidFill>
                      <a:srgbClr val="FFFFFF"/>
                    </a:solidFill>
                    <a:effectLst/>
                    <a:uLnTx/>
                    <a:uFillTx/>
                    <a:latin typeface="Arial"/>
                    <a:ea typeface="Arial"/>
                    <a:cs typeface="Arial"/>
                    <a:sym typeface="Arial"/>
                  </a:rPr>
                  <a:t>vCenter</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7" name="Google Shape;3328;p115">
                <a:extLst>
                  <a:ext uri="{FF2B5EF4-FFF2-40B4-BE49-F238E27FC236}">
                    <a16:creationId xmlns:a16="http://schemas.microsoft.com/office/drawing/2014/main" id="{2D6C285B-D9FB-A79A-9E0E-BFFCC69092FF}"/>
                  </a:ext>
                </a:extLst>
              </p:cNvPr>
              <p:cNvSpPr/>
              <p:nvPr/>
            </p:nvSpPr>
            <p:spPr>
              <a:xfrm>
                <a:off x="4741618" y="5336254"/>
                <a:ext cx="2899024" cy="228600"/>
              </a:xfrm>
              <a:prstGeom prst="rect">
                <a:avLst/>
              </a:prstGeom>
              <a:solidFill>
                <a:schemeClr val="accent4"/>
              </a:solidFill>
              <a:ln>
                <a:noFill/>
              </a:ln>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Tx/>
                  <a:buNone/>
                  <a:tabLst/>
                  <a:defRPr/>
                </a:pPr>
                <a:r>
                  <a:rPr kumimoji="0" lang="en-US" sz="1200" b="0" i="0" u="none" strike="noStrike" kern="1200" cap="none" spc="0" normalizeH="0" baseline="0" noProof="0" dirty="0">
                    <a:ln>
                      <a:noFill/>
                    </a:ln>
                    <a:solidFill>
                      <a:srgbClr val="FFFFFF"/>
                    </a:solidFill>
                    <a:effectLst/>
                    <a:uLnTx/>
                    <a:uFillTx/>
                    <a:latin typeface="Arial"/>
                    <a:ea typeface="Arial"/>
                    <a:cs typeface="Arial"/>
                    <a:sym typeface="Arial"/>
                  </a:rPr>
                  <a:t>vCenter</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8" name="Google Shape;3329;p115">
                <a:extLst>
                  <a:ext uri="{FF2B5EF4-FFF2-40B4-BE49-F238E27FC236}">
                    <a16:creationId xmlns:a16="http://schemas.microsoft.com/office/drawing/2014/main" id="{EAAF8596-4AF8-C24A-65F8-3EADB01DC373}"/>
                  </a:ext>
                </a:extLst>
              </p:cNvPr>
              <p:cNvSpPr/>
              <p:nvPr/>
            </p:nvSpPr>
            <p:spPr>
              <a:xfrm>
                <a:off x="2053981" y="4552921"/>
                <a:ext cx="760621" cy="455468"/>
              </a:xfrm>
              <a:prstGeom prst="rect">
                <a:avLst/>
              </a:prstGeom>
              <a:solidFill>
                <a:schemeClr val="accent4"/>
              </a:solidFill>
              <a:ln w="25400" cap="flat" cmpd="sng">
                <a:noFill/>
                <a:prstDash val="solid"/>
                <a:round/>
                <a:headEnd type="none" w="sm" len="sm"/>
                <a:tailEnd type="none" w="sm" len="sm"/>
              </a:ln>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r>
                  <a:rPr kumimoji="0" lang="en-US" sz="1200" b="0" i="0" u="none" strike="noStrike" kern="1200" cap="none" spc="0" normalizeH="0" baseline="0" noProof="0" dirty="0">
                    <a:ln>
                      <a:noFill/>
                    </a:ln>
                    <a:solidFill>
                      <a:srgbClr val="FFFFFF"/>
                    </a:solidFill>
                    <a:effectLst/>
                    <a:uLnTx/>
                    <a:uFillTx/>
                    <a:latin typeface="Arial"/>
                    <a:ea typeface="Arial"/>
                    <a:cs typeface="Arial"/>
                    <a:sym typeface="Arial"/>
                  </a:rPr>
                  <a:t>vSphere Zone</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9" name="Google Shape;3330;p115">
                <a:extLst>
                  <a:ext uri="{FF2B5EF4-FFF2-40B4-BE49-F238E27FC236}">
                    <a16:creationId xmlns:a16="http://schemas.microsoft.com/office/drawing/2014/main" id="{34BB29AF-04BB-86BA-2A80-D46415936B4D}"/>
                  </a:ext>
                </a:extLst>
              </p:cNvPr>
              <p:cNvSpPr/>
              <p:nvPr/>
            </p:nvSpPr>
            <p:spPr>
              <a:xfrm>
                <a:off x="2910126" y="4552921"/>
                <a:ext cx="760621" cy="455468"/>
              </a:xfrm>
              <a:prstGeom prst="rect">
                <a:avLst/>
              </a:prstGeom>
              <a:solidFill>
                <a:schemeClr val="accent4"/>
              </a:solidFill>
              <a:ln w="25400" cap="flat" cmpd="sng">
                <a:noFill/>
                <a:prstDash val="solid"/>
                <a:round/>
                <a:headEnd type="none" w="sm" len="sm"/>
                <a:tailEnd type="none" w="sm" len="sm"/>
              </a:ln>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r>
                  <a:rPr kumimoji="0" lang="en-US" sz="1200" b="0" i="0" u="none" strike="noStrike" kern="1200" cap="none" spc="0" normalizeH="0" baseline="0" noProof="0" dirty="0">
                    <a:ln>
                      <a:noFill/>
                    </a:ln>
                    <a:solidFill>
                      <a:srgbClr val="FFFFFF"/>
                    </a:solidFill>
                    <a:effectLst/>
                    <a:uLnTx/>
                    <a:uFillTx/>
                    <a:latin typeface="Arial"/>
                    <a:ea typeface="Arial"/>
                    <a:cs typeface="Arial"/>
                    <a:sym typeface="Arial"/>
                  </a:rPr>
                  <a:t>vSphere Zone</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0" name="Google Shape;3331;p115">
                <a:extLst>
                  <a:ext uri="{FF2B5EF4-FFF2-40B4-BE49-F238E27FC236}">
                    <a16:creationId xmlns:a16="http://schemas.microsoft.com/office/drawing/2014/main" id="{10182556-CBEC-BC67-C0A5-1A1D877C4B05}"/>
                  </a:ext>
                </a:extLst>
              </p:cNvPr>
              <p:cNvSpPr/>
              <p:nvPr/>
            </p:nvSpPr>
            <p:spPr>
              <a:xfrm>
                <a:off x="3766272" y="4552921"/>
                <a:ext cx="760621" cy="455468"/>
              </a:xfrm>
              <a:prstGeom prst="rect">
                <a:avLst/>
              </a:prstGeom>
              <a:solidFill>
                <a:schemeClr val="accent4"/>
              </a:solidFill>
              <a:ln w="25400" cap="flat" cmpd="sng">
                <a:noFill/>
                <a:prstDash val="solid"/>
                <a:round/>
                <a:headEnd type="none" w="sm" len="sm"/>
                <a:tailEnd type="none" w="sm" len="sm"/>
              </a:ln>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r>
                  <a:rPr kumimoji="0" lang="en-US" sz="1200" b="0" i="0" u="none" strike="noStrike" kern="1200" cap="none" spc="0" normalizeH="0" baseline="0" noProof="0" dirty="0">
                    <a:ln>
                      <a:noFill/>
                    </a:ln>
                    <a:solidFill>
                      <a:srgbClr val="FFFFFF"/>
                    </a:solidFill>
                    <a:effectLst/>
                    <a:uLnTx/>
                    <a:uFillTx/>
                    <a:latin typeface="Arial"/>
                    <a:ea typeface="Arial"/>
                    <a:cs typeface="Arial"/>
                    <a:sym typeface="Arial"/>
                  </a:rPr>
                  <a:t>vSphere Zone</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1" name="Google Shape;3332;p115">
                <a:extLst>
                  <a:ext uri="{FF2B5EF4-FFF2-40B4-BE49-F238E27FC236}">
                    <a16:creationId xmlns:a16="http://schemas.microsoft.com/office/drawing/2014/main" id="{AF3D3AF2-2267-6E77-023F-3962FA5F7519}"/>
                  </a:ext>
                </a:extLst>
              </p:cNvPr>
              <p:cNvSpPr/>
              <p:nvPr/>
            </p:nvSpPr>
            <p:spPr>
              <a:xfrm>
                <a:off x="2053981" y="5088335"/>
                <a:ext cx="760621" cy="162716"/>
              </a:xfrm>
              <a:prstGeom prst="rect">
                <a:avLst/>
              </a:prstGeom>
              <a:noFill/>
              <a:ln w="19050" cap="flat" cmpd="sng">
                <a:solidFill>
                  <a:schemeClr val="accent4"/>
                </a:solidFill>
                <a:prstDash val="solid"/>
                <a:round/>
                <a:headEnd type="none" w="sm" len="sm"/>
                <a:tailEnd type="none" w="sm" len="sm"/>
              </a:ln>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Tx/>
                  <a:buNone/>
                  <a:tabLst/>
                  <a:defRPr/>
                </a:pPr>
                <a:r>
                  <a:rPr kumimoji="0" lang="en-US" sz="1000" b="0" i="0" u="none" strike="noStrike" kern="1200" cap="none" spc="0" normalizeH="0" baseline="0" noProof="0" dirty="0">
                    <a:ln>
                      <a:noFill/>
                    </a:ln>
                    <a:solidFill>
                      <a:srgbClr val="61A60E"/>
                    </a:solidFill>
                    <a:effectLst/>
                    <a:uLnTx/>
                    <a:uFillTx/>
                    <a:latin typeface="Arial"/>
                    <a:ea typeface="Arial"/>
                    <a:cs typeface="Arial"/>
                    <a:sym typeface="Arial"/>
                  </a:rPr>
                  <a:t>Cluster</a:t>
                </a:r>
                <a:endParaRPr kumimoji="0" sz="1400" b="0" i="0" u="none" strike="noStrike" kern="1200" cap="none" spc="0" normalizeH="0" baseline="0" noProof="0" dirty="0">
                  <a:ln>
                    <a:noFill/>
                  </a:ln>
                  <a:solidFill>
                    <a:srgbClr val="61A60E"/>
                  </a:solidFill>
                  <a:effectLst/>
                  <a:uLnTx/>
                  <a:uFillTx/>
                  <a:latin typeface="Arial"/>
                  <a:ea typeface="Arial"/>
                  <a:cs typeface="Arial"/>
                  <a:sym typeface="Arial"/>
                </a:endParaRPr>
              </a:p>
            </p:txBody>
          </p:sp>
          <p:sp>
            <p:nvSpPr>
              <p:cNvPr id="14" name="Google Shape;3338;p115">
                <a:extLst>
                  <a:ext uri="{FF2B5EF4-FFF2-40B4-BE49-F238E27FC236}">
                    <a16:creationId xmlns:a16="http://schemas.microsoft.com/office/drawing/2014/main" id="{DB0C3A0D-EC6C-C1B2-36FF-97CB16413F67}"/>
                  </a:ext>
                </a:extLst>
              </p:cNvPr>
              <p:cNvSpPr/>
              <p:nvPr/>
            </p:nvSpPr>
            <p:spPr>
              <a:xfrm>
                <a:off x="5068431" y="4552921"/>
                <a:ext cx="760621" cy="455468"/>
              </a:xfrm>
              <a:prstGeom prst="rect">
                <a:avLst/>
              </a:prstGeom>
              <a:solidFill>
                <a:schemeClr val="accent4"/>
              </a:solidFill>
              <a:ln w="25400" cap="flat" cmpd="sng">
                <a:noFill/>
                <a:prstDash val="solid"/>
                <a:round/>
                <a:headEnd type="none" w="sm" len="sm"/>
                <a:tailEnd type="none" w="sm" len="sm"/>
              </a:ln>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r>
                  <a:rPr kumimoji="0" lang="en-US" sz="1200" b="0" i="0" u="none" strike="noStrike" kern="1200" cap="none" spc="0" normalizeH="0" baseline="0" noProof="0" dirty="0">
                    <a:ln>
                      <a:noFill/>
                    </a:ln>
                    <a:solidFill>
                      <a:srgbClr val="FFFFFF"/>
                    </a:solidFill>
                    <a:effectLst/>
                    <a:uLnTx/>
                    <a:uFillTx/>
                    <a:latin typeface="Arial"/>
                    <a:ea typeface="Arial"/>
                    <a:cs typeface="Arial"/>
                    <a:sym typeface="Arial"/>
                  </a:rPr>
                  <a:t>vSphere Zone</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5" name="Google Shape;3339;p115">
                <a:extLst>
                  <a:ext uri="{FF2B5EF4-FFF2-40B4-BE49-F238E27FC236}">
                    <a16:creationId xmlns:a16="http://schemas.microsoft.com/office/drawing/2014/main" id="{BECD99CE-458D-7755-1129-335FD0CF379C}"/>
                  </a:ext>
                </a:extLst>
              </p:cNvPr>
              <p:cNvSpPr/>
              <p:nvPr/>
            </p:nvSpPr>
            <p:spPr>
              <a:xfrm>
                <a:off x="6548749" y="4552921"/>
                <a:ext cx="760621" cy="455468"/>
              </a:xfrm>
              <a:prstGeom prst="rect">
                <a:avLst/>
              </a:prstGeom>
              <a:solidFill>
                <a:schemeClr val="accent4"/>
              </a:solidFill>
              <a:ln w="25400" cap="flat" cmpd="sng">
                <a:noFill/>
                <a:prstDash val="solid"/>
                <a:round/>
                <a:headEnd type="none" w="sm" len="sm"/>
                <a:tailEnd type="none" w="sm" len="sm"/>
              </a:ln>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r>
                  <a:rPr kumimoji="0" lang="en-US" sz="1200" b="0" i="0" u="none" strike="noStrike" kern="1200" cap="none" spc="0" normalizeH="0" baseline="0" noProof="0" dirty="0">
                    <a:ln>
                      <a:noFill/>
                    </a:ln>
                    <a:solidFill>
                      <a:srgbClr val="FFFFFF"/>
                    </a:solidFill>
                    <a:effectLst/>
                    <a:uLnTx/>
                    <a:uFillTx/>
                    <a:latin typeface="Arial"/>
                    <a:ea typeface="Arial"/>
                    <a:cs typeface="Arial"/>
                    <a:sym typeface="Arial"/>
                  </a:rPr>
                  <a:t>vSphere Zone</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41" name="Google Shape;3332;p115">
                <a:extLst>
                  <a:ext uri="{FF2B5EF4-FFF2-40B4-BE49-F238E27FC236}">
                    <a16:creationId xmlns:a16="http://schemas.microsoft.com/office/drawing/2014/main" id="{B3C48062-5009-9B2C-7CC3-1FA4E57CF421}"/>
                  </a:ext>
                </a:extLst>
              </p:cNvPr>
              <p:cNvSpPr/>
              <p:nvPr/>
            </p:nvSpPr>
            <p:spPr>
              <a:xfrm>
                <a:off x="2910126" y="5088335"/>
                <a:ext cx="760621" cy="162716"/>
              </a:xfrm>
              <a:prstGeom prst="rect">
                <a:avLst/>
              </a:prstGeom>
              <a:noFill/>
              <a:ln w="19050" cap="flat" cmpd="sng">
                <a:solidFill>
                  <a:schemeClr val="accent4"/>
                </a:solidFill>
                <a:prstDash val="solid"/>
                <a:round/>
                <a:headEnd type="none" w="sm" len="sm"/>
                <a:tailEnd type="none" w="sm" len="sm"/>
              </a:ln>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Tx/>
                  <a:buNone/>
                  <a:tabLst/>
                  <a:defRPr/>
                </a:pPr>
                <a:r>
                  <a:rPr kumimoji="0" lang="en-US" sz="1000" b="0" i="0" u="none" strike="noStrike" kern="1200" cap="none" spc="0" normalizeH="0" baseline="0" noProof="0" dirty="0">
                    <a:ln>
                      <a:noFill/>
                    </a:ln>
                    <a:solidFill>
                      <a:srgbClr val="61A60E"/>
                    </a:solidFill>
                    <a:effectLst/>
                    <a:uLnTx/>
                    <a:uFillTx/>
                    <a:latin typeface="Arial"/>
                    <a:ea typeface="Arial"/>
                    <a:cs typeface="Arial"/>
                    <a:sym typeface="Arial"/>
                  </a:rPr>
                  <a:t>Cluster</a:t>
                </a:r>
                <a:endParaRPr kumimoji="0" sz="1400" b="0" i="0" u="none" strike="noStrike" kern="1200" cap="none" spc="0" normalizeH="0" baseline="0" noProof="0" dirty="0">
                  <a:ln>
                    <a:noFill/>
                  </a:ln>
                  <a:solidFill>
                    <a:srgbClr val="61A60E"/>
                  </a:solidFill>
                  <a:effectLst/>
                  <a:uLnTx/>
                  <a:uFillTx/>
                  <a:latin typeface="Arial"/>
                  <a:ea typeface="Arial"/>
                  <a:cs typeface="Arial"/>
                  <a:sym typeface="Arial"/>
                </a:endParaRPr>
              </a:p>
            </p:txBody>
          </p:sp>
          <p:sp>
            <p:nvSpPr>
              <p:cNvPr id="142" name="Google Shape;3332;p115">
                <a:extLst>
                  <a:ext uri="{FF2B5EF4-FFF2-40B4-BE49-F238E27FC236}">
                    <a16:creationId xmlns:a16="http://schemas.microsoft.com/office/drawing/2014/main" id="{3FD0636B-145E-20D5-BF67-04FE3F4982C0}"/>
                  </a:ext>
                </a:extLst>
              </p:cNvPr>
              <p:cNvSpPr/>
              <p:nvPr/>
            </p:nvSpPr>
            <p:spPr>
              <a:xfrm>
                <a:off x="3766272" y="5088335"/>
                <a:ext cx="760621" cy="162716"/>
              </a:xfrm>
              <a:prstGeom prst="rect">
                <a:avLst/>
              </a:prstGeom>
              <a:noFill/>
              <a:ln w="19050" cap="flat" cmpd="sng">
                <a:solidFill>
                  <a:schemeClr val="accent4"/>
                </a:solidFill>
                <a:prstDash val="solid"/>
                <a:round/>
                <a:headEnd type="none" w="sm" len="sm"/>
                <a:tailEnd type="none" w="sm" len="sm"/>
              </a:ln>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Tx/>
                  <a:buNone/>
                  <a:tabLst/>
                  <a:defRPr/>
                </a:pPr>
                <a:r>
                  <a:rPr kumimoji="0" lang="en-US" sz="1000" b="0" i="0" u="none" strike="noStrike" kern="1200" cap="none" spc="0" normalizeH="0" baseline="0" noProof="0" dirty="0">
                    <a:ln>
                      <a:noFill/>
                    </a:ln>
                    <a:solidFill>
                      <a:srgbClr val="61A60E"/>
                    </a:solidFill>
                    <a:effectLst/>
                    <a:uLnTx/>
                    <a:uFillTx/>
                    <a:latin typeface="Arial"/>
                    <a:ea typeface="Arial"/>
                    <a:cs typeface="Arial"/>
                    <a:sym typeface="Arial"/>
                  </a:rPr>
                  <a:t>Cluster</a:t>
                </a:r>
                <a:endParaRPr kumimoji="0" sz="1400" b="0" i="0" u="none" strike="noStrike" kern="1200" cap="none" spc="0" normalizeH="0" baseline="0" noProof="0" dirty="0">
                  <a:ln>
                    <a:noFill/>
                  </a:ln>
                  <a:solidFill>
                    <a:srgbClr val="61A60E"/>
                  </a:solidFill>
                  <a:effectLst/>
                  <a:uLnTx/>
                  <a:uFillTx/>
                  <a:latin typeface="Arial"/>
                  <a:ea typeface="Arial"/>
                  <a:cs typeface="Arial"/>
                  <a:sym typeface="Arial"/>
                </a:endParaRPr>
              </a:p>
            </p:txBody>
          </p:sp>
          <p:sp>
            <p:nvSpPr>
              <p:cNvPr id="144" name="Google Shape;3332;p115">
                <a:extLst>
                  <a:ext uri="{FF2B5EF4-FFF2-40B4-BE49-F238E27FC236}">
                    <a16:creationId xmlns:a16="http://schemas.microsoft.com/office/drawing/2014/main" id="{C9750B9A-B20B-FDE2-5451-4903F46CE808}"/>
                  </a:ext>
                </a:extLst>
              </p:cNvPr>
              <p:cNvSpPr/>
              <p:nvPr/>
            </p:nvSpPr>
            <p:spPr>
              <a:xfrm>
                <a:off x="5068431" y="5088335"/>
                <a:ext cx="760621" cy="162716"/>
              </a:xfrm>
              <a:prstGeom prst="rect">
                <a:avLst/>
              </a:prstGeom>
              <a:noFill/>
              <a:ln w="19050" cap="flat" cmpd="sng">
                <a:solidFill>
                  <a:schemeClr val="accent4"/>
                </a:solidFill>
                <a:prstDash val="solid"/>
                <a:round/>
                <a:headEnd type="none" w="sm" len="sm"/>
                <a:tailEnd type="none" w="sm" len="sm"/>
              </a:ln>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Tx/>
                  <a:buNone/>
                  <a:tabLst/>
                  <a:defRPr/>
                </a:pPr>
                <a:r>
                  <a:rPr kumimoji="0" lang="en-US" sz="1000" b="0" i="0" u="none" strike="noStrike" kern="1200" cap="none" spc="0" normalizeH="0" baseline="0" noProof="0" dirty="0">
                    <a:ln>
                      <a:noFill/>
                    </a:ln>
                    <a:solidFill>
                      <a:srgbClr val="61A60E"/>
                    </a:solidFill>
                    <a:effectLst/>
                    <a:uLnTx/>
                    <a:uFillTx/>
                    <a:latin typeface="Arial"/>
                    <a:ea typeface="Arial"/>
                    <a:cs typeface="Arial"/>
                    <a:sym typeface="Arial"/>
                  </a:rPr>
                  <a:t>Cluster</a:t>
                </a:r>
                <a:endParaRPr kumimoji="0" sz="1400" b="0" i="0" u="none" strike="noStrike" kern="1200" cap="none" spc="0" normalizeH="0" baseline="0" noProof="0" dirty="0">
                  <a:ln>
                    <a:noFill/>
                  </a:ln>
                  <a:solidFill>
                    <a:srgbClr val="61A60E"/>
                  </a:solidFill>
                  <a:effectLst/>
                  <a:uLnTx/>
                  <a:uFillTx/>
                  <a:latin typeface="Arial"/>
                  <a:ea typeface="Arial"/>
                  <a:cs typeface="Arial"/>
                  <a:sym typeface="Arial"/>
                </a:endParaRPr>
              </a:p>
            </p:txBody>
          </p:sp>
          <p:sp>
            <p:nvSpPr>
              <p:cNvPr id="146" name="Google Shape;3332;p115">
                <a:extLst>
                  <a:ext uri="{FF2B5EF4-FFF2-40B4-BE49-F238E27FC236}">
                    <a16:creationId xmlns:a16="http://schemas.microsoft.com/office/drawing/2014/main" id="{6F23E42C-BEED-E66F-A422-60AD24C5C665}"/>
                  </a:ext>
                </a:extLst>
              </p:cNvPr>
              <p:cNvSpPr/>
              <p:nvPr/>
            </p:nvSpPr>
            <p:spPr>
              <a:xfrm>
                <a:off x="6548749" y="5088335"/>
                <a:ext cx="760621" cy="162716"/>
              </a:xfrm>
              <a:prstGeom prst="rect">
                <a:avLst/>
              </a:prstGeom>
              <a:noFill/>
              <a:ln w="19050" cap="flat" cmpd="sng">
                <a:solidFill>
                  <a:schemeClr val="accent4"/>
                </a:solidFill>
                <a:prstDash val="solid"/>
                <a:round/>
                <a:headEnd type="none" w="sm" len="sm"/>
                <a:tailEnd type="none" w="sm" len="sm"/>
              </a:ln>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Tx/>
                  <a:buNone/>
                  <a:tabLst/>
                  <a:defRPr/>
                </a:pPr>
                <a:r>
                  <a:rPr kumimoji="0" lang="en-US" sz="1000" b="0" i="0" u="none" strike="noStrike" kern="1200" cap="none" spc="0" normalizeH="0" baseline="0" noProof="0" dirty="0">
                    <a:ln>
                      <a:noFill/>
                    </a:ln>
                    <a:solidFill>
                      <a:srgbClr val="61A60E"/>
                    </a:solidFill>
                    <a:effectLst/>
                    <a:uLnTx/>
                    <a:uFillTx/>
                    <a:latin typeface="Arial"/>
                    <a:ea typeface="Arial"/>
                    <a:cs typeface="Arial"/>
                    <a:sym typeface="Arial"/>
                  </a:rPr>
                  <a:t>Cluster</a:t>
                </a:r>
                <a:endParaRPr kumimoji="0" sz="1400" b="0" i="0" u="none" strike="noStrike" kern="1200" cap="none" spc="0" normalizeH="0" baseline="0" noProof="0" dirty="0">
                  <a:ln>
                    <a:noFill/>
                  </a:ln>
                  <a:solidFill>
                    <a:srgbClr val="61A60E"/>
                  </a:solidFill>
                  <a:effectLst/>
                  <a:uLnTx/>
                  <a:uFillTx/>
                  <a:latin typeface="Arial"/>
                  <a:ea typeface="Arial"/>
                  <a:cs typeface="Arial"/>
                  <a:sym typeface="Arial"/>
                </a:endParaRPr>
              </a:p>
            </p:txBody>
          </p:sp>
        </p:grpSp>
        <p:grpSp>
          <p:nvGrpSpPr>
            <p:cNvPr id="346" name="Group 345">
              <a:extLst>
                <a:ext uri="{FF2B5EF4-FFF2-40B4-BE49-F238E27FC236}">
                  <a16:creationId xmlns:a16="http://schemas.microsoft.com/office/drawing/2014/main" id="{026D3194-4649-8752-531C-80F9E4BAFF0A}"/>
                </a:ext>
              </a:extLst>
            </p:cNvPr>
            <p:cNvGrpSpPr/>
            <p:nvPr/>
          </p:nvGrpSpPr>
          <p:grpSpPr>
            <a:xfrm>
              <a:off x="639048" y="3584206"/>
              <a:ext cx="1001413" cy="1737052"/>
              <a:chOff x="639048" y="3584206"/>
              <a:chExt cx="1001413" cy="1737052"/>
            </a:xfrm>
          </p:grpSpPr>
          <p:sp>
            <p:nvSpPr>
              <p:cNvPr id="310" name="Google Shape;3472;p115">
                <a:extLst>
                  <a:ext uri="{FF2B5EF4-FFF2-40B4-BE49-F238E27FC236}">
                    <a16:creationId xmlns:a16="http://schemas.microsoft.com/office/drawing/2014/main" id="{55AB8C3F-B5E3-4795-1310-D6D01D8C7B1F}"/>
                  </a:ext>
                </a:extLst>
              </p:cNvPr>
              <p:cNvSpPr/>
              <p:nvPr/>
            </p:nvSpPr>
            <p:spPr>
              <a:xfrm>
                <a:off x="903079" y="3584206"/>
                <a:ext cx="473350" cy="497859"/>
              </a:xfrm>
              <a:custGeom>
                <a:avLst/>
                <a:gdLst/>
                <a:ahLst/>
                <a:cxnLst/>
                <a:rect l="l" t="t" r="r" b="b"/>
                <a:pathLst>
                  <a:path w="380" h="386" extrusionOk="0">
                    <a:moveTo>
                      <a:pt x="278" y="287"/>
                    </a:moveTo>
                    <a:cubicBezTo>
                      <a:pt x="262" y="283"/>
                      <a:pt x="244" y="261"/>
                      <a:pt x="244" y="213"/>
                    </a:cubicBezTo>
                    <a:cubicBezTo>
                      <a:pt x="265" y="191"/>
                      <a:pt x="280" y="157"/>
                      <a:pt x="280" y="119"/>
                    </a:cubicBezTo>
                    <a:cubicBezTo>
                      <a:pt x="280" y="46"/>
                      <a:pt x="246" y="0"/>
                      <a:pt x="190" y="0"/>
                    </a:cubicBezTo>
                    <a:cubicBezTo>
                      <a:pt x="135" y="0"/>
                      <a:pt x="100" y="46"/>
                      <a:pt x="100" y="119"/>
                    </a:cubicBezTo>
                    <a:cubicBezTo>
                      <a:pt x="100" y="157"/>
                      <a:pt x="116" y="193"/>
                      <a:pt x="138" y="215"/>
                    </a:cubicBezTo>
                    <a:cubicBezTo>
                      <a:pt x="138" y="244"/>
                      <a:pt x="129" y="279"/>
                      <a:pt x="106" y="287"/>
                    </a:cubicBezTo>
                    <a:cubicBezTo>
                      <a:pt x="37" y="301"/>
                      <a:pt x="0" y="333"/>
                      <a:pt x="0" y="381"/>
                    </a:cubicBezTo>
                    <a:cubicBezTo>
                      <a:pt x="0" y="384"/>
                      <a:pt x="2" y="386"/>
                      <a:pt x="5" y="386"/>
                    </a:cubicBezTo>
                    <a:cubicBezTo>
                      <a:pt x="376" y="386"/>
                      <a:pt x="376" y="386"/>
                      <a:pt x="376" y="386"/>
                    </a:cubicBezTo>
                    <a:cubicBezTo>
                      <a:pt x="378" y="386"/>
                      <a:pt x="380" y="384"/>
                      <a:pt x="380" y="381"/>
                    </a:cubicBezTo>
                    <a:cubicBezTo>
                      <a:pt x="380" y="334"/>
                      <a:pt x="345" y="302"/>
                      <a:pt x="278" y="287"/>
                    </a:cubicBezTo>
                    <a:close/>
                    <a:moveTo>
                      <a:pt x="110" y="119"/>
                    </a:moveTo>
                    <a:cubicBezTo>
                      <a:pt x="110" y="66"/>
                      <a:pt x="131" y="10"/>
                      <a:pt x="190" y="10"/>
                    </a:cubicBezTo>
                    <a:cubicBezTo>
                      <a:pt x="250" y="10"/>
                      <a:pt x="271" y="66"/>
                      <a:pt x="271" y="119"/>
                    </a:cubicBezTo>
                    <a:cubicBezTo>
                      <a:pt x="271" y="151"/>
                      <a:pt x="257" y="186"/>
                      <a:pt x="236" y="207"/>
                    </a:cubicBezTo>
                    <a:cubicBezTo>
                      <a:pt x="236" y="207"/>
                      <a:pt x="235" y="208"/>
                      <a:pt x="235" y="209"/>
                    </a:cubicBezTo>
                    <a:cubicBezTo>
                      <a:pt x="222" y="221"/>
                      <a:pt x="207" y="228"/>
                      <a:pt x="190" y="228"/>
                    </a:cubicBezTo>
                    <a:cubicBezTo>
                      <a:pt x="174" y="228"/>
                      <a:pt x="159" y="221"/>
                      <a:pt x="147" y="210"/>
                    </a:cubicBezTo>
                    <a:cubicBezTo>
                      <a:pt x="147" y="209"/>
                      <a:pt x="146" y="209"/>
                      <a:pt x="145" y="208"/>
                    </a:cubicBezTo>
                    <a:cubicBezTo>
                      <a:pt x="124" y="187"/>
                      <a:pt x="110" y="152"/>
                      <a:pt x="110" y="119"/>
                    </a:cubicBezTo>
                    <a:close/>
                    <a:moveTo>
                      <a:pt x="10" y="376"/>
                    </a:moveTo>
                    <a:cubicBezTo>
                      <a:pt x="12" y="335"/>
                      <a:pt x="45" y="308"/>
                      <a:pt x="108" y="296"/>
                    </a:cubicBezTo>
                    <a:cubicBezTo>
                      <a:pt x="108" y="296"/>
                      <a:pt x="108" y="296"/>
                      <a:pt x="108" y="296"/>
                    </a:cubicBezTo>
                    <a:cubicBezTo>
                      <a:pt x="135" y="287"/>
                      <a:pt x="146" y="254"/>
                      <a:pt x="147" y="222"/>
                    </a:cubicBezTo>
                    <a:cubicBezTo>
                      <a:pt x="160" y="232"/>
                      <a:pt x="175" y="238"/>
                      <a:pt x="190" y="238"/>
                    </a:cubicBezTo>
                    <a:cubicBezTo>
                      <a:pt x="206" y="238"/>
                      <a:pt x="221" y="232"/>
                      <a:pt x="234" y="221"/>
                    </a:cubicBezTo>
                    <a:cubicBezTo>
                      <a:pt x="236" y="253"/>
                      <a:pt x="248" y="289"/>
                      <a:pt x="275" y="296"/>
                    </a:cubicBezTo>
                    <a:cubicBezTo>
                      <a:pt x="276" y="297"/>
                      <a:pt x="276" y="297"/>
                      <a:pt x="276" y="297"/>
                    </a:cubicBezTo>
                    <a:cubicBezTo>
                      <a:pt x="337" y="309"/>
                      <a:pt x="369" y="336"/>
                      <a:pt x="371" y="376"/>
                    </a:cubicBezTo>
                    <a:lnTo>
                      <a:pt x="10" y="376"/>
                    </a:lnTo>
                    <a:close/>
                  </a:path>
                </a:pathLst>
              </a:custGeom>
              <a:noFill/>
              <a:ln w="12700" cap="flat" cmpd="sng">
                <a:solidFill>
                  <a:schemeClr val="accent4"/>
                </a:solidFill>
                <a:prstDash val="solid"/>
                <a:round/>
                <a:headEnd type="none" w="sm" len="sm"/>
                <a:tailEnd type="none" w="sm" len="sm"/>
              </a:ln>
            </p:spPr>
            <p:txBody>
              <a:bodyPr spcFirstLastPara="1" wrap="square" lIns="91376" tIns="45663" rIns="91376" bIns="45663"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Tx/>
                  <a:buNone/>
                  <a:tabLst/>
                  <a:defRPr/>
                </a:pPr>
                <a:endParaRPr kumimoji="0" sz="1798" b="0" i="0" u="none" strike="noStrike" kern="1200" cap="none" spc="0" normalizeH="0" baseline="0" noProof="0" dirty="0">
                  <a:ln>
                    <a:noFill/>
                  </a:ln>
                  <a:solidFill>
                    <a:srgbClr val="F3BA16"/>
                  </a:solidFill>
                  <a:effectLst/>
                  <a:uLnTx/>
                  <a:uFillTx/>
                  <a:latin typeface="Open Sans Light"/>
                  <a:ea typeface="Open Sans Light"/>
                  <a:cs typeface="Open Sans Light"/>
                  <a:sym typeface="Open Sans Light"/>
                </a:endParaRPr>
              </a:p>
            </p:txBody>
          </p:sp>
          <p:sp>
            <p:nvSpPr>
              <p:cNvPr id="311" name="Google Shape;3474;p115">
                <a:extLst>
                  <a:ext uri="{FF2B5EF4-FFF2-40B4-BE49-F238E27FC236}">
                    <a16:creationId xmlns:a16="http://schemas.microsoft.com/office/drawing/2014/main" id="{C8AD00E7-1C23-5505-69E0-476574305698}"/>
                  </a:ext>
                </a:extLst>
              </p:cNvPr>
              <p:cNvSpPr txBox="1"/>
              <p:nvPr/>
            </p:nvSpPr>
            <p:spPr>
              <a:xfrm>
                <a:off x="639048" y="4212973"/>
                <a:ext cx="1001413" cy="1108285"/>
              </a:xfrm>
              <a:prstGeom prst="rect">
                <a:avLst/>
              </a:prstGeom>
              <a:noFill/>
              <a:ln>
                <a:noFill/>
              </a:ln>
            </p:spPr>
            <p:txBody>
              <a:bodyPr spcFirstLastPara="1" wrap="square" lIns="0" tIns="0" rIns="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a:ea typeface="Arial"/>
                    <a:cs typeface="Arial"/>
                    <a:sym typeface="Arial"/>
                  </a:rPr>
                  <a:t>Enterprise IT Admin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a:ea typeface="Arial"/>
                    <a:cs typeface="Arial"/>
                    <a:sym typeface="Arial"/>
                  </a:rPr>
                  <a:t>or</a:t>
                </a:r>
                <a:br>
                  <a:rPr kumimoji="0" lang="en-US" sz="1200" b="0" i="0" u="none" strike="noStrike" kern="1200" cap="none" spc="0" normalizeH="0" baseline="0" noProof="0" dirty="0">
                    <a:ln>
                      <a:noFill/>
                    </a:ln>
                    <a:solidFill>
                      <a:srgbClr val="000000"/>
                    </a:solidFill>
                    <a:effectLst/>
                    <a:uLnTx/>
                    <a:uFillTx/>
                    <a:latin typeface="Arial"/>
                    <a:ea typeface="Arial"/>
                    <a:cs typeface="Arial"/>
                    <a:sym typeface="Arial"/>
                  </a:rPr>
                </a:br>
                <a:r>
                  <a:rPr kumimoji="0" lang="en-US" sz="1200" b="0" i="0" u="none" strike="noStrike" kern="1200" cap="none" spc="0" normalizeH="0" baseline="0" noProof="0" dirty="0">
                    <a:ln>
                      <a:noFill/>
                    </a:ln>
                    <a:solidFill>
                      <a:srgbClr val="000000"/>
                    </a:solidFill>
                    <a:effectLst/>
                    <a:uLnTx/>
                    <a:uFillTx/>
                    <a:latin typeface="Arial"/>
                    <a:ea typeface="Arial"/>
                    <a:cs typeface="Arial"/>
                    <a:sym typeface="Arial"/>
                  </a:rPr>
                  <a:t>Service Provider Admin</a:t>
                </a:r>
              </a:p>
            </p:txBody>
          </p:sp>
        </p:grpSp>
      </p:grpSp>
      <p:grpSp>
        <p:nvGrpSpPr>
          <p:cNvPr id="350" name="Group 349">
            <a:extLst>
              <a:ext uri="{FF2B5EF4-FFF2-40B4-BE49-F238E27FC236}">
                <a16:creationId xmlns:a16="http://schemas.microsoft.com/office/drawing/2014/main" id="{D575D99C-0245-6E16-8D93-DFFF5C86FB79}"/>
              </a:ext>
            </a:extLst>
          </p:cNvPr>
          <p:cNvGrpSpPr/>
          <p:nvPr/>
        </p:nvGrpSpPr>
        <p:grpSpPr>
          <a:xfrm>
            <a:off x="1935799" y="4574391"/>
            <a:ext cx="5686649" cy="357355"/>
            <a:chOff x="1934716" y="4110742"/>
            <a:chExt cx="5688130" cy="357448"/>
          </a:xfrm>
        </p:grpSpPr>
        <p:sp>
          <p:nvSpPr>
            <p:cNvPr id="18" name="Google Shape;3343;p115">
              <a:extLst>
                <a:ext uri="{FF2B5EF4-FFF2-40B4-BE49-F238E27FC236}">
                  <a16:creationId xmlns:a16="http://schemas.microsoft.com/office/drawing/2014/main" id="{8D346AB6-8352-141E-F3F8-E5D08C9973BE}"/>
                </a:ext>
              </a:extLst>
            </p:cNvPr>
            <p:cNvSpPr/>
            <p:nvPr/>
          </p:nvSpPr>
          <p:spPr>
            <a:xfrm>
              <a:off x="1934716" y="4110742"/>
              <a:ext cx="2704794" cy="357448"/>
            </a:xfrm>
            <a:prstGeom prst="rect">
              <a:avLst/>
            </a:prstGeom>
            <a:noFill/>
            <a:ln w="15875" cap="flat" cmpd="sng">
              <a:solidFill>
                <a:schemeClr val="accent4"/>
              </a:solidFill>
              <a:prstDash val="solid"/>
              <a:round/>
              <a:headEnd type="none" w="sm" len="sm"/>
              <a:tailEnd type="none" w="sm" len="sm"/>
            </a:ln>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r>
                <a:rPr kumimoji="0" lang="en-US" sz="1400" b="1" i="0" u="none" strike="noStrike" kern="1200" cap="none" spc="0" normalizeH="0" baseline="0" noProof="0" dirty="0">
                  <a:ln>
                    <a:noFill/>
                  </a:ln>
                  <a:solidFill>
                    <a:srgbClr val="61A60E"/>
                  </a:solidFill>
                  <a:effectLst/>
                  <a:uLnTx/>
                  <a:uFillTx/>
                  <a:latin typeface="Arial"/>
                  <a:ea typeface="Arial"/>
                  <a:cs typeface="Arial"/>
                  <a:sym typeface="Arial"/>
                </a:rPr>
                <a:t>Supervisor</a:t>
              </a:r>
              <a:endParaRPr kumimoji="0" sz="1400" b="1" i="0" u="none" strike="noStrike" kern="1200" cap="none" spc="0" normalizeH="0" baseline="0" noProof="0" dirty="0">
                <a:ln>
                  <a:noFill/>
                </a:ln>
                <a:solidFill>
                  <a:srgbClr val="61A60E"/>
                </a:solidFill>
                <a:effectLst/>
                <a:uLnTx/>
                <a:uFillTx/>
                <a:latin typeface="Arial"/>
                <a:ea typeface="Arial"/>
                <a:cs typeface="Arial"/>
                <a:sym typeface="Arial"/>
              </a:endParaRPr>
            </a:p>
          </p:txBody>
        </p:sp>
        <p:sp>
          <p:nvSpPr>
            <p:cNvPr id="19" name="Google Shape;3344;p115">
              <a:extLst>
                <a:ext uri="{FF2B5EF4-FFF2-40B4-BE49-F238E27FC236}">
                  <a16:creationId xmlns:a16="http://schemas.microsoft.com/office/drawing/2014/main" id="{C1911B3C-0506-F511-BBFF-5D3D86428625}"/>
                </a:ext>
              </a:extLst>
            </p:cNvPr>
            <p:cNvSpPr/>
            <p:nvPr/>
          </p:nvSpPr>
          <p:spPr>
            <a:xfrm>
              <a:off x="4741618" y="4110742"/>
              <a:ext cx="1414246" cy="357448"/>
            </a:xfrm>
            <a:prstGeom prst="rect">
              <a:avLst/>
            </a:prstGeom>
            <a:noFill/>
            <a:ln w="15875" cap="flat" cmpd="sng">
              <a:solidFill>
                <a:schemeClr val="accent4"/>
              </a:solidFill>
              <a:prstDash val="solid"/>
              <a:round/>
              <a:headEnd type="none" w="sm" len="sm"/>
              <a:tailEnd type="none" w="sm" len="sm"/>
            </a:ln>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r>
                <a:rPr kumimoji="0" lang="en-US" sz="1400" b="1" i="0" u="none" strike="noStrike" kern="1200" cap="none" spc="0" normalizeH="0" baseline="0" noProof="0" dirty="0">
                  <a:ln>
                    <a:noFill/>
                  </a:ln>
                  <a:solidFill>
                    <a:srgbClr val="61A60E"/>
                  </a:solidFill>
                  <a:effectLst/>
                  <a:uLnTx/>
                  <a:uFillTx/>
                  <a:latin typeface="Arial"/>
                  <a:ea typeface="Arial"/>
                  <a:cs typeface="Arial"/>
                  <a:sym typeface="Arial"/>
                </a:rPr>
                <a:t>Supervisor</a:t>
              </a:r>
              <a:endParaRPr kumimoji="0" sz="1400" b="1" i="0" u="none" strike="noStrike" kern="1200" cap="none" spc="0" normalizeH="0" baseline="0" noProof="0" dirty="0">
                <a:ln>
                  <a:noFill/>
                </a:ln>
                <a:solidFill>
                  <a:srgbClr val="61A60E"/>
                </a:solidFill>
                <a:effectLst/>
                <a:uLnTx/>
                <a:uFillTx/>
                <a:latin typeface="Arial"/>
                <a:ea typeface="Arial"/>
                <a:cs typeface="Arial"/>
                <a:sym typeface="Arial"/>
              </a:endParaRPr>
            </a:p>
          </p:txBody>
        </p:sp>
        <p:sp>
          <p:nvSpPr>
            <p:cNvPr id="52" name="Google Shape;3344;p115">
              <a:extLst>
                <a:ext uri="{FF2B5EF4-FFF2-40B4-BE49-F238E27FC236}">
                  <a16:creationId xmlns:a16="http://schemas.microsoft.com/office/drawing/2014/main" id="{1CB81BB4-D9CF-72FE-82FC-2B1BC998FEFE}"/>
                </a:ext>
              </a:extLst>
            </p:cNvPr>
            <p:cNvSpPr/>
            <p:nvPr/>
          </p:nvSpPr>
          <p:spPr>
            <a:xfrm>
              <a:off x="6235273" y="4110742"/>
              <a:ext cx="1387573" cy="357448"/>
            </a:xfrm>
            <a:prstGeom prst="rect">
              <a:avLst/>
            </a:prstGeom>
            <a:noFill/>
            <a:ln w="15875" cap="flat" cmpd="sng">
              <a:solidFill>
                <a:schemeClr val="accent4"/>
              </a:solidFill>
              <a:prstDash val="solid"/>
              <a:round/>
              <a:headEnd type="none" w="sm" len="sm"/>
              <a:tailEnd type="none" w="sm" len="sm"/>
            </a:ln>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r>
                <a:rPr kumimoji="0" lang="en-US" sz="1400" b="1" i="0" u="none" strike="noStrike" kern="1200" cap="none" spc="0" normalizeH="0" baseline="0" noProof="0" dirty="0">
                  <a:ln>
                    <a:noFill/>
                  </a:ln>
                  <a:solidFill>
                    <a:srgbClr val="61A60E"/>
                  </a:solidFill>
                  <a:effectLst/>
                  <a:uLnTx/>
                  <a:uFillTx/>
                  <a:latin typeface="Arial"/>
                  <a:ea typeface="Arial"/>
                  <a:cs typeface="Arial"/>
                  <a:sym typeface="Arial"/>
                </a:rPr>
                <a:t>Supervisor</a:t>
              </a:r>
              <a:endParaRPr kumimoji="0" sz="1400" b="1" i="0" u="none" strike="noStrike" kern="1200" cap="none" spc="0" normalizeH="0" baseline="0" noProof="0" dirty="0">
                <a:ln>
                  <a:noFill/>
                </a:ln>
                <a:solidFill>
                  <a:srgbClr val="61A60E"/>
                </a:solidFill>
                <a:effectLst/>
                <a:uLnTx/>
                <a:uFillTx/>
                <a:latin typeface="Arial"/>
                <a:ea typeface="Arial"/>
                <a:cs typeface="Arial"/>
                <a:sym typeface="Arial"/>
              </a:endParaRPr>
            </a:p>
          </p:txBody>
        </p:sp>
      </p:grpSp>
      <p:grpSp>
        <p:nvGrpSpPr>
          <p:cNvPr id="355" name="Group 354">
            <a:extLst>
              <a:ext uri="{FF2B5EF4-FFF2-40B4-BE49-F238E27FC236}">
                <a16:creationId xmlns:a16="http://schemas.microsoft.com/office/drawing/2014/main" id="{F8C7D74E-9A25-0466-9C78-5F59950742C4}"/>
              </a:ext>
            </a:extLst>
          </p:cNvPr>
          <p:cNvGrpSpPr/>
          <p:nvPr/>
        </p:nvGrpSpPr>
        <p:grpSpPr>
          <a:xfrm>
            <a:off x="640470" y="2536394"/>
            <a:ext cx="6995243" cy="1109917"/>
            <a:chOff x="639048" y="2072211"/>
            <a:chExt cx="6997065" cy="1110206"/>
          </a:xfrm>
        </p:grpSpPr>
        <p:grpSp>
          <p:nvGrpSpPr>
            <p:cNvPr id="347" name="Group 346">
              <a:extLst>
                <a:ext uri="{FF2B5EF4-FFF2-40B4-BE49-F238E27FC236}">
                  <a16:creationId xmlns:a16="http://schemas.microsoft.com/office/drawing/2014/main" id="{6489CEEF-5A68-75DB-4E6F-0FCE7F33EE6B}"/>
                </a:ext>
              </a:extLst>
            </p:cNvPr>
            <p:cNvGrpSpPr/>
            <p:nvPr/>
          </p:nvGrpSpPr>
          <p:grpSpPr>
            <a:xfrm>
              <a:off x="639048" y="2072211"/>
              <a:ext cx="1001413" cy="1110206"/>
              <a:chOff x="639048" y="2072211"/>
              <a:chExt cx="1001413" cy="1110206"/>
            </a:xfrm>
          </p:grpSpPr>
          <p:sp>
            <p:nvSpPr>
              <p:cNvPr id="313" name="Google Shape;3473;p115">
                <a:extLst>
                  <a:ext uri="{FF2B5EF4-FFF2-40B4-BE49-F238E27FC236}">
                    <a16:creationId xmlns:a16="http://schemas.microsoft.com/office/drawing/2014/main" id="{C0E192C9-F5E8-8D43-2DE6-0C8DEF245A96}"/>
                  </a:ext>
                </a:extLst>
              </p:cNvPr>
              <p:cNvSpPr/>
              <p:nvPr/>
            </p:nvSpPr>
            <p:spPr>
              <a:xfrm>
                <a:off x="903079" y="2072211"/>
                <a:ext cx="473350" cy="497859"/>
              </a:xfrm>
              <a:custGeom>
                <a:avLst/>
                <a:gdLst/>
                <a:ahLst/>
                <a:cxnLst/>
                <a:rect l="l" t="t" r="r" b="b"/>
                <a:pathLst>
                  <a:path w="380" h="386" extrusionOk="0">
                    <a:moveTo>
                      <a:pt x="278" y="287"/>
                    </a:moveTo>
                    <a:cubicBezTo>
                      <a:pt x="262" y="283"/>
                      <a:pt x="244" y="261"/>
                      <a:pt x="244" y="213"/>
                    </a:cubicBezTo>
                    <a:cubicBezTo>
                      <a:pt x="265" y="191"/>
                      <a:pt x="280" y="157"/>
                      <a:pt x="280" y="119"/>
                    </a:cubicBezTo>
                    <a:cubicBezTo>
                      <a:pt x="280" y="46"/>
                      <a:pt x="246" y="0"/>
                      <a:pt x="190" y="0"/>
                    </a:cubicBezTo>
                    <a:cubicBezTo>
                      <a:pt x="135" y="0"/>
                      <a:pt x="100" y="46"/>
                      <a:pt x="100" y="119"/>
                    </a:cubicBezTo>
                    <a:cubicBezTo>
                      <a:pt x="100" y="157"/>
                      <a:pt x="116" y="193"/>
                      <a:pt x="138" y="215"/>
                    </a:cubicBezTo>
                    <a:cubicBezTo>
                      <a:pt x="138" y="244"/>
                      <a:pt x="129" y="279"/>
                      <a:pt x="106" y="287"/>
                    </a:cubicBezTo>
                    <a:cubicBezTo>
                      <a:pt x="37" y="301"/>
                      <a:pt x="0" y="333"/>
                      <a:pt x="0" y="381"/>
                    </a:cubicBezTo>
                    <a:cubicBezTo>
                      <a:pt x="0" y="384"/>
                      <a:pt x="2" y="386"/>
                      <a:pt x="5" y="386"/>
                    </a:cubicBezTo>
                    <a:cubicBezTo>
                      <a:pt x="376" y="386"/>
                      <a:pt x="376" y="386"/>
                      <a:pt x="376" y="386"/>
                    </a:cubicBezTo>
                    <a:cubicBezTo>
                      <a:pt x="378" y="386"/>
                      <a:pt x="380" y="384"/>
                      <a:pt x="380" y="381"/>
                    </a:cubicBezTo>
                    <a:cubicBezTo>
                      <a:pt x="380" y="334"/>
                      <a:pt x="345" y="302"/>
                      <a:pt x="278" y="287"/>
                    </a:cubicBezTo>
                    <a:close/>
                    <a:moveTo>
                      <a:pt x="110" y="119"/>
                    </a:moveTo>
                    <a:cubicBezTo>
                      <a:pt x="110" y="66"/>
                      <a:pt x="131" y="10"/>
                      <a:pt x="190" y="10"/>
                    </a:cubicBezTo>
                    <a:cubicBezTo>
                      <a:pt x="250" y="10"/>
                      <a:pt x="271" y="66"/>
                      <a:pt x="271" y="119"/>
                    </a:cubicBezTo>
                    <a:cubicBezTo>
                      <a:pt x="271" y="151"/>
                      <a:pt x="257" y="186"/>
                      <a:pt x="236" y="207"/>
                    </a:cubicBezTo>
                    <a:cubicBezTo>
                      <a:pt x="236" y="207"/>
                      <a:pt x="235" y="208"/>
                      <a:pt x="235" y="209"/>
                    </a:cubicBezTo>
                    <a:cubicBezTo>
                      <a:pt x="222" y="221"/>
                      <a:pt x="207" y="228"/>
                      <a:pt x="190" y="228"/>
                    </a:cubicBezTo>
                    <a:cubicBezTo>
                      <a:pt x="174" y="228"/>
                      <a:pt x="159" y="221"/>
                      <a:pt x="147" y="210"/>
                    </a:cubicBezTo>
                    <a:cubicBezTo>
                      <a:pt x="147" y="209"/>
                      <a:pt x="146" y="209"/>
                      <a:pt x="145" y="208"/>
                    </a:cubicBezTo>
                    <a:cubicBezTo>
                      <a:pt x="124" y="187"/>
                      <a:pt x="110" y="152"/>
                      <a:pt x="110" y="119"/>
                    </a:cubicBezTo>
                    <a:close/>
                    <a:moveTo>
                      <a:pt x="10" y="376"/>
                    </a:moveTo>
                    <a:cubicBezTo>
                      <a:pt x="12" y="335"/>
                      <a:pt x="45" y="308"/>
                      <a:pt x="108" y="296"/>
                    </a:cubicBezTo>
                    <a:cubicBezTo>
                      <a:pt x="108" y="296"/>
                      <a:pt x="108" y="296"/>
                      <a:pt x="108" y="296"/>
                    </a:cubicBezTo>
                    <a:cubicBezTo>
                      <a:pt x="135" y="287"/>
                      <a:pt x="146" y="254"/>
                      <a:pt x="147" y="222"/>
                    </a:cubicBezTo>
                    <a:cubicBezTo>
                      <a:pt x="160" y="232"/>
                      <a:pt x="175" y="238"/>
                      <a:pt x="190" y="238"/>
                    </a:cubicBezTo>
                    <a:cubicBezTo>
                      <a:pt x="206" y="238"/>
                      <a:pt x="221" y="232"/>
                      <a:pt x="234" y="221"/>
                    </a:cubicBezTo>
                    <a:cubicBezTo>
                      <a:pt x="236" y="253"/>
                      <a:pt x="248" y="289"/>
                      <a:pt x="275" y="296"/>
                    </a:cubicBezTo>
                    <a:cubicBezTo>
                      <a:pt x="276" y="297"/>
                      <a:pt x="276" y="297"/>
                      <a:pt x="276" y="297"/>
                    </a:cubicBezTo>
                    <a:cubicBezTo>
                      <a:pt x="337" y="309"/>
                      <a:pt x="369" y="336"/>
                      <a:pt x="371" y="376"/>
                    </a:cubicBezTo>
                    <a:lnTo>
                      <a:pt x="10" y="376"/>
                    </a:lnTo>
                    <a:close/>
                  </a:path>
                </a:pathLst>
              </a:custGeom>
              <a:solidFill>
                <a:schemeClr val="accent6"/>
              </a:solidFill>
              <a:ln w="12700" cap="flat" cmpd="sng">
                <a:solidFill>
                  <a:schemeClr val="accent5"/>
                </a:solidFill>
                <a:prstDash val="solid"/>
                <a:round/>
                <a:headEnd type="none" w="sm" len="sm"/>
                <a:tailEnd type="none" w="sm" len="sm"/>
              </a:ln>
            </p:spPr>
            <p:txBody>
              <a:bodyPr spcFirstLastPara="1" wrap="square" lIns="91376" tIns="45663" rIns="91376" bIns="45663"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Tx/>
                  <a:buNone/>
                  <a:tabLst/>
                  <a:defRPr/>
                </a:pPr>
                <a:endParaRPr kumimoji="0" sz="1798" b="0" i="0" u="none" strike="noStrike" kern="1200" cap="none" spc="0" normalizeH="0" baseline="0" noProof="0" dirty="0">
                  <a:ln>
                    <a:noFill/>
                  </a:ln>
                  <a:solidFill>
                    <a:srgbClr val="FFFFFF"/>
                  </a:solidFill>
                  <a:effectLst/>
                  <a:uLnTx/>
                  <a:uFillTx/>
                  <a:latin typeface="Open Sans Light"/>
                  <a:ea typeface="Open Sans Light"/>
                  <a:cs typeface="Open Sans Light"/>
                  <a:sym typeface="Open Sans Light"/>
                </a:endParaRPr>
              </a:p>
            </p:txBody>
          </p:sp>
          <p:sp>
            <p:nvSpPr>
              <p:cNvPr id="314" name="Google Shape;3475;p115">
                <a:extLst>
                  <a:ext uri="{FF2B5EF4-FFF2-40B4-BE49-F238E27FC236}">
                    <a16:creationId xmlns:a16="http://schemas.microsoft.com/office/drawing/2014/main" id="{A65710BC-BAF4-C5F2-A2DE-6DF0A08516B8}"/>
                  </a:ext>
                </a:extLst>
              </p:cNvPr>
              <p:cNvSpPr txBox="1"/>
              <p:nvPr/>
            </p:nvSpPr>
            <p:spPr>
              <a:xfrm>
                <a:off x="639048" y="2628275"/>
                <a:ext cx="1001413" cy="554142"/>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a:ea typeface="Arial"/>
                    <a:cs typeface="Arial"/>
                    <a:sym typeface="Arial"/>
                  </a:rPr>
                  <a:t>LOB Admin </a:t>
                </a:r>
                <a:br>
                  <a:rPr kumimoji="0" lang="en-US" sz="1200" b="0" i="0" u="none" strike="noStrike" kern="1200" cap="none" spc="0" normalizeH="0" baseline="0" noProof="0" dirty="0">
                    <a:ln>
                      <a:noFill/>
                    </a:ln>
                    <a:solidFill>
                      <a:srgbClr val="000000"/>
                    </a:solidFill>
                    <a:effectLst/>
                    <a:uLnTx/>
                    <a:uFillTx/>
                    <a:latin typeface="Arial"/>
                    <a:ea typeface="Arial"/>
                    <a:cs typeface="Arial"/>
                    <a:sym typeface="Arial"/>
                  </a:rPr>
                </a:br>
                <a:r>
                  <a:rPr kumimoji="0" lang="en-US" sz="1200" b="0" i="0" u="none" strike="noStrike" kern="1200" cap="none" spc="0" normalizeH="0" baseline="0" noProof="0" dirty="0">
                    <a:ln>
                      <a:noFill/>
                    </a:ln>
                    <a:solidFill>
                      <a:srgbClr val="000000"/>
                    </a:solidFill>
                    <a:effectLst/>
                    <a:uLnTx/>
                    <a:uFillTx/>
                    <a:latin typeface="Arial"/>
                    <a:ea typeface="Arial"/>
                    <a:cs typeface="Arial"/>
                    <a:sym typeface="Arial"/>
                  </a:rPr>
                  <a:t>or </a:t>
                </a:r>
                <a:br>
                  <a:rPr kumimoji="0" lang="en-US" sz="1200" b="0" i="0" u="none" strike="noStrike" kern="1200" cap="none" spc="0" normalizeH="0" baseline="0" noProof="0" dirty="0">
                    <a:ln>
                      <a:noFill/>
                    </a:ln>
                    <a:solidFill>
                      <a:srgbClr val="000000"/>
                    </a:solidFill>
                    <a:effectLst/>
                    <a:uLnTx/>
                    <a:uFillTx/>
                    <a:latin typeface="Arial"/>
                    <a:ea typeface="Arial"/>
                    <a:cs typeface="Arial"/>
                    <a:sym typeface="Arial"/>
                  </a:rPr>
                </a:br>
                <a:r>
                  <a:rPr kumimoji="0" lang="en-US" sz="1200" b="0" i="0" u="none" strike="noStrike" kern="1200" cap="none" spc="0" normalizeH="0" baseline="0" noProof="0" dirty="0">
                    <a:ln>
                      <a:noFill/>
                    </a:ln>
                    <a:solidFill>
                      <a:srgbClr val="000000"/>
                    </a:solidFill>
                    <a:effectLst/>
                    <a:uLnTx/>
                    <a:uFillTx/>
                    <a:latin typeface="Arial"/>
                    <a:ea typeface="Arial"/>
                    <a:cs typeface="Arial"/>
                    <a:sym typeface="Arial"/>
                  </a:rPr>
                  <a:t>Org Admin</a:t>
                </a:r>
              </a:p>
            </p:txBody>
          </p:sp>
        </p:grpSp>
        <p:grpSp>
          <p:nvGrpSpPr>
            <p:cNvPr id="353" name="Group 352">
              <a:extLst>
                <a:ext uri="{FF2B5EF4-FFF2-40B4-BE49-F238E27FC236}">
                  <a16:creationId xmlns:a16="http://schemas.microsoft.com/office/drawing/2014/main" id="{5C7CE2D0-3F11-A275-30E8-A0A256FC81F2}"/>
                </a:ext>
              </a:extLst>
            </p:cNvPr>
            <p:cNvGrpSpPr/>
            <p:nvPr/>
          </p:nvGrpSpPr>
          <p:grpSpPr>
            <a:xfrm>
              <a:off x="1930499" y="2804394"/>
              <a:ext cx="5705614" cy="307314"/>
              <a:chOff x="1930499" y="2804394"/>
              <a:chExt cx="5705614" cy="307314"/>
            </a:xfrm>
          </p:grpSpPr>
          <p:sp>
            <p:nvSpPr>
              <p:cNvPr id="28" name="Google Shape;3353;p115">
                <a:extLst>
                  <a:ext uri="{FF2B5EF4-FFF2-40B4-BE49-F238E27FC236}">
                    <a16:creationId xmlns:a16="http://schemas.microsoft.com/office/drawing/2014/main" id="{53E420AC-9785-950D-4737-668BFE87CFB2}"/>
                  </a:ext>
                </a:extLst>
              </p:cNvPr>
              <p:cNvSpPr/>
              <p:nvPr/>
            </p:nvSpPr>
            <p:spPr>
              <a:xfrm>
                <a:off x="5359543" y="2804394"/>
                <a:ext cx="2276570" cy="306401"/>
              </a:xfrm>
              <a:prstGeom prst="rect">
                <a:avLst/>
              </a:prstGeom>
              <a:solidFill>
                <a:schemeClr val="accent2"/>
              </a:solidFill>
              <a:ln w="25400" cap="flat" cmpd="sng">
                <a:noFill/>
                <a:prstDash val="solid"/>
                <a:round/>
                <a:headEnd type="none" w="sm" len="sm"/>
                <a:tailEnd type="none" w="sm" len="sm"/>
              </a:ln>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r>
                  <a:rPr kumimoji="0" lang="en-US" sz="1400" b="1" i="0" u="none" strike="noStrike" kern="1200" cap="none" spc="0" normalizeH="0" baseline="0" noProof="0" dirty="0">
                    <a:ln>
                      <a:noFill/>
                    </a:ln>
                    <a:solidFill>
                      <a:srgbClr val="FFFFFF"/>
                    </a:solidFill>
                    <a:effectLst/>
                    <a:uLnTx/>
                    <a:uFillTx/>
                    <a:latin typeface="Arial"/>
                    <a:ea typeface="Arial"/>
                    <a:cs typeface="Arial"/>
                    <a:sym typeface="Arial"/>
                  </a:rPr>
                  <a:t>Project</a:t>
                </a:r>
                <a:endParaRPr kumimoji="0" sz="1600" b="1"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40" name="Google Shape;3465;p115">
                <a:extLst>
                  <a:ext uri="{FF2B5EF4-FFF2-40B4-BE49-F238E27FC236}">
                    <a16:creationId xmlns:a16="http://schemas.microsoft.com/office/drawing/2014/main" id="{3D96F3A8-C983-E864-0E67-F667756E74EB}"/>
                  </a:ext>
                </a:extLst>
              </p:cNvPr>
              <p:cNvSpPr/>
              <p:nvPr/>
            </p:nvSpPr>
            <p:spPr>
              <a:xfrm>
                <a:off x="1930499" y="2805307"/>
                <a:ext cx="1115568" cy="306401"/>
              </a:xfrm>
              <a:prstGeom prst="rect">
                <a:avLst/>
              </a:prstGeom>
              <a:solidFill>
                <a:schemeClr val="accent2"/>
              </a:solidFill>
              <a:ln w="25400" cap="flat" cmpd="sng">
                <a:noFill/>
                <a:prstDash val="solid"/>
                <a:round/>
                <a:headEnd type="none" w="sm" len="sm"/>
                <a:tailEnd type="none" w="sm" len="sm"/>
              </a:ln>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r>
                  <a:rPr kumimoji="0" lang="en-US" sz="1400" b="1" i="0" u="none" strike="noStrike" kern="1200" cap="none" spc="0" normalizeH="0" baseline="0" noProof="0" dirty="0">
                    <a:ln>
                      <a:noFill/>
                    </a:ln>
                    <a:solidFill>
                      <a:srgbClr val="FFFFFF"/>
                    </a:solidFill>
                    <a:effectLst/>
                    <a:uLnTx/>
                    <a:uFillTx/>
                    <a:latin typeface="Arial"/>
                    <a:ea typeface="Arial"/>
                    <a:cs typeface="Arial"/>
                    <a:sym typeface="Arial"/>
                  </a:rPr>
                  <a:t>Project</a:t>
                </a:r>
                <a:endParaRPr kumimoji="0" sz="1600" b="1"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80" name="Google Shape;3465;p115">
                <a:extLst>
                  <a:ext uri="{FF2B5EF4-FFF2-40B4-BE49-F238E27FC236}">
                    <a16:creationId xmlns:a16="http://schemas.microsoft.com/office/drawing/2014/main" id="{B35B9DAC-5799-613C-277B-261F21E31CE9}"/>
                  </a:ext>
                </a:extLst>
              </p:cNvPr>
              <p:cNvSpPr/>
              <p:nvPr/>
            </p:nvSpPr>
            <p:spPr>
              <a:xfrm>
                <a:off x="3100922" y="2805307"/>
                <a:ext cx="1115568" cy="306401"/>
              </a:xfrm>
              <a:prstGeom prst="rect">
                <a:avLst/>
              </a:prstGeom>
              <a:solidFill>
                <a:schemeClr val="accent2"/>
              </a:solidFill>
              <a:ln w="25400" cap="flat" cmpd="sng">
                <a:noFill/>
                <a:prstDash val="solid"/>
                <a:round/>
                <a:headEnd type="none" w="sm" len="sm"/>
                <a:tailEnd type="none" w="sm" len="sm"/>
              </a:ln>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r>
                  <a:rPr kumimoji="0" lang="en-US" sz="1400" b="1" i="0" u="none" strike="noStrike" kern="1200" cap="none" spc="0" normalizeH="0" baseline="0" noProof="0" dirty="0">
                    <a:ln>
                      <a:noFill/>
                    </a:ln>
                    <a:solidFill>
                      <a:srgbClr val="FFFFFF"/>
                    </a:solidFill>
                    <a:effectLst/>
                    <a:uLnTx/>
                    <a:uFillTx/>
                    <a:latin typeface="Arial"/>
                    <a:ea typeface="Arial"/>
                    <a:cs typeface="Arial"/>
                    <a:sym typeface="Arial"/>
                  </a:rPr>
                  <a:t>Project</a:t>
                </a:r>
                <a:endParaRPr kumimoji="0" sz="1600" b="1"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grpSp>
        <p:nvGrpSpPr>
          <p:cNvPr id="354" name="Group 353">
            <a:extLst>
              <a:ext uri="{FF2B5EF4-FFF2-40B4-BE49-F238E27FC236}">
                <a16:creationId xmlns:a16="http://schemas.microsoft.com/office/drawing/2014/main" id="{B79F601C-F743-F894-9F19-C2B39191433D}"/>
              </a:ext>
            </a:extLst>
          </p:cNvPr>
          <p:cNvGrpSpPr/>
          <p:nvPr/>
        </p:nvGrpSpPr>
        <p:grpSpPr>
          <a:xfrm>
            <a:off x="1941744" y="1958410"/>
            <a:ext cx="5683698" cy="1278557"/>
            <a:chOff x="1940661" y="1494077"/>
            <a:chExt cx="5685179" cy="1278890"/>
          </a:xfrm>
        </p:grpSpPr>
        <p:sp>
          <p:nvSpPr>
            <p:cNvPr id="187" name="Google Shape;3350;p115">
              <a:extLst>
                <a:ext uri="{FF2B5EF4-FFF2-40B4-BE49-F238E27FC236}">
                  <a16:creationId xmlns:a16="http://schemas.microsoft.com/office/drawing/2014/main" id="{A552A82A-77B1-E4DA-BAF9-E0FA268937BF}"/>
                </a:ext>
              </a:extLst>
            </p:cNvPr>
            <p:cNvSpPr/>
            <p:nvPr/>
          </p:nvSpPr>
          <p:spPr>
            <a:xfrm>
              <a:off x="6566534" y="2277317"/>
              <a:ext cx="1005840" cy="445462"/>
            </a:xfrm>
            <a:prstGeom prst="rect">
              <a:avLst/>
            </a:prstGeom>
            <a:solidFill>
              <a:schemeClr val="accent2"/>
            </a:solidFill>
            <a:ln w="25400" cap="flat" cmpd="sng">
              <a:noFill/>
              <a:prstDash val="solid"/>
              <a:round/>
              <a:headEnd type="none" w="sm" len="sm"/>
              <a:tailEnd type="none" w="sm" len="sm"/>
            </a:ln>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r>
                <a:rPr kumimoji="0" lang="en-US" sz="1200" b="0" i="0" u="none" strike="noStrike" kern="1200" cap="none" spc="0" normalizeH="0" baseline="0" noProof="0" dirty="0">
                  <a:ln>
                    <a:noFill/>
                  </a:ln>
                  <a:solidFill>
                    <a:srgbClr val="FFFFFF"/>
                  </a:solidFill>
                  <a:effectLst/>
                  <a:uLnTx/>
                  <a:uFillTx/>
                  <a:latin typeface="Arial"/>
                  <a:ea typeface="Arial"/>
                  <a:cs typeface="Arial"/>
                  <a:sym typeface="Arial"/>
                </a:rPr>
                <a:t>vSphere Namespace</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25" name="Google Shape;3465;p115">
              <a:extLst>
                <a:ext uri="{FF2B5EF4-FFF2-40B4-BE49-F238E27FC236}">
                  <a16:creationId xmlns:a16="http://schemas.microsoft.com/office/drawing/2014/main" id="{3F4E95DA-8E5B-2643-1809-9E831100058D}"/>
                </a:ext>
              </a:extLst>
            </p:cNvPr>
            <p:cNvSpPr/>
            <p:nvPr/>
          </p:nvSpPr>
          <p:spPr>
            <a:xfrm>
              <a:off x="5367272" y="1494077"/>
              <a:ext cx="2258568" cy="1277978"/>
            </a:xfrm>
            <a:prstGeom prst="rect">
              <a:avLst/>
            </a:prstGeom>
            <a:noFill/>
            <a:ln w="15875" cap="flat" cmpd="sng">
              <a:solidFill>
                <a:schemeClr val="accent2"/>
              </a:solidFill>
              <a:prstDash val="solid"/>
              <a:round/>
              <a:headEnd type="none" w="sm" len="sm"/>
              <a:tailEnd type="none" w="sm" len="sm"/>
            </a:ln>
          </p:spPr>
          <p:txBody>
            <a:bodyPr spcFirstLastPara="1" wrap="square" lIns="91401" tIns="45688" rIns="91401" bIns="45688"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r>
                <a:rPr kumimoji="0" lang="en-US" sz="1400" b="1" i="0" u="none" strike="noStrike" kern="1200" cap="none" spc="0" normalizeH="0" baseline="0" noProof="0" dirty="0">
                  <a:ln>
                    <a:noFill/>
                  </a:ln>
                  <a:solidFill>
                    <a:srgbClr val="005C8A"/>
                  </a:solidFill>
                  <a:effectLst/>
                  <a:uLnTx/>
                  <a:uFillTx/>
                  <a:latin typeface="Arial"/>
                  <a:ea typeface="Arial"/>
                  <a:cs typeface="Arial"/>
                  <a:sym typeface="Arial"/>
                </a:rPr>
                <a:t>VPC</a:t>
              </a:r>
              <a:endParaRPr kumimoji="0" sz="1600" b="1" i="0" u="none" strike="noStrike" kern="1200" cap="none" spc="0" normalizeH="0" baseline="0" noProof="0" dirty="0">
                <a:ln>
                  <a:noFill/>
                </a:ln>
                <a:solidFill>
                  <a:srgbClr val="005C8A"/>
                </a:solidFill>
                <a:effectLst/>
                <a:uLnTx/>
                <a:uFillTx/>
                <a:latin typeface="Arial"/>
                <a:ea typeface="Arial"/>
                <a:cs typeface="Arial"/>
                <a:sym typeface="Arial"/>
              </a:endParaRPr>
            </a:p>
          </p:txBody>
        </p:sp>
        <p:sp>
          <p:nvSpPr>
            <p:cNvPr id="229" name="Google Shape;3350;p115">
              <a:extLst>
                <a:ext uri="{FF2B5EF4-FFF2-40B4-BE49-F238E27FC236}">
                  <a16:creationId xmlns:a16="http://schemas.microsoft.com/office/drawing/2014/main" id="{C27A2BDD-3E9F-8AE2-0D21-3E8F268CDFDD}"/>
                </a:ext>
              </a:extLst>
            </p:cNvPr>
            <p:cNvSpPr/>
            <p:nvPr/>
          </p:nvSpPr>
          <p:spPr>
            <a:xfrm>
              <a:off x="5422369" y="2277317"/>
              <a:ext cx="1005840" cy="445462"/>
            </a:xfrm>
            <a:prstGeom prst="rect">
              <a:avLst/>
            </a:prstGeom>
            <a:solidFill>
              <a:schemeClr val="accent2"/>
            </a:solidFill>
            <a:ln w="25400" cap="flat" cmpd="sng">
              <a:noFill/>
              <a:prstDash val="solid"/>
              <a:round/>
              <a:headEnd type="none" w="sm" len="sm"/>
              <a:tailEnd type="none" w="sm" len="sm"/>
            </a:ln>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r>
                <a:rPr kumimoji="0" lang="en-US" sz="1200" b="0" i="0" u="none" strike="noStrike" kern="1200" cap="none" spc="0" normalizeH="0" baseline="0" noProof="0" dirty="0">
                  <a:ln>
                    <a:noFill/>
                  </a:ln>
                  <a:solidFill>
                    <a:srgbClr val="FFFFFF"/>
                  </a:solidFill>
                  <a:effectLst/>
                  <a:uLnTx/>
                  <a:uFillTx/>
                  <a:latin typeface="Arial"/>
                  <a:ea typeface="Arial"/>
                  <a:cs typeface="Arial"/>
                  <a:sym typeface="Arial"/>
                </a:rPr>
                <a:t>vSphere Namespace</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58" name="Google Shape;3350;p115">
              <a:extLst>
                <a:ext uri="{FF2B5EF4-FFF2-40B4-BE49-F238E27FC236}">
                  <a16:creationId xmlns:a16="http://schemas.microsoft.com/office/drawing/2014/main" id="{24557B55-DCD3-8E2B-75A7-763EDF4C8227}"/>
                </a:ext>
              </a:extLst>
            </p:cNvPr>
            <p:cNvSpPr/>
            <p:nvPr/>
          </p:nvSpPr>
          <p:spPr>
            <a:xfrm>
              <a:off x="1985363" y="2278230"/>
              <a:ext cx="1005840" cy="445462"/>
            </a:xfrm>
            <a:prstGeom prst="rect">
              <a:avLst/>
            </a:prstGeom>
            <a:solidFill>
              <a:schemeClr val="accent2"/>
            </a:solidFill>
            <a:ln w="25400" cap="flat" cmpd="sng">
              <a:noFill/>
              <a:prstDash val="solid"/>
              <a:round/>
              <a:headEnd type="none" w="sm" len="sm"/>
              <a:tailEnd type="none" w="sm" len="sm"/>
            </a:ln>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r>
                <a:rPr kumimoji="0" lang="en-US" sz="1200" b="0" i="0" u="none" strike="noStrike" kern="1200" cap="none" spc="0" normalizeH="0" baseline="0" noProof="0" dirty="0">
                  <a:ln>
                    <a:noFill/>
                  </a:ln>
                  <a:solidFill>
                    <a:srgbClr val="FFFFFF"/>
                  </a:solidFill>
                  <a:effectLst/>
                  <a:uLnTx/>
                  <a:uFillTx/>
                  <a:latin typeface="Arial"/>
                  <a:ea typeface="Arial"/>
                  <a:cs typeface="Arial"/>
                  <a:sym typeface="Arial"/>
                </a:rPr>
                <a:t>vSphere Namespace</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59" name="Google Shape;3465;p115">
              <a:extLst>
                <a:ext uri="{FF2B5EF4-FFF2-40B4-BE49-F238E27FC236}">
                  <a16:creationId xmlns:a16="http://schemas.microsoft.com/office/drawing/2014/main" id="{AF0EF601-E3D2-7C0C-6FE7-B4F2A4CB1434}"/>
                </a:ext>
              </a:extLst>
            </p:cNvPr>
            <p:cNvSpPr/>
            <p:nvPr/>
          </p:nvSpPr>
          <p:spPr>
            <a:xfrm>
              <a:off x="1940661" y="1494989"/>
              <a:ext cx="1095244" cy="1277978"/>
            </a:xfrm>
            <a:prstGeom prst="rect">
              <a:avLst/>
            </a:prstGeom>
            <a:noFill/>
            <a:ln w="15875" cap="flat" cmpd="sng">
              <a:solidFill>
                <a:schemeClr val="accent2"/>
              </a:solidFill>
              <a:prstDash val="solid"/>
              <a:round/>
              <a:headEnd type="none" w="sm" len="sm"/>
              <a:tailEnd type="none" w="sm" len="sm"/>
            </a:ln>
          </p:spPr>
          <p:txBody>
            <a:bodyPr spcFirstLastPara="1" wrap="square" lIns="91401" tIns="45688" rIns="91401" bIns="45688"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r>
                <a:rPr kumimoji="0" lang="en-US" sz="1400" b="1" i="0" u="none" strike="noStrike" kern="1200" cap="none" spc="0" normalizeH="0" baseline="0" noProof="0" dirty="0">
                  <a:ln>
                    <a:noFill/>
                  </a:ln>
                  <a:solidFill>
                    <a:srgbClr val="005C8A"/>
                  </a:solidFill>
                  <a:effectLst/>
                  <a:uLnTx/>
                  <a:uFillTx/>
                  <a:latin typeface="Arial"/>
                  <a:ea typeface="Arial"/>
                  <a:cs typeface="Arial"/>
                  <a:sym typeface="Arial"/>
                </a:rPr>
                <a:t>VPC</a:t>
              </a:r>
              <a:endParaRPr kumimoji="0" sz="1600" b="1" i="0" u="none" strike="noStrike" kern="1200" cap="none" spc="0" normalizeH="0" baseline="0" noProof="0" dirty="0">
                <a:ln>
                  <a:noFill/>
                </a:ln>
                <a:solidFill>
                  <a:srgbClr val="005C8A"/>
                </a:solidFill>
                <a:effectLst/>
                <a:uLnTx/>
                <a:uFillTx/>
                <a:latin typeface="Arial"/>
                <a:ea typeface="Arial"/>
                <a:cs typeface="Arial"/>
                <a:sym typeface="Arial"/>
              </a:endParaRPr>
            </a:p>
          </p:txBody>
        </p:sp>
        <p:sp>
          <p:nvSpPr>
            <p:cNvPr id="181" name="Google Shape;3350;p115">
              <a:extLst>
                <a:ext uri="{FF2B5EF4-FFF2-40B4-BE49-F238E27FC236}">
                  <a16:creationId xmlns:a16="http://schemas.microsoft.com/office/drawing/2014/main" id="{2E137E7C-C7D7-D7E3-97BC-77155ACAF101}"/>
                </a:ext>
              </a:extLst>
            </p:cNvPr>
            <p:cNvSpPr/>
            <p:nvPr/>
          </p:nvSpPr>
          <p:spPr>
            <a:xfrm>
              <a:off x="3155786" y="2278230"/>
              <a:ext cx="1005840" cy="445462"/>
            </a:xfrm>
            <a:prstGeom prst="rect">
              <a:avLst/>
            </a:prstGeom>
            <a:solidFill>
              <a:schemeClr val="accent2"/>
            </a:solidFill>
            <a:ln w="25400" cap="flat" cmpd="sng">
              <a:noFill/>
              <a:prstDash val="solid"/>
              <a:round/>
              <a:headEnd type="none" w="sm" len="sm"/>
              <a:tailEnd type="none" w="sm" len="sm"/>
            </a:ln>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r>
                <a:rPr kumimoji="0" lang="en-US" sz="1200" b="0" i="0" u="none" strike="noStrike" kern="1200" cap="none" spc="0" normalizeH="0" baseline="0" noProof="0" dirty="0">
                  <a:ln>
                    <a:noFill/>
                  </a:ln>
                  <a:solidFill>
                    <a:srgbClr val="FFFFFF"/>
                  </a:solidFill>
                  <a:effectLst/>
                  <a:uLnTx/>
                  <a:uFillTx/>
                  <a:latin typeface="Arial"/>
                  <a:ea typeface="Arial"/>
                  <a:cs typeface="Arial"/>
                  <a:sym typeface="Arial"/>
                </a:rPr>
                <a:t>vSphere Namespace</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182" name="Google Shape;3465;p115">
              <a:extLst>
                <a:ext uri="{FF2B5EF4-FFF2-40B4-BE49-F238E27FC236}">
                  <a16:creationId xmlns:a16="http://schemas.microsoft.com/office/drawing/2014/main" id="{763E3F0F-25F3-8B62-DECE-CA43BADAF908}"/>
                </a:ext>
              </a:extLst>
            </p:cNvPr>
            <p:cNvSpPr/>
            <p:nvPr/>
          </p:nvSpPr>
          <p:spPr>
            <a:xfrm>
              <a:off x="3111084" y="1494989"/>
              <a:ext cx="1095244" cy="1277978"/>
            </a:xfrm>
            <a:prstGeom prst="rect">
              <a:avLst/>
            </a:prstGeom>
            <a:noFill/>
            <a:ln w="15875" cap="flat" cmpd="sng">
              <a:solidFill>
                <a:schemeClr val="accent2"/>
              </a:solidFill>
              <a:prstDash val="solid"/>
              <a:round/>
              <a:headEnd type="none" w="sm" len="sm"/>
              <a:tailEnd type="none" w="sm" len="sm"/>
            </a:ln>
          </p:spPr>
          <p:txBody>
            <a:bodyPr spcFirstLastPara="1" wrap="square" lIns="91401" tIns="45688" rIns="91401" bIns="45688"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r>
                <a:rPr kumimoji="0" lang="en-US" sz="1400" b="1" i="0" u="none" strike="noStrike" kern="1200" cap="none" spc="0" normalizeH="0" baseline="0" noProof="0" dirty="0">
                  <a:ln>
                    <a:noFill/>
                  </a:ln>
                  <a:solidFill>
                    <a:srgbClr val="005C8A"/>
                  </a:solidFill>
                  <a:effectLst/>
                  <a:uLnTx/>
                  <a:uFillTx/>
                  <a:latin typeface="Arial"/>
                  <a:ea typeface="Arial"/>
                  <a:cs typeface="Arial"/>
                  <a:sym typeface="Arial"/>
                </a:rPr>
                <a:t>VPC</a:t>
              </a:r>
              <a:endParaRPr kumimoji="0" sz="1600" b="1" i="0" u="none" strike="noStrike" kern="1200" cap="none" spc="0" normalizeH="0" baseline="0" noProof="0" dirty="0">
                <a:ln>
                  <a:noFill/>
                </a:ln>
                <a:solidFill>
                  <a:srgbClr val="005C8A"/>
                </a:solidFill>
                <a:effectLst/>
                <a:uLnTx/>
                <a:uFillTx/>
                <a:latin typeface="Arial"/>
                <a:ea typeface="Arial"/>
                <a:cs typeface="Arial"/>
                <a:sym typeface="Arial"/>
              </a:endParaRPr>
            </a:p>
          </p:txBody>
        </p:sp>
      </p:grpSp>
      <p:grpSp>
        <p:nvGrpSpPr>
          <p:cNvPr id="416" name="Group 415">
            <a:extLst>
              <a:ext uri="{FF2B5EF4-FFF2-40B4-BE49-F238E27FC236}">
                <a16:creationId xmlns:a16="http://schemas.microsoft.com/office/drawing/2014/main" id="{0E420DFB-7D14-636B-D5EF-53437144F985}"/>
              </a:ext>
            </a:extLst>
          </p:cNvPr>
          <p:cNvGrpSpPr/>
          <p:nvPr/>
        </p:nvGrpSpPr>
        <p:grpSpPr>
          <a:xfrm>
            <a:off x="2002845" y="1861213"/>
            <a:ext cx="5547203" cy="1283368"/>
            <a:chOff x="2001779" y="1396863"/>
            <a:chExt cx="5548648" cy="1283702"/>
          </a:xfrm>
        </p:grpSpPr>
        <p:grpSp>
          <p:nvGrpSpPr>
            <p:cNvPr id="345" name="Group 344">
              <a:extLst>
                <a:ext uri="{FF2B5EF4-FFF2-40B4-BE49-F238E27FC236}">
                  <a16:creationId xmlns:a16="http://schemas.microsoft.com/office/drawing/2014/main" id="{621BC6FA-1E66-CE39-5B3F-91DF5F85DBF4}"/>
                </a:ext>
              </a:extLst>
            </p:cNvPr>
            <p:cNvGrpSpPr/>
            <p:nvPr/>
          </p:nvGrpSpPr>
          <p:grpSpPr>
            <a:xfrm>
              <a:off x="4288848" y="1396863"/>
              <a:ext cx="1001413" cy="1283702"/>
              <a:chOff x="4288848" y="1396863"/>
              <a:chExt cx="1001413" cy="1283702"/>
            </a:xfrm>
          </p:grpSpPr>
          <p:sp>
            <p:nvSpPr>
              <p:cNvPr id="31" name="Google Shape;3473;p115">
                <a:extLst>
                  <a:ext uri="{FF2B5EF4-FFF2-40B4-BE49-F238E27FC236}">
                    <a16:creationId xmlns:a16="http://schemas.microsoft.com/office/drawing/2014/main" id="{FDB97AAF-F19C-EACC-3BE4-3D2900CAEE3A}"/>
                  </a:ext>
                </a:extLst>
              </p:cNvPr>
              <p:cNvSpPr>
                <a:spLocks noChangeAspect="1"/>
              </p:cNvSpPr>
              <p:nvPr/>
            </p:nvSpPr>
            <p:spPr>
              <a:xfrm>
                <a:off x="4552879" y="1396863"/>
                <a:ext cx="473350" cy="497859"/>
              </a:xfrm>
              <a:custGeom>
                <a:avLst/>
                <a:gdLst/>
                <a:ahLst/>
                <a:cxnLst/>
                <a:rect l="l" t="t" r="r" b="b"/>
                <a:pathLst>
                  <a:path w="380" h="386" extrusionOk="0">
                    <a:moveTo>
                      <a:pt x="278" y="287"/>
                    </a:moveTo>
                    <a:cubicBezTo>
                      <a:pt x="262" y="283"/>
                      <a:pt x="244" y="261"/>
                      <a:pt x="244" y="213"/>
                    </a:cubicBezTo>
                    <a:cubicBezTo>
                      <a:pt x="265" y="191"/>
                      <a:pt x="280" y="157"/>
                      <a:pt x="280" y="119"/>
                    </a:cubicBezTo>
                    <a:cubicBezTo>
                      <a:pt x="280" y="46"/>
                      <a:pt x="246" y="0"/>
                      <a:pt x="190" y="0"/>
                    </a:cubicBezTo>
                    <a:cubicBezTo>
                      <a:pt x="135" y="0"/>
                      <a:pt x="100" y="46"/>
                      <a:pt x="100" y="119"/>
                    </a:cubicBezTo>
                    <a:cubicBezTo>
                      <a:pt x="100" y="157"/>
                      <a:pt x="116" y="193"/>
                      <a:pt x="138" y="215"/>
                    </a:cubicBezTo>
                    <a:cubicBezTo>
                      <a:pt x="138" y="244"/>
                      <a:pt x="129" y="279"/>
                      <a:pt x="106" y="287"/>
                    </a:cubicBezTo>
                    <a:cubicBezTo>
                      <a:pt x="37" y="301"/>
                      <a:pt x="0" y="333"/>
                      <a:pt x="0" y="381"/>
                    </a:cubicBezTo>
                    <a:cubicBezTo>
                      <a:pt x="0" y="384"/>
                      <a:pt x="2" y="386"/>
                      <a:pt x="5" y="386"/>
                    </a:cubicBezTo>
                    <a:cubicBezTo>
                      <a:pt x="376" y="386"/>
                      <a:pt x="376" y="386"/>
                      <a:pt x="376" y="386"/>
                    </a:cubicBezTo>
                    <a:cubicBezTo>
                      <a:pt x="378" y="386"/>
                      <a:pt x="380" y="384"/>
                      <a:pt x="380" y="381"/>
                    </a:cubicBezTo>
                    <a:cubicBezTo>
                      <a:pt x="380" y="334"/>
                      <a:pt x="345" y="302"/>
                      <a:pt x="278" y="287"/>
                    </a:cubicBezTo>
                    <a:close/>
                    <a:moveTo>
                      <a:pt x="110" y="119"/>
                    </a:moveTo>
                    <a:cubicBezTo>
                      <a:pt x="110" y="66"/>
                      <a:pt x="131" y="10"/>
                      <a:pt x="190" y="10"/>
                    </a:cubicBezTo>
                    <a:cubicBezTo>
                      <a:pt x="250" y="10"/>
                      <a:pt x="271" y="66"/>
                      <a:pt x="271" y="119"/>
                    </a:cubicBezTo>
                    <a:cubicBezTo>
                      <a:pt x="271" y="151"/>
                      <a:pt x="257" y="186"/>
                      <a:pt x="236" y="207"/>
                    </a:cubicBezTo>
                    <a:cubicBezTo>
                      <a:pt x="236" y="207"/>
                      <a:pt x="235" y="208"/>
                      <a:pt x="235" y="209"/>
                    </a:cubicBezTo>
                    <a:cubicBezTo>
                      <a:pt x="222" y="221"/>
                      <a:pt x="207" y="228"/>
                      <a:pt x="190" y="228"/>
                    </a:cubicBezTo>
                    <a:cubicBezTo>
                      <a:pt x="174" y="228"/>
                      <a:pt x="159" y="221"/>
                      <a:pt x="147" y="210"/>
                    </a:cubicBezTo>
                    <a:cubicBezTo>
                      <a:pt x="147" y="209"/>
                      <a:pt x="146" y="209"/>
                      <a:pt x="145" y="208"/>
                    </a:cubicBezTo>
                    <a:cubicBezTo>
                      <a:pt x="124" y="187"/>
                      <a:pt x="110" y="152"/>
                      <a:pt x="110" y="119"/>
                    </a:cubicBezTo>
                    <a:close/>
                    <a:moveTo>
                      <a:pt x="10" y="376"/>
                    </a:moveTo>
                    <a:cubicBezTo>
                      <a:pt x="12" y="335"/>
                      <a:pt x="45" y="308"/>
                      <a:pt x="108" y="296"/>
                    </a:cubicBezTo>
                    <a:cubicBezTo>
                      <a:pt x="108" y="296"/>
                      <a:pt x="108" y="296"/>
                      <a:pt x="108" y="296"/>
                    </a:cubicBezTo>
                    <a:cubicBezTo>
                      <a:pt x="135" y="287"/>
                      <a:pt x="146" y="254"/>
                      <a:pt x="147" y="222"/>
                    </a:cubicBezTo>
                    <a:cubicBezTo>
                      <a:pt x="160" y="232"/>
                      <a:pt x="175" y="238"/>
                      <a:pt x="190" y="238"/>
                    </a:cubicBezTo>
                    <a:cubicBezTo>
                      <a:pt x="206" y="238"/>
                      <a:pt x="221" y="232"/>
                      <a:pt x="234" y="221"/>
                    </a:cubicBezTo>
                    <a:cubicBezTo>
                      <a:pt x="236" y="253"/>
                      <a:pt x="248" y="289"/>
                      <a:pt x="275" y="296"/>
                    </a:cubicBezTo>
                    <a:cubicBezTo>
                      <a:pt x="276" y="297"/>
                      <a:pt x="276" y="297"/>
                      <a:pt x="276" y="297"/>
                    </a:cubicBezTo>
                    <a:cubicBezTo>
                      <a:pt x="337" y="309"/>
                      <a:pt x="369" y="336"/>
                      <a:pt x="371" y="376"/>
                    </a:cubicBezTo>
                    <a:lnTo>
                      <a:pt x="10" y="376"/>
                    </a:lnTo>
                    <a:close/>
                  </a:path>
                </a:pathLst>
              </a:custGeom>
              <a:solidFill>
                <a:schemeClr val="accent6"/>
              </a:solidFill>
              <a:ln w="12700" cap="flat" cmpd="sng">
                <a:solidFill>
                  <a:schemeClr val="accent3"/>
                </a:solidFill>
                <a:prstDash val="solid"/>
                <a:round/>
                <a:headEnd type="none" w="sm" len="sm"/>
                <a:tailEnd type="none" w="sm" len="sm"/>
              </a:ln>
            </p:spPr>
            <p:txBody>
              <a:bodyPr spcFirstLastPara="1" wrap="square" lIns="91376" tIns="45663" rIns="91376" bIns="45663"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9"/>
                  <a:buFontTx/>
                  <a:buNone/>
                  <a:tabLst/>
                  <a:defRPr/>
                </a:pPr>
                <a:endParaRPr kumimoji="0" sz="1798" b="0" i="0" u="none" strike="noStrike" kern="1200" cap="none" spc="0" normalizeH="0" baseline="0" noProof="0" dirty="0">
                  <a:ln>
                    <a:noFill/>
                  </a:ln>
                  <a:solidFill>
                    <a:srgbClr val="FFFFFF"/>
                  </a:solidFill>
                  <a:effectLst/>
                  <a:uLnTx/>
                  <a:uFillTx/>
                  <a:latin typeface="Open Sans Light"/>
                  <a:ea typeface="Open Sans Light"/>
                  <a:cs typeface="Open Sans Light"/>
                  <a:sym typeface="Open Sans Light"/>
                </a:endParaRPr>
              </a:p>
            </p:txBody>
          </p:sp>
          <p:sp>
            <p:nvSpPr>
              <p:cNvPr id="32" name="Google Shape;3475;p115">
                <a:extLst>
                  <a:ext uri="{FF2B5EF4-FFF2-40B4-BE49-F238E27FC236}">
                    <a16:creationId xmlns:a16="http://schemas.microsoft.com/office/drawing/2014/main" id="{E160C1AC-7FD5-1DD0-06A0-D9EFC7533977}"/>
                  </a:ext>
                </a:extLst>
              </p:cNvPr>
              <p:cNvSpPr txBox="1"/>
              <p:nvPr/>
            </p:nvSpPr>
            <p:spPr>
              <a:xfrm>
                <a:off x="4288848" y="1941709"/>
                <a:ext cx="1001413" cy="738856"/>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a:ea typeface="Arial"/>
                    <a:cs typeface="Arial"/>
                    <a:sym typeface="Arial"/>
                  </a:rPr>
                  <a:t>End User, Developer, Platform Engineer </a:t>
                </a:r>
              </a:p>
            </p:txBody>
          </p:sp>
        </p:grpSp>
        <p:grpSp>
          <p:nvGrpSpPr>
            <p:cNvPr id="415" name="Group 414">
              <a:extLst>
                <a:ext uri="{FF2B5EF4-FFF2-40B4-BE49-F238E27FC236}">
                  <a16:creationId xmlns:a16="http://schemas.microsoft.com/office/drawing/2014/main" id="{F1BEF308-E333-2AA8-4FBD-2E76CA158FE4}"/>
                </a:ext>
              </a:extLst>
            </p:cNvPr>
            <p:cNvGrpSpPr/>
            <p:nvPr/>
          </p:nvGrpSpPr>
          <p:grpSpPr>
            <a:xfrm>
              <a:off x="2001779" y="1991344"/>
              <a:ext cx="5548648" cy="247721"/>
              <a:chOff x="2001779" y="1991344"/>
              <a:chExt cx="5548648" cy="247721"/>
            </a:xfrm>
          </p:grpSpPr>
          <p:grpSp>
            <p:nvGrpSpPr>
              <p:cNvPr id="374" name="Group 373">
                <a:extLst>
                  <a:ext uri="{FF2B5EF4-FFF2-40B4-BE49-F238E27FC236}">
                    <a16:creationId xmlns:a16="http://schemas.microsoft.com/office/drawing/2014/main" id="{1ED3A609-0A06-D1AF-BA6A-244A94F7228B}"/>
                  </a:ext>
                </a:extLst>
              </p:cNvPr>
              <p:cNvGrpSpPr/>
              <p:nvPr/>
            </p:nvGrpSpPr>
            <p:grpSpPr>
              <a:xfrm>
                <a:off x="6588481" y="1991344"/>
                <a:ext cx="961946" cy="247721"/>
                <a:chOff x="6588481" y="1995144"/>
                <a:chExt cx="961946" cy="247721"/>
              </a:xfrm>
            </p:grpSpPr>
            <p:grpSp>
              <p:nvGrpSpPr>
                <p:cNvPr id="189" name="Google Shape;3429;p115" descr="Virtual Machine&#10;">
                  <a:extLst>
                    <a:ext uri="{FF2B5EF4-FFF2-40B4-BE49-F238E27FC236}">
                      <a16:creationId xmlns:a16="http://schemas.microsoft.com/office/drawing/2014/main" id="{D66FE81F-01E6-F1ED-EB51-E8F7F539DBD9}"/>
                    </a:ext>
                  </a:extLst>
                </p:cNvPr>
                <p:cNvGrpSpPr/>
                <p:nvPr/>
              </p:nvGrpSpPr>
              <p:grpSpPr>
                <a:xfrm>
                  <a:off x="6588481" y="2000447"/>
                  <a:ext cx="264817" cy="237114"/>
                  <a:chOff x="5798589" y="1951740"/>
                  <a:chExt cx="600836" cy="600837"/>
                </a:xfrm>
              </p:grpSpPr>
              <p:sp>
                <p:nvSpPr>
                  <p:cNvPr id="221" name="Google Shape;3430;p115">
                    <a:extLst>
                      <a:ext uri="{FF2B5EF4-FFF2-40B4-BE49-F238E27FC236}">
                        <a16:creationId xmlns:a16="http://schemas.microsoft.com/office/drawing/2014/main" id="{1441953D-1857-E081-3BD5-DF14DBC00A6D}"/>
                      </a:ext>
                    </a:extLst>
                  </p:cNvPr>
                  <p:cNvSpPr/>
                  <p:nvPr/>
                </p:nvSpPr>
                <p:spPr>
                  <a:xfrm>
                    <a:off x="5798589" y="1951740"/>
                    <a:ext cx="600836" cy="600837"/>
                  </a:xfrm>
                  <a:custGeom>
                    <a:avLst/>
                    <a:gdLst/>
                    <a:ahLst/>
                    <a:cxnLst/>
                    <a:rect l="l" t="t" r="r" b="b"/>
                    <a:pathLst>
                      <a:path w="600836" h="600837" extrusionOk="0">
                        <a:moveTo>
                          <a:pt x="514822" y="600837"/>
                        </a:moveTo>
                        <a:lnTo>
                          <a:pt x="0" y="600837"/>
                        </a:lnTo>
                        <a:lnTo>
                          <a:pt x="0" y="0"/>
                        </a:lnTo>
                        <a:lnTo>
                          <a:pt x="600837" y="0"/>
                        </a:lnTo>
                        <a:lnTo>
                          <a:pt x="600837" y="595777"/>
                        </a:lnTo>
                        <a:lnTo>
                          <a:pt x="585026" y="595777"/>
                        </a:lnTo>
                        <a:lnTo>
                          <a:pt x="585026" y="15812"/>
                        </a:lnTo>
                        <a:lnTo>
                          <a:pt x="15812" y="15812"/>
                        </a:lnTo>
                        <a:lnTo>
                          <a:pt x="15812" y="585026"/>
                        </a:lnTo>
                        <a:lnTo>
                          <a:pt x="514822" y="585026"/>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nvGrpSpPr>
                  <p:cNvPr id="222" name="Google Shape;3431;p115">
                    <a:extLst>
                      <a:ext uri="{FF2B5EF4-FFF2-40B4-BE49-F238E27FC236}">
                        <a16:creationId xmlns:a16="http://schemas.microsoft.com/office/drawing/2014/main" id="{FA0E7558-6A9C-F75E-33B0-1A9F2B1B9804}"/>
                      </a:ext>
                    </a:extLst>
                  </p:cNvPr>
                  <p:cNvGrpSpPr/>
                  <p:nvPr/>
                </p:nvGrpSpPr>
                <p:grpSpPr>
                  <a:xfrm>
                    <a:off x="5978207" y="2214844"/>
                    <a:ext cx="220729" cy="84117"/>
                    <a:chOff x="5978207" y="2214844"/>
                    <a:chExt cx="220729" cy="84117"/>
                  </a:xfrm>
                </p:grpSpPr>
                <p:sp>
                  <p:nvSpPr>
                    <p:cNvPr id="223" name="Google Shape;3432;p115">
                      <a:extLst>
                        <a:ext uri="{FF2B5EF4-FFF2-40B4-BE49-F238E27FC236}">
                          <a16:creationId xmlns:a16="http://schemas.microsoft.com/office/drawing/2014/main" id="{E3E0406A-5E16-FB87-62CD-7A57E36EC8B0}"/>
                        </a:ext>
                      </a:extLst>
                    </p:cNvPr>
                    <p:cNvSpPr/>
                    <p:nvPr/>
                  </p:nvSpPr>
                  <p:spPr>
                    <a:xfrm>
                      <a:off x="5978207" y="2216741"/>
                      <a:ext cx="80322" cy="81587"/>
                    </a:xfrm>
                    <a:custGeom>
                      <a:avLst/>
                      <a:gdLst/>
                      <a:ahLst/>
                      <a:cxnLst/>
                      <a:rect l="l" t="t" r="r" b="b"/>
                      <a:pathLst>
                        <a:path w="80322" h="81587" extrusionOk="0">
                          <a:moveTo>
                            <a:pt x="0" y="0"/>
                          </a:moveTo>
                          <a:lnTo>
                            <a:pt x="13282" y="0"/>
                          </a:lnTo>
                          <a:lnTo>
                            <a:pt x="40477" y="67673"/>
                          </a:lnTo>
                          <a:lnTo>
                            <a:pt x="67041" y="0"/>
                          </a:lnTo>
                          <a:lnTo>
                            <a:pt x="80322" y="0"/>
                          </a:lnTo>
                          <a:lnTo>
                            <a:pt x="46170" y="81587"/>
                          </a:lnTo>
                          <a:lnTo>
                            <a:pt x="34785" y="81587"/>
                          </a:lnTo>
                          <a:lnTo>
                            <a:pt x="0" y="0"/>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24" name="Google Shape;3433;p115">
                      <a:extLst>
                        <a:ext uri="{FF2B5EF4-FFF2-40B4-BE49-F238E27FC236}">
                          <a16:creationId xmlns:a16="http://schemas.microsoft.com/office/drawing/2014/main" id="{B0E7709B-170E-C07E-09FF-0E6A560476F0}"/>
                        </a:ext>
                      </a:extLst>
                    </p:cNvPr>
                    <p:cNvSpPr/>
                    <p:nvPr/>
                  </p:nvSpPr>
                  <p:spPr>
                    <a:xfrm>
                      <a:off x="6081931" y="2214844"/>
                      <a:ext cx="117005" cy="84117"/>
                    </a:xfrm>
                    <a:custGeom>
                      <a:avLst/>
                      <a:gdLst/>
                      <a:ahLst/>
                      <a:cxnLst/>
                      <a:rect l="l" t="t" r="r" b="b"/>
                      <a:pathLst>
                        <a:path w="117005" h="84117" extrusionOk="0">
                          <a:moveTo>
                            <a:pt x="103091" y="4427"/>
                          </a:moveTo>
                          <a:cubicBezTo>
                            <a:pt x="107518" y="6957"/>
                            <a:pt x="110681" y="10752"/>
                            <a:pt x="113210" y="15812"/>
                          </a:cubicBezTo>
                          <a:cubicBezTo>
                            <a:pt x="115740" y="20871"/>
                            <a:pt x="117005" y="25931"/>
                            <a:pt x="117005" y="32255"/>
                          </a:cubicBezTo>
                          <a:lnTo>
                            <a:pt x="117005" y="84117"/>
                          </a:lnTo>
                          <a:lnTo>
                            <a:pt x="104988" y="84117"/>
                          </a:lnTo>
                          <a:lnTo>
                            <a:pt x="104988" y="33520"/>
                          </a:lnTo>
                          <a:cubicBezTo>
                            <a:pt x="104988" y="26563"/>
                            <a:pt x="103091" y="21504"/>
                            <a:pt x="99929" y="17076"/>
                          </a:cubicBezTo>
                          <a:cubicBezTo>
                            <a:pt x="96134" y="12649"/>
                            <a:pt x="91707" y="10752"/>
                            <a:pt x="86647" y="10752"/>
                          </a:cubicBezTo>
                          <a:cubicBezTo>
                            <a:pt x="80322" y="10752"/>
                            <a:pt x="74630" y="12649"/>
                            <a:pt x="70836" y="16444"/>
                          </a:cubicBezTo>
                          <a:cubicBezTo>
                            <a:pt x="67041" y="20239"/>
                            <a:pt x="64511" y="25298"/>
                            <a:pt x="64511" y="31623"/>
                          </a:cubicBezTo>
                          <a:lnTo>
                            <a:pt x="64511" y="83485"/>
                          </a:lnTo>
                          <a:lnTo>
                            <a:pt x="52494" y="83485"/>
                          </a:lnTo>
                          <a:lnTo>
                            <a:pt x="52494" y="32888"/>
                          </a:lnTo>
                          <a:cubicBezTo>
                            <a:pt x="52494" y="25931"/>
                            <a:pt x="50597" y="20871"/>
                            <a:pt x="47435" y="16444"/>
                          </a:cubicBezTo>
                          <a:cubicBezTo>
                            <a:pt x="43640" y="12017"/>
                            <a:pt x="39213" y="10119"/>
                            <a:pt x="34153" y="10119"/>
                          </a:cubicBezTo>
                          <a:cubicBezTo>
                            <a:pt x="27828" y="10119"/>
                            <a:pt x="22136" y="12017"/>
                            <a:pt x="18341" y="15812"/>
                          </a:cubicBezTo>
                          <a:cubicBezTo>
                            <a:pt x="14547" y="19606"/>
                            <a:pt x="12017" y="24666"/>
                            <a:pt x="12017" y="30991"/>
                          </a:cubicBezTo>
                          <a:lnTo>
                            <a:pt x="12017" y="82852"/>
                          </a:lnTo>
                          <a:lnTo>
                            <a:pt x="0" y="82852"/>
                          </a:lnTo>
                          <a:lnTo>
                            <a:pt x="0" y="1897"/>
                          </a:lnTo>
                          <a:lnTo>
                            <a:pt x="12017" y="1897"/>
                          </a:lnTo>
                          <a:lnTo>
                            <a:pt x="12017" y="13914"/>
                          </a:lnTo>
                          <a:cubicBezTo>
                            <a:pt x="13914" y="9487"/>
                            <a:pt x="17076" y="6325"/>
                            <a:pt x="21504" y="3795"/>
                          </a:cubicBezTo>
                          <a:cubicBezTo>
                            <a:pt x="25931" y="1265"/>
                            <a:pt x="30358" y="0"/>
                            <a:pt x="36050" y="0"/>
                          </a:cubicBezTo>
                          <a:cubicBezTo>
                            <a:pt x="42375" y="0"/>
                            <a:pt x="48067" y="1897"/>
                            <a:pt x="53127" y="5060"/>
                          </a:cubicBezTo>
                          <a:cubicBezTo>
                            <a:pt x="58186" y="8854"/>
                            <a:pt x="61349" y="13282"/>
                            <a:pt x="63246" y="18974"/>
                          </a:cubicBezTo>
                          <a:cubicBezTo>
                            <a:pt x="64511" y="13282"/>
                            <a:pt x="67673" y="8222"/>
                            <a:pt x="72100" y="5060"/>
                          </a:cubicBezTo>
                          <a:cubicBezTo>
                            <a:pt x="76528" y="1265"/>
                            <a:pt x="82220" y="0"/>
                            <a:pt x="88544" y="0"/>
                          </a:cubicBezTo>
                          <a:cubicBezTo>
                            <a:pt x="93604" y="0"/>
                            <a:pt x="98664" y="1265"/>
                            <a:pt x="103091" y="4427"/>
                          </a:cubicBez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grpSp>
              <p:nvGrpSpPr>
                <p:cNvPr id="190" name="Google Shape;3434;p115" descr="Application">
                  <a:extLst>
                    <a:ext uri="{FF2B5EF4-FFF2-40B4-BE49-F238E27FC236}">
                      <a16:creationId xmlns:a16="http://schemas.microsoft.com/office/drawing/2014/main" id="{D114A49E-8D0B-14D8-8AC7-36AFCAD19C8B}"/>
                    </a:ext>
                  </a:extLst>
                </p:cNvPr>
                <p:cNvGrpSpPr/>
                <p:nvPr/>
              </p:nvGrpSpPr>
              <p:grpSpPr>
                <a:xfrm>
                  <a:off x="6937045" y="1995416"/>
                  <a:ext cx="264817" cy="247177"/>
                  <a:chOff x="530908" y="707686"/>
                  <a:chExt cx="600836" cy="600837"/>
                </a:xfrm>
              </p:grpSpPr>
              <p:sp>
                <p:nvSpPr>
                  <p:cNvPr id="217" name="Google Shape;3435;p115">
                    <a:extLst>
                      <a:ext uri="{FF2B5EF4-FFF2-40B4-BE49-F238E27FC236}">
                        <a16:creationId xmlns:a16="http://schemas.microsoft.com/office/drawing/2014/main" id="{C594783F-7E87-F57C-6601-E509A52B0C2C}"/>
                      </a:ext>
                    </a:extLst>
                  </p:cNvPr>
                  <p:cNvSpPr/>
                  <p:nvPr/>
                </p:nvSpPr>
                <p:spPr>
                  <a:xfrm>
                    <a:off x="634568" y="934169"/>
                    <a:ext cx="126808" cy="126049"/>
                  </a:xfrm>
                  <a:custGeom>
                    <a:avLst/>
                    <a:gdLst/>
                    <a:ahLst/>
                    <a:cxnLst/>
                    <a:rect l="l" t="t" r="r" b="b"/>
                    <a:pathLst>
                      <a:path w="126808" h="126049" extrusionOk="0">
                        <a:moveTo>
                          <a:pt x="98348" y="97462"/>
                        </a:moveTo>
                        <a:lnTo>
                          <a:pt x="28271" y="97462"/>
                        </a:lnTo>
                        <a:lnTo>
                          <a:pt x="15622" y="126049"/>
                        </a:lnTo>
                        <a:lnTo>
                          <a:pt x="0" y="126049"/>
                        </a:lnTo>
                        <a:lnTo>
                          <a:pt x="55593" y="0"/>
                        </a:lnTo>
                        <a:lnTo>
                          <a:pt x="71215" y="0"/>
                        </a:lnTo>
                        <a:lnTo>
                          <a:pt x="126808" y="126049"/>
                        </a:lnTo>
                        <a:lnTo>
                          <a:pt x="110997" y="126049"/>
                        </a:lnTo>
                        <a:close/>
                        <a:moveTo>
                          <a:pt x="92466" y="83864"/>
                        </a:moveTo>
                        <a:lnTo>
                          <a:pt x="63499" y="17646"/>
                        </a:lnTo>
                        <a:lnTo>
                          <a:pt x="34153" y="83864"/>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18" name="Google Shape;3436;p115">
                    <a:extLst>
                      <a:ext uri="{FF2B5EF4-FFF2-40B4-BE49-F238E27FC236}">
                        <a16:creationId xmlns:a16="http://schemas.microsoft.com/office/drawing/2014/main" id="{C2EDAE30-C8CA-1C8F-EF99-84A8793A3AFC}"/>
                      </a:ext>
                    </a:extLst>
                  </p:cNvPr>
                  <p:cNvSpPr/>
                  <p:nvPr/>
                </p:nvSpPr>
                <p:spPr>
                  <a:xfrm>
                    <a:off x="790976" y="934169"/>
                    <a:ext cx="97588" cy="126049"/>
                  </a:xfrm>
                  <a:custGeom>
                    <a:avLst/>
                    <a:gdLst/>
                    <a:ahLst/>
                    <a:cxnLst/>
                    <a:rect l="l" t="t" r="r" b="b"/>
                    <a:pathLst>
                      <a:path w="97588" h="126049" extrusionOk="0">
                        <a:moveTo>
                          <a:pt x="0" y="0"/>
                        </a:moveTo>
                        <a:lnTo>
                          <a:pt x="51166" y="0"/>
                        </a:lnTo>
                        <a:cubicBezTo>
                          <a:pt x="77223" y="0"/>
                          <a:pt x="97589" y="16697"/>
                          <a:pt x="97589" y="40414"/>
                        </a:cubicBezTo>
                        <a:cubicBezTo>
                          <a:pt x="97589" y="64131"/>
                          <a:pt x="77223" y="80765"/>
                          <a:pt x="51166" y="80765"/>
                        </a:cubicBezTo>
                        <a:lnTo>
                          <a:pt x="14294" y="80765"/>
                        </a:lnTo>
                        <a:lnTo>
                          <a:pt x="14294" y="126049"/>
                        </a:lnTo>
                        <a:lnTo>
                          <a:pt x="0" y="126049"/>
                        </a:lnTo>
                        <a:close/>
                        <a:moveTo>
                          <a:pt x="48636" y="66914"/>
                        </a:moveTo>
                        <a:cubicBezTo>
                          <a:pt x="69128" y="66914"/>
                          <a:pt x="83105" y="56985"/>
                          <a:pt x="83105" y="40161"/>
                        </a:cubicBezTo>
                        <a:cubicBezTo>
                          <a:pt x="83105" y="23338"/>
                          <a:pt x="69128" y="13345"/>
                          <a:pt x="48636" y="13345"/>
                        </a:cubicBezTo>
                        <a:lnTo>
                          <a:pt x="14294" y="13345"/>
                        </a:lnTo>
                        <a:lnTo>
                          <a:pt x="14294" y="66914"/>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19" name="Google Shape;3437;p115">
                    <a:extLst>
                      <a:ext uri="{FF2B5EF4-FFF2-40B4-BE49-F238E27FC236}">
                        <a16:creationId xmlns:a16="http://schemas.microsoft.com/office/drawing/2014/main" id="{11FC3F87-3B67-D4BA-4D71-A3AAD846FBCB}"/>
                      </a:ext>
                    </a:extLst>
                  </p:cNvPr>
                  <p:cNvSpPr/>
                  <p:nvPr/>
                </p:nvSpPr>
                <p:spPr>
                  <a:xfrm>
                    <a:off x="919302" y="934169"/>
                    <a:ext cx="97588" cy="126049"/>
                  </a:xfrm>
                  <a:custGeom>
                    <a:avLst/>
                    <a:gdLst/>
                    <a:ahLst/>
                    <a:cxnLst/>
                    <a:rect l="l" t="t" r="r" b="b"/>
                    <a:pathLst>
                      <a:path w="97588" h="126049" extrusionOk="0">
                        <a:moveTo>
                          <a:pt x="0" y="0"/>
                        </a:moveTo>
                        <a:lnTo>
                          <a:pt x="51166" y="0"/>
                        </a:lnTo>
                        <a:cubicBezTo>
                          <a:pt x="77223" y="0"/>
                          <a:pt x="97589" y="16697"/>
                          <a:pt x="97589" y="40414"/>
                        </a:cubicBezTo>
                        <a:cubicBezTo>
                          <a:pt x="97589" y="64131"/>
                          <a:pt x="77223" y="80765"/>
                          <a:pt x="51166" y="80765"/>
                        </a:cubicBezTo>
                        <a:lnTo>
                          <a:pt x="14294" y="80765"/>
                        </a:lnTo>
                        <a:lnTo>
                          <a:pt x="14294" y="126049"/>
                        </a:lnTo>
                        <a:lnTo>
                          <a:pt x="0" y="126049"/>
                        </a:lnTo>
                        <a:close/>
                        <a:moveTo>
                          <a:pt x="48573" y="66914"/>
                        </a:moveTo>
                        <a:cubicBezTo>
                          <a:pt x="69128" y="66914"/>
                          <a:pt x="83105" y="56985"/>
                          <a:pt x="83105" y="40161"/>
                        </a:cubicBezTo>
                        <a:cubicBezTo>
                          <a:pt x="83105" y="23338"/>
                          <a:pt x="69128" y="13345"/>
                          <a:pt x="48573" y="13345"/>
                        </a:cubicBezTo>
                        <a:lnTo>
                          <a:pt x="14294" y="13345"/>
                        </a:lnTo>
                        <a:lnTo>
                          <a:pt x="14294" y="66914"/>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20" name="Google Shape;3438;p115">
                    <a:extLst>
                      <a:ext uri="{FF2B5EF4-FFF2-40B4-BE49-F238E27FC236}">
                        <a16:creationId xmlns:a16="http://schemas.microsoft.com/office/drawing/2014/main" id="{1B766C58-7921-ADB1-9566-8937D2BDE315}"/>
                      </a:ext>
                    </a:extLst>
                  </p:cNvPr>
                  <p:cNvSpPr/>
                  <p:nvPr/>
                </p:nvSpPr>
                <p:spPr>
                  <a:xfrm>
                    <a:off x="530908" y="707686"/>
                    <a:ext cx="600836" cy="600837"/>
                  </a:xfrm>
                  <a:custGeom>
                    <a:avLst/>
                    <a:gdLst/>
                    <a:ahLst/>
                    <a:cxnLst/>
                    <a:rect l="l" t="t" r="r" b="b"/>
                    <a:pathLst>
                      <a:path w="600836" h="600837" extrusionOk="0">
                        <a:moveTo>
                          <a:pt x="554920" y="15812"/>
                        </a:moveTo>
                        <a:cubicBezTo>
                          <a:pt x="571523" y="15812"/>
                          <a:pt x="584988" y="29251"/>
                          <a:pt x="585026" y="45853"/>
                        </a:cubicBezTo>
                        <a:lnTo>
                          <a:pt x="585026" y="554920"/>
                        </a:lnTo>
                        <a:cubicBezTo>
                          <a:pt x="585026" y="571548"/>
                          <a:pt x="571548" y="585026"/>
                          <a:pt x="554920" y="585026"/>
                        </a:cubicBezTo>
                        <a:lnTo>
                          <a:pt x="45853" y="585026"/>
                        </a:lnTo>
                        <a:cubicBezTo>
                          <a:pt x="29251" y="584988"/>
                          <a:pt x="15812" y="571523"/>
                          <a:pt x="15812" y="554920"/>
                        </a:cubicBezTo>
                        <a:lnTo>
                          <a:pt x="15812" y="45853"/>
                        </a:lnTo>
                        <a:cubicBezTo>
                          <a:pt x="15812" y="29261"/>
                          <a:pt x="29261" y="15812"/>
                          <a:pt x="45853" y="15812"/>
                        </a:cubicBezTo>
                        <a:lnTo>
                          <a:pt x="554920" y="15812"/>
                        </a:lnTo>
                        <a:moveTo>
                          <a:pt x="554920" y="0"/>
                        </a:moveTo>
                        <a:lnTo>
                          <a:pt x="45853" y="0"/>
                        </a:lnTo>
                        <a:cubicBezTo>
                          <a:pt x="20544" y="35"/>
                          <a:pt x="35" y="20544"/>
                          <a:pt x="0" y="45853"/>
                        </a:cubicBezTo>
                        <a:lnTo>
                          <a:pt x="0" y="554920"/>
                        </a:lnTo>
                        <a:cubicBezTo>
                          <a:pt x="0" y="580257"/>
                          <a:pt x="20519" y="600799"/>
                          <a:pt x="45853" y="600837"/>
                        </a:cubicBezTo>
                        <a:lnTo>
                          <a:pt x="554920" y="600837"/>
                        </a:lnTo>
                        <a:cubicBezTo>
                          <a:pt x="580282" y="600837"/>
                          <a:pt x="600837" y="580282"/>
                          <a:pt x="600837" y="554920"/>
                        </a:cubicBezTo>
                        <a:lnTo>
                          <a:pt x="600837" y="45853"/>
                        </a:lnTo>
                        <a:cubicBezTo>
                          <a:pt x="600799" y="20519"/>
                          <a:pt x="580257" y="0"/>
                          <a:pt x="554920" y="0"/>
                        </a:cubicBez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191" name="Google Shape;3439;p115" descr="Container 3&#10;">
                  <a:extLst>
                    <a:ext uri="{FF2B5EF4-FFF2-40B4-BE49-F238E27FC236}">
                      <a16:creationId xmlns:a16="http://schemas.microsoft.com/office/drawing/2014/main" id="{A275D217-F44C-478D-E68E-DE2A2D8F6551}"/>
                    </a:ext>
                  </a:extLst>
                </p:cNvPr>
                <p:cNvGrpSpPr/>
                <p:nvPr/>
              </p:nvGrpSpPr>
              <p:grpSpPr>
                <a:xfrm>
                  <a:off x="7285609" y="1995144"/>
                  <a:ext cx="264818" cy="247721"/>
                  <a:chOff x="1852129" y="4420190"/>
                  <a:chExt cx="601469" cy="601469"/>
                </a:xfrm>
              </p:grpSpPr>
              <p:sp>
                <p:nvSpPr>
                  <p:cNvPr id="192" name="Google Shape;3440;p115">
                    <a:extLst>
                      <a:ext uri="{FF2B5EF4-FFF2-40B4-BE49-F238E27FC236}">
                        <a16:creationId xmlns:a16="http://schemas.microsoft.com/office/drawing/2014/main" id="{E04060B8-07F9-ADB4-48F2-76C2F0774A8A}"/>
                      </a:ext>
                    </a:extLst>
                  </p:cNvPr>
                  <p:cNvSpPr/>
                  <p:nvPr/>
                </p:nvSpPr>
                <p:spPr>
                  <a:xfrm>
                    <a:off x="1852129" y="4420190"/>
                    <a:ext cx="601469" cy="601469"/>
                  </a:xfrm>
                  <a:custGeom>
                    <a:avLst/>
                    <a:gdLst/>
                    <a:ahLst/>
                    <a:cxnLst/>
                    <a:rect l="l" t="t" r="r" b="b"/>
                    <a:pathLst>
                      <a:path w="601469" h="601469" extrusionOk="0">
                        <a:moveTo>
                          <a:pt x="554667" y="15812"/>
                        </a:moveTo>
                        <a:cubicBezTo>
                          <a:pt x="571111" y="15812"/>
                          <a:pt x="585026" y="29093"/>
                          <a:pt x="585026" y="46170"/>
                        </a:cubicBezTo>
                        <a:lnTo>
                          <a:pt x="585026" y="555300"/>
                        </a:lnTo>
                        <a:cubicBezTo>
                          <a:pt x="585026" y="571744"/>
                          <a:pt x="571744" y="585658"/>
                          <a:pt x="554667" y="585658"/>
                        </a:cubicBezTo>
                        <a:lnTo>
                          <a:pt x="46170" y="585658"/>
                        </a:lnTo>
                        <a:cubicBezTo>
                          <a:pt x="29726" y="585658"/>
                          <a:pt x="15812" y="572376"/>
                          <a:pt x="15812" y="555300"/>
                        </a:cubicBezTo>
                        <a:lnTo>
                          <a:pt x="15812" y="46170"/>
                        </a:lnTo>
                        <a:cubicBezTo>
                          <a:pt x="15812" y="29726"/>
                          <a:pt x="29093" y="15812"/>
                          <a:pt x="46170" y="15812"/>
                        </a:cubicBezTo>
                        <a:lnTo>
                          <a:pt x="554667" y="15812"/>
                        </a:lnTo>
                        <a:moveTo>
                          <a:pt x="554667" y="0"/>
                        </a:moveTo>
                        <a:lnTo>
                          <a:pt x="46170" y="0"/>
                        </a:lnTo>
                        <a:cubicBezTo>
                          <a:pt x="20871" y="0"/>
                          <a:pt x="0" y="20239"/>
                          <a:pt x="0" y="46170"/>
                        </a:cubicBezTo>
                        <a:lnTo>
                          <a:pt x="0" y="555300"/>
                        </a:lnTo>
                        <a:cubicBezTo>
                          <a:pt x="0" y="580598"/>
                          <a:pt x="20239" y="601469"/>
                          <a:pt x="46170" y="601469"/>
                        </a:cubicBezTo>
                        <a:lnTo>
                          <a:pt x="555300" y="601469"/>
                        </a:lnTo>
                        <a:cubicBezTo>
                          <a:pt x="580598" y="601469"/>
                          <a:pt x="601469" y="581231"/>
                          <a:pt x="601469" y="555300"/>
                        </a:cubicBezTo>
                        <a:lnTo>
                          <a:pt x="601469" y="46170"/>
                        </a:lnTo>
                        <a:cubicBezTo>
                          <a:pt x="600837" y="20239"/>
                          <a:pt x="580598" y="0"/>
                          <a:pt x="554667" y="0"/>
                        </a:cubicBezTo>
                        <a:lnTo>
                          <a:pt x="554667" y="0"/>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nvGrpSpPr>
                  <p:cNvPr id="193" name="Google Shape;3441;p115">
                    <a:extLst>
                      <a:ext uri="{FF2B5EF4-FFF2-40B4-BE49-F238E27FC236}">
                        <a16:creationId xmlns:a16="http://schemas.microsoft.com/office/drawing/2014/main" id="{15A80DB7-B84C-051A-8A38-F11A41C20CD0}"/>
                      </a:ext>
                    </a:extLst>
                  </p:cNvPr>
                  <p:cNvGrpSpPr/>
                  <p:nvPr/>
                </p:nvGrpSpPr>
                <p:grpSpPr>
                  <a:xfrm>
                    <a:off x="1946998" y="4528341"/>
                    <a:ext cx="157482" cy="156850"/>
                    <a:chOff x="1946998" y="4528341"/>
                    <a:chExt cx="157482" cy="156850"/>
                  </a:xfrm>
                </p:grpSpPr>
                <p:grpSp>
                  <p:nvGrpSpPr>
                    <p:cNvPr id="212" name="Google Shape;3442;p115">
                      <a:extLst>
                        <a:ext uri="{FF2B5EF4-FFF2-40B4-BE49-F238E27FC236}">
                          <a16:creationId xmlns:a16="http://schemas.microsoft.com/office/drawing/2014/main" id="{7A4D0330-6483-D14C-EBF3-2E36DD089EC5}"/>
                        </a:ext>
                      </a:extLst>
                    </p:cNvPr>
                    <p:cNvGrpSpPr/>
                    <p:nvPr/>
                  </p:nvGrpSpPr>
                  <p:grpSpPr>
                    <a:xfrm>
                      <a:off x="1986843" y="4567553"/>
                      <a:ext cx="78425" cy="78425"/>
                      <a:chOff x="1986843" y="4567553"/>
                      <a:chExt cx="78425" cy="78425"/>
                    </a:xfrm>
                  </p:grpSpPr>
                  <p:sp>
                    <p:nvSpPr>
                      <p:cNvPr id="214" name="Google Shape;3443;p115">
                        <a:extLst>
                          <a:ext uri="{FF2B5EF4-FFF2-40B4-BE49-F238E27FC236}">
                            <a16:creationId xmlns:a16="http://schemas.microsoft.com/office/drawing/2014/main" id="{B49325CD-1CF3-6767-CE61-34591C2F2DE3}"/>
                          </a:ext>
                        </a:extLst>
                      </p:cNvPr>
                      <p:cNvSpPr/>
                      <p:nvPr/>
                    </p:nvSpPr>
                    <p:spPr>
                      <a:xfrm>
                        <a:off x="1986843" y="4567553"/>
                        <a:ext cx="15811" cy="78425"/>
                      </a:xfrm>
                      <a:custGeom>
                        <a:avLst/>
                        <a:gdLst/>
                        <a:ahLst/>
                        <a:cxnLst/>
                        <a:rect l="l" t="t" r="r" b="b"/>
                        <a:pathLst>
                          <a:path w="15811" h="78425" extrusionOk="0">
                            <a:moveTo>
                              <a:pt x="0" y="0"/>
                            </a:moveTo>
                            <a:lnTo>
                              <a:pt x="15811" y="0"/>
                            </a:lnTo>
                            <a:lnTo>
                              <a:pt x="15811" y="78425"/>
                            </a:lnTo>
                            <a:lnTo>
                              <a:pt x="0" y="78425"/>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15" name="Google Shape;3444;p115">
                        <a:extLst>
                          <a:ext uri="{FF2B5EF4-FFF2-40B4-BE49-F238E27FC236}">
                            <a16:creationId xmlns:a16="http://schemas.microsoft.com/office/drawing/2014/main" id="{FDAF0856-C93B-29C2-2B9D-7F3DCE9E6E33}"/>
                          </a:ext>
                        </a:extLst>
                      </p:cNvPr>
                      <p:cNvSpPr/>
                      <p:nvPr/>
                    </p:nvSpPr>
                    <p:spPr>
                      <a:xfrm>
                        <a:off x="2017834" y="4567553"/>
                        <a:ext cx="15811" cy="78425"/>
                      </a:xfrm>
                      <a:custGeom>
                        <a:avLst/>
                        <a:gdLst/>
                        <a:ahLst/>
                        <a:cxnLst/>
                        <a:rect l="l" t="t" r="r" b="b"/>
                        <a:pathLst>
                          <a:path w="15811" h="78425" extrusionOk="0">
                            <a:moveTo>
                              <a:pt x="0" y="0"/>
                            </a:moveTo>
                            <a:lnTo>
                              <a:pt x="15812" y="0"/>
                            </a:lnTo>
                            <a:lnTo>
                              <a:pt x="15812" y="78425"/>
                            </a:lnTo>
                            <a:lnTo>
                              <a:pt x="0" y="78425"/>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16" name="Google Shape;3445;p115">
                        <a:extLst>
                          <a:ext uri="{FF2B5EF4-FFF2-40B4-BE49-F238E27FC236}">
                            <a16:creationId xmlns:a16="http://schemas.microsoft.com/office/drawing/2014/main" id="{1880387E-057E-1B38-4EF2-1414DB640735}"/>
                          </a:ext>
                        </a:extLst>
                      </p:cNvPr>
                      <p:cNvSpPr/>
                      <p:nvPr/>
                    </p:nvSpPr>
                    <p:spPr>
                      <a:xfrm>
                        <a:off x="2049457" y="4567553"/>
                        <a:ext cx="15811" cy="78425"/>
                      </a:xfrm>
                      <a:custGeom>
                        <a:avLst/>
                        <a:gdLst/>
                        <a:ahLst/>
                        <a:cxnLst/>
                        <a:rect l="l" t="t" r="r" b="b"/>
                        <a:pathLst>
                          <a:path w="15811" h="78425" extrusionOk="0">
                            <a:moveTo>
                              <a:pt x="0" y="0"/>
                            </a:moveTo>
                            <a:lnTo>
                              <a:pt x="15812" y="0"/>
                            </a:lnTo>
                            <a:lnTo>
                              <a:pt x="15812" y="78425"/>
                            </a:lnTo>
                            <a:lnTo>
                              <a:pt x="0" y="78425"/>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
                  <p:nvSpPr>
                    <p:cNvPr id="213" name="Google Shape;3446;p115">
                      <a:extLst>
                        <a:ext uri="{FF2B5EF4-FFF2-40B4-BE49-F238E27FC236}">
                          <a16:creationId xmlns:a16="http://schemas.microsoft.com/office/drawing/2014/main" id="{F27FD2E1-E87E-04B6-2422-ED46CD65F885}"/>
                        </a:ext>
                      </a:extLst>
                    </p:cNvPr>
                    <p:cNvSpPr/>
                    <p:nvPr/>
                  </p:nvSpPr>
                  <p:spPr>
                    <a:xfrm>
                      <a:off x="1946998" y="4528341"/>
                      <a:ext cx="157482" cy="156850"/>
                    </a:xfrm>
                    <a:custGeom>
                      <a:avLst/>
                      <a:gdLst/>
                      <a:ahLst/>
                      <a:cxnLst/>
                      <a:rect l="l" t="t" r="r" b="b"/>
                      <a:pathLst>
                        <a:path w="157482" h="156850" extrusionOk="0">
                          <a:moveTo>
                            <a:pt x="157483" y="156850"/>
                          </a:moveTo>
                          <a:lnTo>
                            <a:pt x="0" y="156850"/>
                          </a:lnTo>
                          <a:lnTo>
                            <a:pt x="0" y="0"/>
                          </a:lnTo>
                          <a:lnTo>
                            <a:pt x="157483" y="0"/>
                          </a:lnTo>
                          <a:lnTo>
                            <a:pt x="157483" y="156850"/>
                          </a:lnTo>
                          <a:close/>
                          <a:moveTo>
                            <a:pt x="15812" y="141039"/>
                          </a:moveTo>
                          <a:lnTo>
                            <a:pt x="141671" y="141039"/>
                          </a:lnTo>
                          <a:lnTo>
                            <a:pt x="141671" y="15811"/>
                          </a:lnTo>
                          <a:lnTo>
                            <a:pt x="15812" y="15811"/>
                          </a:lnTo>
                          <a:lnTo>
                            <a:pt x="15812" y="141039"/>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194" name="Google Shape;3447;p115">
                    <a:extLst>
                      <a:ext uri="{FF2B5EF4-FFF2-40B4-BE49-F238E27FC236}">
                        <a16:creationId xmlns:a16="http://schemas.microsoft.com/office/drawing/2014/main" id="{036C4093-5CCD-C03B-A0E8-536B0B02E576}"/>
                      </a:ext>
                    </a:extLst>
                  </p:cNvPr>
                  <p:cNvGrpSpPr/>
                  <p:nvPr/>
                </p:nvGrpSpPr>
                <p:grpSpPr>
                  <a:xfrm>
                    <a:off x="2199982" y="4528341"/>
                    <a:ext cx="157482" cy="156850"/>
                    <a:chOff x="2199982" y="4528341"/>
                    <a:chExt cx="157482" cy="156850"/>
                  </a:xfrm>
                </p:grpSpPr>
                <p:grpSp>
                  <p:nvGrpSpPr>
                    <p:cNvPr id="207" name="Google Shape;3448;p115">
                      <a:extLst>
                        <a:ext uri="{FF2B5EF4-FFF2-40B4-BE49-F238E27FC236}">
                          <a16:creationId xmlns:a16="http://schemas.microsoft.com/office/drawing/2014/main" id="{732CFD84-1277-91C6-8C4E-9CDD916B5A6E}"/>
                        </a:ext>
                      </a:extLst>
                    </p:cNvPr>
                    <p:cNvGrpSpPr/>
                    <p:nvPr/>
                  </p:nvGrpSpPr>
                  <p:grpSpPr>
                    <a:xfrm>
                      <a:off x="2239827" y="4567553"/>
                      <a:ext cx="78425" cy="78425"/>
                      <a:chOff x="2239827" y="4567553"/>
                      <a:chExt cx="78425" cy="78425"/>
                    </a:xfrm>
                  </p:grpSpPr>
                  <p:sp>
                    <p:nvSpPr>
                      <p:cNvPr id="209" name="Google Shape;3449;p115">
                        <a:extLst>
                          <a:ext uri="{FF2B5EF4-FFF2-40B4-BE49-F238E27FC236}">
                            <a16:creationId xmlns:a16="http://schemas.microsoft.com/office/drawing/2014/main" id="{B05CB0DF-C0EA-4BF6-AE64-737351499194}"/>
                          </a:ext>
                        </a:extLst>
                      </p:cNvPr>
                      <p:cNvSpPr/>
                      <p:nvPr/>
                    </p:nvSpPr>
                    <p:spPr>
                      <a:xfrm>
                        <a:off x="2239827" y="4567553"/>
                        <a:ext cx="15811" cy="78425"/>
                      </a:xfrm>
                      <a:custGeom>
                        <a:avLst/>
                        <a:gdLst/>
                        <a:ahLst/>
                        <a:cxnLst/>
                        <a:rect l="l" t="t" r="r" b="b"/>
                        <a:pathLst>
                          <a:path w="15811" h="78425" extrusionOk="0">
                            <a:moveTo>
                              <a:pt x="0" y="0"/>
                            </a:moveTo>
                            <a:lnTo>
                              <a:pt x="15812" y="0"/>
                            </a:lnTo>
                            <a:lnTo>
                              <a:pt x="15812" y="78425"/>
                            </a:lnTo>
                            <a:lnTo>
                              <a:pt x="0" y="78425"/>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10" name="Google Shape;3450;p115">
                        <a:extLst>
                          <a:ext uri="{FF2B5EF4-FFF2-40B4-BE49-F238E27FC236}">
                            <a16:creationId xmlns:a16="http://schemas.microsoft.com/office/drawing/2014/main" id="{AA0E7E24-2F3E-7039-0FB1-2C742334B0C6}"/>
                          </a:ext>
                        </a:extLst>
                      </p:cNvPr>
                      <p:cNvSpPr/>
                      <p:nvPr/>
                    </p:nvSpPr>
                    <p:spPr>
                      <a:xfrm>
                        <a:off x="2270818" y="4567553"/>
                        <a:ext cx="15811" cy="78425"/>
                      </a:xfrm>
                      <a:custGeom>
                        <a:avLst/>
                        <a:gdLst/>
                        <a:ahLst/>
                        <a:cxnLst/>
                        <a:rect l="l" t="t" r="r" b="b"/>
                        <a:pathLst>
                          <a:path w="15811" h="78425" extrusionOk="0">
                            <a:moveTo>
                              <a:pt x="0" y="0"/>
                            </a:moveTo>
                            <a:lnTo>
                              <a:pt x="15811" y="0"/>
                            </a:lnTo>
                            <a:lnTo>
                              <a:pt x="15811" y="78425"/>
                            </a:lnTo>
                            <a:lnTo>
                              <a:pt x="0" y="78425"/>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11" name="Google Shape;3451;p115">
                        <a:extLst>
                          <a:ext uri="{FF2B5EF4-FFF2-40B4-BE49-F238E27FC236}">
                            <a16:creationId xmlns:a16="http://schemas.microsoft.com/office/drawing/2014/main" id="{CF65CF2F-261B-AE3A-88EB-22F2BDD52332}"/>
                          </a:ext>
                        </a:extLst>
                      </p:cNvPr>
                      <p:cNvSpPr/>
                      <p:nvPr/>
                    </p:nvSpPr>
                    <p:spPr>
                      <a:xfrm>
                        <a:off x="2302441" y="4567553"/>
                        <a:ext cx="15811" cy="78425"/>
                      </a:xfrm>
                      <a:custGeom>
                        <a:avLst/>
                        <a:gdLst/>
                        <a:ahLst/>
                        <a:cxnLst/>
                        <a:rect l="l" t="t" r="r" b="b"/>
                        <a:pathLst>
                          <a:path w="15811" h="78425" extrusionOk="0">
                            <a:moveTo>
                              <a:pt x="0" y="0"/>
                            </a:moveTo>
                            <a:lnTo>
                              <a:pt x="15811" y="0"/>
                            </a:lnTo>
                            <a:lnTo>
                              <a:pt x="15811" y="78425"/>
                            </a:lnTo>
                            <a:lnTo>
                              <a:pt x="0" y="78425"/>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
                  <p:nvSpPr>
                    <p:cNvPr id="208" name="Google Shape;3452;p115">
                      <a:extLst>
                        <a:ext uri="{FF2B5EF4-FFF2-40B4-BE49-F238E27FC236}">
                          <a16:creationId xmlns:a16="http://schemas.microsoft.com/office/drawing/2014/main" id="{7438D59B-119E-04C5-474F-B2EFB444F83F}"/>
                        </a:ext>
                      </a:extLst>
                    </p:cNvPr>
                    <p:cNvSpPr/>
                    <p:nvPr/>
                  </p:nvSpPr>
                  <p:spPr>
                    <a:xfrm>
                      <a:off x="2199982" y="4528341"/>
                      <a:ext cx="157482" cy="156850"/>
                    </a:xfrm>
                    <a:custGeom>
                      <a:avLst/>
                      <a:gdLst/>
                      <a:ahLst/>
                      <a:cxnLst/>
                      <a:rect l="l" t="t" r="r" b="b"/>
                      <a:pathLst>
                        <a:path w="157482" h="156850" extrusionOk="0">
                          <a:moveTo>
                            <a:pt x="157483" y="156850"/>
                          </a:moveTo>
                          <a:lnTo>
                            <a:pt x="0" y="156850"/>
                          </a:lnTo>
                          <a:lnTo>
                            <a:pt x="0" y="0"/>
                          </a:lnTo>
                          <a:lnTo>
                            <a:pt x="157483" y="0"/>
                          </a:lnTo>
                          <a:lnTo>
                            <a:pt x="157483" y="156850"/>
                          </a:lnTo>
                          <a:close/>
                          <a:moveTo>
                            <a:pt x="15812" y="141039"/>
                          </a:moveTo>
                          <a:lnTo>
                            <a:pt x="141671" y="141039"/>
                          </a:lnTo>
                          <a:lnTo>
                            <a:pt x="141671" y="15811"/>
                          </a:lnTo>
                          <a:lnTo>
                            <a:pt x="15812" y="15811"/>
                          </a:lnTo>
                          <a:lnTo>
                            <a:pt x="15812" y="141039"/>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195" name="Google Shape;3453;p115">
                    <a:extLst>
                      <a:ext uri="{FF2B5EF4-FFF2-40B4-BE49-F238E27FC236}">
                        <a16:creationId xmlns:a16="http://schemas.microsoft.com/office/drawing/2014/main" id="{E8E69E6E-8EA8-F5CA-8BB8-DCCD160E9532}"/>
                      </a:ext>
                    </a:extLst>
                  </p:cNvPr>
                  <p:cNvGrpSpPr/>
                  <p:nvPr/>
                </p:nvGrpSpPr>
                <p:grpSpPr>
                  <a:xfrm>
                    <a:off x="1946998" y="4768675"/>
                    <a:ext cx="157482" cy="156850"/>
                    <a:chOff x="1946998" y="4768675"/>
                    <a:chExt cx="157482" cy="156850"/>
                  </a:xfrm>
                </p:grpSpPr>
                <p:grpSp>
                  <p:nvGrpSpPr>
                    <p:cNvPr id="202" name="Google Shape;3454;p115">
                      <a:extLst>
                        <a:ext uri="{FF2B5EF4-FFF2-40B4-BE49-F238E27FC236}">
                          <a16:creationId xmlns:a16="http://schemas.microsoft.com/office/drawing/2014/main" id="{C621A13B-EF44-EEC1-FFC3-6B840DE34A90}"/>
                        </a:ext>
                      </a:extLst>
                    </p:cNvPr>
                    <p:cNvGrpSpPr/>
                    <p:nvPr/>
                  </p:nvGrpSpPr>
                  <p:grpSpPr>
                    <a:xfrm>
                      <a:off x="1986843" y="4807888"/>
                      <a:ext cx="78425" cy="78425"/>
                      <a:chOff x="1986843" y="4807888"/>
                      <a:chExt cx="78425" cy="78425"/>
                    </a:xfrm>
                  </p:grpSpPr>
                  <p:sp>
                    <p:nvSpPr>
                      <p:cNvPr id="204" name="Google Shape;3455;p115">
                        <a:extLst>
                          <a:ext uri="{FF2B5EF4-FFF2-40B4-BE49-F238E27FC236}">
                            <a16:creationId xmlns:a16="http://schemas.microsoft.com/office/drawing/2014/main" id="{870AE9FC-E200-AE29-4627-A95E05F68C25}"/>
                          </a:ext>
                        </a:extLst>
                      </p:cNvPr>
                      <p:cNvSpPr/>
                      <p:nvPr/>
                    </p:nvSpPr>
                    <p:spPr>
                      <a:xfrm>
                        <a:off x="1986843" y="4807888"/>
                        <a:ext cx="15811" cy="78425"/>
                      </a:xfrm>
                      <a:custGeom>
                        <a:avLst/>
                        <a:gdLst/>
                        <a:ahLst/>
                        <a:cxnLst/>
                        <a:rect l="l" t="t" r="r" b="b"/>
                        <a:pathLst>
                          <a:path w="15811" h="78425" extrusionOk="0">
                            <a:moveTo>
                              <a:pt x="0" y="0"/>
                            </a:moveTo>
                            <a:lnTo>
                              <a:pt x="15811" y="0"/>
                            </a:lnTo>
                            <a:lnTo>
                              <a:pt x="15811" y="78425"/>
                            </a:lnTo>
                            <a:lnTo>
                              <a:pt x="0" y="78425"/>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05" name="Google Shape;3456;p115">
                        <a:extLst>
                          <a:ext uri="{FF2B5EF4-FFF2-40B4-BE49-F238E27FC236}">
                            <a16:creationId xmlns:a16="http://schemas.microsoft.com/office/drawing/2014/main" id="{44309D14-B2CB-C514-1756-F902B03967B1}"/>
                          </a:ext>
                        </a:extLst>
                      </p:cNvPr>
                      <p:cNvSpPr/>
                      <p:nvPr/>
                    </p:nvSpPr>
                    <p:spPr>
                      <a:xfrm>
                        <a:off x="2017834" y="4807888"/>
                        <a:ext cx="15811" cy="78425"/>
                      </a:xfrm>
                      <a:custGeom>
                        <a:avLst/>
                        <a:gdLst/>
                        <a:ahLst/>
                        <a:cxnLst/>
                        <a:rect l="l" t="t" r="r" b="b"/>
                        <a:pathLst>
                          <a:path w="15811" h="78425" extrusionOk="0">
                            <a:moveTo>
                              <a:pt x="0" y="0"/>
                            </a:moveTo>
                            <a:lnTo>
                              <a:pt x="15812" y="0"/>
                            </a:lnTo>
                            <a:lnTo>
                              <a:pt x="15812" y="78425"/>
                            </a:lnTo>
                            <a:lnTo>
                              <a:pt x="0" y="78425"/>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06" name="Google Shape;3457;p115">
                        <a:extLst>
                          <a:ext uri="{FF2B5EF4-FFF2-40B4-BE49-F238E27FC236}">
                            <a16:creationId xmlns:a16="http://schemas.microsoft.com/office/drawing/2014/main" id="{E87EDC60-8143-BE15-A020-503D7FCFE62E}"/>
                          </a:ext>
                        </a:extLst>
                      </p:cNvPr>
                      <p:cNvSpPr/>
                      <p:nvPr/>
                    </p:nvSpPr>
                    <p:spPr>
                      <a:xfrm>
                        <a:off x="2049457" y="4807888"/>
                        <a:ext cx="15811" cy="78425"/>
                      </a:xfrm>
                      <a:custGeom>
                        <a:avLst/>
                        <a:gdLst/>
                        <a:ahLst/>
                        <a:cxnLst/>
                        <a:rect l="l" t="t" r="r" b="b"/>
                        <a:pathLst>
                          <a:path w="15811" h="78425" extrusionOk="0">
                            <a:moveTo>
                              <a:pt x="0" y="0"/>
                            </a:moveTo>
                            <a:lnTo>
                              <a:pt x="15812" y="0"/>
                            </a:lnTo>
                            <a:lnTo>
                              <a:pt x="15812" y="78425"/>
                            </a:lnTo>
                            <a:lnTo>
                              <a:pt x="0" y="78425"/>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
                  <p:nvSpPr>
                    <p:cNvPr id="203" name="Google Shape;3458;p115">
                      <a:extLst>
                        <a:ext uri="{FF2B5EF4-FFF2-40B4-BE49-F238E27FC236}">
                          <a16:creationId xmlns:a16="http://schemas.microsoft.com/office/drawing/2014/main" id="{9E346E53-C80E-A306-A759-D7B8FAAAC562}"/>
                        </a:ext>
                      </a:extLst>
                    </p:cNvPr>
                    <p:cNvSpPr/>
                    <p:nvPr/>
                  </p:nvSpPr>
                  <p:spPr>
                    <a:xfrm>
                      <a:off x="1946998" y="4768675"/>
                      <a:ext cx="157482" cy="156850"/>
                    </a:xfrm>
                    <a:custGeom>
                      <a:avLst/>
                      <a:gdLst/>
                      <a:ahLst/>
                      <a:cxnLst/>
                      <a:rect l="l" t="t" r="r" b="b"/>
                      <a:pathLst>
                        <a:path w="157482" h="156850" extrusionOk="0">
                          <a:moveTo>
                            <a:pt x="157483" y="156850"/>
                          </a:moveTo>
                          <a:lnTo>
                            <a:pt x="0" y="156850"/>
                          </a:lnTo>
                          <a:lnTo>
                            <a:pt x="0" y="0"/>
                          </a:lnTo>
                          <a:lnTo>
                            <a:pt x="157483" y="0"/>
                          </a:lnTo>
                          <a:lnTo>
                            <a:pt x="157483" y="156850"/>
                          </a:lnTo>
                          <a:close/>
                          <a:moveTo>
                            <a:pt x="15812" y="141039"/>
                          </a:moveTo>
                          <a:lnTo>
                            <a:pt x="141671" y="141039"/>
                          </a:lnTo>
                          <a:lnTo>
                            <a:pt x="141671" y="15812"/>
                          </a:lnTo>
                          <a:lnTo>
                            <a:pt x="15812" y="15812"/>
                          </a:lnTo>
                          <a:lnTo>
                            <a:pt x="15812" y="141039"/>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196" name="Google Shape;3459;p115">
                    <a:extLst>
                      <a:ext uri="{FF2B5EF4-FFF2-40B4-BE49-F238E27FC236}">
                        <a16:creationId xmlns:a16="http://schemas.microsoft.com/office/drawing/2014/main" id="{11C2EEF5-6251-D352-D752-AC421E19CBFA}"/>
                      </a:ext>
                    </a:extLst>
                  </p:cNvPr>
                  <p:cNvGrpSpPr/>
                  <p:nvPr/>
                </p:nvGrpSpPr>
                <p:grpSpPr>
                  <a:xfrm>
                    <a:off x="2199982" y="4768675"/>
                    <a:ext cx="157482" cy="156850"/>
                    <a:chOff x="2199982" y="4768675"/>
                    <a:chExt cx="157482" cy="156850"/>
                  </a:xfrm>
                </p:grpSpPr>
                <p:grpSp>
                  <p:nvGrpSpPr>
                    <p:cNvPr id="197" name="Google Shape;3460;p115">
                      <a:extLst>
                        <a:ext uri="{FF2B5EF4-FFF2-40B4-BE49-F238E27FC236}">
                          <a16:creationId xmlns:a16="http://schemas.microsoft.com/office/drawing/2014/main" id="{7D4D0F9E-E7C9-FF17-C961-D9FF167A4F9A}"/>
                        </a:ext>
                      </a:extLst>
                    </p:cNvPr>
                    <p:cNvGrpSpPr/>
                    <p:nvPr/>
                  </p:nvGrpSpPr>
                  <p:grpSpPr>
                    <a:xfrm>
                      <a:off x="2239827" y="4807888"/>
                      <a:ext cx="78425" cy="78425"/>
                      <a:chOff x="2239827" y="4807888"/>
                      <a:chExt cx="78425" cy="78425"/>
                    </a:xfrm>
                  </p:grpSpPr>
                  <p:sp>
                    <p:nvSpPr>
                      <p:cNvPr id="199" name="Google Shape;3461;p115">
                        <a:extLst>
                          <a:ext uri="{FF2B5EF4-FFF2-40B4-BE49-F238E27FC236}">
                            <a16:creationId xmlns:a16="http://schemas.microsoft.com/office/drawing/2014/main" id="{4FE33F40-6A37-1248-6234-F5B848A82BD7}"/>
                          </a:ext>
                        </a:extLst>
                      </p:cNvPr>
                      <p:cNvSpPr/>
                      <p:nvPr/>
                    </p:nvSpPr>
                    <p:spPr>
                      <a:xfrm>
                        <a:off x="2239827" y="4807888"/>
                        <a:ext cx="15811" cy="78425"/>
                      </a:xfrm>
                      <a:custGeom>
                        <a:avLst/>
                        <a:gdLst/>
                        <a:ahLst/>
                        <a:cxnLst/>
                        <a:rect l="l" t="t" r="r" b="b"/>
                        <a:pathLst>
                          <a:path w="15811" h="78425" extrusionOk="0">
                            <a:moveTo>
                              <a:pt x="0" y="0"/>
                            </a:moveTo>
                            <a:lnTo>
                              <a:pt x="15812" y="0"/>
                            </a:lnTo>
                            <a:lnTo>
                              <a:pt x="15812" y="78425"/>
                            </a:lnTo>
                            <a:lnTo>
                              <a:pt x="0" y="78425"/>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00" name="Google Shape;3462;p115">
                        <a:extLst>
                          <a:ext uri="{FF2B5EF4-FFF2-40B4-BE49-F238E27FC236}">
                            <a16:creationId xmlns:a16="http://schemas.microsoft.com/office/drawing/2014/main" id="{BD53B672-3FFC-C06E-8151-88D0823CDAF8}"/>
                          </a:ext>
                        </a:extLst>
                      </p:cNvPr>
                      <p:cNvSpPr/>
                      <p:nvPr/>
                    </p:nvSpPr>
                    <p:spPr>
                      <a:xfrm>
                        <a:off x="2270818" y="4807888"/>
                        <a:ext cx="15811" cy="78425"/>
                      </a:xfrm>
                      <a:custGeom>
                        <a:avLst/>
                        <a:gdLst/>
                        <a:ahLst/>
                        <a:cxnLst/>
                        <a:rect l="l" t="t" r="r" b="b"/>
                        <a:pathLst>
                          <a:path w="15811" h="78425" extrusionOk="0">
                            <a:moveTo>
                              <a:pt x="0" y="0"/>
                            </a:moveTo>
                            <a:lnTo>
                              <a:pt x="15811" y="0"/>
                            </a:lnTo>
                            <a:lnTo>
                              <a:pt x="15811" y="78425"/>
                            </a:lnTo>
                            <a:lnTo>
                              <a:pt x="0" y="78425"/>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01" name="Google Shape;3463;p115">
                        <a:extLst>
                          <a:ext uri="{FF2B5EF4-FFF2-40B4-BE49-F238E27FC236}">
                            <a16:creationId xmlns:a16="http://schemas.microsoft.com/office/drawing/2014/main" id="{7AB2736A-0C17-1D96-99A9-A30480466BE2}"/>
                          </a:ext>
                        </a:extLst>
                      </p:cNvPr>
                      <p:cNvSpPr/>
                      <p:nvPr/>
                    </p:nvSpPr>
                    <p:spPr>
                      <a:xfrm>
                        <a:off x="2302441" y="4807888"/>
                        <a:ext cx="15811" cy="78425"/>
                      </a:xfrm>
                      <a:custGeom>
                        <a:avLst/>
                        <a:gdLst/>
                        <a:ahLst/>
                        <a:cxnLst/>
                        <a:rect l="l" t="t" r="r" b="b"/>
                        <a:pathLst>
                          <a:path w="15811" h="78425" extrusionOk="0">
                            <a:moveTo>
                              <a:pt x="0" y="0"/>
                            </a:moveTo>
                            <a:lnTo>
                              <a:pt x="15811" y="0"/>
                            </a:lnTo>
                            <a:lnTo>
                              <a:pt x="15811" y="78425"/>
                            </a:lnTo>
                            <a:lnTo>
                              <a:pt x="0" y="78425"/>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
                  <p:nvSpPr>
                    <p:cNvPr id="198" name="Google Shape;3464;p115">
                      <a:extLst>
                        <a:ext uri="{FF2B5EF4-FFF2-40B4-BE49-F238E27FC236}">
                          <a16:creationId xmlns:a16="http://schemas.microsoft.com/office/drawing/2014/main" id="{3E1D2E73-BBB3-CEEC-4B0D-58EA81EDF428}"/>
                        </a:ext>
                      </a:extLst>
                    </p:cNvPr>
                    <p:cNvSpPr/>
                    <p:nvPr/>
                  </p:nvSpPr>
                  <p:spPr>
                    <a:xfrm>
                      <a:off x="2199982" y="4768675"/>
                      <a:ext cx="157482" cy="156850"/>
                    </a:xfrm>
                    <a:custGeom>
                      <a:avLst/>
                      <a:gdLst/>
                      <a:ahLst/>
                      <a:cxnLst/>
                      <a:rect l="l" t="t" r="r" b="b"/>
                      <a:pathLst>
                        <a:path w="157482" h="156850" extrusionOk="0">
                          <a:moveTo>
                            <a:pt x="157483" y="156850"/>
                          </a:moveTo>
                          <a:lnTo>
                            <a:pt x="0" y="156850"/>
                          </a:lnTo>
                          <a:lnTo>
                            <a:pt x="0" y="0"/>
                          </a:lnTo>
                          <a:lnTo>
                            <a:pt x="157483" y="0"/>
                          </a:lnTo>
                          <a:lnTo>
                            <a:pt x="157483" y="156850"/>
                          </a:lnTo>
                          <a:close/>
                          <a:moveTo>
                            <a:pt x="15812" y="141039"/>
                          </a:moveTo>
                          <a:lnTo>
                            <a:pt x="141671" y="141039"/>
                          </a:lnTo>
                          <a:lnTo>
                            <a:pt x="141671" y="15812"/>
                          </a:lnTo>
                          <a:lnTo>
                            <a:pt x="15812" y="15812"/>
                          </a:lnTo>
                          <a:lnTo>
                            <a:pt x="15812" y="141039"/>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grpSp>
          <p:grpSp>
            <p:nvGrpSpPr>
              <p:cNvPr id="375" name="Group 374">
                <a:extLst>
                  <a:ext uri="{FF2B5EF4-FFF2-40B4-BE49-F238E27FC236}">
                    <a16:creationId xmlns:a16="http://schemas.microsoft.com/office/drawing/2014/main" id="{E54BB291-D471-2C9A-398A-B1841D861C32}"/>
                  </a:ext>
                </a:extLst>
              </p:cNvPr>
              <p:cNvGrpSpPr/>
              <p:nvPr/>
            </p:nvGrpSpPr>
            <p:grpSpPr>
              <a:xfrm>
                <a:off x="5444316" y="1991344"/>
                <a:ext cx="961946" cy="247721"/>
                <a:chOff x="5444316" y="1995144"/>
                <a:chExt cx="961946" cy="247721"/>
              </a:xfrm>
            </p:grpSpPr>
            <p:grpSp>
              <p:nvGrpSpPr>
                <p:cNvPr id="232" name="Google Shape;3429;p115" descr="Virtual Machine&#10;">
                  <a:extLst>
                    <a:ext uri="{FF2B5EF4-FFF2-40B4-BE49-F238E27FC236}">
                      <a16:creationId xmlns:a16="http://schemas.microsoft.com/office/drawing/2014/main" id="{AEE55D0F-79F9-4FEE-BAC8-F1977592B1D6}"/>
                    </a:ext>
                  </a:extLst>
                </p:cNvPr>
                <p:cNvGrpSpPr/>
                <p:nvPr/>
              </p:nvGrpSpPr>
              <p:grpSpPr>
                <a:xfrm>
                  <a:off x="5444316" y="2000447"/>
                  <a:ext cx="264817" cy="237114"/>
                  <a:chOff x="5798589" y="1951740"/>
                  <a:chExt cx="600836" cy="600837"/>
                </a:xfrm>
              </p:grpSpPr>
              <p:sp>
                <p:nvSpPr>
                  <p:cNvPr id="264" name="Google Shape;3430;p115">
                    <a:extLst>
                      <a:ext uri="{FF2B5EF4-FFF2-40B4-BE49-F238E27FC236}">
                        <a16:creationId xmlns:a16="http://schemas.microsoft.com/office/drawing/2014/main" id="{F7F3C36D-4A5F-1CD7-8474-3817F02D1A2B}"/>
                      </a:ext>
                    </a:extLst>
                  </p:cNvPr>
                  <p:cNvSpPr/>
                  <p:nvPr/>
                </p:nvSpPr>
                <p:spPr>
                  <a:xfrm>
                    <a:off x="5798589" y="1951740"/>
                    <a:ext cx="600836" cy="600837"/>
                  </a:xfrm>
                  <a:custGeom>
                    <a:avLst/>
                    <a:gdLst/>
                    <a:ahLst/>
                    <a:cxnLst/>
                    <a:rect l="l" t="t" r="r" b="b"/>
                    <a:pathLst>
                      <a:path w="600836" h="600837" extrusionOk="0">
                        <a:moveTo>
                          <a:pt x="514822" y="600837"/>
                        </a:moveTo>
                        <a:lnTo>
                          <a:pt x="0" y="600837"/>
                        </a:lnTo>
                        <a:lnTo>
                          <a:pt x="0" y="0"/>
                        </a:lnTo>
                        <a:lnTo>
                          <a:pt x="600837" y="0"/>
                        </a:lnTo>
                        <a:lnTo>
                          <a:pt x="600837" y="595777"/>
                        </a:lnTo>
                        <a:lnTo>
                          <a:pt x="585026" y="595777"/>
                        </a:lnTo>
                        <a:lnTo>
                          <a:pt x="585026" y="15812"/>
                        </a:lnTo>
                        <a:lnTo>
                          <a:pt x="15812" y="15812"/>
                        </a:lnTo>
                        <a:lnTo>
                          <a:pt x="15812" y="585026"/>
                        </a:lnTo>
                        <a:lnTo>
                          <a:pt x="514822" y="585026"/>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nvGrpSpPr>
                  <p:cNvPr id="265" name="Google Shape;3431;p115">
                    <a:extLst>
                      <a:ext uri="{FF2B5EF4-FFF2-40B4-BE49-F238E27FC236}">
                        <a16:creationId xmlns:a16="http://schemas.microsoft.com/office/drawing/2014/main" id="{8421492C-C742-D194-A5BA-1DAF153C7140}"/>
                      </a:ext>
                    </a:extLst>
                  </p:cNvPr>
                  <p:cNvGrpSpPr/>
                  <p:nvPr/>
                </p:nvGrpSpPr>
                <p:grpSpPr>
                  <a:xfrm>
                    <a:off x="5978207" y="2214844"/>
                    <a:ext cx="220729" cy="84117"/>
                    <a:chOff x="5978207" y="2214844"/>
                    <a:chExt cx="220729" cy="84117"/>
                  </a:xfrm>
                </p:grpSpPr>
                <p:sp>
                  <p:nvSpPr>
                    <p:cNvPr id="266" name="Google Shape;3432;p115">
                      <a:extLst>
                        <a:ext uri="{FF2B5EF4-FFF2-40B4-BE49-F238E27FC236}">
                          <a16:creationId xmlns:a16="http://schemas.microsoft.com/office/drawing/2014/main" id="{9C9BB596-5746-7667-0E65-81B6E30B261E}"/>
                        </a:ext>
                      </a:extLst>
                    </p:cNvPr>
                    <p:cNvSpPr/>
                    <p:nvPr/>
                  </p:nvSpPr>
                  <p:spPr>
                    <a:xfrm>
                      <a:off x="5978207" y="2216741"/>
                      <a:ext cx="80322" cy="81587"/>
                    </a:xfrm>
                    <a:custGeom>
                      <a:avLst/>
                      <a:gdLst/>
                      <a:ahLst/>
                      <a:cxnLst/>
                      <a:rect l="l" t="t" r="r" b="b"/>
                      <a:pathLst>
                        <a:path w="80322" h="81587" extrusionOk="0">
                          <a:moveTo>
                            <a:pt x="0" y="0"/>
                          </a:moveTo>
                          <a:lnTo>
                            <a:pt x="13282" y="0"/>
                          </a:lnTo>
                          <a:lnTo>
                            <a:pt x="40477" y="67673"/>
                          </a:lnTo>
                          <a:lnTo>
                            <a:pt x="67041" y="0"/>
                          </a:lnTo>
                          <a:lnTo>
                            <a:pt x="80322" y="0"/>
                          </a:lnTo>
                          <a:lnTo>
                            <a:pt x="46170" y="81587"/>
                          </a:lnTo>
                          <a:lnTo>
                            <a:pt x="34785" y="81587"/>
                          </a:lnTo>
                          <a:lnTo>
                            <a:pt x="0" y="0"/>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67" name="Google Shape;3433;p115">
                      <a:extLst>
                        <a:ext uri="{FF2B5EF4-FFF2-40B4-BE49-F238E27FC236}">
                          <a16:creationId xmlns:a16="http://schemas.microsoft.com/office/drawing/2014/main" id="{1B45780B-87E3-61C1-7EA6-BA658C7D6DD6}"/>
                        </a:ext>
                      </a:extLst>
                    </p:cNvPr>
                    <p:cNvSpPr/>
                    <p:nvPr/>
                  </p:nvSpPr>
                  <p:spPr>
                    <a:xfrm>
                      <a:off x="6081931" y="2214844"/>
                      <a:ext cx="117005" cy="84117"/>
                    </a:xfrm>
                    <a:custGeom>
                      <a:avLst/>
                      <a:gdLst/>
                      <a:ahLst/>
                      <a:cxnLst/>
                      <a:rect l="l" t="t" r="r" b="b"/>
                      <a:pathLst>
                        <a:path w="117005" h="84117" extrusionOk="0">
                          <a:moveTo>
                            <a:pt x="103091" y="4427"/>
                          </a:moveTo>
                          <a:cubicBezTo>
                            <a:pt x="107518" y="6957"/>
                            <a:pt x="110681" y="10752"/>
                            <a:pt x="113210" y="15812"/>
                          </a:cubicBezTo>
                          <a:cubicBezTo>
                            <a:pt x="115740" y="20871"/>
                            <a:pt x="117005" y="25931"/>
                            <a:pt x="117005" y="32255"/>
                          </a:cubicBezTo>
                          <a:lnTo>
                            <a:pt x="117005" y="84117"/>
                          </a:lnTo>
                          <a:lnTo>
                            <a:pt x="104988" y="84117"/>
                          </a:lnTo>
                          <a:lnTo>
                            <a:pt x="104988" y="33520"/>
                          </a:lnTo>
                          <a:cubicBezTo>
                            <a:pt x="104988" y="26563"/>
                            <a:pt x="103091" y="21504"/>
                            <a:pt x="99929" y="17076"/>
                          </a:cubicBezTo>
                          <a:cubicBezTo>
                            <a:pt x="96134" y="12649"/>
                            <a:pt x="91707" y="10752"/>
                            <a:pt x="86647" y="10752"/>
                          </a:cubicBezTo>
                          <a:cubicBezTo>
                            <a:pt x="80322" y="10752"/>
                            <a:pt x="74630" y="12649"/>
                            <a:pt x="70836" y="16444"/>
                          </a:cubicBezTo>
                          <a:cubicBezTo>
                            <a:pt x="67041" y="20239"/>
                            <a:pt x="64511" y="25298"/>
                            <a:pt x="64511" y="31623"/>
                          </a:cubicBezTo>
                          <a:lnTo>
                            <a:pt x="64511" y="83485"/>
                          </a:lnTo>
                          <a:lnTo>
                            <a:pt x="52494" y="83485"/>
                          </a:lnTo>
                          <a:lnTo>
                            <a:pt x="52494" y="32888"/>
                          </a:lnTo>
                          <a:cubicBezTo>
                            <a:pt x="52494" y="25931"/>
                            <a:pt x="50597" y="20871"/>
                            <a:pt x="47435" y="16444"/>
                          </a:cubicBezTo>
                          <a:cubicBezTo>
                            <a:pt x="43640" y="12017"/>
                            <a:pt x="39213" y="10119"/>
                            <a:pt x="34153" y="10119"/>
                          </a:cubicBezTo>
                          <a:cubicBezTo>
                            <a:pt x="27828" y="10119"/>
                            <a:pt x="22136" y="12017"/>
                            <a:pt x="18341" y="15812"/>
                          </a:cubicBezTo>
                          <a:cubicBezTo>
                            <a:pt x="14547" y="19606"/>
                            <a:pt x="12017" y="24666"/>
                            <a:pt x="12017" y="30991"/>
                          </a:cubicBezTo>
                          <a:lnTo>
                            <a:pt x="12017" y="82852"/>
                          </a:lnTo>
                          <a:lnTo>
                            <a:pt x="0" y="82852"/>
                          </a:lnTo>
                          <a:lnTo>
                            <a:pt x="0" y="1897"/>
                          </a:lnTo>
                          <a:lnTo>
                            <a:pt x="12017" y="1897"/>
                          </a:lnTo>
                          <a:lnTo>
                            <a:pt x="12017" y="13914"/>
                          </a:lnTo>
                          <a:cubicBezTo>
                            <a:pt x="13914" y="9487"/>
                            <a:pt x="17076" y="6325"/>
                            <a:pt x="21504" y="3795"/>
                          </a:cubicBezTo>
                          <a:cubicBezTo>
                            <a:pt x="25931" y="1265"/>
                            <a:pt x="30358" y="0"/>
                            <a:pt x="36050" y="0"/>
                          </a:cubicBezTo>
                          <a:cubicBezTo>
                            <a:pt x="42375" y="0"/>
                            <a:pt x="48067" y="1897"/>
                            <a:pt x="53127" y="5060"/>
                          </a:cubicBezTo>
                          <a:cubicBezTo>
                            <a:pt x="58186" y="8854"/>
                            <a:pt x="61349" y="13282"/>
                            <a:pt x="63246" y="18974"/>
                          </a:cubicBezTo>
                          <a:cubicBezTo>
                            <a:pt x="64511" y="13282"/>
                            <a:pt x="67673" y="8222"/>
                            <a:pt x="72100" y="5060"/>
                          </a:cubicBezTo>
                          <a:cubicBezTo>
                            <a:pt x="76528" y="1265"/>
                            <a:pt x="82220" y="0"/>
                            <a:pt x="88544" y="0"/>
                          </a:cubicBezTo>
                          <a:cubicBezTo>
                            <a:pt x="93604" y="0"/>
                            <a:pt x="98664" y="1265"/>
                            <a:pt x="103091" y="4427"/>
                          </a:cubicBez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grpSp>
              <p:nvGrpSpPr>
                <p:cNvPr id="233" name="Google Shape;3434;p115" descr="Application">
                  <a:extLst>
                    <a:ext uri="{FF2B5EF4-FFF2-40B4-BE49-F238E27FC236}">
                      <a16:creationId xmlns:a16="http://schemas.microsoft.com/office/drawing/2014/main" id="{DF737568-CC70-6977-1CE4-B3D26214581A}"/>
                    </a:ext>
                  </a:extLst>
                </p:cNvPr>
                <p:cNvGrpSpPr/>
                <p:nvPr/>
              </p:nvGrpSpPr>
              <p:grpSpPr>
                <a:xfrm>
                  <a:off x="5792880" y="1995416"/>
                  <a:ext cx="264817" cy="247177"/>
                  <a:chOff x="530908" y="707686"/>
                  <a:chExt cx="600836" cy="600837"/>
                </a:xfrm>
              </p:grpSpPr>
              <p:sp>
                <p:nvSpPr>
                  <p:cNvPr id="260" name="Google Shape;3435;p115">
                    <a:extLst>
                      <a:ext uri="{FF2B5EF4-FFF2-40B4-BE49-F238E27FC236}">
                        <a16:creationId xmlns:a16="http://schemas.microsoft.com/office/drawing/2014/main" id="{4DD02085-7BAA-238D-F163-8191E0BCA247}"/>
                      </a:ext>
                    </a:extLst>
                  </p:cNvPr>
                  <p:cNvSpPr/>
                  <p:nvPr/>
                </p:nvSpPr>
                <p:spPr>
                  <a:xfrm>
                    <a:off x="634568" y="934169"/>
                    <a:ext cx="126808" cy="126049"/>
                  </a:xfrm>
                  <a:custGeom>
                    <a:avLst/>
                    <a:gdLst/>
                    <a:ahLst/>
                    <a:cxnLst/>
                    <a:rect l="l" t="t" r="r" b="b"/>
                    <a:pathLst>
                      <a:path w="126808" h="126049" extrusionOk="0">
                        <a:moveTo>
                          <a:pt x="98348" y="97462"/>
                        </a:moveTo>
                        <a:lnTo>
                          <a:pt x="28271" y="97462"/>
                        </a:lnTo>
                        <a:lnTo>
                          <a:pt x="15622" y="126049"/>
                        </a:lnTo>
                        <a:lnTo>
                          <a:pt x="0" y="126049"/>
                        </a:lnTo>
                        <a:lnTo>
                          <a:pt x="55593" y="0"/>
                        </a:lnTo>
                        <a:lnTo>
                          <a:pt x="71215" y="0"/>
                        </a:lnTo>
                        <a:lnTo>
                          <a:pt x="126808" y="126049"/>
                        </a:lnTo>
                        <a:lnTo>
                          <a:pt x="110997" y="126049"/>
                        </a:lnTo>
                        <a:close/>
                        <a:moveTo>
                          <a:pt x="92466" y="83864"/>
                        </a:moveTo>
                        <a:lnTo>
                          <a:pt x="63499" y="17646"/>
                        </a:lnTo>
                        <a:lnTo>
                          <a:pt x="34153" y="83864"/>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61" name="Google Shape;3436;p115">
                    <a:extLst>
                      <a:ext uri="{FF2B5EF4-FFF2-40B4-BE49-F238E27FC236}">
                        <a16:creationId xmlns:a16="http://schemas.microsoft.com/office/drawing/2014/main" id="{6DEDD0CF-18D5-A899-9070-3BBEB430C1F3}"/>
                      </a:ext>
                    </a:extLst>
                  </p:cNvPr>
                  <p:cNvSpPr/>
                  <p:nvPr/>
                </p:nvSpPr>
                <p:spPr>
                  <a:xfrm>
                    <a:off x="790976" y="934169"/>
                    <a:ext cx="97588" cy="126049"/>
                  </a:xfrm>
                  <a:custGeom>
                    <a:avLst/>
                    <a:gdLst/>
                    <a:ahLst/>
                    <a:cxnLst/>
                    <a:rect l="l" t="t" r="r" b="b"/>
                    <a:pathLst>
                      <a:path w="97588" h="126049" extrusionOk="0">
                        <a:moveTo>
                          <a:pt x="0" y="0"/>
                        </a:moveTo>
                        <a:lnTo>
                          <a:pt x="51166" y="0"/>
                        </a:lnTo>
                        <a:cubicBezTo>
                          <a:pt x="77223" y="0"/>
                          <a:pt x="97589" y="16697"/>
                          <a:pt x="97589" y="40414"/>
                        </a:cubicBezTo>
                        <a:cubicBezTo>
                          <a:pt x="97589" y="64131"/>
                          <a:pt x="77223" y="80765"/>
                          <a:pt x="51166" y="80765"/>
                        </a:cubicBezTo>
                        <a:lnTo>
                          <a:pt x="14294" y="80765"/>
                        </a:lnTo>
                        <a:lnTo>
                          <a:pt x="14294" y="126049"/>
                        </a:lnTo>
                        <a:lnTo>
                          <a:pt x="0" y="126049"/>
                        </a:lnTo>
                        <a:close/>
                        <a:moveTo>
                          <a:pt x="48636" y="66914"/>
                        </a:moveTo>
                        <a:cubicBezTo>
                          <a:pt x="69128" y="66914"/>
                          <a:pt x="83105" y="56985"/>
                          <a:pt x="83105" y="40161"/>
                        </a:cubicBezTo>
                        <a:cubicBezTo>
                          <a:pt x="83105" y="23338"/>
                          <a:pt x="69128" y="13345"/>
                          <a:pt x="48636" y="13345"/>
                        </a:cubicBezTo>
                        <a:lnTo>
                          <a:pt x="14294" y="13345"/>
                        </a:lnTo>
                        <a:lnTo>
                          <a:pt x="14294" y="66914"/>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62" name="Google Shape;3437;p115">
                    <a:extLst>
                      <a:ext uri="{FF2B5EF4-FFF2-40B4-BE49-F238E27FC236}">
                        <a16:creationId xmlns:a16="http://schemas.microsoft.com/office/drawing/2014/main" id="{3C8433DC-FFBB-AE8C-C0C4-680E17BE2F7B}"/>
                      </a:ext>
                    </a:extLst>
                  </p:cNvPr>
                  <p:cNvSpPr/>
                  <p:nvPr/>
                </p:nvSpPr>
                <p:spPr>
                  <a:xfrm>
                    <a:off x="919302" y="934169"/>
                    <a:ext cx="97588" cy="126049"/>
                  </a:xfrm>
                  <a:custGeom>
                    <a:avLst/>
                    <a:gdLst/>
                    <a:ahLst/>
                    <a:cxnLst/>
                    <a:rect l="l" t="t" r="r" b="b"/>
                    <a:pathLst>
                      <a:path w="97588" h="126049" extrusionOk="0">
                        <a:moveTo>
                          <a:pt x="0" y="0"/>
                        </a:moveTo>
                        <a:lnTo>
                          <a:pt x="51166" y="0"/>
                        </a:lnTo>
                        <a:cubicBezTo>
                          <a:pt x="77223" y="0"/>
                          <a:pt x="97589" y="16697"/>
                          <a:pt x="97589" y="40414"/>
                        </a:cubicBezTo>
                        <a:cubicBezTo>
                          <a:pt x="97589" y="64131"/>
                          <a:pt x="77223" y="80765"/>
                          <a:pt x="51166" y="80765"/>
                        </a:cubicBezTo>
                        <a:lnTo>
                          <a:pt x="14294" y="80765"/>
                        </a:lnTo>
                        <a:lnTo>
                          <a:pt x="14294" y="126049"/>
                        </a:lnTo>
                        <a:lnTo>
                          <a:pt x="0" y="126049"/>
                        </a:lnTo>
                        <a:close/>
                        <a:moveTo>
                          <a:pt x="48573" y="66914"/>
                        </a:moveTo>
                        <a:cubicBezTo>
                          <a:pt x="69128" y="66914"/>
                          <a:pt x="83105" y="56985"/>
                          <a:pt x="83105" y="40161"/>
                        </a:cubicBezTo>
                        <a:cubicBezTo>
                          <a:pt x="83105" y="23338"/>
                          <a:pt x="69128" y="13345"/>
                          <a:pt x="48573" y="13345"/>
                        </a:cubicBezTo>
                        <a:lnTo>
                          <a:pt x="14294" y="13345"/>
                        </a:lnTo>
                        <a:lnTo>
                          <a:pt x="14294" y="66914"/>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63" name="Google Shape;3438;p115">
                    <a:extLst>
                      <a:ext uri="{FF2B5EF4-FFF2-40B4-BE49-F238E27FC236}">
                        <a16:creationId xmlns:a16="http://schemas.microsoft.com/office/drawing/2014/main" id="{2DAD123E-CF30-ACCD-3A46-6E3C4BFDC309}"/>
                      </a:ext>
                    </a:extLst>
                  </p:cNvPr>
                  <p:cNvSpPr/>
                  <p:nvPr/>
                </p:nvSpPr>
                <p:spPr>
                  <a:xfrm>
                    <a:off x="530908" y="707686"/>
                    <a:ext cx="600836" cy="600837"/>
                  </a:xfrm>
                  <a:custGeom>
                    <a:avLst/>
                    <a:gdLst/>
                    <a:ahLst/>
                    <a:cxnLst/>
                    <a:rect l="l" t="t" r="r" b="b"/>
                    <a:pathLst>
                      <a:path w="600836" h="600837" extrusionOk="0">
                        <a:moveTo>
                          <a:pt x="554920" y="15812"/>
                        </a:moveTo>
                        <a:cubicBezTo>
                          <a:pt x="571523" y="15812"/>
                          <a:pt x="584988" y="29251"/>
                          <a:pt x="585026" y="45853"/>
                        </a:cubicBezTo>
                        <a:lnTo>
                          <a:pt x="585026" y="554920"/>
                        </a:lnTo>
                        <a:cubicBezTo>
                          <a:pt x="585026" y="571548"/>
                          <a:pt x="571548" y="585026"/>
                          <a:pt x="554920" y="585026"/>
                        </a:cubicBezTo>
                        <a:lnTo>
                          <a:pt x="45853" y="585026"/>
                        </a:lnTo>
                        <a:cubicBezTo>
                          <a:pt x="29251" y="584988"/>
                          <a:pt x="15812" y="571523"/>
                          <a:pt x="15812" y="554920"/>
                        </a:cubicBezTo>
                        <a:lnTo>
                          <a:pt x="15812" y="45853"/>
                        </a:lnTo>
                        <a:cubicBezTo>
                          <a:pt x="15812" y="29261"/>
                          <a:pt x="29261" y="15812"/>
                          <a:pt x="45853" y="15812"/>
                        </a:cubicBezTo>
                        <a:lnTo>
                          <a:pt x="554920" y="15812"/>
                        </a:lnTo>
                        <a:moveTo>
                          <a:pt x="554920" y="0"/>
                        </a:moveTo>
                        <a:lnTo>
                          <a:pt x="45853" y="0"/>
                        </a:lnTo>
                        <a:cubicBezTo>
                          <a:pt x="20544" y="35"/>
                          <a:pt x="35" y="20544"/>
                          <a:pt x="0" y="45853"/>
                        </a:cubicBezTo>
                        <a:lnTo>
                          <a:pt x="0" y="554920"/>
                        </a:lnTo>
                        <a:cubicBezTo>
                          <a:pt x="0" y="580257"/>
                          <a:pt x="20519" y="600799"/>
                          <a:pt x="45853" y="600837"/>
                        </a:cubicBezTo>
                        <a:lnTo>
                          <a:pt x="554920" y="600837"/>
                        </a:lnTo>
                        <a:cubicBezTo>
                          <a:pt x="580282" y="600837"/>
                          <a:pt x="600837" y="580282"/>
                          <a:pt x="600837" y="554920"/>
                        </a:cubicBezTo>
                        <a:lnTo>
                          <a:pt x="600837" y="45853"/>
                        </a:lnTo>
                        <a:cubicBezTo>
                          <a:pt x="600799" y="20519"/>
                          <a:pt x="580257" y="0"/>
                          <a:pt x="554920" y="0"/>
                        </a:cubicBez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234" name="Google Shape;3439;p115" descr="Container 3&#10;">
                  <a:extLst>
                    <a:ext uri="{FF2B5EF4-FFF2-40B4-BE49-F238E27FC236}">
                      <a16:creationId xmlns:a16="http://schemas.microsoft.com/office/drawing/2014/main" id="{07577B1E-45F5-30CE-2540-F9FB05E923A3}"/>
                    </a:ext>
                  </a:extLst>
                </p:cNvPr>
                <p:cNvGrpSpPr/>
                <p:nvPr/>
              </p:nvGrpSpPr>
              <p:grpSpPr>
                <a:xfrm>
                  <a:off x="6141444" y="1995144"/>
                  <a:ext cx="264818" cy="247721"/>
                  <a:chOff x="1852129" y="4420190"/>
                  <a:chExt cx="601469" cy="601469"/>
                </a:xfrm>
              </p:grpSpPr>
              <p:sp>
                <p:nvSpPr>
                  <p:cNvPr id="235" name="Google Shape;3440;p115">
                    <a:extLst>
                      <a:ext uri="{FF2B5EF4-FFF2-40B4-BE49-F238E27FC236}">
                        <a16:creationId xmlns:a16="http://schemas.microsoft.com/office/drawing/2014/main" id="{3DEC5093-7A6C-9873-F667-E9F9757169FB}"/>
                      </a:ext>
                    </a:extLst>
                  </p:cNvPr>
                  <p:cNvSpPr/>
                  <p:nvPr/>
                </p:nvSpPr>
                <p:spPr>
                  <a:xfrm>
                    <a:off x="1852129" y="4420190"/>
                    <a:ext cx="601469" cy="601469"/>
                  </a:xfrm>
                  <a:custGeom>
                    <a:avLst/>
                    <a:gdLst/>
                    <a:ahLst/>
                    <a:cxnLst/>
                    <a:rect l="l" t="t" r="r" b="b"/>
                    <a:pathLst>
                      <a:path w="601469" h="601469" extrusionOk="0">
                        <a:moveTo>
                          <a:pt x="554667" y="15812"/>
                        </a:moveTo>
                        <a:cubicBezTo>
                          <a:pt x="571111" y="15812"/>
                          <a:pt x="585026" y="29093"/>
                          <a:pt x="585026" y="46170"/>
                        </a:cubicBezTo>
                        <a:lnTo>
                          <a:pt x="585026" y="555300"/>
                        </a:lnTo>
                        <a:cubicBezTo>
                          <a:pt x="585026" y="571744"/>
                          <a:pt x="571744" y="585658"/>
                          <a:pt x="554667" y="585658"/>
                        </a:cubicBezTo>
                        <a:lnTo>
                          <a:pt x="46170" y="585658"/>
                        </a:lnTo>
                        <a:cubicBezTo>
                          <a:pt x="29726" y="585658"/>
                          <a:pt x="15812" y="572376"/>
                          <a:pt x="15812" y="555300"/>
                        </a:cubicBezTo>
                        <a:lnTo>
                          <a:pt x="15812" y="46170"/>
                        </a:lnTo>
                        <a:cubicBezTo>
                          <a:pt x="15812" y="29726"/>
                          <a:pt x="29093" y="15812"/>
                          <a:pt x="46170" y="15812"/>
                        </a:cubicBezTo>
                        <a:lnTo>
                          <a:pt x="554667" y="15812"/>
                        </a:lnTo>
                        <a:moveTo>
                          <a:pt x="554667" y="0"/>
                        </a:moveTo>
                        <a:lnTo>
                          <a:pt x="46170" y="0"/>
                        </a:lnTo>
                        <a:cubicBezTo>
                          <a:pt x="20871" y="0"/>
                          <a:pt x="0" y="20239"/>
                          <a:pt x="0" y="46170"/>
                        </a:cubicBezTo>
                        <a:lnTo>
                          <a:pt x="0" y="555300"/>
                        </a:lnTo>
                        <a:cubicBezTo>
                          <a:pt x="0" y="580598"/>
                          <a:pt x="20239" y="601469"/>
                          <a:pt x="46170" y="601469"/>
                        </a:cubicBezTo>
                        <a:lnTo>
                          <a:pt x="555300" y="601469"/>
                        </a:lnTo>
                        <a:cubicBezTo>
                          <a:pt x="580598" y="601469"/>
                          <a:pt x="601469" y="581231"/>
                          <a:pt x="601469" y="555300"/>
                        </a:cubicBezTo>
                        <a:lnTo>
                          <a:pt x="601469" y="46170"/>
                        </a:lnTo>
                        <a:cubicBezTo>
                          <a:pt x="600837" y="20239"/>
                          <a:pt x="580598" y="0"/>
                          <a:pt x="554667" y="0"/>
                        </a:cubicBezTo>
                        <a:lnTo>
                          <a:pt x="554667" y="0"/>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nvGrpSpPr>
                  <p:cNvPr id="236" name="Google Shape;3441;p115">
                    <a:extLst>
                      <a:ext uri="{FF2B5EF4-FFF2-40B4-BE49-F238E27FC236}">
                        <a16:creationId xmlns:a16="http://schemas.microsoft.com/office/drawing/2014/main" id="{16FCBC7F-10A6-2D0C-A332-299BA382BC22}"/>
                      </a:ext>
                    </a:extLst>
                  </p:cNvPr>
                  <p:cNvGrpSpPr/>
                  <p:nvPr/>
                </p:nvGrpSpPr>
                <p:grpSpPr>
                  <a:xfrm>
                    <a:off x="1946998" y="4528341"/>
                    <a:ext cx="157482" cy="156850"/>
                    <a:chOff x="1946998" y="4528341"/>
                    <a:chExt cx="157482" cy="156850"/>
                  </a:xfrm>
                </p:grpSpPr>
                <p:grpSp>
                  <p:nvGrpSpPr>
                    <p:cNvPr id="255" name="Google Shape;3442;p115">
                      <a:extLst>
                        <a:ext uri="{FF2B5EF4-FFF2-40B4-BE49-F238E27FC236}">
                          <a16:creationId xmlns:a16="http://schemas.microsoft.com/office/drawing/2014/main" id="{38798E9E-0E4F-1380-DBBE-C5F508C3E060}"/>
                        </a:ext>
                      </a:extLst>
                    </p:cNvPr>
                    <p:cNvGrpSpPr/>
                    <p:nvPr/>
                  </p:nvGrpSpPr>
                  <p:grpSpPr>
                    <a:xfrm>
                      <a:off x="1986843" y="4567553"/>
                      <a:ext cx="78425" cy="78425"/>
                      <a:chOff x="1986843" y="4567553"/>
                      <a:chExt cx="78425" cy="78425"/>
                    </a:xfrm>
                  </p:grpSpPr>
                  <p:sp>
                    <p:nvSpPr>
                      <p:cNvPr id="257" name="Google Shape;3443;p115">
                        <a:extLst>
                          <a:ext uri="{FF2B5EF4-FFF2-40B4-BE49-F238E27FC236}">
                            <a16:creationId xmlns:a16="http://schemas.microsoft.com/office/drawing/2014/main" id="{CA35795E-DECB-B145-384B-9E53EFDFB90D}"/>
                          </a:ext>
                        </a:extLst>
                      </p:cNvPr>
                      <p:cNvSpPr/>
                      <p:nvPr/>
                    </p:nvSpPr>
                    <p:spPr>
                      <a:xfrm>
                        <a:off x="1986843" y="4567553"/>
                        <a:ext cx="15811" cy="78425"/>
                      </a:xfrm>
                      <a:custGeom>
                        <a:avLst/>
                        <a:gdLst/>
                        <a:ahLst/>
                        <a:cxnLst/>
                        <a:rect l="l" t="t" r="r" b="b"/>
                        <a:pathLst>
                          <a:path w="15811" h="78425" extrusionOk="0">
                            <a:moveTo>
                              <a:pt x="0" y="0"/>
                            </a:moveTo>
                            <a:lnTo>
                              <a:pt x="15811" y="0"/>
                            </a:lnTo>
                            <a:lnTo>
                              <a:pt x="15811" y="78425"/>
                            </a:lnTo>
                            <a:lnTo>
                              <a:pt x="0" y="78425"/>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58" name="Google Shape;3444;p115">
                        <a:extLst>
                          <a:ext uri="{FF2B5EF4-FFF2-40B4-BE49-F238E27FC236}">
                            <a16:creationId xmlns:a16="http://schemas.microsoft.com/office/drawing/2014/main" id="{3392BD01-26BF-5355-5A68-863DA72E4484}"/>
                          </a:ext>
                        </a:extLst>
                      </p:cNvPr>
                      <p:cNvSpPr/>
                      <p:nvPr/>
                    </p:nvSpPr>
                    <p:spPr>
                      <a:xfrm>
                        <a:off x="2017834" y="4567553"/>
                        <a:ext cx="15811" cy="78425"/>
                      </a:xfrm>
                      <a:custGeom>
                        <a:avLst/>
                        <a:gdLst/>
                        <a:ahLst/>
                        <a:cxnLst/>
                        <a:rect l="l" t="t" r="r" b="b"/>
                        <a:pathLst>
                          <a:path w="15811" h="78425" extrusionOk="0">
                            <a:moveTo>
                              <a:pt x="0" y="0"/>
                            </a:moveTo>
                            <a:lnTo>
                              <a:pt x="15812" y="0"/>
                            </a:lnTo>
                            <a:lnTo>
                              <a:pt x="15812" y="78425"/>
                            </a:lnTo>
                            <a:lnTo>
                              <a:pt x="0" y="78425"/>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59" name="Google Shape;3445;p115">
                        <a:extLst>
                          <a:ext uri="{FF2B5EF4-FFF2-40B4-BE49-F238E27FC236}">
                            <a16:creationId xmlns:a16="http://schemas.microsoft.com/office/drawing/2014/main" id="{4DE174A3-CC38-4A68-6230-D3839776DA67}"/>
                          </a:ext>
                        </a:extLst>
                      </p:cNvPr>
                      <p:cNvSpPr/>
                      <p:nvPr/>
                    </p:nvSpPr>
                    <p:spPr>
                      <a:xfrm>
                        <a:off x="2049457" y="4567553"/>
                        <a:ext cx="15811" cy="78425"/>
                      </a:xfrm>
                      <a:custGeom>
                        <a:avLst/>
                        <a:gdLst/>
                        <a:ahLst/>
                        <a:cxnLst/>
                        <a:rect l="l" t="t" r="r" b="b"/>
                        <a:pathLst>
                          <a:path w="15811" h="78425" extrusionOk="0">
                            <a:moveTo>
                              <a:pt x="0" y="0"/>
                            </a:moveTo>
                            <a:lnTo>
                              <a:pt x="15812" y="0"/>
                            </a:lnTo>
                            <a:lnTo>
                              <a:pt x="15812" y="78425"/>
                            </a:lnTo>
                            <a:lnTo>
                              <a:pt x="0" y="78425"/>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
                  <p:nvSpPr>
                    <p:cNvPr id="256" name="Google Shape;3446;p115">
                      <a:extLst>
                        <a:ext uri="{FF2B5EF4-FFF2-40B4-BE49-F238E27FC236}">
                          <a16:creationId xmlns:a16="http://schemas.microsoft.com/office/drawing/2014/main" id="{7EA55E90-CE30-462A-894D-CE632A30836F}"/>
                        </a:ext>
                      </a:extLst>
                    </p:cNvPr>
                    <p:cNvSpPr/>
                    <p:nvPr/>
                  </p:nvSpPr>
                  <p:spPr>
                    <a:xfrm>
                      <a:off x="1946998" y="4528341"/>
                      <a:ext cx="157482" cy="156850"/>
                    </a:xfrm>
                    <a:custGeom>
                      <a:avLst/>
                      <a:gdLst/>
                      <a:ahLst/>
                      <a:cxnLst/>
                      <a:rect l="l" t="t" r="r" b="b"/>
                      <a:pathLst>
                        <a:path w="157482" h="156850" extrusionOk="0">
                          <a:moveTo>
                            <a:pt x="157483" y="156850"/>
                          </a:moveTo>
                          <a:lnTo>
                            <a:pt x="0" y="156850"/>
                          </a:lnTo>
                          <a:lnTo>
                            <a:pt x="0" y="0"/>
                          </a:lnTo>
                          <a:lnTo>
                            <a:pt x="157483" y="0"/>
                          </a:lnTo>
                          <a:lnTo>
                            <a:pt x="157483" y="156850"/>
                          </a:lnTo>
                          <a:close/>
                          <a:moveTo>
                            <a:pt x="15812" y="141039"/>
                          </a:moveTo>
                          <a:lnTo>
                            <a:pt x="141671" y="141039"/>
                          </a:lnTo>
                          <a:lnTo>
                            <a:pt x="141671" y="15811"/>
                          </a:lnTo>
                          <a:lnTo>
                            <a:pt x="15812" y="15811"/>
                          </a:lnTo>
                          <a:lnTo>
                            <a:pt x="15812" y="141039"/>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237" name="Google Shape;3447;p115">
                    <a:extLst>
                      <a:ext uri="{FF2B5EF4-FFF2-40B4-BE49-F238E27FC236}">
                        <a16:creationId xmlns:a16="http://schemas.microsoft.com/office/drawing/2014/main" id="{0B0AD7EA-962B-75F1-26F9-EC023F95C0D1}"/>
                      </a:ext>
                    </a:extLst>
                  </p:cNvPr>
                  <p:cNvGrpSpPr/>
                  <p:nvPr/>
                </p:nvGrpSpPr>
                <p:grpSpPr>
                  <a:xfrm>
                    <a:off x="2199982" y="4528341"/>
                    <a:ext cx="157482" cy="156850"/>
                    <a:chOff x="2199982" y="4528341"/>
                    <a:chExt cx="157482" cy="156850"/>
                  </a:xfrm>
                </p:grpSpPr>
                <p:grpSp>
                  <p:nvGrpSpPr>
                    <p:cNvPr id="250" name="Google Shape;3448;p115">
                      <a:extLst>
                        <a:ext uri="{FF2B5EF4-FFF2-40B4-BE49-F238E27FC236}">
                          <a16:creationId xmlns:a16="http://schemas.microsoft.com/office/drawing/2014/main" id="{7BED5319-C72D-09E5-7CED-29F36405DDE3}"/>
                        </a:ext>
                      </a:extLst>
                    </p:cNvPr>
                    <p:cNvGrpSpPr/>
                    <p:nvPr/>
                  </p:nvGrpSpPr>
                  <p:grpSpPr>
                    <a:xfrm>
                      <a:off x="2239827" y="4567553"/>
                      <a:ext cx="78425" cy="78425"/>
                      <a:chOff x="2239827" y="4567553"/>
                      <a:chExt cx="78425" cy="78425"/>
                    </a:xfrm>
                  </p:grpSpPr>
                  <p:sp>
                    <p:nvSpPr>
                      <p:cNvPr id="252" name="Google Shape;3449;p115">
                        <a:extLst>
                          <a:ext uri="{FF2B5EF4-FFF2-40B4-BE49-F238E27FC236}">
                            <a16:creationId xmlns:a16="http://schemas.microsoft.com/office/drawing/2014/main" id="{698E1B86-1988-F1E4-7191-A223A3A4532E}"/>
                          </a:ext>
                        </a:extLst>
                      </p:cNvPr>
                      <p:cNvSpPr/>
                      <p:nvPr/>
                    </p:nvSpPr>
                    <p:spPr>
                      <a:xfrm>
                        <a:off x="2239827" y="4567553"/>
                        <a:ext cx="15811" cy="78425"/>
                      </a:xfrm>
                      <a:custGeom>
                        <a:avLst/>
                        <a:gdLst/>
                        <a:ahLst/>
                        <a:cxnLst/>
                        <a:rect l="l" t="t" r="r" b="b"/>
                        <a:pathLst>
                          <a:path w="15811" h="78425" extrusionOk="0">
                            <a:moveTo>
                              <a:pt x="0" y="0"/>
                            </a:moveTo>
                            <a:lnTo>
                              <a:pt x="15812" y="0"/>
                            </a:lnTo>
                            <a:lnTo>
                              <a:pt x="15812" y="78425"/>
                            </a:lnTo>
                            <a:lnTo>
                              <a:pt x="0" y="78425"/>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53" name="Google Shape;3450;p115">
                        <a:extLst>
                          <a:ext uri="{FF2B5EF4-FFF2-40B4-BE49-F238E27FC236}">
                            <a16:creationId xmlns:a16="http://schemas.microsoft.com/office/drawing/2014/main" id="{1C1536B3-E1F3-9963-15A6-BCAD5A702D61}"/>
                          </a:ext>
                        </a:extLst>
                      </p:cNvPr>
                      <p:cNvSpPr/>
                      <p:nvPr/>
                    </p:nvSpPr>
                    <p:spPr>
                      <a:xfrm>
                        <a:off x="2270818" y="4567553"/>
                        <a:ext cx="15811" cy="78425"/>
                      </a:xfrm>
                      <a:custGeom>
                        <a:avLst/>
                        <a:gdLst/>
                        <a:ahLst/>
                        <a:cxnLst/>
                        <a:rect l="l" t="t" r="r" b="b"/>
                        <a:pathLst>
                          <a:path w="15811" h="78425" extrusionOk="0">
                            <a:moveTo>
                              <a:pt x="0" y="0"/>
                            </a:moveTo>
                            <a:lnTo>
                              <a:pt x="15811" y="0"/>
                            </a:lnTo>
                            <a:lnTo>
                              <a:pt x="15811" y="78425"/>
                            </a:lnTo>
                            <a:lnTo>
                              <a:pt x="0" y="78425"/>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54" name="Google Shape;3451;p115">
                        <a:extLst>
                          <a:ext uri="{FF2B5EF4-FFF2-40B4-BE49-F238E27FC236}">
                            <a16:creationId xmlns:a16="http://schemas.microsoft.com/office/drawing/2014/main" id="{F1D0E76C-F7E8-0C26-CC5A-37B7937F8D60}"/>
                          </a:ext>
                        </a:extLst>
                      </p:cNvPr>
                      <p:cNvSpPr/>
                      <p:nvPr/>
                    </p:nvSpPr>
                    <p:spPr>
                      <a:xfrm>
                        <a:off x="2302441" y="4567553"/>
                        <a:ext cx="15811" cy="78425"/>
                      </a:xfrm>
                      <a:custGeom>
                        <a:avLst/>
                        <a:gdLst/>
                        <a:ahLst/>
                        <a:cxnLst/>
                        <a:rect l="l" t="t" r="r" b="b"/>
                        <a:pathLst>
                          <a:path w="15811" h="78425" extrusionOk="0">
                            <a:moveTo>
                              <a:pt x="0" y="0"/>
                            </a:moveTo>
                            <a:lnTo>
                              <a:pt x="15811" y="0"/>
                            </a:lnTo>
                            <a:lnTo>
                              <a:pt x="15811" y="78425"/>
                            </a:lnTo>
                            <a:lnTo>
                              <a:pt x="0" y="78425"/>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
                  <p:nvSpPr>
                    <p:cNvPr id="251" name="Google Shape;3452;p115">
                      <a:extLst>
                        <a:ext uri="{FF2B5EF4-FFF2-40B4-BE49-F238E27FC236}">
                          <a16:creationId xmlns:a16="http://schemas.microsoft.com/office/drawing/2014/main" id="{638D45D9-436E-2BD5-4746-693745C0B07A}"/>
                        </a:ext>
                      </a:extLst>
                    </p:cNvPr>
                    <p:cNvSpPr/>
                    <p:nvPr/>
                  </p:nvSpPr>
                  <p:spPr>
                    <a:xfrm>
                      <a:off x="2199982" y="4528341"/>
                      <a:ext cx="157482" cy="156850"/>
                    </a:xfrm>
                    <a:custGeom>
                      <a:avLst/>
                      <a:gdLst/>
                      <a:ahLst/>
                      <a:cxnLst/>
                      <a:rect l="l" t="t" r="r" b="b"/>
                      <a:pathLst>
                        <a:path w="157482" h="156850" extrusionOk="0">
                          <a:moveTo>
                            <a:pt x="157483" y="156850"/>
                          </a:moveTo>
                          <a:lnTo>
                            <a:pt x="0" y="156850"/>
                          </a:lnTo>
                          <a:lnTo>
                            <a:pt x="0" y="0"/>
                          </a:lnTo>
                          <a:lnTo>
                            <a:pt x="157483" y="0"/>
                          </a:lnTo>
                          <a:lnTo>
                            <a:pt x="157483" y="156850"/>
                          </a:lnTo>
                          <a:close/>
                          <a:moveTo>
                            <a:pt x="15812" y="141039"/>
                          </a:moveTo>
                          <a:lnTo>
                            <a:pt x="141671" y="141039"/>
                          </a:lnTo>
                          <a:lnTo>
                            <a:pt x="141671" y="15811"/>
                          </a:lnTo>
                          <a:lnTo>
                            <a:pt x="15812" y="15811"/>
                          </a:lnTo>
                          <a:lnTo>
                            <a:pt x="15812" y="141039"/>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238" name="Google Shape;3453;p115">
                    <a:extLst>
                      <a:ext uri="{FF2B5EF4-FFF2-40B4-BE49-F238E27FC236}">
                        <a16:creationId xmlns:a16="http://schemas.microsoft.com/office/drawing/2014/main" id="{B1042CDD-EE68-3CF7-951E-3D735EEA3CEF}"/>
                      </a:ext>
                    </a:extLst>
                  </p:cNvPr>
                  <p:cNvGrpSpPr/>
                  <p:nvPr/>
                </p:nvGrpSpPr>
                <p:grpSpPr>
                  <a:xfrm>
                    <a:off x="1946998" y="4768675"/>
                    <a:ext cx="157482" cy="156850"/>
                    <a:chOff x="1946998" y="4768675"/>
                    <a:chExt cx="157482" cy="156850"/>
                  </a:xfrm>
                </p:grpSpPr>
                <p:grpSp>
                  <p:nvGrpSpPr>
                    <p:cNvPr id="245" name="Google Shape;3454;p115">
                      <a:extLst>
                        <a:ext uri="{FF2B5EF4-FFF2-40B4-BE49-F238E27FC236}">
                          <a16:creationId xmlns:a16="http://schemas.microsoft.com/office/drawing/2014/main" id="{2A991CE0-E044-411B-326D-24EFE5581AE5}"/>
                        </a:ext>
                      </a:extLst>
                    </p:cNvPr>
                    <p:cNvGrpSpPr/>
                    <p:nvPr/>
                  </p:nvGrpSpPr>
                  <p:grpSpPr>
                    <a:xfrm>
                      <a:off x="1986843" y="4807888"/>
                      <a:ext cx="78425" cy="78425"/>
                      <a:chOff x="1986843" y="4807888"/>
                      <a:chExt cx="78425" cy="78425"/>
                    </a:xfrm>
                  </p:grpSpPr>
                  <p:sp>
                    <p:nvSpPr>
                      <p:cNvPr id="247" name="Google Shape;3455;p115">
                        <a:extLst>
                          <a:ext uri="{FF2B5EF4-FFF2-40B4-BE49-F238E27FC236}">
                            <a16:creationId xmlns:a16="http://schemas.microsoft.com/office/drawing/2014/main" id="{AD012D82-14D2-75A7-A779-73673AC036D1}"/>
                          </a:ext>
                        </a:extLst>
                      </p:cNvPr>
                      <p:cNvSpPr/>
                      <p:nvPr/>
                    </p:nvSpPr>
                    <p:spPr>
                      <a:xfrm>
                        <a:off x="1986843" y="4807888"/>
                        <a:ext cx="15811" cy="78425"/>
                      </a:xfrm>
                      <a:custGeom>
                        <a:avLst/>
                        <a:gdLst/>
                        <a:ahLst/>
                        <a:cxnLst/>
                        <a:rect l="l" t="t" r="r" b="b"/>
                        <a:pathLst>
                          <a:path w="15811" h="78425" extrusionOk="0">
                            <a:moveTo>
                              <a:pt x="0" y="0"/>
                            </a:moveTo>
                            <a:lnTo>
                              <a:pt x="15811" y="0"/>
                            </a:lnTo>
                            <a:lnTo>
                              <a:pt x="15811" y="78425"/>
                            </a:lnTo>
                            <a:lnTo>
                              <a:pt x="0" y="78425"/>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48" name="Google Shape;3456;p115">
                        <a:extLst>
                          <a:ext uri="{FF2B5EF4-FFF2-40B4-BE49-F238E27FC236}">
                            <a16:creationId xmlns:a16="http://schemas.microsoft.com/office/drawing/2014/main" id="{2AB27FE4-A1A2-92BC-4B7B-FAC36212C95F}"/>
                          </a:ext>
                        </a:extLst>
                      </p:cNvPr>
                      <p:cNvSpPr/>
                      <p:nvPr/>
                    </p:nvSpPr>
                    <p:spPr>
                      <a:xfrm>
                        <a:off x="2017834" y="4807888"/>
                        <a:ext cx="15811" cy="78425"/>
                      </a:xfrm>
                      <a:custGeom>
                        <a:avLst/>
                        <a:gdLst/>
                        <a:ahLst/>
                        <a:cxnLst/>
                        <a:rect l="l" t="t" r="r" b="b"/>
                        <a:pathLst>
                          <a:path w="15811" h="78425" extrusionOk="0">
                            <a:moveTo>
                              <a:pt x="0" y="0"/>
                            </a:moveTo>
                            <a:lnTo>
                              <a:pt x="15812" y="0"/>
                            </a:lnTo>
                            <a:lnTo>
                              <a:pt x="15812" y="78425"/>
                            </a:lnTo>
                            <a:lnTo>
                              <a:pt x="0" y="78425"/>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49" name="Google Shape;3457;p115">
                        <a:extLst>
                          <a:ext uri="{FF2B5EF4-FFF2-40B4-BE49-F238E27FC236}">
                            <a16:creationId xmlns:a16="http://schemas.microsoft.com/office/drawing/2014/main" id="{B7A4313C-5BCC-DADB-6126-9CFB148A7B77}"/>
                          </a:ext>
                        </a:extLst>
                      </p:cNvPr>
                      <p:cNvSpPr/>
                      <p:nvPr/>
                    </p:nvSpPr>
                    <p:spPr>
                      <a:xfrm>
                        <a:off x="2049457" y="4807888"/>
                        <a:ext cx="15811" cy="78425"/>
                      </a:xfrm>
                      <a:custGeom>
                        <a:avLst/>
                        <a:gdLst/>
                        <a:ahLst/>
                        <a:cxnLst/>
                        <a:rect l="l" t="t" r="r" b="b"/>
                        <a:pathLst>
                          <a:path w="15811" h="78425" extrusionOk="0">
                            <a:moveTo>
                              <a:pt x="0" y="0"/>
                            </a:moveTo>
                            <a:lnTo>
                              <a:pt x="15812" y="0"/>
                            </a:lnTo>
                            <a:lnTo>
                              <a:pt x="15812" y="78425"/>
                            </a:lnTo>
                            <a:lnTo>
                              <a:pt x="0" y="78425"/>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
                  <p:nvSpPr>
                    <p:cNvPr id="246" name="Google Shape;3458;p115">
                      <a:extLst>
                        <a:ext uri="{FF2B5EF4-FFF2-40B4-BE49-F238E27FC236}">
                          <a16:creationId xmlns:a16="http://schemas.microsoft.com/office/drawing/2014/main" id="{6EF2A60B-9975-6009-26ED-7E9023491C6D}"/>
                        </a:ext>
                      </a:extLst>
                    </p:cNvPr>
                    <p:cNvSpPr/>
                    <p:nvPr/>
                  </p:nvSpPr>
                  <p:spPr>
                    <a:xfrm>
                      <a:off x="1946998" y="4768675"/>
                      <a:ext cx="157482" cy="156850"/>
                    </a:xfrm>
                    <a:custGeom>
                      <a:avLst/>
                      <a:gdLst/>
                      <a:ahLst/>
                      <a:cxnLst/>
                      <a:rect l="l" t="t" r="r" b="b"/>
                      <a:pathLst>
                        <a:path w="157482" h="156850" extrusionOk="0">
                          <a:moveTo>
                            <a:pt x="157483" y="156850"/>
                          </a:moveTo>
                          <a:lnTo>
                            <a:pt x="0" y="156850"/>
                          </a:lnTo>
                          <a:lnTo>
                            <a:pt x="0" y="0"/>
                          </a:lnTo>
                          <a:lnTo>
                            <a:pt x="157483" y="0"/>
                          </a:lnTo>
                          <a:lnTo>
                            <a:pt x="157483" y="156850"/>
                          </a:lnTo>
                          <a:close/>
                          <a:moveTo>
                            <a:pt x="15812" y="141039"/>
                          </a:moveTo>
                          <a:lnTo>
                            <a:pt x="141671" y="141039"/>
                          </a:lnTo>
                          <a:lnTo>
                            <a:pt x="141671" y="15812"/>
                          </a:lnTo>
                          <a:lnTo>
                            <a:pt x="15812" y="15812"/>
                          </a:lnTo>
                          <a:lnTo>
                            <a:pt x="15812" y="141039"/>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239" name="Google Shape;3459;p115">
                    <a:extLst>
                      <a:ext uri="{FF2B5EF4-FFF2-40B4-BE49-F238E27FC236}">
                        <a16:creationId xmlns:a16="http://schemas.microsoft.com/office/drawing/2014/main" id="{01D6DF78-2985-07D7-714B-9F9FCDBA9F15}"/>
                      </a:ext>
                    </a:extLst>
                  </p:cNvPr>
                  <p:cNvGrpSpPr/>
                  <p:nvPr/>
                </p:nvGrpSpPr>
                <p:grpSpPr>
                  <a:xfrm>
                    <a:off x="2199982" y="4768675"/>
                    <a:ext cx="157482" cy="156850"/>
                    <a:chOff x="2199982" y="4768675"/>
                    <a:chExt cx="157482" cy="156850"/>
                  </a:xfrm>
                </p:grpSpPr>
                <p:grpSp>
                  <p:nvGrpSpPr>
                    <p:cNvPr id="240" name="Google Shape;3460;p115">
                      <a:extLst>
                        <a:ext uri="{FF2B5EF4-FFF2-40B4-BE49-F238E27FC236}">
                          <a16:creationId xmlns:a16="http://schemas.microsoft.com/office/drawing/2014/main" id="{D6D4CCD7-C5EA-7BA6-2B60-9EF6E7035DCD}"/>
                        </a:ext>
                      </a:extLst>
                    </p:cNvPr>
                    <p:cNvGrpSpPr/>
                    <p:nvPr/>
                  </p:nvGrpSpPr>
                  <p:grpSpPr>
                    <a:xfrm>
                      <a:off x="2239827" y="4807888"/>
                      <a:ext cx="78425" cy="78425"/>
                      <a:chOff x="2239827" y="4807888"/>
                      <a:chExt cx="78425" cy="78425"/>
                    </a:xfrm>
                  </p:grpSpPr>
                  <p:sp>
                    <p:nvSpPr>
                      <p:cNvPr id="242" name="Google Shape;3461;p115">
                        <a:extLst>
                          <a:ext uri="{FF2B5EF4-FFF2-40B4-BE49-F238E27FC236}">
                            <a16:creationId xmlns:a16="http://schemas.microsoft.com/office/drawing/2014/main" id="{421EB3E2-8F6D-D5D2-946A-7D54B5EC8D7F}"/>
                          </a:ext>
                        </a:extLst>
                      </p:cNvPr>
                      <p:cNvSpPr/>
                      <p:nvPr/>
                    </p:nvSpPr>
                    <p:spPr>
                      <a:xfrm>
                        <a:off x="2239827" y="4807888"/>
                        <a:ext cx="15811" cy="78425"/>
                      </a:xfrm>
                      <a:custGeom>
                        <a:avLst/>
                        <a:gdLst/>
                        <a:ahLst/>
                        <a:cxnLst/>
                        <a:rect l="l" t="t" r="r" b="b"/>
                        <a:pathLst>
                          <a:path w="15811" h="78425" extrusionOk="0">
                            <a:moveTo>
                              <a:pt x="0" y="0"/>
                            </a:moveTo>
                            <a:lnTo>
                              <a:pt x="15812" y="0"/>
                            </a:lnTo>
                            <a:lnTo>
                              <a:pt x="15812" y="78425"/>
                            </a:lnTo>
                            <a:lnTo>
                              <a:pt x="0" y="78425"/>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43" name="Google Shape;3462;p115">
                        <a:extLst>
                          <a:ext uri="{FF2B5EF4-FFF2-40B4-BE49-F238E27FC236}">
                            <a16:creationId xmlns:a16="http://schemas.microsoft.com/office/drawing/2014/main" id="{A75A40F1-A5DC-99BA-0718-59B823B3F238}"/>
                          </a:ext>
                        </a:extLst>
                      </p:cNvPr>
                      <p:cNvSpPr/>
                      <p:nvPr/>
                    </p:nvSpPr>
                    <p:spPr>
                      <a:xfrm>
                        <a:off x="2270818" y="4807888"/>
                        <a:ext cx="15811" cy="78425"/>
                      </a:xfrm>
                      <a:custGeom>
                        <a:avLst/>
                        <a:gdLst/>
                        <a:ahLst/>
                        <a:cxnLst/>
                        <a:rect l="l" t="t" r="r" b="b"/>
                        <a:pathLst>
                          <a:path w="15811" h="78425" extrusionOk="0">
                            <a:moveTo>
                              <a:pt x="0" y="0"/>
                            </a:moveTo>
                            <a:lnTo>
                              <a:pt x="15811" y="0"/>
                            </a:lnTo>
                            <a:lnTo>
                              <a:pt x="15811" y="78425"/>
                            </a:lnTo>
                            <a:lnTo>
                              <a:pt x="0" y="78425"/>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44" name="Google Shape;3463;p115">
                        <a:extLst>
                          <a:ext uri="{FF2B5EF4-FFF2-40B4-BE49-F238E27FC236}">
                            <a16:creationId xmlns:a16="http://schemas.microsoft.com/office/drawing/2014/main" id="{85DFC82D-D592-76D9-4418-E06D5F4907AD}"/>
                          </a:ext>
                        </a:extLst>
                      </p:cNvPr>
                      <p:cNvSpPr/>
                      <p:nvPr/>
                    </p:nvSpPr>
                    <p:spPr>
                      <a:xfrm>
                        <a:off x="2302441" y="4807888"/>
                        <a:ext cx="15811" cy="78425"/>
                      </a:xfrm>
                      <a:custGeom>
                        <a:avLst/>
                        <a:gdLst/>
                        <a:ahLst/>
                        <a:cxnLst/>
                        <a:rect l="l" t="t" r="r" b="b"/>
                        <a:pathLst>
                          <a:path w="15811" h="78425" extrusionOk="0">
                            <a:moveTo>
                              <a:pt x="0" y="0"/>
                            </a:moveTo>
                            <a:lnTo>
                              <a:pt x="15811" y="0"/>
                            </a:lnTo>
                            <a:lnTo>
                              <a:pt x="15811" y="78425"/>
                            </a:lnTo>
                            <a:lnTo>
                              <a:pt x="0" y="78425"/>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
                  <p:nvSpPr>
                    <p:cNvPr id="241" name="Google Shape;3464;p115">
                      <a:extLst>
                        <a:ext uri="{FF2B5EF4-FFF2-40B4-BE49-F238E27FC236}">
                          <a16:creationId xmlns:a16="http://schemas.microsoft.com/office/drawing/2014/main" id="{752D448A-DF4A-C208-3F82-FC57B0AC6CF7}"/>
                        </a:ext>
                      </a:extLst>
                    </p:cNvPr>
                    <p:cNvSpPr/>
                    <p:nvPr/>
                  </p:nvSpPr>
                  <p:spPr>
                    <a:xfrm>
                      <a:off x="2199982" y="4768675"/>
                      <a:ext cx="157482" cy="156850"/>
                    </a:xfrm>
                    <a:custGeom>
                      <a:avLst/>
                      <a:gdLst/>
                      <a:ahLst/>
                      <a:cxnLst/>
                      <a:rect l="l" t="t" r="r" b="b"/>
                      <a:pathLst>
                        <a:path w="157482" h="156850" extrusionOk="0">
                          <a:moveTo>
                            <a:pt x="157483" y="156850"/>
                          </a:moveTo>
                          <a:lnTo>
                            <a:pt x="0" y="156850"/>
                          </a:lnTo>
                          <a:lnTo>
                            <a:pt x="0" y="0"/>
                          </a:lnTo>
                          <a:lnTo>
                            <a:pt x="157483" y="0"/>
                          </a:lnTo>
                          <a:lnTo>
                            <a:pt x="157483" y="156850"/>
                          </a:lnTo>
                          <a:close/>
                          <a:moveTo>
                            <a:pt x="15812" y="141039"/>
                          </a:moveTo>
                          <a:lnTo>
                            <a:pt x="141671" y="141039"/>
                          </a:lnTo>
                          <a:lnTo>
                            <a:pt x="141671" y="15812"/>
                          </a:lnTo>
                          <a:lnTo>
                            <a:pt x="15812" y="15812"/>
                          </a:lnTo>
                          <a:lnTo>
                            <a:pt x="15812" y="141039"/>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grpSp>
          <p:grpSp>
            <p:nvGrpSpPr>
              <p:cNvPr id="413" name="Group 412">
                <a:extLst>
                  <a:ext uri="{FF2B5EF4-FFF2-40B4-BE49-F238E27FC236}">
                    <a16:creationId xmlns:a16="http://schemas.microsoft.com/office/drawing/2014/main" id="{31BD733B-9578-D423-5A5A-669D74ADA064}"/>
                  </a:ext>
                </a:extLst>
              </p:cNvPr>
              <p:cNvGrpSpPr/>
              <p:nvPr/>
            </p:nvGrpSpPr>
            <p:grpSpPr>
              <a:xfrm>
                <a:off x="3175570" y="1996647"/>
                <a:ext cx="955835" cy="237114"/>
                <a:chOff x="3175570" y="1998991"/>
                <a:chExt cx="955835" cy="237114"/>
              </a:xfrm>
            </p:grpSpPr>
            <p:grpSp>
              <p:nvGrpSpPr>
                <p:cNvPr id="184" name="Google Shape;3429;p115" descr="Virtual Machine&#10;">
                  <a:extLst>
                    <a:ext uri="{FF2B5EF4-FFF2-40B4-BE49-F238E27FC236}">
                      <a16:creationId xmlns:a16="http://schemas.microsoft.com/office/drawing/2014/main" id="{BDEBCB06-9453-D7F8-F993-550E236D7918}"/>
                    </a:ext>
                  </a:extLst>
                </p:cNvPr>
                <p:cNvGrpSpPr/>
                <p:nvPr/>
              </p:nvGrpSpPr>
              <p:grpSpPr>
                <a:xfrm>
                  <a:off x="3175570" y="1998991"/>
                  <a:ext cx="264817" cy="237114"/>
                  <a:chOff x="5798589" y="1951740"/>
                  <a:chExt cx="600836" cy="600837"/>
                </a:xfrm>
              </p:grpSpPr>
              <p:sp>
                <p:nvSpPr>
                  <p:cNvPr id="341" name="Google Shape;3430;p115">
                    <a:extLst>
                      <a:ext uri="{FF2B5EF4-FFF2-40B4-BE49-F238E27FC236}">
                        <a16:creationId xmlns:a16="http://schemas.microsoft.com/office/drawing/2014/main" id="{C8F184AE-3F72-BA10-9616-BE413E0EBA48}"/>
                      </a:ext>
                    </a:extLst>
                  </p:cNvPr>
                  <p:cNvSpPr/>
                  <p:nvPr/>
                </p:nvSpPr>
                <p:spPr>
                  <a:xfrm>
                    <a:off x="5798589" y="1951740"/>
                    <a:ext cx="600836" cy="600837"/>
                  </a:xfrm>
                  <a:custGeom>
                    <a:avLst/>
                    <a:gdLst/>
                    <a:ahLst/>
                    <a:cxnLst/>
                    <a:rect l="l" t="t" r="r" b="b"/>
                    <a:pathLst>
                      <a:path w="600836" h="600837" extrusionOk="0">
                        <a:moveTo>
                          <a:pt x="514822" y="600837"/>
                        </a:moveTo>
                        <a:lnTo>
                          <a:pt x="0" y="600837"/>
                        </a:lnTo>
                        <a:lnTo>
                          <a:pt x="0" y="0"/>
                        </a:lnTo>
                        <a:lnTo>
                          <a:pt x="600837" y="0"/>
                        </a:lnTo>
                        <a:lnTo>
                          <a:pt x="600837" y="595777"/>
                        </a:lnTo>
                        <a:lnTo>
                          <a:pt x="585026" y="595777"/>
                        </a:lnTo>
                        <a:lnTo>
                          <a:pt x="585026" y="15812"/>
                        </a:lnTo>
                        <a:lnTo>
                          <a:pt x="15812" y="15812"/>
                        </a:lnTo>
                        <a:lnTo>
                          <a:pt x="15812" y="585026"/>
                        </a:lnTo>
                        <a:lnTo>
                          <a:pt x="514822" y="585026"/>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nvGrpSpPr>
                  <p:cNvPr id="342" name="Google Shape;3431;p115">
                    <a:extLst>
                      <a:ext uri="{FF2B5EF4-FFF2-40B4-BE49-F238E27FC236}">
                        <a16:creationId xmlns:a16="http://schemas.microsoft.com/office/drawing/2014/main" id="{73AB63E2-2181-AC97-807E-11EEF085966F}"/>
                      </a:ext>
                    </a:extLst>
                  </p:cNvPr>
                  <p:cNvGrpSpPr/>
                  <p:nvPr/>
                </p:nvGrpSpPr>
                <p:grpSpPr>
                  <a:xfrm>
                    <a:off x="5978207" y="2214844"/>
                    <a:ext cx="220729" cy="84117"/>
                    <a:chOff x="5978207" y="2214844"/>
                    <a:chExt cx="220729" cy="84117"/>
                  </a:xfrm>
                </p:grpSpPr>
                <p:sp>
                  <p:nvSpPr>
                    <p:cNvPr id="343" name="Google Shape;3432;p115">
                      <a:extLst>
                        <a:ext uri="{FF2B5EF4-FFF2-40B4-BE49-F238E27FC236}">
                          <a16:creationId xmlns:a16="http://schemas.microsoft.com/office/drawing/2014/main" id="{EAD89B03-F927-FB3B-0638-485D5CD1AD9F}"/>
                        </a:ext>
                      </a:extLst>
                    </p:cNvPr>
                    <p:cNvSpPr/>
                    <p:nvPr/>
                  </p:nvSpPr>
                  <p:spPr>
                    <a:xfrm>
                      <a:off x="5978207" y="2216741"/>
                      <a:ext cx="80322" cy="81587"/>
                    </a:xfrm>
                    <a:custGeom>
                      <a:avLst/>
                      <a:gdLst/>
                      <a:ahLst/>
                      <a:cxnLst/>
                      <a:rect l="l" t="t" r="r" b="b"/>
                      <a:pathLst>
                        <a:path w="80322" h="81587" extrusionOk="0">
                          <a:moveTo>
                            <a:pt x="0" y="0"/>
                          </a:moveTo>
                          <a:lnTo>
                            <a:pt x="13282" y="0"/>
                          </a:lnTo>
                          <a:lnTo>
                            <a:pt x="40477" y="67673"/>
                          </a:lnTo>
                          <a:lnTo>
                            <a:pt x="67041" y="0"/>
                          </a:lnTo>
                          <a:lnTo>
                            <a:pt x="80322" y="0"/>
                          </a:lnTo>
                          <a:lnTo>
                            <a:pt x="46170" y="81587"/>
                          </a:lnTo>
                          <a:lnTo>
                            <a:pt x="34785" y="81587"/>
                          </a:lnTo>
                          <a:lnTo>
                            <a:pt x="0" y="0"/>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344" name="Google Shape;3433;p115">
                      <a:extLst>
                        <a:ext uri="{FF2B5EF4-FFF2-40B4-BE49-F238E27FC236}">
                          <a16:creationId xmlns:a16="http://schemas.microsoft.com/office/drawing/2014/main" id="{F5935303-E597-622B-C2B8-CF3EB2C9158A}"/>
                        </a:ext>
                      </a:extLst>
                    </p:cNvPr>
                    <p:cNvSpPr/>
                    <p:nvPr/>
                  </p:nvSpPr>
                  <p:spPr>
                    <a:xfrm>
                      <a:off x="6081931" y="2214844"/>
                      <a:ext cx="117005" cy="84117"/>
                    </a:xfrm>
                    <a:custGeom>
                      <a:avLst/>
                      <a:gdLst/>
                      <a:ahLst/>
                      <a:cxnLst/>
                      <a:rect l="l" t="t" r="r" b="b"/>
                      <a:pathLst>
                        <a:path w="117005" h="84117" extrusionOk="0">
                          <a:moveTo>
                            <a:pt x="103091" y="4427"/>
                          </a:moveTo>
                          <a:cubicBezTo>
                            <a:pt x="107518" y="6957"/>
                            <a:pt x="110681" y="10752"/>
                            <a:pt x="113210" y="15812"/>
                          </a:cubicBezTo>
                          <a:cubicBezTo>
                            <a:pt x="115740" y="20871"/>
                            <a:pt x="117005" y="25931"/>
                            <a:pt x="117005" y="32255"/>
                          </a:cubicBezTo>
                          <a:lnTo>
                            <a:pt x="117005" y="84117"/>
                          </a:lnTo>
                          <a:lnTo>
                            <a:pt x="104988" y="84117"/>
                          </a:lnTo>
                          <a:lnTo>
                            <a:pt x="104988" y="33520"/>
                          </a:lnTo>
                          <a:cubicBezTo>
                            <a:pt x="104988" y="26563"/>
                            <a:pt x="103091" y="21504"/>
                            <a:pt x="99929" y="17076"/>
                          </a:cubicBezTo>
                          <a:cubicBezTo>
                            <a:pt x="96134" y="12649"/>
                            <a:pt x="91707" y="10752"/>
                            <a:pt x="86647" y="10752"/>
                          </a:cubicBezTo>
                          <a:cubicBezTo>
                            <a:pt x="80322" y="10752"/>
                            <a:pt x="74630" y="12649"/>
                            <a:pt x="70836" y="16444"/>
                          </a:cubicBezTo>
                          <a:cubicBezTo>
                            <a:pt x="67041" y="20239"/>
                            <a:pt x="64511" y="25298"/>
                            <a:pt x="64511" y="31623"/>
                          </a:cubicBezTo>
                          <a:lnTo>
                            <a:pt x="64511" y="83485"/>
                          </a:lnTo>
                          <a:lnTo>
                            <a:pt x="52494" y="83485"/>
                          </a:lnTo>
                          <a:lnTo>
                            <a:pt x="52494" y="32888"/>
                          </a:lnTo>
                          <a:cubicBezTo>
                            <a:pt x="52494" y="25931"/>
                            <a:pt x="50597" y="20871"/>
                            <a:pt x="47435" y="16444"/>
                          </a:cubicBezTo>
                          <a:cubicBezTo>
                            <a:pt x="43640" y="12017"/>
                            <a:pt x="39213" y="10119"/>
                            <a:pt x="34153" y="10119"/>
                          </a:cubicBezTo>
                          <a:cubicBezTo>
                            <a:pt x="27828" y="10119"/>
                            <a:pt x="22136" y="12017"/>
                            <a:pt x="18341" y="15812"/>
                          </a:cubicBezTo>
                          <a:cubicBezTo>
                            <a:pt x="14547" y="19606"/>
                            <a:pt x="12017" y="24666"/>
                            <a:pt x="12017" y="30991"/>
                          </a:cubicBezTo>
                          <a:lnTo>
                            <a:pt x="12017" y="82852"/>
                          </a:lnTo>
                          <a:lnTo>
                            <a:pt x="0" y="82852"/>
                          </a:lnTo>
                          <a:lnTo>
                            <a:pt x="0" y="1897"/>
                          </a:lnTo>
                          <a:lnTo>
                            <a:pt x="12017" y="1897"/>
                          </a:lnTo>
                          <a:lnTo>
                            <a:pt x="12017" y="13914"/>
                          </a:lnTo>
                          <a:cubicBezTo>
                            <a:pt x="13914" y="9487"/>
                            <a:pt x="17076" y="6325"/>
                            <a:pt x="21504" y="3795"/>
                          </a:cubicBezTo>
                          <a:cubicBezTo>
                            <a:pt x="25931" y="1265"/>
                            <a:pt x="30358" y="0"/>
                            <a:pt x="36050" y="0"/>
                          </a:cubicBezTo>
                          <a:cubicBezTo>
                            <a:pt x="42375" y="0"/>
                            <a:pt x="48067" y="1897"/>
                            <a:pt x="53127" y="5060"/>
                          </a:cubicBezTo>
                          <a:cubicBezTo>
                            <a:pt x="58186" y="8854"/>
                            <a:pt x="61349" y="13282"/>
                            <a:pt x="63246" y="18974"/>
                          </a:cubicBezTo>
                          <a:cubicBezTo>
                            <a:pt x="64511" y="13282"/>
                            <a:pt x="67673" y="8222"/>
                            <a:pt x="72100" y="5060"/>
                          </a:cubicBezTo>
                          <a:cubicBezTo>
                            <a:pt x="76528" y="1265"/>
                            <a:pt x="82220" y="0"/>
                            <a:pt x="88544" y="0"/>
                          </a:cubicBezTo>
                          <a:cubicBezTo>
                            <a:pt x="93604" y="0"/>
                            <a:pt x="98664" y="1265"/>
                            <a:pt x="103091" y="4427"/>
                          </a:cubicBez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grpSp>
              <p:nvGrpSpPr>
                <p:cNvPr id="357" name="Google Shape;3429;p115" descr="Virtual Machine&#10;">
                  <a:extLst>
                    <a:ext uri="{FF2B5EF4-FFF2-40B4-BE49-F238E27FC236}">
                      <a16:creationId xmlns:a16="http://schemas.microsoft.com/office/drawing/2014/main" id="{6B1AC925-F9A1-0307-EFF2-43A29DFFE019}"/>
                    </a:ext>
                  </a:extLst>
                </p:cNvPr>
                <p:cNvGrpSpPr/>
                <p:nvPr/>
              </p:nvGrpSpPr>
              <p:grpSpPr>
                <a:xfrm>
                  <a:off x="3866588" y="1998991"/>
                  <a:ext cx="264817" cy="237114"/>
                  <a:chOff x="5798589" y="1951740"/>
                  <a:chExt cx="600836" cy="600837"/>
                </a:xfrm>
              </p:grpSpPr>
              <p:sp>
                <p:nvSpPr>
                  <p:cNvPr id="358" name="Google Shape;3430;p115">
                    <a:extLst>
                      <a:ext uri="{FF2B5EF4-FFF2-40B4-BE49-F238E27FC236}">
                        <a16:creationId xmlns:a16="http://schemas.microsoft.com/office/drawing/2014/main" id="{E734D241-EAB4-878A-4C5B-657B2B688F21}"/>
                      </a:ext>
                    </a:extLst>
                  </p:cNvPr>
                  <p:cNvSpPr/>
                  <p:nvPr/>
                </p:nvSpPr>
                <p:spPr>
                  <a:xfrm>
                    <a:off x="5798589" y="1951740"/>
                    <a:ext cx="600836" cy="600837"/>
                  </a:xfrm>
                  <a:custGeom>
                    <a:avLst/>
                    <a:gdLst/>
                    <a:ahLst/>
                    <a:cxnLst/>
                    <a:rect l="l" t="t" r="r" b="b"/>
                    <a:pathLst>
                      <a:path w="600836" h="600837" extrusionOk="0">
                        <a:moveTo>
                          <a:pt x="514822" y="600837"/>
                        </a:moveTo>
                        <a:lnTo>
                          <a:pt x="0" y="600837"/>
                        </a:lnTo>
                        <a:lnTo>
                          <a:pt x="0" y="0"/>
                        </a:lnTo>
                        <a:lnTo>
                          <a:pt x="600837" y="0"/>
                        </a:lnTo>
                        <a:lnTo>
                          <a:pt x="600837" y="595777"/>
                        </a:lnTo>
                        <a:lnTo>
                          <a:pt x="585026" y="595777"/>
                        </a:lnTo>
                        <a:lnTo>
                          <a:pt x="585026" y="15812"/>
                        </a:lnTo>
                        <a:lnTo>
                          <a:pt x="15812" y="15812"/>
                        </a:lnTo>
                        <a:lnTo>
                          <a:pt x="15812" y="585026"/>
                        </a:lnTo>
                        <a:lnTo>
                          <a:pt x="514822" y="585026"/>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nvGrpSpPr>
                  <p:cNvPr id="359" name="Google Shape;3431;p115">
                    <a:extLst>
                      <a:ext uri="{FF2B5EF4-FFF2-40B4-BE49-F238E27FC236}">
                        <a16:creationId xmlns:a16="http://schemas.microsoft.com/office/drawing/2014/main" id="{3746CEC3-B2A1-2B7E-046B-361DAE4C828D}"/>
                      </a:ext>
                    </a:extLst>
                  </p:cNvPr>
                  <p:cNvGrpSpPr/>
                  <p:nvPr/>
                </p:nvGrpSpPr>
                <p:grpSpPr>
                  <a:xfrm>
                    <a:off x="5978207" y="2214844"/>
                    <a:ext cx="220729" cy="84117"/>
                    <a:chOff x="5978207" y="2214844"/>
                    <a:chExt cx="220729" cy="84117"/>
                  </a:xfrm>
                </p:grpSpPr>
                <p:sp>
                  <p:nvSpPr>
                    <p:cNvPr id="360" name="Google Shape;3432;p115">
                      <a:extLst>
                        <a:ext uri="{FF2B5EF4-FFF2-40B4-BE49-F238E27FC236}">
                          <a16:creationId xmlns:a16="http://schemas.microsoft.com/office/drawing/2014/main" id="{CEB0450B-1D30-D13C-01D8-C1667994A674}"/>
                        </a:ext>
                      </a:extLst>
                    </p:cNvPr>
                    <p:cNvSpPr/>
                    <p:nvPr/>
                  </p:nvSpPr>
                  <p:spPr>
                    <a:xfrm>
                      <a:off x="5978207" y="2216741"/>
                      <a:ext cx="80322" cy="81587"/>
                    </a:xfrm>
                    <a:custGeom>
                      <a:avLst/>
                      <a:gdLst/>
                      <a:ahLst/>
                      <a:cxnLst/>
                      <a:rect l="l" t="t" r="r" b="b"/>
                      <a:pathLst>
                        <a:path w="80322" h="81587" extrusionOk="0">
                          <a:moveTo>
                            <a:pt x="0" y="0"/>
                          </a:moveTo>
                          <a:lnTo>
                            <a:pt x="13282" y="0"/>
                          </a:lnTo>
                          <a:lnTo>
                            <a:pt x="40477" y="67673"/>
                          </a:lnTo>
                          <a:lnTo>
                            <a:pt x="67041" y="0"/>
                          </a:lnTo>
                          <a:lnTo>
                            <a:pt x="80322" y="0"/>
                          </a:lnTo>
                          <a:lnTo>
                            <a:pt x="46170" y="81587"/>
                          </a:lnTo>
                          <a:lnTo>
                            <a:pt x="34785" y="81587"/>
                          </a:lnTo>
                          <a:lnTo>
                            <a:pt x="0" y="0"/>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361" name="Google Shape;3433;p115">
                      <a:extLst>
                        <a:ext uri="{FF2B5EF4-FFF2-40B4-BE49-F238E27FC236}">
                          <a16:creationId xmlns:a16="http://schemas.microsoft.com/office/drawing/2014/main" id="{50FAD5AF-EF7A-0709-371C-125B0F9B09FD}"/>
                        </a:ext>
                      </a:extLst>
                    </p:cNvPr>
                    <p:cNvSpPr/>
                    <p:nvPr/>
                  </p:nvSpPr>
                  <p:spPr>
                    <a:xfrm>
                      <a:off x="6081931" y="2214844"/>
                      <a:ext cx="117005" cy="84117"/>
                    </a:xfrm>
                    <a:custGeom>
                      <a:avLst/>
                      <a:gdLst/>
                      <a:ahLst/>
                      <a:cxnLst/>
                      <a:rect l="l" t="t" r="r" b="b"/>
                      <a:pathLst>
                        <a:path w="117005" h="84117" extrusionOk="0">
                          <a:moveTo>
                            <a:pt x="103091" y="4427"/>
                          </a:moveTo>
                          <a:cubicBezTo>
                            <a:pt x="107518" y="6957"/>
                            <a:pt x="110681" y="10752"/>
                            <a:pt x="113210" y="15812"/>
                          </a:cubicBezTo>
                          <a:cubicBezTo>
                            <a:pt x="115740" y="20871"/>
                            <a:pt x="117005" y="25931"/>
                            <a:pt x="117005" y="32255"/>
                          </a:cubicBezTo>
                          <a:lnTo>
                            <a:pt x="117005" y="84117"/>
                          </a:lnTo>
                          <a:lnTo>
                            <a:pt x="104988" y="84117"/>
                          </a:lnTo>
                          <a:lnTo>
                            <a:pt x="104988" y="33520"/>
                          </a:lnTo>
                          <a:cubicBezTo>
                            <a:pt x="104988" y="26563"/>
                            <a:pt x="103091" y="21504"/>
                            <a:pt x="99929" y="17076"/>
                          </a:cubicBezTo>
                          <a:cubicBezTo>
                            <a:pt x="96134" y="12649"/>
                            <a:pt x="91707" y="10752"/>
                            <a:pt x="86647" y="10752"/>
                          </a:cubicBezTo>
                          <a:cubicBezTo>
                            <a:pt x="80322" y="10752"/>
                            <a:pt x="74630" y="12649"/>
                            <a:pt x="70836" y="16444"/>
                          </a:cubicBezTo>
                          <a:cubicBezTo>
                            <a:pt x="67041" y="20239"/>
                            <a:pt x="64511" y="25298"/>
                            <a:pt x="64511" y="31623"/>
                          </a:cubicBezTo>
                          <a:lnTo>
                            <a:pt x="64511" y="83485"/>
                          </a:lnTo>
                          <a:lnTo>
                            <a:pt x="52494" y="83485"/>
                          </a:lnTo>
                          <a:lnTo>
                            <a:pt x="52494" y="32888"/>
                          </a:lnTo>
                          <a:cubicBezTo>
                            <a:pt x="52494" y="25931"/>
                            <a:pt x="50597" y="20871"/>
                            <a:pt x="47435" y="16444"/>
                          </a:cubicBezTo>
                          <a:cubicBezTo>
                            <a:pt x="43640" y="12017"/>
                            <a:pt x="39213" y="10119"/>
                            <a:pt x="34153" y="10119"/>
                          </a:cubicBezTo>
                          <a:cubicBezTo>
                            <a:pt x="27828" y="10119"/>
                            <a:pt x="22136" y="12017"/>
                            <a:pt x="18341" y="15812"/>
                          </a:cubicBezTo>
                          <a:cubicBezTo>
                            <a:pt x="14547" y="19606"/>
                            <a:pt x="12017" y="24666"/>
                            <a:pt x="12017" y="30991"/>
                          </a:cubicBezTo>
                          <a:lnTo>
                            <a:pt x="12017" y="82852"/>
                          </a:lnTo>
                          <a:lnTo>
                            <a:pt x="0" y="82852"/>
                          </a:lnTo>
                          <a:lnTo>
                            <a:pt x="0" y="1897"/>
                          </a:lnTo>
                          <a:lnTo>
                            <a:pt x="12017" y="1897"/>
                          </a:lnTo>
                          <a:lnTo>
                            <a:pt x="12017" y="13914"/>
                          </a:lnTo>
                          <a:cubicBezTo>
                            <a:pt x="13914" y="9487"/>
                            <a:pt x="17076" y="6325"/>
                            <a:pt x="21504" y="3795"/>
                          </a:cubicBezTo>
                          <a:cubicBezTo>
                            <a:pt x="25931" y="1265"/>
                            <a:pt x="30358" y="0"/>
                            <a:pt x="36050" y="0"/>
                          </a:cubicBezTo>
                          <a:cubicBezTo>
                            <a:pt x="42375" y="0"/>
                            <a:pt x="48067" y="1897"/>
                            <a:pt x="53127" y="5060"/>
                          </a:cubicBezTo>
                          <a:cubicBezTo>
                            <a:pt x="58186" y="8854"/>
                            <a:pt x="61349" y="13282"/>
                            <a:pt x="63246" y="18974"/>
                          </a:cubicBezTo>
                          <a:cubicBezTo>
                            <a:pt x="64511" y="13282"/>
                            <a:pt x="67673" y="8222"/>
                            <a:pt x="72100" y="5060"/>
                          </a:cubicBezTo>
                          <a:cubicBezTo>
                            <a:pt x="76528" y="1265"/>
                            <a:pt x="82220" y="0"/>
                            <a:pt x="88544" y="0"/>
                          </a:cubicBezTo>
                          <a:cubicBezTo>
                            <a:pt x="93604" y="0"/>
                            <a:pt x="98664" y="1265"/>
                            <a:pt x="103091" y="4427"/>
                          </a:cubicBez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grpSp>
              <p:nvGrpSpPr>
                <p:cNvPr id="362" name="Google Shape;3429;p115" descr="Virtual Machine&#10;">
                  <a:extLst>
                    <a:ext uri="{FF2B5EF4-FFF2-40B4-BE49-F238E27FC236}">
                      <a16:creationId xmlns:a16="http://schemas.microsoft.com/office/drawing/2014/main" id="{E11D0967-C3FD-5326-C174-72286586D0B3}"/>
                    </a:ext>
                  </a:extLst>
                </p:cNvPr>
                <p:cNvGrpSpPr/>
                <p:nvPr/>
              </p:nvGrpSpPr>
              <p:grpSpPr>
                <a:xfrm>
                  <a:off x="3521079" y="1998991"/>
                  <a:ext cx="264817" cy="237114"/>
                  <a:chOff x="5798589" y="1951740"/>
                  <a:chExt cx="600836" cy="600837"/>
                </a:xfrm>
              </p:grpSpPr>
              <p:sp>
                <p:nvSpPr>
                  <p:cNvPr id="363" name="Google Shape;3430;p115">
                    <a:extLst>
                      <a:ext uri="{FF2B5EF4-FFF2-40B4-BE49-F238E27FC236}">
                        <a16:creationId xmlns:a16="http://schemas.microsoft.com/office/drawing/2014/main" id="{8C70780A-413D-AE33-B3DC-D434031F233E}"/>
                      </a:ext>
                    </a:extLst>
                  </p:cNvPr>
                  <p:cNvSpPr/>
                  <p:nvPr/>
                </p:nvSpPr>
                <p:spPr>
                  <a:xfrm>
                    <a:off x="5798589" y="1951740"/>
                    <a:ext cx="600836" cy="600837"/>
                  </a:xfrm>
                  <a:custGeom>
                    <a:avLst/>
                    <a:gdLst/>
                    <a:ahLst/>
                    <a:cxnLst/>
                    <a:rect l="l" t="t" r="r" b="b"/>
                    <a:pathLst>
                      <a:path w="600836" h="600837" extrusionOk="0">
                        <a:moveTo>
                          <a:pt x="514822" y="600837"/>
                        </a:moveTo>
                        <a:lnTo>
                          <a:pt x="0" y="600837"/>
                        </a:lnTo>
                        <a:lnTo>
                          <a:pt x="0" y="0"/>
                        </a:lnTo>
                        <a:lnTo>
                          <a:pt x="600837" y="0"/>
                        </a:lnTo>
                        <a:lnTo>
                          <a:pt x="600837" y="595777"/>
                        </a:lnTo>
                        <a:lnTo>
                          <a:pt x="585026" y="595777"/>
                        </a:lnTo>
                        <a:lnTo>
                          <a:pt x="585026" y="15812"/>
                        </a:lnTo>
                        <a:lnTo>
                          <a:pt x="15812" y="15812"/>
                        </a:lnTo>
                        <a:lnTo>
                          <a:pt x="15812" y="585026"/>
                        </a:lnTo>
                        <a:lnTo>
                          <a:pt x="514822" y="585026"/>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nvGrpSpPr>
                  <p:cNvPr id="364" name="Google Shape;3431;p115">
                    <a:extLst>
                      <a:ext uri="{FF2B5EF4-FFF2-40B4-BE49-F238E27FC236}">
                        <a16:creationId xmlns:a16="http://schemas.microsoft.com/office/drawing/2014/main" id="{21FDC212-5753-605C-168A-DC2D4E4A608C}"/>
                      </a:ext>
                    </a:extLst>
                  </p:cNvPr>
                  <p:cNvGrpSpPr/>
                  <p:nvPr/>
                </p:nvGrpSpPr>
                <p:grpSpPr>
                  <a:xfrm>
                    <a:off x="5978207" y="2214844"/>
                    <a:ext cx="220729" cy="84117"/>
                    <a:chOff x="5978207" y="2214844"/>
                    <a:chExt cx="220729" cy="84117"/>
                  </a:xfrm>
                </p:grpSpPr>
                <p:sp>
                  <p:nvSpPr>
                    <p:cNvPr id="365" name="Google Shape;3432;p115">
                      <a:extLst>
                        <a:ext uri="{FF2B5EF4-FFF2-40B4-BE49-F238E27FC236}">
                          <a16:creationId xmlns:a16="http://schemas.microsoft.com/office/drawing/2014/main" id="{AA38A20E-1A37-A709-17C2-5F14A5A30749}"/>
                        </a:ext>
                      </a:extLst>
                    </p:cNvPr>
                    <p:cNvSpPr/>
                    <p:nvPr/>
                  </p:nvSpPr>
                  <p:spPr>
                    <a:xfrm>
                      <a:off x="5978207" y="2216741"/>
                      <a:ext cx="80322" cy="81587"/>
                    </a:xfrm>
                    <a:custGeom>
                      <a:avLst/>
                      <a:gdLst/>
                      <a:ahLst/>
                      <a:cxnLst/>
                      <a:rect l="l" t="t" r="r" b="b"/>
                      <a:pathLst>
                        <a:path w="80322" h="81587" extrusionOk="0">
                          <a:moveTo>
                            <a:pt x="0" y="0"/>
                          </a:moveTo>
                          <a:lnTo>
                            <a:pt x="13282" y="0"/>
                          </a:lnTo>
                          <a:lnTo>
                            <a:pt x="40477" y="67673"/>
                          </a:lnTo>
                          <a:lnTo>
                            <a:pt x="67041" y="0"/>
                          </a:lnTo>
                          <a:lnTo>
                            <a:pt x="80322" y="0"/>
                          </a:lnTo>
                          <a:lnTo>
                            <a:pt x="46170" y="81587"/>
                          </a:lnTo>
                          <a:lnTo>
                            <a:pt x="34785" y="81587"/>
                          </a:lnTo>
                          <a:lnTo>
                            <a:pt x="0" y="0"/>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366" name="Google Shape;3433;p115">
                      <a:extLst>
                        <a:ext uri="{FF2B5EF4-FFF2-40B4-BE49-F238E27FC236}">
                          <a16:creationId xmlns:a16="http://schemas.microsoft.com/office/drawing/2014/main" id="{7FB95349-456B-378E-BC5C-609FFF534A3C}"/>
                        </a:ext>
                      </a:extLst>
                    </p:cNvPr>
                    <p:cNvSpPr/>
                    <p:nvPr/>
                  </p:nvSpPr>
                  <p:spPr>
                    <a:xfrm>
                      <a:off x="6081931" y="2214844"/>
                      <a:ext cx="117005" cy="84117"/>
                    </a:xfrm>
                    <a:custGeom>
                      <a:avLst/>
                      <a:gdLst/>
                      <a:ahLst/>
                      <a:cxnLst/>
                      <a:rect l="l" t="t" r="r" b="b"/>
                      <a:pathLst>
                        <a:path w="117005" h="84117" extrusionOk="0">
                          <a:moveTo>
                            <a:pt x="103091" y="4427"/>
                          </a:moveTo>
                          <a:cubicBezTo>
                            <a:pt x="107518" y="6957"/>
                            <a:pt x="110681" y="10752"/>
                            <a:pt x="113210" y="15812"/>
                          </a:cubicBezTo>
                          <a:cubicBezTo>
                            <a:pt x="115740" y="20871"/>
                            <a:pt x="117005" y="25931"/>
                            <a:pt x="117005" y="32255"/>
                          </a:cubicBezTo>
                          <a:lnTo>
                            <a:pt x="117005" y="84117"/>
                          </a:lnTo>
                          <a:lnTo>
                            <a:pt x="104988" y="84117"/>
                          </a:lnTo>
                          <a:lnTo>
                            <a:pt x="104988" y="33520"/>
                          </a:lnTo>
                          <a:cubicBezTo>
                            <a:pt x="104988" y="26563"/>
                            <a:pt x="103091" y="21504"/>
                            <a:pt x="99929" y="17076"/>
                          </a:cubicBezTo>
                          <a:cubicBezTo>
                            <a:pt x="96134" y="12649"/>
                            <a:pt x="91707" y="10752"/>
                            <a:pt x="86647" y="10752"/>
                          </a:cubicBezTo>
                          <a:cubicBezTo>
                            <a:pt x="80322" y="10752"/>
                            <a:pt x="74630" y="12649"/>
                            <a:pt x="70836" y="16444"/>
                          </a:cubicBezTo>
                          <a:cubicBezTo>
                            <a:pt x="67041" y="20239"/>
                            <a:pt x="64511" y="25298"/>
                            <a:pt x="64511" y="31623"/>
                          </a:cubicBezTo>
                          <a:lnTo>
                            <a:pt x="64511" y="83485"/>
                          </a:lnTo>
                          <a:lnTo>
                            <a:pt x="52494" y="83485"/>
                          </a:lnTo>
                          <a:lnTo>
                            <a:pt x="52494" y="32888"/>
                          </a:lnTo>
                          <a:cubicBezTo>
                            <a:pt x="52494" y="25931"/>
                            <a:pt x="50597" y="20871"/>
                            <a:pt x="47435" y="16444"/>
                          </a:cubicBezTo>
                          <a:cubicBezTo>
                            <a:pt x="43640" y="12017"/>
                            <a:pt x="39213" y="10119"/>
                            <a:pt x="34153" y="10119"/>
                          </a:cubicBezTo>
                          <a:cubicBezTo>
                            <a:pt x="27828" y="10119"/>
                            <a:pt x="22136" y="12017"/>
                            <a:pt x="18341" y="15812"/>
                          </a:cubicBezTo>
                          <a:cubicBezTo>
                            <a:pt x="14547" y="19606"/>
                            <a:pt x="12017" y="24666"/>
                            <a:pt x="12017" y="30991"/>
                          </a:cubicBezTo>
                          <a:lnTo>
                            <a:pt x="12017" y="82852"/>
                          </a:lnTo>
                          <a:lnTo>
                            <a:pt x="0" y="82852"/>
                          </a:lnTo>
                          <a:lnTo>
                            <a:pt x="0" y="1897"/>
                          </a:lnTo>
                          <a:lnTo>
                            <a:pt x="12017" y="1897"/>
                          </a:lnTo>
                          <a:lnTo>
                            <a:pt x="12017" y="13914"/>
                          </a:lnTo>
                          <a:cubicBezTo>
                            <a:pt x="13914" y="9487"/>
                            <a:pt x="17076" y="6325"/>
                            <a:pt x="21504" y="3795"/>
                          </a:cubicBezTo>
                          <a:cubicBezTo>
                            <a:pt x="25931" y="1265"/>
                            <a:pt x="30358" y="0"/>
                            <a:pt x="36050" y="0"/>
                          </a:cubicBezTo>
                          <a:cubicBezTo>
                            <a:pt x="42375" y="0"/>
                            <a:pt x="48067" y="1897"/>
                            <a:pt x="53127" y="5060"/>
                          </a:cubicBezTo>
                          <a:cubicBezTo>
                            <a:pt x="58186" y="8854"/>
                            <a:pt x="61349" y="13282"/>
                            <a:pt x="63246" y="18974"/>
                          </a:cubicBezTo>
                          <a:cubicBezTo>
                            <a:pt x="64511" y="13282"/>
                            <a:pt x="67673" y="8222"/>
                            <a:pt x="72100" y="5060"/>
                          </a:cubicBezTo>
                          <a:cubicBezTo>
                            <a:pt x="76528" y="1265"/>
                            <a:pt x="82220" y="0"/>
                            <a:pt x="88544" y="0"/>
                          </a:cubicBezTo>
                          <a:cubicBezTo>
                            <a:pt x="93604" y="0"/>
                            <a:pt x="98664" y="1265"/>
                            <a:pt x="103091" y="4427"/>
                          </a:cubicBez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grpSp>
          <p:grpSp>
            <p:nvGrpSpPr>
              <p:cNvPr id="376" name="Group 375">
                <a:extLst>
                  <a:ext uri="{FF2B5EF4-FFF2-40B4-BE49-F238E27FC236}">
                    <a16:creationId xmlns:a16="http://schemas.microsoft.com/office/drawing/2014/main" id="{B9836815-19ED-4456-10A5-C6E25AFB2ED3}"/>
                  </a:ext>
                </a:extLst>
              </p:cNvPr>
              <p:cNvGrpSpPr/>
              <p:nvPr/>
            </p:nvGrpSpPr>
            <p:grpSpPr>
              <a:xfrm>
                <a:off x="2001779" y="1991344"/>
                <a:ext cx="961946" cy="247721"/>
                <a:chOff x="5444316" y="1995144"/>
                <a:chExt cx="961946" cy="247721"/>
              </a:xfrm>
            </p:grpSpPr>
            <p:grpSp>
              <p:nvGrpSpPr>
                <p:cNvPr id="377" name="Google Shape;3429;p115" descr="Virtual Machine&#10;">
                  <a:extLst>
                    <a:ext uri="{FF2B5EF4-FFF2-40B4-BE49-F238E27FC236}">
                      <a16:creationId xmlns:a16="http://schemas.microsoft.com/office/drawing/2014/main" id="{05F544A4-855C-82B2-8144-79C8109A6A53}"/>
                    </a:ext>
                  </a:extLst>
                </p:cNvPr>
                <p:cNvGrpSpPr/>
                <p:nvPr/>
              </p:nvGrpSpPr>
              <p:grpSpPr>
                <a:xfrm>
                  <a:off x="5444316" y="2000447"/>
                  <a:ext cx="264817" cy="237114"/>
                  <a:chOff x="5798589" y="1951740"/>
                  <a:chExt cx="600836" cy="600837"/>
                </a:xfrm>
              </p:grpSpPr>
              <p:sp>
                <p:nvSpPr>
                  <p:cNvPr id="409" name="Google Shape;3430;p115">
                    <a:extLst>
                      <a:ext uri="{FF2B5EF4-FFF2-40B4-BE49-F238E27FC236}">
                        <a16:creationId xmlns:a16="http://schemas.microsoft.com/office/drawing/2014/main" id="{B902E200-A40D-99AD-9D1D-2CA92491FF9B}"/>
                      </a:ext>
                    </a:extLst>
                  </p:cNvPr>
                  <p:cNvSpPr/>
                  <p:nvPr/>
                </p:nvSpPr>
                <p:spPr>
                  <a:xfrm>
                    <a:off x="5798589" y="1951740"/>
                    <a:ext cx="600836" cy="600837"/>
                  </a:xfrm>
                  <a:custGeom>
                    <a:avLst/>
                    <a:gdLst/>
                    <a:ahLst/>
                    <a:cxnLst/>
                    <a:rect l="l" t="t" r="r" b="b"/>
                    <a:pathLst>
                      <a:path w="600836" h="600837" extrusionOk="0">
                        <a:moveTo>
                          <a:pt x="514822" y="600837"/>
                        </a:moveTo>
                        <a:lnTo>
                          <a:pt x="0" y="600837"/>
                        </a:lnTo>
                        <a:lnTo>
                          <a:pt x="0" y="0"/>
                        </a:lnTo>
                        <a:lnTo>
                          <a:pt x="600837" y="0"/>
                        </a:lnTo>
                        <a:lnTo>
                          <a:pt x="600837" y="595777"/>
                        </a:lnTo>
                        <a:lnTo>
                          <a:pt x="585026" y="595777"/>
                        </a:lnTo>
                        <a:lnTo>
                          <a:pt x="585026" y="15812"/>
                        </a:lnTo>
                        <a:lnTo>
                          <a:pt x="15812" y="15812"/>
                        </a:lnTo>
                        <a:lnTo>
                          <a:pt x="15812" y="585026"/>
                        </a:lnTo>
                        <a:lnTo>
                          <a:pt x="514822" y="585026"/>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nvGrpSpPr>
                  <p:cNvPr id="410" name="Google Shape;3431;p115">
                    <a:extLst>
                      <a:ext uri="{FF2B5EF4-FFF2-40B4-BE49-F238E27FC236}">
                        <a16:creationId xmlns:a16="http://schemas.microsoft.com/office/drawing/2014/main" id="{5B58A046-62F1-68F3-02D5-480E6085DE8A}"/>
                      </a:ext>
                    </a:extLst>
                  </p:cNvPr>
                  <p:cNvGrpSpPr/>
                  <p:nvPr/>
                </p:nvGrpSpPr>
                <p:grpSpPr>
                  <a:xfrm>
                    <a:off x="5978207" y="2214844"/>
                    <a:ext cx="220729" cy="84117"/>
                    <a:chOff x="5978207" y="2214844"/>
                    <a:chExt cx="220729" cy="84117"/>
                  </a:xfrm>
                </p:grpSpPr>
                <p:sp>
                  <p:nvSpPr>
                    <p:cNvPr id="411" name="Google Shape;3432;p115">
                      <a:extLst>
                        <a:ext uri="{FF2B5EF4-FFF2-40B4-BE49-F238E27FC236}">
                          <a16:creationId xmlns:a16="http://schemas.microsoft.com/office/drawing/2014/main" id="{D408565D-28EF-B687-CE3F-2807187AE472}"/>
                        </a:ext>
                      </a:extLst>
                    </p:cNvPr>
                    <p:cNvSpPr/>
                    <p:nvPr/>
                  </p:nvSpPr>
                  <p:spPr>
                    <a:xfrm>
                      <a:off x="5978207" y="2216741"/>
                      <a:ext cx="80322" cy="81587"/>
                    </a:xfrm>
                    <a:custGeom>
                      <a:avLst/>
                      <a:gdLst/>
                      <a:ahLst/>
                      <a:cxnLst/>
                      <a:rect l="l" t="t" r="r" b="b"/>
                      <a:pathLst>
                        <a:path w="80322" h="81587" extrusionOk="0">
                          <a:moveTo>
                            <a:pt x="0" y="0"/>
                          </a:moveTo>
                          <a:lnTo>
                            <a:pt x="13282" y="0"/>
                          </a:lnTo>
                          <a:lnTo>
                            <a:pt x="40477" y="67673"/>
                          </a:lnTo>
                          <a:lnTo>
                            <a:pt x="67041" y="0"/>
                          </a:lnTo>
                          <a:lnTo>
                            <a:pt x="80322" y="0"/>
                          </a:lnTo>
                          <a:lnTo>
                            <a:pt x="46170" y="81587"/>
                          </a:lnTo>
                          <a:lnTo>
                            <a:pt x="34785" y="81587"/>
                          </a:lnTo>
                          <a:lnTo>
                            <a:pt x="0" y="0"/>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412" name="Google Shape;3433;p115">
                      <a:extLst>
                        <a:ext uri="{FF2B5EF4-FFF2-40B4-BE49-F238E27FC236}">
                          <a16:creationId xmlns:a16="http://schemas.microsoft.com/office/drawing/2014/main" id="{EFCCFF7A-C306-C002-A049-C79ED7C0942B}"/>
                        </a:ext>
                      </a:extLst>
                    </p:cNvPr>
                    <p:cNvSpPr/>
                    <p:nvPr/>
                  </p:nvSpPr>
                  <p:spPr>
                    <a:xfrm>
                      <a:off x="6081931" y="2214844"/>
                      <a:ext cx="117005" cy="84117"/>
                    </a:xfrm>
                    <a:custGeom>
                      <a:avLst/>
                      <a:gdLst/>
                      <a:ahLst/>
                      <a:cxnLst/>
                      <a:rect l="l" t="t" r="r" b="b"/>
                      <a:pathLst>
                        <a:path w="117005" h="84117" extrusionOk="0">
                          <a:moveTo>
                            <a:pt x="103091" y="4427"/>
                          </a:moveTo>
                          <a:cubicBezTo>
                            <a:pt x="107518" y="6957"/>
                            <a:pt x="110681" y="10752"/>
                            <a:pt x="113210" y="15812"/>
                          </a:cubicBezTo>
                          <a:cubicBezTo>
                            <a:pt x="115740" y="20871"/>
                            <a:pt x="117005" y="25931"/>
                            <a:pt x="117005" y="32255"/>
                          </a:cubicBezTo>
                          <a:lnTo>
                            <a:pt x="117005" y="84117"/>
                          </a:lnTo>
                          <a:lnTo>
                            <a:pt x="104988" y="84117"/>
                          </a:lnTo>
                          <a:lnTo>
                            <a:pt x="104988" y="33520"/>
                          </a:lnTo>
                          <a:cubicBezTo>
                            <a:pt x="104988" y="26563"/>
                            <a:pt x="103091" y="21504"/>
                            <a:pt x="99929" y="17076"/>
                          </a:cubicBezTo>
                          <a:cubicBezTo>
                            <a:pt x="96134" y="12649"/>
                            <a:pt x="91707" y="10752"/>
                            <a:pt x="86647" y="10752"/>
                          </a:cubicBezTo>
                          <a:cubicBezTo>
                            <a:pt x="80322" y="10752"/>
                            <a:pt x="74630" y="12649"/>
                            <a:pt x="70836" y="16444"/>
                          </a:cubicBezTo>
                          <a:cubicBezTo>
                            <a:pt x="67041" y="20239"/>
                            <a:pt x="64511" y="25298"/>
                            <a:pt x="64511" y="31623"/>
                          </a:cubicBezTo>
                          <a:lnTo>
                            <a:pt x="64511" y="83485"/>
                          </a:lnTo>
                          <a:lnTo>
                            <a:pt x="52494" y="83485"/>
                          </a:lnTo>
                          <a:lnTo>
                            <a:pt x="52494" y="32888"/>
                          </a:lnTo>
                          <a:cubicBezTo>
                            <a:pt x="52494" y="25931"/>
                            <a:pt x="50597" y="20871"/>
                            <a:pt x="47435" y="16444"/>
                          </a:cubicBezTo>
                          <a:cubicBezTo>
                            <a:pt x="43640" y="12017"/>
                            <a:pt x="39213" y="10119"/>
                            <a:pt x="34153" y="10119"/>
                          </a:cubicBezTo>
                          <a:cubicBezTo>
                            <a:pt x="27828" y="10119"/>
                            <a:pt x="22136" y="12017"/>
                            <a:pt x="18341" y="15812"/>
                          </a:cubicBezTo>
                          <a:cubicBezTo>
                            <a:pt x="14547" y="19606"/>
                            <a:pt x="12017" y="24666"/>
                            <a:pt x="12017" y="30991"/>
                          </a:cubicBezTo>
                          <a:lnTo>
                            <a:pt x="12017" y="82852"/>
                          </a:lnTo>
                          <a:lnTo>
                            <a:pt x="0" y="82852"/>
                          </a:lnTo>
                          <a:lnTo>
                            <a:pt x="0" y="1897"/>
                          </a:lnTo>
                          <a:lnTo>
                            <a:pt x="12017" y="1897"/>
                          </a:lnTo>
                          <a:lnTo>
                            <a:pt x="12017" y="13914"/>
                          </a:lnTo>
                          <a:cubicBezTo>
                            <a:pt x="13914" y="9487"/>
                            <a:pt x="17076" y="6325"/>
                            <a:pt x="21504" y="3795"/>
                          </a:cubicBezTo>
                          <a:cubicBezTo>
                            <a:pt x="25931" y="1265"/>
                            <a:pt x="30358" y="0"/>
                            <a:pt x="36050" y="0"/>
                          </a:cubicBezTo>
                          <a:cubicBezTo>
                            <a:pt x="42375" y="0"/>
                            <a:pt x="48067" y="1897"/>
                            <a:pt x="53127" y="5060"/>
                          </a:cubicBezTo>
                          <a:cubicBezTo>
                            <a:pt x="58186" y="8854"/>
                            <a:pt x="61349" y="13282"/>
                            <a:pt x="63246" y="18974"/>
                          </a:cubicBezTo>
                          <a:cubicBezTo>
                            <a:pt x="64511" y="13282"/>
                            <a:pt x="67673" y="8222"/>
                            <a:pt x="72100" y="5060"/>
                          </a:cubicBezTo>
                          <a:cubicBezTo>
                            <a:pt x="76528" y="1265"/>
                            <a:pt x="82220" y="0"/>
                            <a:pt x="88544" y="0"/>
                          </a:cubicBezTo>
                          <a:cubicBezTo>
                            <a:pt x="93604" y="0"/>
                            <a:pt x="98664" y="1265"/>
                            <a:pt x="103091" y="4427"/>
                          </a:cubicBez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grpSp>
              <p:nvGrpSpPr>
                <p:cNvPr id="378" name="Google Shape;3434;p115" descr="Application">
                  <a:extLst>
                    <a:ext uri="{FF2B5EF4-FFF2-40B4-BE49-F238E27FC236}">
                      <a16:creationId xmlns:a16="http://schemas.microsoft.com/office/drawing/2014/main" id="{E17CFACF-12E2-B8BA-F504-F423688A3294}"/>
                    </a:ext>
                  </a:extLst>
                </p:cNvPr>
                <p:cNvGrpSpPr/>
                <p:nvPr/>
              </p:nvGrpSpPr>
              <p:grpSpPr>
                <a:xfrm>
                  <a:off x="5792880" y="1995416"/>
                  <a:ext cx="264817" cy="247177"/>
                  <a:chOff x="530908" y="707686"/>
                  <a:chExt cx="600836" cy="600837"/>
                </a:xfrm>
              </p:grpSpPr>
              <p:sp>
                <p:nvSpPr>
                  <p:cNvPr id="405" name="Google Shape;3435;p115">
                    <a:extLst>
                      <a:ext uri="{FF2B5EF4-FFF2-40B4-BE49-F238E27FC236}">
                        <a16:creationId xmlns:a16="http://schemas.microsoft.com/office/drawing/2014/main" id="{9C012293-6CC6-793A-1AD4-57B3F366A1B2}"/>
                      </a:ext>
                    </a:extLst>
                  </p:cNvPr>
                  <p:cNvSpPr/>
                  <p:nvPr/>
                </p:nvSpPr>
                <p:spPr>
                  <a:xfrm>
                    <a:off x="634568" y="934169"/>
                    <a:ext cx="126808" cy="126049"/>
                  </a:xfrm>
                  <a:custGeom>
                    <a:avLst/>
                    <a:gdLst/>
                    <a:ahLst/>
                    <a:cxnLst/>
                    <a:rect l="l" t="t" r="r" b="b"/>
                    <a:pathLst>
                      <a:path w="126808" h="126049" extrusionOk="0">
                        <a:moveTo>
                          <a:pt x="98348" y="97462"/>
                        </a:moveTo>
                        <a:lnTo>
                          <a:pt x="28271" y="97462"/>
                        </a:lnTo>
                        <a:lnTo>
                          <a:pt x="15622" y="126049"/>
                        </a:lnTo>
                        <a:lnTo>
                          <a:pt x="0" y="126049"/>
                        </a:lnTo>
                        <a:lnTo>
                          <a:pt x="55593" y="0"/>
                        </a:lnTo>
                        <a:lnTo>
                          <a:pt x="71215" y="0"/>
                        </a:lnTo>
                        <a:lnTo>
                          <a:pt x="126808" y="126049"/>
                        </a:lnTo>
                        <a:lnTo>
                          <a:pt x="110997" y="126049"/>
                        </a:lnTo>
                        <a:close/>
                        <a:moveTo>
                          <a:pt x="92466" y="83864"/>
                        </a:moveTo>
                        <a:lnTo>
                          <a:pt x="63499" y="17646"/>
                        </a:lnTo>
                        <a:lnTo>
                          <a:pt x="34153" y="83864"/>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406" name="Google Shape;3436;p115">
                    <a:extLst>
                      <a:ext uri="{FF2B5EF4-FFF2-40B4-BE49-F238E27FC236}">
                        <a16:creationId xmlns:a16="http://schemas.microsoft.com/office/drawing/2014/main" id="{F35E9687-0BBD-B5FC-B28E-FCDD70AFE8F2}"/>
                      </a:ext>
                    </a:extLst>
                  </p:cNvPr>
                  <p:cNvSpPr/>
                  <p:nvPr/>
                </p:nvSpPr>
                <p:spPr>
                  <a:xfrm>
                    <a:off x="790976" y="934169"/>
                    <a:ext cx="97588" cy="126049"/>
                  </a:xfrm>
                  <a:custGeom>
                    <a:avLst/>
                    <a:gdLst/>
                    <a:ahLst/>
                    <a:cxnLst/>
                    <a:rect l="l" t="t" r="r" b="b"/>
                    <a:pathLst>
                      <a:path w="97588" h="126049" extrusionOk="0">
                        <a:moveTo>
                          <a:pt x="0" y="0"/>
                        </a:moveTo>
                        <a:lnTo>
                          <a:pt x="51166" y="0"/>
                        </a:lnTo>
                        <a:cubicBezTo>
                          <a:pt x="77223" y="0"/>
                          <a:pt x="97589" y="16697"/>
                          <a:pt x="97589" y="40414"/>
                        </a:cubicBezTo>
                        <a:cubicBezTo>
                          <a:pt x="97589" y="64131"/>
                          <a:pt x="77223" y="80765"/>
                          <a:pt x="51166" y="80765"/>
                        </a:cubicBezTo>
                        <a:lnTo>
                          <a:pt x="14294" y="80765"/>
                        </a:lnTo>
                        <a:lnTo>
                          <a:pt x="14294" y="126049"/>
                        </a:lnTo>
                        <a:lnTo>
                          <a:pt x="0" y="126049"/>
                        </a:lnTo>
                        <a:close/>
                        <a:moveTo>
                          <a:pt x="48636" y="66914"/>
                        </a:moveTo>
                        <a:cubicBezTo>
                          <a:pt x="69128" y="66914"/>
                          <a:pt x="83105" y="56985"/>
                          <a:pt x="83105" y="40161"/>
                        </a:cubicBezTo>
                        <a:cubicBezTo>
                          <a:pt x="83105" y="23338"/>
                          <a:pt x="69128" y="13345"/>
                          <a:pt x="48636" y="13345"/>
                        </a:cubicBezTo>
                        <a:lnTo>
                          <a:pt x="14294" y="13345"/>
                        </a:lnTo>
                        <a:lnTo>
                          <a:pt x="14294" y="66914"/>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407" name="Google Shape;3437;p115">
                    <a:extLst>
                      <a:ext uri="{FF2B5EF4-FFF2-40B4-BE49-F238E27FC236}">
                        <a16:creationId xmlns:a16="http://schemas.microsoft.com/office/drawing/2014/main" id="{A764E70F-571F-036E-8E69-61B38B4DFE96}"/>
                      </a:ext>
                    </a:extLst>
                  </p:cNvPr>
                  <p:cNvSpPr/>
                  <p:nvPr/>
                </p:nvSpPr>
                <p:spPr>
                  <a:xfrm>
                    <a:off x="919302" y="934169"/>
                    <a:ext cx="97588" cy="126049"/>
                  </a:xfrm>
                  <a:custGeom>
                    <a:avLst/>
                    <a:gdLst/>
                    <a:ahLst/>
                    <a:cxnLst/>
                    <a:rect l="l" t="t" r="r" b="b"/>
                    <a:pathLst>
                      <a:path w="97588" h="126049" extrusionOk="0">
                        <a:moveTo>
                          <a:pt x="0" y="0"/>
                        </a:moveTo>
                        <a:lnTo>
                          <a:pt x="51166" y="0"/>
                        </a:lnTo>
                        <a:cubicBezTo>
                          <a:pt x="77223" y="0"/>
                          <a:pt x="97589" y="16697"/>
                          <a:pt x="97589" y="40414"/>
                        </a:cubicBezTo>
                        <a:cubicBezTo>
                          <a:pt x="97589" y="64131"/>
                          <a:pt x="77223" y="80765"/>
                          <a:pt x="51166" y="80765"/>
                        </a:cubicBezTo>
                        <a:lnTo>
                          <a:pt x="14294" y="80765"/>
                        </a:lnTo>
                        <a:lnTo>
                          <a:pt x="14294" y="126049"/>
                        </a:lnTo>
                        <a:lnTo>
                          <a:pt x="0" y="126049"/>
                        </a:lnTo>
                        <a:close/>
                        <a:moveTo>
                          <a:pt x="48573" y="66914"/>
                        </a:moveTo>
                        <a:cubicBezTo>
                          <a:pt x="69128" y="66914"/>
                          <a:pt x="83105" y="56985"/>
                          <a:pt x="83105" y="40161"/>
                        </a:cubicBezTo>
                        <a:cubicBezTo>
                          <a:pt x="83105" y="23338"/>
                          <a:pt x="69128" y="13345"/>
                          <a:pt x="48573" y="13345"/>
                        </a:cubicBezTo>
                        <a:lnTo>
                          <a:pt x="14294" y="13345"/>
                        </a:lnTo>
                        <a:lnTo>
                          <a:pt x="14294" y="66914"/>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408" name="Google Shape;3438;p115">
                    <a:extLst>
                      <a:ext uri="{FF2B5EF4-FFF2-40B4-BE49-F238E27FC236}">
                        <a16:creationId xmlns:a16="http://schemas.microsoft.com/office/drawing/2014/main" id="{32A60C6F-0266-6B09-D2B6-A1F207363B89}"/>
                      </a:ext>
                    </a:extLst>
                  </p:cNvPr>
                  <p:cNvSpPr/>
                  <p:nvPr/>
                </p:nvSpPr>
                <p:spPr>
                  <a:xfrm>
                    <a:off x="530908" y="707686"/>
                    <a:ext cx="600836" cy="600837"/>
                  </a:xfrm>
                  <a:custGeom>
                    <a:avLst/>
                    <a:gdLst/>
                    <a:ahLst/>
                    <a:cxnLst/>
                    <a:rect l="l" t="t" r="r" b="b"/>
                    <a:pathLst>
                      <a:path w="600836" h="600837" extrusionOk="0">
                        <a:moveTo>
                          <a:pt x="554920" y="15812"/>
                        </a:moveTo>
                        <a:cubicBezTo>
                          <a:pt x="571523" y="15812"/>
                          <a:pt x="584988" y="29251"/>
                          <a:pt x="585026" y="45853"/>
                        </a:cubicBezTo>
                        <a:lnTo>
                          <a:pt x="585026" y="554920"/>
                        </a:lnTo>
                        <a:cubicBezTo>
                          <a:pt x="585026" y="571548"/>
                          <a:pt x="571548" y="585026"/>
                          <a:pt x="554920" y="585026"/>
                        </a:cubicBezTo>
                        <a:lnTo>
                          <a:pt x="45853" y="585026"/>
                        </a:lnTo>
                        <a:cubicBezTo>
                          <a:pt x="29251" y="584988"/>
                          <a:pt x="15812" y="571523"/>
                          <a:pt x="15812" y="554920"/>
                        </a:cubicBezTo>
                        <a:lnTo>
                          <a:pt x="15812" y="45853"/>
                        </a:lnTo>
                        <a:cubicBezTo>
                          <a:pt x="15812" y="29261"/>
                          <a:pt x="29261" y="15812"/>
                          <a:pt x="45853" y="15812"/>
                        </a:cubicBezTo>
                        <a:lnTo>
                          <a:pt x="554920" y="15812"/>
                        </a:lnTo>
                        <a:moveTo>
                          <a:pt x="554920" y="0"/>
                        </a:moveTo>
                        <a:lnTo>
                          <a:pt x="45853" y="0"/>
                        </a:lnTo>
                        <a:cubicBezTo>
                          <a:pt x="20544" y="35"/>
                          <a:pt x="35" y="20544"/>
                          <a:pt x="0" y="45853"/>
                        </a:cubicBezTo>
                        <a:lnTo>
                          <a:pt x="0" y="554920"/>
                        </a:lnTo>
                        <a:cubicBezTo>
                          <a:pt x="0" y="580257"/>
                          <a:pt x="20519" y="600799"/>
                          <a:pt x="45853" y="600837"/>
                        </a:cubicBezTo>
                        <a:lnTo>
                          <a:pt x="554920" y="600837"/>
                        </a:lnTo>
                        <a:cubicBezTo>
                          <a:pt x="580282" y="600837"/>
                          <a:pt x="600837" y="580282"/>
                          <a:pt x="600837" y="554920"/>
                        </a:cubicBezTo>
                        <a:lnTo>
                          <a:pt x="600837" y="45853"/>
                        </a:lnTo>
                        <a:cubicBezTo>
                          <a:pt x="600799" y="20519"/>
                          <a:pt x="580257" y="0"/>
                          <a:pt x="554920" y="0"/>
                        </a:cubicBez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379" name="Google Shape;3439;p115" descr="Container 3&#10;">
                  <a:extLst>
                    <a:ext uri="{FF2B5EF4-FFF2-40B4-BE49-F238E27FC236}">
                      <a16:creationId xmlns:a16="http://schemas.microsoft.com/office/drawing/2014/main" id="{AE846FCA-C1E0-8C5F-C1B4-EEFE381775DF}"/>
                    </a:ext>
                  </a:extLst>
                </p:cNvPr>
                <p:cNvGrpSpPr/>
                <p:nvPr/>
              </p:nvGrpSpPr>
              <p:grpSpPr>
                <a:xfrm>
                  <a:off x="6141444" y="1995144"/>
                  <a:ext cx="264818" cy="247721"/>
                  <a:chOff x="1852129" y="4420190"/>
                  <a:chExt cx="601469" cy="601469"/>
                </a:xfrm>
              </p:grpSpPr>
              <p:sp>
                <p:nvSpPr>
                  <p:cNvPr id="380" name="Google Shape;3440;p115">
                    <a:extLst>
                      <a:ext uri="{FF2B5EF4-FFF2-40B4-BE49-F238E27FC236}">
                        <a16:creationId xmlns:a16="http://schemas.microsoft.com/office/drawing/2014/main" id="{C57BB7F0-1989-B2AE-A940-C38D7E7FE186}"/>
                      </a:ext>
                    </a:extLst>
                  </p:cNvPr>
                  <p:cNvSpPr/>
                  <p:nvPr/>
                </p:nvSpPr>
                <p:spPr>
                  <a:xfrm>
                    <a:off x="1852129" y="4420190"/>
                    <a:ext cx="601469" cy="601469"/>
                  </a:xfrm>
                  <a:custGeom>
                    <a:avLst/>
                    <a:gdLst/>
                    <a:ahLst/>
                    <a:cxnLst/>
                    <a:rect l="l" t="t" r="r" b="b"/>
                    <a:pathLst>
                      <a:path w="601469" h="601469" extrusionOk="0">
                        <a:moveTo>
                          <a:pt x="554667" y="15812"/>
                        </a:moveTo>
                        <a:cubicBezTo>
                          <a:pt x="571111" y="15812"/>
                          <a:pt x="585026" y="29093"/>
                          <a:pt x="585026" y="46170"/>
                        </a:cubicBezTo>
                        <a:lnTo>
                          <a:pt x="585026" y="555300"/>
                        </a:lnTo>
                        <a:cubicBezTo>
                          <a:pt x="585026" y="571744"/>
                          <a:pt x="571744" y="585658"/>
                          <a:pt x="554667" y="585658"/>
                        </a:cubicBezTo>
                        <a:lnTo>
                          <a:pt x="46170" y="585658"/>
                        </a:lnTo>
                        <a:cubicBezTo>
                          <a:pt x="29726" y="585658"/>
                          <a:pt x="15812" y="572376"/>
                          <a:pt x="15812" y="555300"/>
                        </a:cubicBezTo>
                        <a:lnTo>
                          <a:pt x="15812" y="46170"/>
                        </a:lnTo>
                        <a:cubicBezTo>
                          <a:pt x="15812" y="29726"/>
                          <a:pt x="29093" y="15812"/>
                          <a:pt x="46170" y="15812"/>
                        </a:cubicBezTo>
                        <a:lnTo>
                          <a:pt x="554667" y="15812"/>
                        </a:lnTo>
                        <a:moveTo>
                          <a:pt x="554667" y="0"/>
                        </a:moveTo>
                        <a:lnTo>
                          <a:pt x="46170" y="0"/>
                        </a:lnTo>
                        <a:cubicBezTo>
                          <a:pt x="20871" y="0"/>
                          <a:pt x="0" y="20239"/>
                          <a:pt x="0" y="46170"/>
                        </a:cubicBezTo>
                        <a:lnTo>
                          <a:pt x="0" y="555300"/>
                        </a:lnTo>
                        <a:cubicBezTo>
                          <a:pt x="0" y="580598"/>
                          <a:pt x="20239" y="601469"/>
                          <a:pt x="46170" y="601469"/>
                        </a:cubicBezTo>
                        <a:lnTo>
                          <a:pt x="555300" y="601469"/>
                        </a:lnTo>
                        <a:cubicBezTo>
                          <a:pt x="580598" y="601469"/>
                          <a:pt x="601469" y="581231"/>
                          <a:pt x="601469" y="555300"/>
                        </a:cubicBezTo>
                        <a:lnTo>
                          <a:pt x="601469" y="46170"/>
                        </a:lnTo>
                        <a:cubicBezTo>
                          <a:pt x="600837" y="20239"/>
                          <a:pt x="580598" y="0"/>
                          <a:pt x="554667" y="0"/>
                        </a:cubicBezTo>
                        <a:lnTo>
                          <a:pt x="554667" y="0"/>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nvGrpSpPr>
                  <p:cNvPr id="381" name="Google Shape;3441;p115">
                    <a:extLst>
                      <a:ext uri="{FF2B5EF4-FFF2-40B4-BE49-F238E27FC236}">
                        <a16:creationId xmlns:a16="http://schemas.microsoft.com/office/drawing/2014/main" id="{A3206591-3ED5-8FCF-7142-0C9478034994}"/>
                      </a:ext>
                    </a:extLst>
                  </p:cNvPr>
                  <p:cNvGrpSpPr/>
                  <p:nvPr/>
                </p:nvGrpSpPr>
                <p:grpSpPr>
                  <a:xfrm>
                    <a:off x="1946998" y="4528341"/>
                    <a:ext cx="157482" cy="156850"/>
                    <a:chOff x="1946998" y="4528341"/>
                    <a:chExt cx="157482" cy="156850"/>
                  </a:xfrm>
                </p:grpSpPr>
                <p:grpSp>
                  <p:nvGrpSpPr>
                    <p:cNvPr id="400" name="Google Shape;3442;p115">
                      <a:extLst>
                        <a:ext uri="{FF2B5EF4-FFF2-40B4-BE49-F238E27FC236}">
                          <a16:creationId xmlns:a16="http://schemas.microsoft.com/office/drawing/2014/main" id="{691060A9-5FBE-6AF5-7AC1-F285ADD484BB}"/>
                        </a:ext>
                      </a:extLst>
                    </p:cNvPr>
                    <p:cNvGrpSpPr/>
                    <p:nvPr/>
                  </p:nvGrpSpPr>
                  <p:grpSpPr>
                    <a:xfrm>
                      <a:off x="1986843" y="4567553"/>
                      <a:ext cx="78425" cy="78425"/>
                      <a:chOff x="1986843" y="4567553"/>
                      <a:chExt cx="78425" cy="78425"/>
                    </a:xfrm>
                  </p:grpSpPr>
                  <p:sp>
                    <p:nvSpPr>
                      <p:cNvPr id="402" name="Google Shape;3443;p115">
                        <a:extLst>
                          <a:ext uri="{FF2B5EF4-FFF2-40B4-BE49-F238E27FC236}">
                            <a16:creationId xmlns:a16="http://schemas.microsoft.com/office/drawing/2014/main" id="{7ED5BD97-126C-DA36-5A2D-E121A9FD64FF}"/>
                          </a:ext>
                        </a:extLst>
                      </p:cNvPr>
                      <p:cNvSpPr/>
                      <p:nvPr/>
                    </p:nvSpPr>
                    <p:spPr>
                      <a:xfrm>
                        <a:off x="1986843" y="4567553"/>
                        <a:ext cx="15811" cy="78425"/>
                      </a:xfrm>
                      <a:custGeom>
                        <a:avLst/>
                        <a:gdLst/>
                        <a:ahLst/>
                        <a:cxnLst/>
                        <a:rect l="l" t="t" r="r" b="b"/>
                        <a:pathLst>
                          <a:path w="15811" h="78425" extrusionOk="0">
                            <a:moveTo>
                              <a:pt x="0" y="0"/>
                            </a:moveTo>
                            <a:lnTo>
                              <a:pt x="15811" y="0"/>
                            </a:lnTo>
                            <a:lnTo>
                              <a:pt x="15811" y="78425"/>
                            </a:lnTo>
                            <a:lnTo>
                              <a:pt x="0" y="78425"/>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403" name="Google Shape;3444;p115">
                        <a:extLst>
                          <a:ext uri="{FF2B5EF4-FFF2-40B4-BE49-F238E27FC236}">
                            <a16:creationId xmlns:a16="http://schemas.microsoft.com/office/drawing/2014/main" id="{C875C6DB-FD2E-0999-1500-348E923FA14F}"/>
                          </a:ext>
                        </a:extLst>
                      </p:cNvPr>
                      <p:cNvSpPr/>
                      <p:nvPr/>
                    </p:nvSpPr>
                    <p:spPr>
                      <a:xfrm>
                        <a:off x="2017834" y="4567553"/>
                        <a:ext cx="15811" cy="78425"/>
                      </a:xfrm>
                      <a:custGeom>
                        <a:avLst/>
                        <a:gdLst/>
                        <a:ahLst/>
                        <a:cxnLst/>
                        <a:rect l="l" t="t" r="r" b="b"/>
                        <a:pathLst>
                          <a:path w="15811" h="78425" extrusionOk="0">
                            <a:moveTo>
                              <a:pt x="0" y="0"/>
                            </a:moveTo>
                            <a:lnTo>
                              <a:pt x="15812" y="0"/>
                            </a:lnTo>
                            <a:lnTo>
                              <a:pt x="15812" y="78425"/>
                            </a:lnTo>
                            <a:lnTo>
                              <a:pt x="0" y="78425"/>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404" name="Google Shape;3445;p115">
                        <a:extLst>
                          <a:ext uri="{FF2B5EF4-FFF2-40B4-BE49-F238E27FC236}">
                            <a16:creationId xmlns:a16="http://schemas.microsoft.com/office/drawing/2014/main" id="{467C2912-D8F3-B931-55BA-EE5B7F26D19E}"/>
                          </a:ext>
                        </a:extLst>
                      </p:cNvPr>
                      <p:cNvSpPr/>
                      <p:nvPr/>
                    </p:nvSpPr>
                    <p:spPr>
                      <a:xfrm>
                        <a:off x="2049457" y="4567553"/>
                        <a:ext cx="15811" cy="78425"/>
                      </a:xfrm>
                      <a:custGeom>
                        <a:avLst/>
                        <a:gdLst/>
                        <a:ahLst/>
                        <a:cxnLst/>
                        <a:rect l="l" t="t" r="r" b="b"/>
                        <a:pathLst>
                          <a:path w="15811" h="78425" extrusionOk="0">
                            <a:moveTo>
                              <a:pt x="0" y="0"/>
                            </a:moveTo>
                            <a:lnTo>
                              <a:pt x="15812" y="0"/>
                            </a:lnTo>
                            <a:lnTo>
                              <a:pt x="15812" y="78425"/>
                            </a:lnTo>
                            <a:lnTo>
                              <a:pt x="0" y="78425"/>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
                  <p:nvSpPr>
                    <p:cNvPr id="401" name="Google Shape;3446;p115">
                      <a:extLst>
                        <a:ext uri="{FF2B5EF4-FFF2-40B4-BE49-F238E27FC236}">
                          <a16:creationId xmlns:a16="http://schemas.microsoft.com/office/drawing/2014/main" id="{12A94C56-FECE-063C-AF82-54A3E517F3DF}"/>
                        </a:ext>
                      </a:extLst>
                    </p:cNvPr>
                    <p:cNvSpPr/>
                    <p:nvPr/>
                  </p:nvSpPr>
                  <p:spPr>
                    <a:xfrm>
                      <a:off x="1946998" y="4528341"/>
                      <a:ext cx="157482" cy="156850"/>
                    </a:xfrm>
                    <a:custGeom>
                      <a:avLst/>
                      <a:gdLst/>
                      <a:ahLst/>
                      <a:cxnLst/>
                      <a:rect l="l" t="t" r="r" b="b"/>
                      <a:pathLst>
                        <a:path w="157482" h="156850" extrusionOk="0">
                          <a:moveTo>
                            <a:pt x="157483" y="156850"/>
                          </a:moveTo>
                          <a:lnTo>
                            <a:pt x="0" y="156850"/>
                          </a:lnTo>
                          <a:lnTo>
                            <a:pt x="0" y="0"/>
                          </a:lnTo>
                          <a:lnTo>
                            <a:pt x="157483" y="0"/>
                          </a:lnTo>
                          <a:lnTo>
                            <a:pt x="157483" y="156850"/>
                          </a:lnTo>
                          <a:close/>
                          <a:moveTo>
                            <a:pt x="15812" y="141039"/>
                          </a:moveTo>
                          <a:lnTo>
                            <a:pt x="141671" y="141039"/>
                          </a:lnTo>
                          <a:lnTo>
                            <a:pt x="141671" y="15811"/>
                          </a:lnTo>
                          <a:lnTo>
                            <a:pt x="15812" y="15811"/>
                          </a:lnTo>
                          <a:lnTo>
                            <a:pt x="15812" y="141039"/>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382" name="Google Shape;3447;p115">
                    <a:extLst>
                      <a:ext uri="{FF2B5EF4-FFF2-40B4-BE49-F238E27FC236}">
                        <a16:creationId xmlns:a16="http://schemas.microsoft.com/office/drawing/2014/main" id="{2950D56D-BF3A-ED67-366C-F61F7B7FBD01}"/>
                      </a:ext>
                    </a:extLst>
                  </p:cNvPr>
                  <p:cNvGrpSpPr/>
                  <p:nvPr/>
                </p:nvGrpSpPr>
                <p:grpSpPr>
                  <a:xfrm>
                    <a:off x="2199982" y="4528341"/>
                    <a:ext cx="157482" cy="156850"/>
                    <a:chOff x="2199982" y="4528341"/>
                    <a:chExt cx="157482" cy="156850"/>
                  </a:xfrm>
                </p:grpSpPr>
                <p:grpSp>
                  <p:nvGrpSpPr>
                    <p:cNvPr id="395" name="Google Shape;3448;p115">
                      <a:extLst>
                        <a:ext uri="{FF2B5EF4-FFF2-40B4-BE49-F238E27FC236}">
                          <a16:creationId xmlns:a16="http://schemas.microsoft.com/office/drawing/2014/main" id="{AD360491-7F9C-06AA-AC5C-9DB3791D3A0B}"/>
                        </a:ext>
                      </a:extLst>
                    </p:cNvPr>
                    <p:cNvGrpSpPr/>
                    <p:nvPr/>
                  </p:nvGrpSpPr>
                  <p:grpSpPr>
                    <a:xfrm>
                      <a:off x="2239827" y="4567553"/>
                      <a:ext cx="78425" cy="78425"/>
                      <a:chOff x="2239827" y="4567553"/>
                      <a:chExt cx="78425" cy="78425"/>
                    </a:xfrm>
                  </p:grpSpPr>
                  <p:sp>
                    <p:nvSpPr>
                      <p:cNvPr id="397" name="Google Shape;3449;p115">
                        <a:extLst>
                          <a:ext uri="{FF2B5EF4-FFF2-40B4-BE49-F238E27FC236}">
                            <a16:creationId xmlns:a16="http://schemas.microsoft.com/office/drawing/2014/main" id="{E04AA994-DCD0-C4E5-7B9A-FD868613BE89}"/>
                          </a:ext>
                        </a:extLst>
                      </p:cNvPr>
                      <p:cNvSpPr/>
                      <p:nvPr/>
                    </p:nvSpPr>
                    <p:spPr>
                      <a:xfrm>
                        <a:off x="2239827" y="4567553"/>
                        <a:ext cx="15811" cy="78425"/>
                      </a:xfrm>
                      <a:custGeom>
                        <a:avLst/>
                        <a:gdLst/>
                        <a:ahLst/>
                        <a:cxnLst/>
                        <a:rect l="l" t="t" r="r" b="b"/>
                        <a:pathLst>
                          <a:path w="15811" h="78425" extrusionOk="0">
                            <a:moveTo>
                              <a:pt x="0" y="0"/>
                            </a:moveTo>
                            <a:lnTo>
                              <a:pt x="15812" y="0"/>
                            </a:lnTo>
                            <a:lnTo>
                              <a:pt x="15812" y="78425"/>
                            </a:lnTo>
                            <a:lnTo>
                              <a:pt x="0" y="78425"/>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398" name="Google Shape;3450;p115">
                        <a:extLst>
                          <a:ext uri="{FF2B5EF4-FFF2-40B4-BE49-F238E27FC236}">
                            <a16:creationId xmlns:a16="http://schemas.microsoft.com/office/drawing/2014/main" id="{D0BFAA5F-B8A7-AC9E-9798-A7EDA93F5BD4}"/>
                          </a:ext>
                        </a:extLst>
                      </p:cNvPr>
                      <p:cNvSpPr/>
                      <p:nvPr/>
                    </p:nvSpPr>
                    <p:spPr>
                      <a:xfrm>
                        <a:off x="2270818" y="4567553"/>
                        <a:ext cx="15811" cy="78425"/>
                      </a:xfrm>
                      <a:custGeom>
                        <a:avLst/>
                        <a:gdLst/>
                        <a:ahLst/>
                        <a:cxnLst/>
                        <a:rect l="l" t="t" r="r" b="b"/>
                        <a:pathLst>
                          <a:path w="15811" h="78425" extrusionOk="0">
                            <a:moveTo>
                              <a:pt x="0" y="0"/>
                            </a:moveTo>
                            <a:lnTo>
                              <a:pt x="15811" y="0"/>
                            </a:lnTo>
                            <a:lnTo>
                              <a:pt x="15811" y="78425"/>
                            </a:lnTo>
                            <a:lnTo>
                              <a:pt x="0" y="78425"/>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399" name="Google Shape;3451;p115">
                        <a:extLst>
                          <a:ext uri="{FF2B5EF4-FFF2-40B4-BE49-F238E27FC236}">
                            <a16:creationId xmlns:a16="http://schemas.microsoft.com/office/drawing/2014/main" id="{04799430-65B1-D48D-8788-4DAA77721135}"/>
                          </a:ext>
                        </a:extLst>
                      </p:cNvPr>
                      <p:cNvSpPr/>
                      <p:nvPr/>
                    </p:nvSpPr>
                    <p:spPr>
                      <a:xfrm>
                        <a:off x="2302441" y="4567553"/>
                        <a:ext cx="15811" cy="78425"/>
                      </a:xfrm>
                      <a:custGeom>
                        <a:avLst/>
                        <a:gdLst/>
                        <a:ahLst/>
                        <a:cxnLst/>
                        <a:rect l="l" t="t" r="r" b="b"/>
                        <a:pathLst>
                          <a:path w="15811" h="78425" extrusionOk="0">
                            <a:moveTo>
                              <a:pt x="0" y="0"/>
                            </a:moveTo>
                            <a:lnTo>
                              <a:pt x="15811" y="0"/>
                            </a:lnTo>
                            <a:lnTo>
                              <a:pt x="15811" y="78425"/>
                            </a:lnTo>
                            <a:lnTo>
                              <a:pt x="0" y="78425"/>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
                  <p:nvSpPr>
                    <p:cNvPr id="396" name="Google Shape;3452;p115">
                      <a:extLst>
                        <a:ext uri="{FF2B5EF4-FFF2-40B4-BE49-F238E27FC236}">
                          <a16:creationId xmlns:a16="http://schemas.microsoft.com/office/drawing/2014/main" id="{18A5DCD4-5E32-DD79-0364-2F6A02FC02E7}"/>
                        </a:ext>
                      </a:extLst>
                    </p:cNvPr>
                    <p:cNvSpPr/>
                    <p:nvPr/>
                  </p:nvSpPr>
                  <p:spPr>
                    <a:xfrm>
                      <a:off x="2199982" y="4528341"/>
                      <a:ext cx="157482" cy="156850"/>
                    </a:xfrm>
                    <a:custGeom>
                      <a:avLst/>
                      <a:gdLst/>
                      <a:ahLst/>
                      <a:cxnLst/>
                      <a:rect l="l" t="t" r="r" b="b"/>
                      <a:pathLst>
                        <a:path w="157482" h="156850" extrusionOk="0">
                          <a:moveTo>
                            <a:pt x="157483" y="156850"/>
                          </a:moveTo>
                          <a:lnTo>
                            <a:pt x="0" y="156850"/>
                          </a:lnTo>
                          <a:lnTo>
                            <a:pt x="0" y="0"/>
                          </a:lnTo>
                          <a:lnTo>
                            <a:pt x="157483" y="0"/>
                          </a:lnTo>
                          <a:lnTo>
                            <a:pt x="157483" y="156850"/>
                          </a:lnTo>
                          <a:close/>
                          <a:moveTo>
                            <a:pt x="15812" y="141039"/>
                          </a:moveTo>
                          <a:lnTo>
                            <a:pt x="141671" y="141039"/>
                          </a:lnTo>
                          <a:lnTo>
                            <a:pt x="141671" y="15811"/>
                          </a:lnTo>
                          <a:lnTo>
                            <a:pt x="15812" y="15811"/>
                          </a:lnTo>
                          <a:lnTo>
                            <a:pt x="15812" y="141039"/>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383" name="Google Shape;3453;p115">
                    <a:extLst>
                      <a:ext uri="{FF2B5EF4-FFF2-40B4-BE49-F238E27FC236}">
                        <a16:creationId xmlns:a16="http://schemas.microsoft.com/office/drawing/2014/main" id="{12181C55-135D-B31F-8644-6D81209D207E}"/>
                      </a:ext>
                    </a:extLst>
                  </p:cNvPr>
                  <p:cNvGrpSpPr/>
                  <p:nvPr/>
                </p:nvGrpSpPr>
                <p:grpSpPr>
                  <a:xfrm>
                    <a:off x="1946998" y="4768675"/>
                    <a:ext cx="157482" cy="156850"/>
                    <a:chOff x="1946998" y="4768675"/>
                    <a:chExt cx="157482" cy="156850"/>
                  </a:xfrm>
                </p:grpSpPr>
                <p:grpSp>
                  <p:nvGrpSpPr>
                    <p:cNvPr id="390" name="Google Shape;3454;p115">
                      <a:extLst>
                        <a:ext uri="{FF2B5EF4-FFF2-40B4-BE49-F238E27FC236}">
                          <a16:creationId xmlns:a16="http://schemas.microsoft.com/office/drawing/2014/main" id="{8F8E63F9-272D-D669-F46F-794B72CCBCCE}"/>
                        </a:ext>
                      </a:extLst>
                    </p:cNvPr>
                    <p:cNvGrpSpPr/>
                    <p:nvPr/>
                  </p:nvGrpSpPr>
                  <p:grpSpPr>
                    <a:xfrm>
                      <a:off x="1986843" y="4807888"/>
                      <a:ext cx="78425" cy="78425"/>
                      <a:chOff x="1986843" y="4807888"/>
                      <a:chExt cx="78425" cy="78425"/>
                    </a:xfrm>
                  </p:grpSpPr>
                  <p:sp>
                    <p:nvSpPr>
                      <p:cNvPr id="392" name="Google Shape;3455;p115">
                        <a:extLst>
                          <a:ext uri="{FF2B5EF4-FFF2-40B4-BE49-F238E27FC236}">
                            <a16:creationId xmlns:a16="http://schemas.microsoft.com/office/drawing/2014/main" id="{BD61801C-4ED3-6FF2-F6C4-B9D3D2BB5F56}"/>
                          </a:ext>
                        </a:extLst>
                      </p:cNvPr>
                      <p:cNvSpPr/>
                      <p:nvPr/>
                    </p:nvSpPr>
                    <p:spPr>
                      <a:xfrm>
                        <a:off x="1986843" y="4807888"/>
                        <a:ext cx="15811" cy="78425"/>
                      </a:xfrm>
                      <a:custGeom>
                        <a:avLst/>
                        <a:gdLst/>
                        <a:ahLst/>
                        <a:cxnLst/>
                        <a:rect l="l" t="t" r="r" b="b"/>
                        <a:pathLst>
                          <a:path w="15811" h="78425" extrusionOk="0">
                            <a:moveTo>
                              <a:pt x="0" y="0"/>
                            </a:moveTo>
                            <a:lnTo>
                              <a:pt x="15811" y="0"/>
                            </a:lnTo>
                            <a:lnTo>
                              <a:pt x="15811" y="78425"/>
                            </a:lnTo>
                            <a:lnTo>
                              <a:pt x="0" y="78425"/>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393" name="Google Shape;3456;p115">
                        <a:extLst>
                          <a:ext uri="{FF2B5EF4-FFF2-40B4-BE49-F238E27FC236}">
                            <a16:creationId xmlns:a16="http://schemas.microsoft.com/office/drawing/2014/main" id="{38B49561-59D9-84F9-1581-03D790DCF55D}"/>
                          </a:ext>
                        </a:extLst>
                      </p:cNvPr>
                      <p:cNvSpPr/>
                      <p:nvPr/>
                    </p:nvSpPr>
                    <p:spPr>
                      <a:xfrm>
                        <a:off x="2017834" y="4807888"/>
                        <a:ext cx="15811" cy="78425"/>
                      </a:xfrm>
                      <a:custGeom>
                        <a:avLst/>
                        <a:gdLst/>
                        <a:ahLst/>
                        <a:cxnLst/>
                        <a:rect l="l" t="t" r="r" b="b"/>
                        <a:pathLst>
                          <a:path w="15811" h="78425" extrusionOk="0">
                            <a:moveTo>
                              <a:pt x="0" y="0"/>
                            </a:moveTo>
                            <a:lnTo>
                              <a:pt x="15812" y="0"/>
                            </a:lnTo>
                            <a:lnTo>
                              <a:pt x="15812" y="78425"/>
                            </a:lnTo>
                            <a:lnTo>
                              <a:pt x="0" y="78425"/>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394" name="Google Shape;3457;p115">
                        <a:extLst>
                          <a:ext uri="{FF2B5EF4-FFF2-40B4-BE49-F238E27FC236}">
                            <a16:creationId xmlns:a16="http://schemas.microsoft.com/office/drawing/2014/main" id="{141E46B0-7D48-4337-5BEB-04B4A282E7F7}"/>
                          </a:ext>
                        </a:extLst>
                      </p:cNvPr>
                      <p:cNvSpPr/>
                      <p:nvPr/>
                    </p:nvSpPr>
                    <p:spPr>
                      <a:xfrm>
                        <a:off x="2049457" y="4807888"/>
                        <a:ext cx="15811" cy="78425"/>
                      </a:xfrm>
                      <a:custGeom>
                        <a:avLst/>
                        <a:gdLst/>
                        <a:ahLst/>
                        <a:cxnLst/>
                        <a:rect l="l" t="t" r="r" b="b"/>
                        <a:pathLst>
                          <a:path w="15811" h="78425" extrusionOk="0">
                            <a:moveTo>
                              <a:pt x="0" y="0"/>
                            </a:moveTo>
                            <a:lnTo>
                              <a:pt x="15812" y="0"/>
                            </a:lnTo>
                            <a:lnTo>
                              <a:pt x="15812" y="78425"/>
                            </a:lnTo>
                            <a:lnTo>
                              <a:pt x="0" y="78425"/>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
                  <p:nvSpPr>
                    <p:cNvPr id="391" name="Google Shape;3458;p115">
                      <a:extLst>
                        <a:ext uri="{FF2B5EF4-FFF2-40B4-BE49-F238E27FC236}">
                          <a16:creationId xmlns:a16="http://schemas.microsoft.com/office/drawing/2014/main" id="{230018D7-9E50-0F60-0D36-594012A1645D}"/>
                        </a:ext>
                      </a:extLst>
                    </p:cNvPr>
                    <p:cNvSpPr/>
                    <p:nvPr/>
                  </p:nvSpPr>
                  <p:spPr>
                    <a:xfrm>
                      <a:off x="1946998" y="4768675"/>
                      <a:ext cx="157482" cy="156850"/>
                    </a:xfrm>
                    <a:custGeom>
                      <a:avLst/>
                      <a:gdLst/>
                      <a:ahLst/>
                      <a:cxnLst/>
                      <a:rect l="l" t="t" r="r" b="b"/>
                      <a:pathLst>
                        <a:path w="157482" h="156850" extrusionOk="0">
                          <a:moveTo>
                            <a:pt x="157483" y="156850"/>
                          </a:moveTo>
                          <a:lnTo>
                            <a:pt x="0" y="156850"/>
                          </a:lnTo>
                          <a:lnTo>
                            <a:pt x="0" y="0"/>
                          </a:lnTo>
                          <a:lnTo>
                            <a:pt x="157483" y="0"/>
                          </a:lnTo>
                          <a:lnTo>
                            <a:pt x="157483" y="156850"/>
                          </a:lnTo>
                          <a:close/>
                          <a:moveTo>
                            <a:pt x="15812" y="141039"/>
                          </a:moveTo>
                          <a:lnTo>
                            <a:pt x="141671" y="141039"/>
                          </a:lnTo>
                          <a:lnTo>
                            <a:pt x="141671" y="15812"/>
                          </a:lnTo>
                          <a:lnTo>
                            <a:pt x="15812" y="15812"/>
                          </a:lnTo>
                          <a:lnTo>
                            <a:pt x="15812" y="141039"/>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384" name="Google Shape;3459;p115">
                    <a:extLst>
                      <a:ext uri="{FF2B5EF4-FFF2-40B4-BE49-F238E27FC236}">
                        <a16:creationId xmlns:a16="http://schemas.microsoft.com/office/drawing/2014/main" id="{B0F8CD2D-954E-5AF4-B76A-CCD475E7A41B}"/>
                      </a:ext>
                    </a:extLst>
                  </p:cNvPr>
                  <p:cNvGrpSpPr/>
                  <p:nvPr/>
                </p:nvGrpSpPr>
                <p:grpSpPr>
                  <a:xfrm>
                    <a:off x="2199982" y="4768675"/>
                    <a:ext cx="157482" cy="156850"/>
                    <a:chOff x="2199982" y="4768675"/>
                    <a:chExt cx="157482" cy="156850"/>
                  </a:xfrm>
                </p:grpSpPr>
                <p:grpSp>
                  <p:nvGrpSpPr>
                    <p:cNvPr id="385" name="Google Shape;3460;p115">
                      <a:extLst>
                        <a:ext uri="{FF2B5EF4-FFF2-40B4-BE49-F238E27FC236}">
                          <a16:creationId xmlns:a16="http://schemas.microsoft.com/office/drawing/2014/main" id="{8414FB91-5FDC-048C-4851-633736BF1AB1}"/>
                        </a:ext>
                      </a:extLst>
                    </p:cNvPr>
                    <p:cNvGrpSpPr/>
                    <p:nvPr/>
                  </p:nvGrpSpPr>
                  <p:grpSpPr>
                    <a:xfrm>
                      <a:off x="2239827" y="4807888"/>
                      <a:ext cx="78425" cy="78425"/>
                      <a:chOff x="2239827" y="4807888"/>
                      <a:chExt cx="78425" cy="78425"/>
                    </a:xfrm>
                  </p:grpSpPr>
                  <p:sp>
                    <p:nvSpPr>
                      <p:cNvPr id="387" name="Google Shape;3461;p115">
                        <a:extLst>
                          <a:ext uri="{FF2B5EF4-FFF2-40B4-BE49-F238E27FC236}">
                            <a16:creationId xmlns:a16="http://schemas.microsoft.com/office/drawing/2014/main" id="{647E2117-799E-74E1-6249-4A361CD756E1}"/>
                          </a:ext>
                        </a:extLst>
                      </p:cNvPr>
                      <p:cNvSpPr/>
                      <p:nvPr/>
                    </p:nvSpPr>
                    <p:spPr>
                      <a:xfrm>
                        <a:off x="2239827" y="4807888"/>
                        <a:ext cx="15811" cy="78425"/>
                      </a:xfrm>
                      <a:custGeom>
                        <a:avLst/>
                        <a:gdLst/>
                        <a:ahLst/>
                        <a:cxnLst/>
                        <a:rect l="l" t="t" r="r" b="b"/>
                        <a:pathLst>
                          <a:path w="15811" h="78425" extrusionOk="0">
                            <a:moveTo>
                              <a:pt x="0" y="0"/>
                            </a:moveTo>
                            <a:lnTo>
                              <a:pt x="15812" y="0"/>
                            </a:lnTo>
                            <a:lnTo>
                              <a:pt x="15812" y="78425"/>
                            </a:lnTo>
                            <a:lnTo>
                              <a:pt x="0" y="78425"/>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388" name="Google Shape;3462;p115">
                        <a:extLst>
                          <a:ext uri="{FF2B5EF4-FFF2-40B4-BE49-F238E27FC236}">
                            <a16:creationId xmlns:a16="http://schemas.microsoft.com/office/drawing/2014/main" id="{46665021-E6B5-A920-3FF1-3BFE4735EF76}"/>
                          </a:ext>
                        </a:extLst>
                      </p:cNvPr>
                      <p:cNvSpPr/>
                      <p:nvPr/>
                    </p:nvSpPr>
                    <p:spPr>
                      <a:xfrm>
                        <a:off x="2270818" y="4807888"/>
                        <a:ext cx="15811" cy="78425"/>
                      </a:xfrm>
                      <a:custGeom>
                        <a:avLst/>
                        <a:gdLst/>
                        <a:ahLst/>
                        <a:cxnLst/>
                        <a:rect l="l" t="t" r="r" b="b"/>
                        <a:pathLst>
                          <a:path w="15811" h="78425" extrusionOk="0">
                            <a:moveTo>
                              <a:pt x="0" y="0"/>
                            </a:moveTo>
                            <a:lnTo>
                              <a:pt x="15811" y="0"/>
                            </a:lnTo>
                            <a:lnTo>
                              <a:pt x="15811" y="78425"/>
                            </a:lnTo>
                            <a:lnTo>
                              <a:pt x="0" y="78425"/>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389" name="Google Shape;3463;p115">
                        <a:extLst>
                          <a:ext uri="{FF2B5EF4-FFF2-40B4-BE49-F238E27FC236}">
                            <a16:creationId xmlns:a16="http://schemas.microsoft.com/office/drawing/2014/main" id="{65738DAA-8341-1DB7-B5CB-F04B18AEBCE8}"/>
                          </a:ext>
                        </a:extLst>
                      </p:cNvPr>
                      <p:cNvSpPr/>
                      <p:nvPr/>
                    </p:nvSpPr>
                    <p:spPr>
                      <a:xfrm>
                        <a:off x="2302441" y="4807888"/>
                        <a:ext cx="15811" cy="78425"/>
                      </a:xfrm>
                      <a:custGeom>
                        <a:avLst/>
                        <a:gdLst/>
                        <a:ahLst/>
                        <a:cxnLst/>
                        <a:rect l="l" t="t" r="r" b="b"/>
                        <a:pathLst>
                          <a:path w="15811" h="78425" extrusionOk="0">
                            <a:moveTo>
                              <a:pt x="0" y="0"/>
                            </a:moveTo>
                            <a:lnTo>
                              <a:pt x="15811" y="0"/>
                            </a:lnTo>
                            <a:lnTo>
                              <a:pt x="15811" y="78425"/>
                            </a:lnTo>
                            <a:lnTo>
                              <a:pt x="0" y="78425"/>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
                  <p:nvSpPr>
                    <p:cNvPr id="386" name="Google Shape;3464;p115">
                      <a:extLst>
                        <a:ext uri="{FF2B5EF4-FFF2-40B4-BE49-F238E27FC236}">
                          <a16:creationId xmlns:a16="http://schemas.microsoft.com/office/drawing/2014/main" id="{046CF903-98BF-208E-8EB5-743B28264B7B}"/>
                        </a:ext>
                      </a:extLst>
                    </p:cNvPr>
                    <p:cNvSpPr/>
                    <p:nvPr/>
                  </p:nvSpPr>
                  <p:spPr>
                    <a:xfrm>
                      <a:off x="2199982" y="4768675"/>
                      <a:ext cx="157482" cy="156850"/>
                    </a:xfrm>
                    <a:custGeom>
                      <a:avLst/>
                      <a:gdLst/>
                      <a:ahLst/>
                      <a:cxnLst/>
                      <a:rect l="l" t="t" r="r" b="b"/>
                      <a:pathLst>
                        <a:path w="157482" h="156850" extrusionOk="0">
                          <a:moveTo>
                            <a:pt x="157483" y="156850"/>
                          </a:moveTo>
                          <a:lnTo>
                            <a:pt x="0" y="156850"/>
                          </a:lnTo>
                          <a:lnTo>
                            <a:pt x="0" y="0"/>
                          </a:lnTo>
                          <a:lnTo>
                            <a:pt x="157483" y="0"/>
                          </a:lnTo>
                          <a:lnTo>
                            <a:pt x="157483" y="156850"/>
                          </a:lnTo>
                          <a:close/>
                          <a:moveTo>
                            <a:pt x="15812" y="141039"/>
                          </a:moveTo>
                          <a:lnTo>
                            <a:pt x="141671" y="141039"/>
                          </a:lnTo>
                          <a:lnTo>
                            <a:pt x="141671" y="15812"/>
                          </a:lnTo>
                          <a:lnTo>
                            <a:pt x="15812" y="15812"/>
                          </a:lnTo>
                          <a:lnTo>
                            <a:pt x="15812" y="141039"/>
                          </a:lnTo>
                          <a:close/>
                        </a:path>
                      </a:pathLst>
                    </a:custGeom>
                    <a:solidFill>
                      <a:schemeClr val="accent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grpSp>
        </p:grpSp>
      </p:grpSp>
    </p:spTree>
    <p:extLst>
      <p:ext uri="{BB962C8B-B14F-4D97-AF65-F5344CB8AC3E}">
        <p14:creationId xmlns:p14="http://schemas.microsoft.com/office/powerpoint/2010/main" val="3164450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5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5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5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0DADF-6D91-BE09-3BF9-1D6A60F167B4}"/>
            </a:ext>
          </a:extLst>
        </p:cNvPr>
        <p:cNvGrpSpPr/>
        <p:nvPr/>
      </p:nvGrpSpPr>
      <p:grpSpPr>
        <a:xfrm>
          <a:off x="0" y="0"/>
          <a:ext cx="0" cy="0"/>
          <a:chOff x="0" y="0"/>
          <a:chExt cx="0" cy="0"/>
        </a:xfrm>
      </p:grpSpPr>
      <p:sp>
        <p:nvSpPr>
          <p:cNvPr id="2" name="Google Shape;5845;p33">
            <a:extLst>
              <a:ext uri="{FF2B5EF4-FFF2-40B4-BE49-F238E27FC236}">
                <a16:creationId xmlns:a16="http://schemas.microsoft.com/office/drawing/2014/main" id="{90A9644D-82B5-AC57-59F6-48D7FDA471F8}"/>
              </a:ext>
            </a:extLst>
          </p:cNvPr>
          <p:cNvSpPr/>
          <p:nvPr/>
        </p:nvSpPr>
        <p:spPr>
          <a:xfrm>
            <a:off x="3411423" y="1533127"/>
            <a:ext cx="8128993" cy="4720888"/>
          </a:xfrm>
          <a:prstGeom prst="roundRect">
            <a:avLst>
              <a:gd name="adj" fmla="val 2525"/>
            </a:avLst>
          </a:prstGeom>
          <a:solidFill>
            <a:schemeClr val="lt1"/>
          </a:solidFill>
          <a:ln w="9525" cap="flat" cmpd="sng">
            <a:solidFill>
              <a:srgbClr val="797979"/>
            </a:solidFill>
            <a:prstDash val="solid"/>
            <a:round/>
            <a:headEnd type="none" w="sm" len="sm"/>
            <a:tailEnd type="none" w="sm" len="sm"/>
          </a:ln>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Tx/>
              <a:buNone/>
              <a:tabLst/>
              <a:defRPr/>
            </a:pPr>
            <a:endParaRPr kumimoji="0" sz="11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6" name="Title 5">
            <a:extLst>
              <a:ext uri="{FF2B5EF4-FFF2-40B4-BE49-F238E27FC236}">
                <a16:creationId xmlns:a16="http://schemas.microsoft.com/office/drawing/2014/main" id="{6A098263-2312-32A1-3802-9CCD9283A132}"/>
              </a:ext>
            </a:extLst>
          </p:cNvPr>
          <p:cNvSpPr>
            <a:spLocks noGrp="1"/>
          </p:cNvSpPr>
          <p:nvPr>
            <p:ph type="title"/>
          </p:nvPr>
        </p:nvSpPr>
        <p:spPr>
          <a:xfrm>
            <a:off x="579809" y="412751"/>
            <a:ext cx="11001004" cy="381000"/>
          </a:xfrm>
        </p:spPr>
        <p:txBody>
          <a:bodyPr/>
          <a:lstStyle/>
          <a:p>
            <a:r>
              <a:rPr lang="en-US" dirty="0"/>
              <a:t>Built-in Guidance for Creating Your Modern Private Cloud</a:t>
            </a:r>
          </a:p>
        </p:txBody>
      </p:sp>
      <p:sp>
        <p:nvSpPr>
          <p:cNvPr id="7" name="Subtitle 6">
            <a:extLst>
              <a:ext uri="{FF2B5EF4-FFF2-40B4-BE49-F238E27FC236}">
                <a16:creationId xmlns:a16="http://schemas.microsoft.com/office/drawing/2014/main" id="{873E3AF8-0527-99ED-015B-411716712AAD}"/>
              </a:ext>
            </a:extLst>
          </p:cNvPr>
          <p:cNvSpPr>
            <a:spLocks noGrp="1"/>
          </p:cNvSpPr>
          <p:nvPr>
            <p:ph type="subTitle" idx="10"/>
          </p:nvPr>
        </p:nvSpPr>
        <p:spPr>
          <a:xfrm>
            <a:off x="592866" y="811830"/>
            <a:ext cx="10962687" cy="247743"/>
          </a:xfrm>
        </p:spPr>
        <p:txBody>
          <a:bodyPr/>
          <a:lstStyle/>
          <a:p>
            <a:r>
              <a:rPr lang="en-US" dirty="0"/>
              <a:t>VCF Automation Tenant Management</a:t>
            </a:r>
          </a:p>
          <a:p>
            <a:endParaRPr lang="en-US" dirty="0"/>
          </a:p>
        </p:txBody>
      </p:sp>
      <p:sp>
        <p:nvSpPr>
          <p:cNvPr id="15" name="Text Placeholder 14">
            <a:extLst>
              <a:ext uri="{FF2B5EF4-FFF2-40B4-BE49-F238E27FC236}">
                <a16:creationId xmlns:a16="http://schemas.microsoft.com/office/drawing/2014/main" id="{04FF9A17-8793-DC6F-3ED8-30F1625EEF98}"/>
              </a:ext>
            </a:extLst>
          </p:cNvPr>
          <p:cNvSpPr>
            <a:spLocks noGrp="1"/>
          </p:cNvSpPr>
          <p:nvPr>
            <p:ph type="body" sz="quarter" idx="20"/>
          </p:nvPr>
        </p:nvSpPr>
        <p:spPr>
          <a:xfrm>
            <a:off x="0" y="1609531"/>
            <a:ext cx="2894013" cy="4572000"/>
          </a:xfrm>
        </p:spPr>
        <p:txBody>
          <a:bodyPr/>
          <a:lstStyle/>
          <a:p>
            <a:r>
              <a:rPr lang="en-US" dirty="0"/>
              <a:t>…</a:t>
            </a:r>
          </a:p>
        </p:txBody>
      </p:sp>
      <p:pic>
        <p:nvPicPr>
          <p:cNvPr id="3" name="Picture 2">
            <a:extLst>
              <a:ext uri="{FF2B5EF4-FFF2-40B4-BE49-F238E27FC236}">
                <a16:creationId xmlns:a16="http://schemas.microsoft.com/office/drawing/2014/main" id="{50C1A42C-7C2A-D9EC-C717-F0D19B67ECA7}"/>
              </a:ext>
            </a:extLst>
          </p:cNvPr>
          <p:cNvPicPr>
            <a:picLocks noChangeAspect="1"/>
          </p:cNvPicPr>
          <p:nvPr/>
        </p:nvPicPr>
        <p:blipFill>
          <a:blip r:embed="rId3"/>
          <a:stretch>
            <a:fillRect/>
          </a:stretch>
        </p:blipFill>
        <p:spPr>
          <a:xfrm>
            <a:off x="3490309" y="1580135"/>
            <a:ext cx="7989824" cy="4641088"/>
          </a:xfrm>
          <a:prstGeom prst="rect">
            <a:avLst/>
          </a:prstGeom>
          <a:effectLst/>
        </p:spPr>
      </p:pic>
      <p:sp>
        <p:nvSpPr>
          <p:cNvPr id="22" name="Rectangle 21">
            <a:extLst>
              <a:ext uri="{FF2B5EF4-FFF2-40B4-BE49-F238E27FC236}">
                <a16:creationId xmlns:a16="http://schemas.microsoft.com/office/drawing/2014/main" id="{CB5D19FE-C128-571C-5171-2EF15CA3C5A8}"/>
              </a:ext>
            </a:extLst>
          </p:cNvPr>
          <p:cNvSpPr/>
          <p:nvPr/>
        </p:nvSpPr>
        <p:spPr bwMode="gray">
          <a:xfrm>
            <a:off x="184263" y="2032001"/>
            <a:ext cx="2525486" cy="667657"/>
          </a:xfrm>
          <a:prstGeom prst="rect">
            <a:avLst/>
          </a:prstGeom>
          <a:solidFill>
            <a:srgbClr val="F5F9FB"/>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23" name="TextBox 22">
            <a:extLst>
              <a:ext uri="{FF2B5EF4-FFF2-40B4-BE49-F238E27FC236}">
                <a16:creationId xmlns:a16="http://schemas.microsoft.com/office/drawing/2014/main" id="{D3202783-701D-262B-8106-EFB64ABBB1A3}"/>
              </a:ext>
            </a:extLst>
          </p:cNvPr>
          <p:cNvSpPr txBox="1"/>
          <p:nvPr/>
        </p:nvSpPr>
        <p:spPr>
          <a:xfrm>
            <a:off x="279587" y="2071323"/>
            <a:ext cx="2557484" cy="393954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005C8A"/>
                </a:solidFill>
                <a:effectLst/>
                <a:uLnTx/>
                <a:uFillTx/>
                <a:latin typeface="Arial" panose="020B0604020202020204"/>
                <a:ea typeface="+mn-ea"/>
                <a:cs typeface="+mn-cs"/>
              </a:rPr>
              <a:t>Create regions and tenant organizations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700" b="0" i="0" u="none" strike="noStrike" kern="1200" cap="none" spc="0" normalizeH="0" baseline="0" noProof="0" dirty="0">
              <a:ln>
                <a:noFill/>
              </a:ln>
              <a:solidFill>
                <a:srgbClr val="005C8A"/>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005C8A"/>
                </a:solidFill>
                <a:effectLst/>
                <a:uLnTx/>
                <a:uFillTx/>
                <a:latin typeface="Arial" panose="020B0604020202020204"/>
                <a:ea typeface="+mn-ea"/>
                <a:cs typeface="+mn-cs"/>
              </a:rPr>
              <a:t>Define IP Spaces for easy allocation of IP blocks to consumers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700" b="0" i="0" u="none" strike="noStrike" kern="1200" cap="none" spc="0" normalizeH="0" baseline="0" noProof="0" dirty="0">
              <a:ln>
                <a:noFill/>
              </a:ln>
              <a:solidFill>
                <a:srgbClr val="005C8A"/>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005C8A"/>
                </a:solidFill>
                <a:effectLst/>
                <a:uLnTx/>
                <a:uFillTx/>
                <a:latin typeface="Arial" panose="020B0604020202020204"/>
                <a:ea typeface="+mn-ea"/>
                <a:cs typeface="+mn-cs"/>
              </a:rPr>
              <a:t>Create provider gateways to enable external connectivity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700" b="0" i="0" u="none" strike="noStrike" kern="1200" cap="none" spc="0" normalizeH="0" baseline="0" noProof="0" dirty="0">
              <a:ln>
                <a:noFill/>
              </a:ln>
              <a:solidFill>
                <a:srgbClr val="005C8A"/>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005C8A"/>
                </a:solidFill>
                <a:effectLst/>
                <a:uLnTx/>
                <a:uFillTx/>
                <a:latin typeface="Arial" panose="020B0604020202020204"/>
                <a:ea typeface="+mn-ea"/>
                <a:cs typeface="+mn-cs"/>
              </a:rPr>
              <a:t>Assign provider gateways, edge clusters, and IP Spaces to organizations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B1D36"/>
              </a:solidFill>
              <a:effectLst/>
              <a:uLnTx/>
              <a:uFillTx/>
              <a:latin typeface="Arial" panose="020B0604020202020204"/>
              <a:ea typeface="+mn-ea"/>
              <a:cs typeface="+mn-cs"/>
            </a:endParaRPr>
          </a:p>
        </p:txBody>
      </p:sp>
    </p:spTree>
    <p:extLst>
      <p:ext uri="{BB962C8B-B14F-4D97-AF65-F5344CB8AC3E}">
        <p14:creationId xmlns:p14="http://schemas.microsoft.com/office/powerpoint/2010/main" val="1761932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359"/>
        <p:cNvGrpSpPr/>
        <p:nvPr/>
      </p:nvGrpSpPr>
      <p:grpSpPr>
        <a:xfrm>
          <a:off x="0" y="0"/>
          <a:ext cx="0" cy="0"/>
          <a:chOff x="0" y="0"/>
          <a:chExt cx="0" cy="0"/>
        </a:xfrm>
      </p:grpSpPr>
      <p:sp>
        <p:nvSpPr>
          <p:cNvPr id="3360" name="Google Shape;3360;p128"/>
          <p:cNvSpPr txBox="1">
            <a:spLocks noGrp="1"/>
          </p:cNvSpPr>
          <p:nvPr>
            <p:ph type="title"/>
          </p:nvPr>
        </p:nvSpPr>
        <p:spPr>
          <a:xfrm>
            <a:off x="579809" y="412751"/>
            <a:ext cx="11001004" cy="381000"/>
          </a:xfrm>
          <a:noFill/>
          <a:ln>
            <a:noFill/>
          </a:ln>
        </p:spPr>
        <p:txBody>
          <a:bodyPr spcFirstLastPara="1" vert="horz" wrap="square" lIns="0" tIns="0" rIns="0" bIns="0" rtlCol="0" anchor="b" anchorCtr="0">
            <a:noAutofit/>
          </a:bodyPr>
          <a:lstStyle/>
          <a:p>
            <a:r>
              <a:rPr lang="en-US" dirty="0"/>
              <a:t>Streamline Organizational Resource Management and Operations</a:t>
            </a:r>
          </a:p>
        </p:txBody>
      </p:sp>
      <p:sp>
        <p:nvSpPr>
          <p:cNvPr id="3361" name="Google Shape;3361;p128"/>
          <p:cNvSpPr txBox="1">
            <a:spLocks noGrp="1"/>
          </p:cNvSpPr>
          <p:nvPr>
            <p:ph type="subTitle" idx="10"/>
          </p:nvPr>
        </p:nvSpPr>
        <p:spPr>
          <a:xfrm>
            <a:off x="592866" y="811830"/>
            <a:ext cx="10962687" cy="247743"/>
          </a:xfrm>
          <a:noFill/>
          <a:ln>
            <a:noFill/>
          </a:ln>
        </p:spPr>
        <p:txBody>
          <a:bodyPr spcFirstLastPara="1" vert="horz" wrap="square" lIns="0" tIns="0" rIns="0" bIns="0" rtlCol="0" anchor="t" anchorCtr="0">
            <a:noAutofit/>
          </a:bodyPr>
          <a:lstStyle/>
          <a:p>
            <a:r>
              <a:rPr lang="en-US" dirty="0"/>
              <a:t>Build a secure and efficient Private Cloud</a:t>
            </a:r>
          </a:p>
        </p:txBody>
      </p:sp>
      <p:sp>
        <p:nvSpPr>
          <p:cNvPr id="3362" name="Google Shape;3362;p128"/>
          <p:cNvSpPr txBox="1">
            <a:spLocks noGrp="1"/>
          </p:cNvSpPr>
          <p:nvPr>
            <p:ph type="body" sz="quarter" idx="17"/>
          </p:nvPr>
        </p:nvSpPr>
        <p:spPr>
          <a:xfrm>
            <a:off x="8380413" y="1600199"/>
            <a:ext cx="3808412" cy="5049983"/>
          </a:xfrm>
          <a:noFill/>
          <a:ln>
            <a:noFill/>
          </a:ln>
        </p:spPr>
        <p:txBody>
          <a:bodyPr spcFirstLastPara="1" vert="horz" wrap="square" lIns="0" tIns="457081" rIns="594195" bIns="457081" rtlCol="0" anchor="t" anchorCtr="0">
            <a:noAutofit/>
          </a:bodyPr>
          <a:lstStyle/>
          <a:p>
            <a:r>
              <a:rPr lang="en-US" dirty="0"/>
              <a:t>Highly available and fault tolerant.</a:t>
            </a:r>
          </a:p>
          <a:p>
            <a:r>
              <a:rPr lang="en-US" dirty="0"/>
              <a:t>Comprehensive network isolation.</a:t>
            </a:r>
          </a:p>
          <a:p>
            <a:r>
              <a:rPr lang="en-US" dirty="0"/>
              <a:t>Improved compliance and security. </a:t>
            </a:r>
          </a:p>
          <a:p>
            <a:r>
              <a:rPr lang="en-US" dirty="0"/>
              <a:t>Extensible services ecosystem.</a:t>
            </a:r>
          </a:p>
          <a:p>
            <a:r>
              <a:rPr lang="en-US" dirty="0"/>
              <a:t>Increased visibility and control:</a:t>
            </a:r>
          </a:p>
          <a:p>
            <a:pPr marL="285750" indent="-285750">
              <a:buFont typeface="Arial" panose="020B0604020202020204" pitchFamily="34" charset="0"/>
              <a:buChar char="•"/>
            </a:pPr>
            <a:r>
              <a:rPr lang="en-US" sz="1400" dirty="0"/>
              <a:t>Enables application teams to choose multiple vSphere zones for deploying applications.</a:t>
            </a:r>
          </a:p>
          <a:p>
            <a:pPr marL="285750" indent="-285750">
              <a:buFont typeface="Arial" panose="020B0604020202020204" pitchFamily="34" charset="0"/>
              <a:buChar char="•"/>
            </a:pPr>
            <a:r>
              <a:rPr lang="en-US" sz="1400" dirty="0"/>
              <a:t>Organizations have separate resources and use VPCs to isolate teams in those organizations.</a:t>
            </a:r>
          </a:p>
          <a:p>
            <a:pPr marL="285750" indent="-285750">
              <a:buFont typeface="Arial" panose="020B0604020202020204" pitchFamily="34" charset="0"/>
              <a:buChar char="•"/>
            </a:pPr>
            <a:r>
              <a:rPr lang="en-US" sz="1400" dirty="0"/>
              <a:t>Manage resources, set quotas, control permissions, offer managed services like encryption and backup. </a:t>
            </a:r>
          </a:p>
        </p:txBody>
      </p:sp>
      <p:pic>
        <p:nvPicPr>
          <p:cNvPr id="12" name="Content Placeholder 11">
            <a:extLst>
              <a:ext uri="{FF2B5EF4-FFF2-40B4-BE49-F238E27FC236}">
                <a16:creationId xmlns:a16="http://schemas.microsoft.com/office/drawing/2014/main" id="{9798E903-06D0-5BD2-D35B-3215156EF659}"/>
              </a:ext>
            </a:extLst>
          </p:cNvPr>
          <p:cNvPicPr>
            <a:picLocks noGrp="1" noChangeAspect="1"/>
          </p:cNvPicPr>
          <p:nvPr>
            <p:ph sz="quarter" idx="14"/>
          </p:nvPr>
        </p:nvPicPr>
        <p:blipFill>
          <a:blip r:embed="rId3"/>
          <a:stretch>
            <a:fillRect/>
          </a:stretch>
        </p:blipFill>
        <p:spPr>
          <a:xfrm>
            <a:off x="592866" y="1694870"/>
            <a:ext cx="7397750" cy="3766408"/>
          </a:xfrm>
          <a:effectLst>
            <a:outerShdw blurRad="50800" dist="38100" dir="2700000" algn="tl" rotWithShape="0">
              <a:prstClr val="black">
                <a:alpha val="40000"/>
              </a:prstClr>
            </a:outerShdw>
          </a:effectLst>
        </p:spPr>
      </p:pic>
      <p:grpSp>
        <p:nvGrpSpPr>
          <p:cNvPr id="14" name="Group 13">
            <a:extLst>
              <a:ext uri="{FF2B5EF4-FFF2-40B4-BE49-F238E27FC236}">
                <a16:creationId xmlns:a16="http://schemas.microsoft.com/office/drawing/2014/main" id="{933498F9-D61D-FF30-4336-2C34DED0BC18}"/>
              </a:ext>
            </a:extLst>
          </p:cNvPr>
          <p:cNvGrpSpPr/>
          <p:nvPr/>
        </p:nvGrpSpPr>
        <p:grpSpPr>
          <a:xfrm>
            <a:off x="1931562" y="2968474"/>
            <a:ext cx="5949516" cy="802529"/>
            <a:chOff x="1946709" y="3276600"/>
            <a:chExt cx="5949516" cy="802529"/>
          </a:xfrm>
        </p:grpSpPr>
        <p:pic>
          <p:nvPicPr>
            <p:cNvPr id="8" name="Picture 7">
              <a:extLst>
                <a:ext uri="{FF2B5EF4-FFF2-40B4-BE49-F238E27FC236}">
                  <a16:creationId xmlns:a16="http://schemas.microsoft.com/office/drawing/2014/main" id="{96A53F64-5B5B-0980-5397-EE0E75371528}"/>
                </a:ext>
              </a:extLst>
            </p:cNvPr>
            <p:cNvPicPr>
              <a:picLocks noChangeAspect="1"/>
            </p:cNvPicPr>
            <p:nvPr/>
          </p:nvPicPr>
          <p:blipFill>
            <a:blip r:embed="rId4"/>
            <a:stretch>
              <a:fillRect/>
            </a:stretch>
          </p:blipFill>
          <p:spPr>
            <a:xfrm>
              <a:off x="1946709" y="3276600"/>
              <a:ext cx="5949516" cy="802529"/>
            </a:xfrm>
            <a:prstGeom prst="rect">
              <a:avLst/>
            </a:prstGeom>
          </p:spPr>
        </p:pic>
        <p:pic>
          <p:nvPicPr>
            <p:cNvPr id="13" name="Graphic 12" descr="Cursor with solid fill">
              <a:extLst>
                <a:ext uri="{FF2B5EF4-FFF2-40B4-BE49-F238E27FC236}">
                  <a16:creationId xmlns:a16="http://schemas.microsoft.com/office/drawing/2014/main" id="{D2C28959-241F-9803-138D-D3B0C08865A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546634" y="3735529"/>
              <a:ext cx="244191" cy="244191"/>
            </a:xfrm>
            <a:prstGeom prst="rect">
              <a:avLst/>
            </a:prstGeom>
          </p:spPr>
        </p:pic>
      </p:grpSp>
      <p:pic>
        <p:nvPicPr>
          <p:cNvPr id="16" name="Picture 15">
            <a:extLst>
              <a:ext uri="{FF2B5EF4-FFF2-40B4-BE49-F238E27FC236}">
                <a16:creationId xmlns:a16="http://schemas.microsoft.com/office/drawing/2014/main" id="{ECCCF1E3-239E-405F-361C-3443D679C048}"/>
              </a:ext>
            </a:extLst>
          </p:cNvPr>
          <p:cNvPicPr>
            <a:picLocks noChangeAspect="1"/>
          </p:cNvPicPr>
          <p:nvPr/>
        </p:nvPicPr>
        <p:blipFill>
          <a:blip r:embed="rId6"/>
          <a:stretch>
            <a:fillRect/>
          </a:stretch>
        </p:blipFill>
        <p:spPr>
          <a:xfrm>
            <a:off x="593120" y="1694870"/>
            <a:ext cx="7397496" cy="3767328"/>
          </a:xfrm>
          <a:prstGeom prst="rect">
            <a:avLst/>
          </a:prstGeom>
        </p:spPr>
      </p:pic>
      <p:grpSp>
        <p:nvGrpSpPr>
          <p:cNvPr id="20" name="Group 19">
            <a:extLst>
              <a:ext uri="{FF2B5EF4-FFF2-40B4-BE49-F238E27FC236}">
                <a16:creationId xmlns:a16="http://schemas.microsoft.com/office/drawing/2014/main" id="{32F25DA5-4973-80C5-5008-634A1A627D57}"/>
              </a:ext>
            </a:extLst>
          </p:cNvPr>
          <p:cNvGrpSpPr/>
          <p:nvPr/>
        </p:nvGrpSpPr>
        <p:grpSpPr>
          <a:xfrm>
            <a:off x="1830169" y="2592144"/>
            <a:ext cx="5949516" cy="2555832"/>
            <a:chOff x="1852140" y="2893446"/>
            <a:chExt cx="5949516" cy="2555832"/>
          </a:xfrm>
        </p:grpSpPr>
        <p:pic>
          <p:nvPicPr>
            <p:cNvPr id="18" name="Picture 17">
              <a:extLst>
                <a:ext uri="{FF2B5EF4-FFF2-40B4-BE49-F238E27FC236}">
                  <a16:creationId xmlns:a16="http://schemas.microsoft.com/office/drawing/2014/main" id="{AB1E2C79-4E62-273C-3D6F-A403A0B8A216}"/>
                </a:ext>
              </a:extLst>
            </p:cNvPr>
            <p:cNvPicPr>
              <a:picLocks noChangeAspect="1"/>
            </p:cNvPicPr>
            <p:nvPr/>
          </p:nvPicPr>
          <p:blipFill>
            <a:blip r:embed="rId7"/>
            <a:stretch>
              <a:fillRect/>
            </a:stretch>
          </p:blipFill>
          <p:spPr>
            <a:xfrm>
              <a:off x="1852140" y="2893446"/>
              <a:ext cx="5949516" cy="2555832"/>
            </a:xfrm>
            <a:prstGeom prst="rect">
              <a:avLst/>
            </a:prstGeom>
          </p:spPr>
        </p:pic>
        <p:pic>
          <p:nvPicPr>
            <p:cNvPr id="19" name="Graphic 18" descr="Cursor with solid fill">
              <a:extLst>
                <a:ext uri="{FF2B5EF4-FFF2-40B4-BE49-F238E27FC236}">
                  <a16:creationId xmlns:a16="http://schemas.microsoft.com/office/drawing/2014/main" id="{FDDBCFD4-BD59-C7EC-A559-6F8B8AE60A6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424538" y="3293307"/>
              <a:ext cx="244191" cy="244191"/>
            </a:xfrm>
            <a:prstGeom prst="rect">
              <a:avLst/>
            </a:prstGeom>
          </p:spPr>
        </p:pic>
      </p:grpSp>
      <p:grpSp>
        <p:nvGrpSpPr>
          <p:cNvPr id="24" name="Group 23">
            <a:extLst>
              <a:ext uri="{FF2B5EF4-FFF2-40B4-BE49-F238E27FC236}">
                <a16:creationId xmlns:a16="http://schemas.microsoft.com/office/drawing/2014/main" id="{87B87BEC-DCC3-A3FA-2F02-B689D0B10515}"/>
              </a:ext>
            </a:extLst>
          </p:cNvPr>
          <p:cNvGrpSpPr/>
          <p:nvPr/>
        </p:nvGrpSpPr>
        <p:grpSpPr>
          <a:xfrm>
            <a:off x="1943304" y="2694504"/>
            <a:ext cx="5924126" cy="2453472"/>
            <a:chOff x="1958451" y="3002630"/>
            <a:chExt cx="5812559" cy="2408707"/>
          </a:xfrm>
        </p:grpSpPr>
        <p:pic>
          <p:nvPicPr>
            <p:cNvPr id="22" name="Picture 21">
              <a:extLst>
                <a:ext uri="{FF2B5EF4-FFF2-40B4-BE49-F238E27FC236}">
                  <a16:creationId xmlns:a16="http://schemas.microsoft.com/office/drawing/2014/main" id="{8167B57A-3E6D-6963-2CF5-2B5D6BFF7196}"/>
                </a:ext>
              </a:extLst>
            </p:cNvPr>
            <p:cNvPicPr>
              <a:picLocks noChangeAspect="1"/>
            </p:cNvPicPr>
            <p:nvPr/>
          </p:nvPicPr>
          <p:blipFill>
            <a:blip r:embed="rId8"/>
            <a:stretch>
              <a:fillRect/>
            </a:stretch>
          </p:blipFill>
          <p:spPr>
            <a:xfrm>
              <a:off x="1958451" y="3002630"/>
              <a:ext cx="5812559" cy="2408707"/>
            </a:xfrm>
            <a:prstGeom prst="rect">
              <a:avLst/>
            </a:prstGeom>
          </p:spPr>
        </p:pic>
        <p:pic>
          <p:nvPicPr>
            <p:cNvPr id="23" name="Graphic 22" descr="Cursor with solid fill">
              <a:extLst>
                <a:ext uri="{FF2B5EF4-FFF2-40B4-BE49-F238E27FC236}">
                  <a16:creationId xmlns:a16="http://schemas.microsoft.com/office/drawing/2014/main" id="{4E617E51-6F6C-9ED1-1A54-CAB52B42A73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346315" y="3490418"/>
              <a:ext cx="244191" cy="244191"/>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50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368"/>
        <p:cNvGrpSpPr/>
        <p:nvPr/>
      </p:nvGrpSpPr>
      <p:grpSpPr>
        <a:xfrm>
          <a:off x="0" y="0"/>
          <a:ext cx="0" cy="0"/>
          <a:chOff x="0" y="0"/>
          <a:chExt cx="0" cy="0"/>
        </a:xfrm>
      </p:grpSpPr>
      <p:pic>
        <p:nvPicPr>
          <p:cNvPr id="2" name="Google Shape;2741;g331302fa77b_6_51">
            <a:extLst>
              <a:ext uri="{FF2B5EF4-FFF2-40B4-BE49-F238E27FC236}">
                <a16:creationId xmlns:a16="http://schemas.microsoft.com/office/drawing/2014/main" id="{88009877-98FC-522D-FCA7-DBFD326A23E6}"/>
              </a:ext>
            </a:extLst>
          </p:cNvPr>
          <p:cNvPicPr preferRelativeResize="0"/>
          <p:nvPr/>
        </p:nvPicPr>
        <p:blipFill rotWithShape="1">
          <a:blip r:embed="rId3">
            <a:alphaModFix/>
          </a:blip>
          <a:srcRect b="20829"/>
          <a:stretch/>
        </p:blipFill>
        <p:spPr>
          <a:xfrm>
            <a:off x="595863" y="1694870"/>
            <a:ext cx="7397496" cy="3687839"/>
          </a:xfrm>
          <a:prstGeom prst="rect">
            <a:avLst/>
          </a:prstGeom>
          <a:noFill/>
          <a:ln>
            <a:noFill/>
          </a:ln>
          <a:effectLst>
            <a:outerShdw blurRad="50800" dist="38100" dir="2700000" algn="tl" rotWithShape="0">
              <a:prstClr val="black">
                <a:alpha val="40000"/>
              </a:prstClr>
            </a:outerShdw>
          </a:effectLst>
        </p:spPr>
      </p:pic>
      <p:sp>
        <p:nvSpPr>
          <p:cNvPr id="3369" name="Google Shape;3369;p129"/>
          <p:cNvSpPr txBox="1">
            <a:spLocks noGrp="1"/>
          </p:cNvSpPr>
          <p:nvPr>
            <p:ph type="title"/>
          </p:nvPr>
        </p:nvSpPr>
        <p:spPr>
          <a:xfrm>
            <a:off x="579809" y="412751"/>
            <a:ext cx="11001004" cy="381000"/>
          </a:xfrm>
          <a:noFill/>
          <a:ln>
            <a:noFill/>
          </a:ln>
        </p:spPr>
        <p:txBody>
          <a:bodyPr spcFirstLastPara="1" vert="horz" wrap="square" lIns="0" tIns="0" rIns="0" bIns="0" rtlCol="0" anchor="b" anchorCtr="0">
            <a:noAutofit/>
          </a:bodyPr>
          <a:lstStyle/>
          <a:p>
            <a:r>
              <a:rPr lang="en-US" dirty="0"/>
              <a:t>Streamlined processes for efficient Organization Management</a:t>
            </a:r>
          </a:p>
        </p:txBody>
      </p:sp>
      <p:sp>
        <p:nvSpPr>
          <p:cNvPr id="3370" name="Google Shape;3370;p129"/>
          <p:cNvSpPr txBox="1">
            <a:spLocks noGrp="1"/>
          </p:cNvSpPr>
          <p:nvPr>
            <p:ph type="subTitle" idx="10"/>
          </p:nvPr>
        </p:nvSpPr>
        <p:spPr>
          <a:xfrm>
            <a:off x="592866" y="811830"/>
            <a:ext cx="10962687" cy="247743"/>
          </a:xfrm>
          <a:noFill/>
          <a:ln>
            <a:noFill/>
          </a:ln>
        </p:spPr>
        <p:txBody>
          <a:bodyPr spcFirstLastPara="1" vert="horz" wrap="square" lIns="0" tIns="0" rIns="0" bIns="0" rtlCol="0" anchor="t" anchorCtr="0">
            <a:noAutofit/>
          </a:bodyPr>
          <a:lstStyle/>
          <a:p>
            <a:r>
              <a:rPr lang="en-US" dirty="0"/>
              <a:t>Quick Setup and Guided Workflows to Configure Organizations</a:t>
            </a:r>
          </a:p>
        </p:txBody>
      </p:sp>
      <p:sp>
        <p:nvSpPr>
          <p:cNvPr id="3371" name="Google Shape;3371;p129"/>
          <p:cNvSpPr txBox="1">
            <a:spLocks noGrp="1"/>
          </p:cNvSpPr>
          <p:nvPr>
            <p:ph type="body" sz="quarter" idx="17"/>
          </p:nvPr>
        </p:nvSpPr>
        <p:spPr>
          <a:xfrm>
            <a:off x="8380413" y="1600200"/>
            <a:ext cx="3808412" cy="4572000"/>
          </a:xfrm>
          <a:noFill/>
          <a:ln>
            <a:noFill/>
          </a:ln>
        </p:spPr>
        <p:txBody>
          <a:bodyPr spcFirstLastPara="1" vert="horz" wrap="square" lIns="0" tIns="457081" rIns="594195" bIns="457081" rtlCol="0" anchor="t" anchorCtr="0">
            <a:noAutofit/>
          </a:bodyPr>
          <a:lstStyle/>
          <a:p>
            <a:r>
              <a:rPr lang="en-US" dirty="0"/>
              <a:t>Simplify the adoption process for customers using VCF Automation 9, streamlining processes to save time, reduce errors, and boost productivity. </a:t>
            </a:r>
          </a:p>
          <a:p>
            <a:r>
              <a:rPr lang="en-US" dirty="0"/>
              <a:t>Enhance onboarding and support to create a better user experience.</a:t>
            </a:r>
          </a:p>
          <a:p>
            <a:pPr marL="285750" indent="-285750">
              <a:buFont typeface="Arial" panose="020B0604020202020204" pitchFamily="34" charset="0"/>
              <a:buChar char="•"/>
            </a:pPr>
            <a:r>
              <a:rPr lang="en-US" sz="1400" dirty="0"/>
              <a:t>Create organizations with network-isolated workloads and external connectivity through automated project and vSphere namespace creation.</a:t>
            </a:r>
          </a:p>
          <a:p>
            <a:pPr marL="285750" indent="-285750">
              <a:buFont typeface="Arial" panose="020B0604020202020204" pitchFamily="34" charset="0"/>
              <a:buChar char="•"/>
            </a:pPr>
            <a:r>
              <a:rPr lang="en-US" sz="1400" dirty="0"/>
              <a:t>Guided workflows assist users who opt out of the Quick Start.</a:t>
            </a:r>
          </a:p>
        </p:txBody>
      </p:sp>
      <p:pic>
        <p:nvPicPr>
          <p:cNvPr id="3" name="Google Shape;3345;p126" descr="Ubuntu blueprint">
            <a:extLst>
              <a:ext uri="{FF2B5EF4-FFF2-40B4-BE49-F238E27FC236}">
                <a16:creationId xmlns:a16="http://schemas.microsoft.com/office/drawing/2014/main" id="{F0656F7E-DDEF-231D-0AD1-609182133CBC}"/>
              </a:ext>
            </a:extLst>
          </p:cNvPr>
          <p:cNvPicPr preferRelativeResize="0">
            <a:picLocks noGrp="1"/>
          </p:cNvPicPr>
          <p:nvPr>
            <p:ph sz="quarter" idx="14"/>
          </p:nvPr>
        </p:nvPicPr>
        <p:blipFill rotWithShape="1">
          <a:blip r:embed="rId4">
            <a:alphaModFix/>
          </a:blip>
          <a:srcRect b="7474"/>
          <a:stretch/>
        </p:blipFill>
        <p:spPr>
          <a:xfrm>
            <a:off x="595863" y="1694870"/>
            <a:ext cx="7397750" cy="3535826"/>
          </a:xfrm>
          <a:prstGeom prst="rect">
            <a:avLst/>
          </a:prstGeom>
          <a:noFill/>
          <a:ln>
            <a:noFill/>
          </a:ln>
          <a:effectLst/>
        </p:spPr>
      </p:pic>
      <p:pic>
        <p:nvPicPr>
          <p:cNvPr id="5" name="Picture 4">
            <a:extLst>
              <a:ext uri="{FF2B5EF4-FFF2-40B4-BE49-F238E27FC236}">
                <a16:creationId xmlns:a16="http://schemas.microsoft.com/office/drawing/2014/main" id="{2B4392A9-EAEC-217A-548B-AA81221E9321}"/>
              </a:ext>
            </a:extLst>
          </p:cNvPr>
          <p:cNvPicPr>
            <a:picLocks noChangeAspect="1"/>
          </p:cNvPicPr>
          <p:nvPr/>
        </p:nvPicPr>
        <p:blipFill>
          <a:blip r:embed="rId5"/>
          <a:stretch>
            <a:fillRect/>
          </a:stretch>
        </p:blipFill>
        <p:spPr>
          <a:xfrm>
            <a:off x="595863" y="1999541"/>
            <a:ext cx="7397496" cy="3383168"/>
          </a:xfrm>
          <a:prstGeom prst="rect">
            <a:avLst/>
          </a:prstGeom>
          <a:effectLst>
            <a:outerShdw blurRad="50800" dist="38100" dir="2700000" algn="tl" rotWithShape="0">
              <a:prstClr val="black">
                <a:alpha val="40000"/>
              </a:prstClr>
            </a:outerShdw>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5845;p33">
            <a:extLst>
              <a:ext uri="{FF2B5EF4-FFF2-40B4-BE49-F238E27FC236}">
                <a16:creationId xmlns:a16="http://schemas.microsoft.com/office/drawing/2014/main" id="{42DE2379-09AD-2ADC-ED9A-23FFA2680ADF}"/>
              </a:ext>
            </a:extLst>
          </p:cNvPr>
          <p:cNvSpPr/>
          <p:nvPr/>
        </p:nvSpPr>
        <p:spPr>
          <a:xfrm>
            <a:off x="3425139" y="1604575"/>
            <a:ext cx="8179997" cy="4570809"/>
          </a:xfrm>
          <a:prstGeom prst="roundRect">
            <a:avLst>
              <a:gd name="adj" fmla="val 2525"/>
            </a:avLst>
          </a:prstGeom>
          <a:solidFill>
            <a:schemeClr val="lt1"/>
          </a:solidFill>
          <a:ln w="9525" cap="flat" cmpd="sng">
            <a:solidFill>
              <a:srgbClr val="797979"/>
            </a:solidFill>
            <a:prstDash val="solid"/>
            <a:round/>
            <a:headEnd type="none" w="sm" len="sm"/>
            <a:tailEnd type="none" w="sm" len="sm"/>
          </a:ln>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Tx/>
              <a:buNone/>
              <a:tabLst/>
              <a:defRPr/>
            </a:pPr>
            <a:endParaRPr kumimoji="0" sz="11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6" name="Title 5">
            <a:extLst>
              <a:ext uri="{FF2B5EF4-FFF2-40B4-BE49-F238E27FC236}">
                <a16:creationId xmlns:a16="http://schemas.microsoft.com/office/drawing/2014/main" id="{EFFF161A-D70A-FC60-FD29-A349B90B6460}"/>
              </a:ext>
            </a:extLst>
          </p:cNvPr>
          <p:cNvSpPr>
            <a:spLocks noGrp="1"/>
          </p:cNvSpPr>
          <p:nvPr>
            <p:ph type="title"/>
          </p:nvPr>
        </p:nvSpPr>
        <p:spPr>
          <a:xfrm>
            <a:off x="581245" y="413536"/>
            <a:ext cx="10998139" cy="380901"/>
          </a:xfrm>
        </p:spPr>
        <p:txBody>
          <a:bodyPr/>
          <a:lstStyle/>
          <a:p>
            <a:r>
              <a:rPr lang="en-US" dirty="0"/>
              <a:t>Modern Infrastructure and Multi-tenancy Enables More Use Cases</a:t>
            </a:r>
          </a:p>
        </p:txBody>
      </p:sp>
      <p:sp>
        <p:nvSpPr>
          <p:cNvPr id="7" name="Subtitle 6">
            <a:extLst>
              <a:ext uri="{FF2B5EF4-FFF2-40B4-BE49-F238E27FC236}">
                <a16:creationId xmlns:a16="http://schemas.microsoft.com/office/drawing/2014/main" id="{8939D66F-F1EE-0530-6355-04527269E7EA}"/>
              </a:ext>
            </a:extLst>
          </p:cNvPr>
          <p:cNvSpPr>
            <a:spLocks noGrp="1"/>
          </p:cNvSpPr>
          <p:nvPr>
            <p:ph type="subTitle" idx="10"/>
          </p:nvPr>
        </p:nvSpPr>
        <p:spPr>
          <a:xfrm>
            <a:off x="594300" y="812513"/>
            <a:ext cx="10959832" cy="247678"/>
          </a:xfrm>
        </p:spPr>
        <p:txBody>
          <a:bodyPr/>
          <a:lstStyle/>
          <a:p>
            <a:r>
              <a:rPr lang="en-US" dirty="0"/>
              <a:t>Example: Infrastructure-as-a-Service (IaaS)</a:t>
            </a:r>
          </a:p>
        </p:txBody>
      </p:sp>
      <p:sp>
        <p:nvSpPr>
          <p:cNvPr id="15" name="Text Placeholder 14">
            <a:extLst>
              <a:ext uri="{FF2B5EF4-FFF2-40B4-BE49-F238E27FC236}">
                <a16:creationId xmlns:a16="http://schemas.microsoft.com/office/drawing/2014/main" id="{645CCD29-5D25-6328-0168-CBF31C16C2E4}"/>
              </a:ext>
            </a:extLst>
          </p:cNvPr>
          <p:cNvSpPr>
            <a:spLocks noGrp="1"/>
          </p:cNvSpPr>
          <p:nvPr>
            <p:ph type="body" sz="quarter" idx="20"/>
          </p:nvPr>
        </p:nvSpPr>
        <p:spPr>
          <a:xfrm>
            <a:off x="1589" y="1610005"/>
            <a:ext cx="2893259" cy="4570809"/>
          </a:xfrm>
        </p:spPr>
        <p:txBody>
          <a:bodyPr/>
          <a:lstStyle/>
          <a:p>
            <a:r>
              <a:rPr lang="en-US" dirty="0"/>
              <a:t>Self-service IaaS for developers, app owners, etc.</a:t>
            </a:r>
          </a:p>
          <a:p>
            <a:r>
              <a:rPr lang="en-US" dirty="0"/>
              <a:t>Standard deployments with blueprints</a:t>
            </a:r>
          </a:p>
          <a:p>
            <a:r>
              <a:rPr lang="en-US" dirty="0"/>
              <a:t>Tenant autonomy through role-based access</a:t>
            </a:r>
          </a:p>
          <a:p>
            <a:r>
              <a:rPr lang="en-US" dirty="0"/>
              <a:t>Central IT governance</a:t>
            </a:r>
          </a:p>
        </p:txBody>
      </p:sp>
      <p:pic>
        <p:nvPicPr>
          <p:cNvPr id="11" name="Picture 10">
            <a:extLst>
              <a:ext uri="{FF2B5EF4-FFF2-40B4-BE49-F238E27FC236}">
                <a16:creationId xmlns:a16="http://schemas.microsoft.com/office/drawing/2014/main" id="{EAF5E21D-8282-076A-52DF-32E5FE9294E8}"/>
              </a:ext>
            </a:extLst>
          </p:cNvPr>
          <p:cNvPicPr>
            <a:picLocks noChangeAspect="1"/>
          </p:cNvPicPr>
          <p:nvPr/>
        </p:nvPicPr>
        <p:blipFill>
          <a:blip r:embed="rId3"/>
          <a:stretch>
            <a:fillRect/>
          </a:stretch>
        </p:blipFill>
        <p:spPr>
          <a:xfrm>
            <a:off x="3493303" y="1681903"/>
            <a:ext cx="8041577" cy="4394071"/>
          </a:xfrm>
          <a:prstGeom prst="rect">
            <a:avLst/>
          </a:prstGeom>
          <a:ln>
            <a:noFill/>
          </a:ln>
        </p:spPr>
      </p:pic>
    </p:spTree>
    <p:extLst>
      <p:ext uri="{BB962C8B-B14F-4D97-AF65-F5344CB8AC3E}">
        <p14:creationId xmlns:p14="http://schemas.microsoft.com/office/powerpoint/2010/main" val="1202511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332"/>
        <p:cNvGrpSpPr/>
        <p:nvPr/>
      </p:nvGrpSpPr>
      <p:grpSpPr>
        <a:xfrm>
          <a:off x="0" y="0"/>
          <a:ext cx="0" cy="0"/>
          <a:chOff x="0" y="0"/>
          <a:chExt cx="0" cy="0"/>
        </a:xfrm>
      </p:grpSpPr>
      <p:sp>
        <p:nvSpPr>
          <p:cNvPr id="3333" name="Google Shape;3333;p125"/>
          <p:cNvSpPr txBox="1">
            <a:spLocks noGrp="1"/>
          </p:cNvSpPr>
          <p:nvPr>
            <p:ph type="title"/>
          </p:nvPr>
        </p:nvSpPr>
        <p:spPr>
          <a:xfrm>
            <a:off x="579809" y="413536"/>
            <a:ext cx="11001004" cy="380901"/>
          </a:xfrm>
          <a:prstGeom prst="rect">
            <a:avLst/>
          </a:prstGeom>
          <a:noFill/>
          <a:ln>
            <a:noFill/>
          </a:ln>
        </p:spPr>
        <p:txBody>
          <a:bodyPr spcFirstLastPara="1" vert="horz" wrap="square" lIns="0" tIns="0" rIns="0" bIns="0" rtlCol="0" anchor="b" anchorCtr="0">
            <a:noAutofit/>
          </a:bodyPr>
          <a:lstStyle/>
          <a:p>
            <a:r>
              <a:rPr lang="en-US" dirty="0"/>
              <a:t>Provide Out-of-the-Box IaaS Services </a:t>
            </a:r>
            <a:endParaRPr dirty="0"/>
          </a:p>
        </p:txBody>
      </p:sp>
      <p:sp>
        <p:nvSpPr>
          <p:cNvPr id="3334" name="Google Shape;3334;p125"/>
          <p:cNvSpPr txBox="1">
            <a:spLocks noGrp="1"/>
          </p:cNvSpPr>
          <p:nvPr>
            <p:ph type="subTitle" idx="1"/>
          </p:nvPr>
        </p:nvSpPr>
        <p:spPr>
          <a:xfrm>
            <a:off x="592867" y="812513"/>
            <a:ext cx="10962687" cy="247678"/>
          </a:xfrm>
          <a:prstGeom prst="rect">
            <a:avLst/>
          </a:prstGeom>
          <a:noFill/>
          <a:ln>
            <a:noFill/>
          </a:ln>
        </p:spPr>
        <p:txBody>
          <a:bodyPr spcFirstLastPara="1" vert="horz" wrap="square" lIns="0" tIns="0" rIns="0" bIns="0" rtlCol="0" anchor="t" anchorCtr="0">
            <a:noAutofit/>
          </a:bodyPr>
          <a:lstStyle/>
          <a:p>
            <a:r>
              <a:rPr lang="en-US" dirty="0"/>
              <a:t>Self-service cloud experience enabled by Supervisor Services</a:t>
            </a:r>
            <a:endParaRPr dirty="0"/>
          </a:p>
        </p:txBody>
      </p:sp>
      <p:sp>
        <p:nvSpPr>
          <p:cNvPr id="3335" name="Google Shape;3335;p125"/>
          <p:cNvSpPr txBox="1">
            <a:spLocks noGrp="1"/>
          </p:cNvSpPr>
          <p:nvPr>
            <p:ph type="body" idx="2"/>
          </p:nvPr>
        </p:nvSpPr>
        <p:spPr>
          <a:xfrm>
            <a:off x="8380413" y="1600676"/>
            <a:ext cx="3920146" cy="5256431"/>
          </a:xfrm>
          <a:prstGeom prst="rect">
            <a:avLst/>
          </a:prstGeom>
          <a:noFill/>
          <a:ln>
            <a:noFill/>
          </a:ln>
        </p:spPr>
        <p:txBody>
          <a:bodyPr spcFirstLastPara="1" vert="horz" wrap="square" lIns="0" tIns="457081" rIns="594195" bIns="457081" rtlCol="0" anchor="t" anchorCtr="0">
            <a:noAutofit/>
          </a:bodyPr>
          <a:lstStyle/>
          <a:p>
            <a:pPr marL="0" indent="0">
              <a:buNone/>
            </a:pPr>
            <a:r>
              <a:rPr lang="en-US" dirty="0"/>
              <a:t>Simplify the deployment and management of IT resources.</a:t>
            </a:r>
            <a:endParaRPr dirty="0"/>
          </a:p>
          <a:p>
            <a:pPr marL="0" indent="0">
              <a:spcBef>
                <a:spcPts val="600"/>
              </a:spcBef>
              <a:buNone/>
            </a:pPr>
            <a:r>
              <a:rPr lang="en-US" dirty="0"/>
              <a:t>Increase user productivity by reducing dependence on IT Admins.</a:t>
            </a:r>
            <a:endParaRPr dirty="0"/>
          </a:p>
          <a:p>
            <a:pPr marL="0" indent="0">
              <a:spcBef>
                <a:spcPts val="600"/>
              </a:spcBef>
              <a:buNone/>
            </a:pPr>
            <a:r>
              <a:rPr lang="en-US" dirty="0"/>
              <a:t>User-friendly interface to save time and simplify operations.</a:t>
            </a:r>
            <a:endParaRPr dirty="0"/>
          </a:p>
          <a:p>
            <a:pPr marL="285664" indent="-285664">
              <a:spcBef>
                <a:spcPts val="600"/>
              </a:spcBef>
              <a:buSzPts val="1260"/>
              <a:buFont typeface="Arial"/>
              <a:buChar char="•"/>
            </a:pPr>
            <a:r>
              <a:rPr lang="en-US" sz="1400" dirty="0"/>
              <a:t>Comprehensive OOTB IaaS services.</a:t>
            </a:r>
            <a:endParaRPr dirty="0"/>
          </a:p>
          <a:p>
            <a:pPr marL="285664" indent="-285664">
              <a:spcBef>
                <a:spcPts val="600"/>
              </a:spcBef>
              <a:buSzPts val="1260"/>
              <a:buFont typeface="Arial"/>
              <a:buChar char="•"/>
            </a:pPr>
            <a:r>
              <a:rPr lang="en-US" sz="1400" dirty="0"/>
              <a:t>Public cloud-like experience.</a:t>
            </a:r>
          </a:p>
          <a:p>
            <a:pPr marL="285664" indent="-285664">
              <a:spcBef>
                <a:spcPts val="600"/>
              </a:spcBef>
              <a:buSzPts val="1260"/>
              <a:buFont typeface="Arial"/>
              <a:buChar char="•"/>
            </a:pPr>
            <a:r>
              <a:rPr lang="en-US" sz="1400" dirty="0"/>
              <a:t>Streamline provisioning of IaaS services with VCFA’s interface.</a:t>
            </a:r>
            <a:endParaRPr dirty="0"/>
          </a:p>
        </p:txBody>
      </p:sp>
      <p:grpSp>
        <p:nvGrpSpPr>
          <p:cNvPr id="9" name="Group 8">
            <a:extLst>
              <a:ext uri="{FF2B5EF4-FFF2-40B4-BE49-F238E27FC236}">
                <a16:creationId xmlns:a16="http://schemas.microsoft.com/office/drawing/2014/main" id="{381BE202-287B-889C-220E-C33C81486CC4}"/>
              </a:ext>
            </a:extLst>
          </p:cNvPr>
          <p:cNvGrpSpPr/>
          <p:nvPr/>
        </p:nvGrpSpPr>
        <p:grpSpPr>
          <a:xfrm>
            <a:off x="607317" y="1694870"/>
            <a:ext cx="7398998" cy="3666159"/>
            <a:chOff x="612197" y="1808760"/>
            <a:chExt cx="7398998" cy="3666159"/>
          </a:xfrm>
        </p:grpSpPr>
        <p:pic>
          <p:nvPicPr>
            <p:cNvPr id="6" name="Google Shape;3345;p126" descr="Ubuntu blueprint">
              <a:extLst>
                <a:ext uri="{FF2B5EF4-FFF2-40B4-BE49-F238E27FC236}">
                  <a16:creationId xmlns:a16="http://schemas.microsoft.com/office/drawing/2014/main" id="{722CFA78-6B54-D179-7DC1-12EDB8D51301}"/>
                </a:ext>
              </a:extLst>
            </p:cNvPr>
            <p:cNvPicPr preferRelativeResize="0">
              <a:picLocks/>
            </p:cNvPicPr>
            <p:nvPr/>
          </p:nvPicPr>
          <p:blipFill rotWithShape="1">
            <a:blip r:embed="rId3">
              <a:alphaModFix/>
            </a:blip>
            <a:srcRect b="7474"/>
            <a:stretch/>
          </p:blipFill>
          <p:spPr>
            <a:xfrm>
              <a:off x="612197" y="1808760"/>
              <a:ext cx="7398998" cy="3536414"/>
            </a:xfrm>
            <a:prstGeom prst="rect">
              <a:avLst/>
            </a:prstGeom>
            <a:noFill/>
            <a:ln>
              <a:noFill/>
            </a:ln>
            <a:effectLst/>
          </p:spPr>
        </p:pic>
        <p:pic>
          <p:nvPicPr>
            <p:cNvPr id="5" name="Picture 4">
              <a:extLst>
                <a:ext uri="{FF2B5EF4-FFF2-40B4-BE49-F238E27FC236}">
                  <a16:creationId xmlns:a16="http://schemas.microsoft.com/office/drawing/2014/main" id="{5F0E7405-63F2-F803-E44D-97E93EEB46C3}"/>
                </a:ext>
              </a:extLst>
            </p:cNvPr>
            <p:cNvPicPr>
              <a:picLocks noChangeAspect="1"/>
            </p:cNvPicPr>
            <p:nvPr/>
          </p:nvPicPr>
          <p:blipFill>
            <a:blip r:embed="rId4"/>
            <a:srcRect b="2917"/>
            <a:stretch/>
          </p:blipFill>
          <p:spPr>
            <a:xfrm>
              <a:off x="612197" y="2087353"/>
              <a:ext cx="7398998" cy="3387566"/>
            </a:xfrm>
            <a:prstGeom prst="rect">
              <a:avLst/>
            </a:prstGeom>
            <a:effectLst>
              <a:outerShdw blurRad="50800" dist="38100" dir="2700000" algn="tl" rotWithShape="0">
                <a:prstClr val="black">
                  <a:alpha val="40000"/>
                </a:prstClr>
              </a:outerShdw>
            </a:effectLst>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341"/>
        <p:cNvGrpSpPr/>
        <p:nvPr/>
      </p:nvGrpSpPr>
      <p:grpSpPr>
        <a:xfrm>
          <a:off x="0" y="0"/>
          <a:ext cx="0" cy="0"/>
          <a:chOff x="0" y="0"/>
          <a:chExt cx="0" cy="0"/>
        </a:xfrm>
      </p:grpSpPr>
      <p:sp>
        <p:nvSpPr>
          <p:cNvPr id="3342" name="Google Shape;3342;p126"/>
          <p:cNvSpPr txBox="1">
            <a:spLocks noGrp="1"/>
          </p:cNvSpPr>
          <p:nvPr>
            <p:ph type="title"/>
          </p:nvPr>
        </p:nvSpPr>
        <p:spPr>
          <a:xfrm>
            <a:off x="579809" y="413536"/>
            <a:ext cx="11001004" cy="380901"/>
          </a:xfrm>
          <a:prstGeom prst="rect">
            <a:avLst/>
          </a:prstGeom>
          <a:noFill/>
          <a:ln>
            <a:noFill/>
          </a:ln>
        </p:spPr>
        <p:txBody>
          <a:bodyPr spcFirstLastPara="1" vert="horz" wrap="square" lIns="0" tIns="0" rIns="0" bIns="0" rtlCol="0" anchor="b" anchorCtr="0">
            <a:noAutofit/>
          </a:bodyPr>
          <a:lstStyle/>
          <a:p>
            <a:r>
              <a:rPr lang="en-US" dirty="0"/>
              <a:t>Enforce Infrastructure Governance</a:t>
            </a:r>
            <a:endParaRPr dirty="0"/>
          </a:p>
        </p:txBody>
      </p:sp>
      <p:sp>
        <p:nvSpPr>
          <p:cNvPr id="3343" name="Google Shape;3343;p126"/>
          <p:cNvSpPr txBox="1">
            <a:spLocks noGrp="1"/>
          </p:cNvSpPr>
          <p:nvPr>
            <p:ph type="subTitle" idx="1"/>
          </p:nvPr>
        </p:nvSpPr>
        <p:spPr>
          <a:xfrm>
            <a:off x="592867" y="812513"/>
            <a:ext cx="10962687" cy="247678"/>
          </a:xfrm>
          <a:prstGeom prst="rect">
            <a:avLst/>
          </a:prstGeom>
          <a:noFill/>
          <a:ln>
            <a:noFill/>
          </a:ln>
        </p:spPr>
        <p:txBody>
          <a:bodyPr spcFirstLastPara="1" vert="horz" wrap="square" lIns="0" tIns="0" rIns="0" bIns="0" rtlCol="0" anchor="t" anchorCtr="0">
            <a:noAutofit/>
          </a:bodyPr>
          <a:lstStyle/>
          <a:p>
            <a:r>
              <a:rPr lang="en-US" dirty="0"/>
              <a:t>Provide custom blueprint development for tailored IaaS services</a:t>
            </a:r>
            <a:endParaRPr dirty="0"/>
          </a:p>
        </p:txBody>
      </p:sp>
      <p:sp>
        <p:nvSpPr>
          <p:cNvPr id="3344" name="Google Shape;3344;p126"/>
          <p:cNvSpPr txBox="1">
            <a:spLocks noGrp="1"/>
          </p:cNvSpPr>
          <p:nvPr>
            <p:ph type="body" idx="2"/>
          </p:nvPr>
        </p:nvSpPr>
        <p:spPr>
          <a:xfrm>
            <a:off x="8380413" y="1600676"/>
            <a:ext cx="3808412" cy="4570809"/>
          </a:xfrm>
          <a:prstGeom prst="rect">
            <a:avLst/>
          </a:prstGeom>
          <a:noFill/>
          <a:ln>
            <a:noFill/>
          </a:ln>
        </p:spPr>
        <p:txBody>
          <a:bodyPr spcFirstLastPara="1" vert="horz" wrap="square" lIns="0" tIns="457081" rIns="594195" bIns="457081" rtlCol="0" anchor="t" anchorCtr="0">
            <a:noAutofit/>
          </a:bodyPr>
          <a:lstStyle/>
          <a:p>
            <a:pPr marL="0" indent="0">
              <a:buNone/>
            </a:pPr>
            <a:r>
              <a:rPr lang="en-US" dirty="0"/>
              <a:t>Implement controls to enhance security and efficiency for reduced downtime. </a:t>
            </a:r>
            <a:endParaRPr dirty="0"/>
          </a:p>
          <a:p>
            <a:pPr marL="0" indent="0">
              <a:spcBef>
                <a:spcPts val="600"/>
              </a:spcBef>
              <a:buNone/>
            </a:pPr>
            <a:r>
              <a:rPr lang="en-US" dirty="0"/>
              <a:t>Accelerate app development and reduce time-to-market.</a:t>
            </a:r>
            <a:endParaRPr lang="en-US" sz="1400" dirty="0"/>
          </a:p>
          <a:p>
            <a:pPr marL="0" indent="0">
              <a:spcBef>
                <a:spcPts val="600"/>
              </a:spcBef>
              <a:buSzPts val="1260"/>
              <a:buNone/>
            </a:pPr>
            <a:r>
              <a:rPr lang="en-US" dirty="0"/>
              <a:t>Self-Service Catalog Experience: </a:t>
            </a:r>
          </a:p>
          <a:p>
            <a:pPr marL="285664" indent="-285664">
              <a:spcBef>
                <a:spcPts val="600"/>
              </a:spcBef>
              <a:buSzPts val="1260"/>
              <a:buFont typeface="Arial"/>
              <a:buChar char="•"/>
            </a:pPr>
            <a:r>
              <a:rPr lang="en-US" sz="1400" dirty="0"/>
              <a:t>Provide curated catalog items based on IaC templates</a:t>
            </a:r>
            <a:endParaRPr dirty="0"/>
          </a:p>
          <a:p>
            <a:pPr marL="285664" indent="-285664">
              <a:spcBef>
                <a:spcPts val="600"/>
              </a:spcBef>
              <a:buSzPts val="1260"/>
              <a:buFont typeface="Arial"/>
              <a:buChar char="•"/>
            </a:pPr>
            <a:r>
              <a:rPr lang="en-US" sz="1400" dirty="0"/>
              <a:t>Facilitate the creation of customized IaaS services and publish them to the catalog, as needed.</a:t>
            </a:r>
            <a:endParaRPr dirty="0"/>
          </a:p>
        </p:txBody>
      </p:sp>
      <p:pic>
        <p:nvPicPr>
          <p:cNvPr id="3345" name="Google Shape;3345;p126" descr="Ubuntu blueprint"/>
          <p:cNvPicPr preferRelativeResize="0">
            <a:picLocks noGrp="1"/>
          </p:cNvPicPr>
          <p:nvPr>
            <p:ph type="body" idx="3"/>
          </p:nvPr>
        </p:nvPicPr>
        <p:blipFill rotWithShape="1">
          <a:blip r:embed="rId3">
            <a:alphaModFix/>
          </a:blip>
          <a:srcRect b="92028"/>
          <a:stretch/>
        </p:blipFill>
        <p:spPr>
          <a:xfrm>
            <a:off x="579809" y="1694870"/>
            <a:ext cx="7398998" cy="304699"/>
          </a:xfrm>
          <a:prstGeom prst="rect">
            <a:avLst/>
          </a:prstGeom>
          <a:noFill/>
          <a:ln>
            <a:noFill/>
          </a:ln>
          <a:effectLst/>
        </p:spPr>
      </p:pic>
      <p:pic>
        <p:nvPicPr>
          <p:cNvPr id="6" name="Picture 5">
            <a:extLst>
              <a:ext uri="{FF2B5EF4-FFF2-40B4-BE49-F238E27FC236}">
                <a16:creationId xmlns:a16="http://schemas.microsoft.com/office/drawing/2014/main" id="{BE3ACCA8-CF6C-506B-BDD2-BE8FF218F01C}"/>
              </a:ext>
            </a:extLst>
          </p:cNvPr>
          <p:cNvPicPr>
            <a:picLocks noChangeAspect="1"/>
          </p:cNvPicPr>
          <p:nvPr/>
        </p:nvPicPr>
        <p:blipFill>
          <a:blip r:embed="rId4"/>
          <a:stretch>
            <a:fillRect/>
          </a:stretch>
        </p:blipFill>
        <p:spPr>
          <a:xfrm>
            <a:off x="579809" y="1999569"/>
            <a:ext cx="7397496" cy="3422837"/>
          </a:xfrm>
          <a:prstGeom prst="rect">
            <a:avLst/>
          </a:prstGeom>
          <a:effectLst>
            <a:outerShdw blurRad="50800" dist="38100" dir="2700000" algn="tl" rotWithShape="0">
              <a:prstClr val="black">
                <a:alpha val="40000"/>
              </a:prstClr>
            </a:outerShdw>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386"/>
        <p:cNvGrpSpPr/>
        <p:nvPr/>
      </p:nvGrpSpPr>
      <p:grpSpPr>
        <a:xfrm>
          <a:off x="0" y="0"/>
          <a:ext cx="0" cy="0"/>
          <a:chOff x="0" y="0"/>
          <a:chExt cx="0" cy="0"/>
        </a:xfrm>
      </p:grpSpPr>
      <p:pic>
        <p:nvPicPr>
          <p:cNvPr id="19" name="Google Shape;3390;p131" descr="A screenshot of a computer&#10;&#10;AI-generated content may be incorrect.">
            <a:extLst>
              <a:ext uri="{FF2B5EF4-FFF2-40B4-BE49-F238E27FC236}">
                <a16:creationId xmlns:a16="http://schemas.microsoft.com/office/drawing/2014/main" id="{95EE6590-9BAE-CED2-B95A-3E5111D3726A}"/>
              </a:ext>
            </a:extLst>
          </p:cNvPr>
          <p:cNvPicPr preferRelativeResize="0">
            <a:picLocks noGrp="1"/>
          </p:cNvPicPr>
          <p:nvPr>
            <p:ph sz="quarter" idx="14"/>
          </p:nvPr>
        </p:nvPicPr>
        <p:blipFill rotWithShape="1">
          <a:blip r:embed="rId3">
            <a:alphaModFix/>
          </a:blip>
          <a:srcRect t="1" b="93392"/>
          <a:stretch/>
        </p:blipFill>
        <p:spPr>
          <a:xfrm>
            <a:off x="580113" y="1694870"/>
            <a:ext cx="7397496" cy="247744"/>
          </a:xfrm>
          <a:prstGeom prst="rect">
            <a:avLst/>
          </a:prstGeom>
          <a:noFill/>
          <a:ln w="88900" cap="sq">
            <a:noFill/>
            <a:miter lim="800000"/>
          </a:ln>
          <a:effectLst>
            <a:outerShdw blurRad="50800" dist="38100" dir="2700000" algn="tl" rotWithShape="0">
              <a:prstClr val="black">
                <a:alpha val="40000"/>
              </a:prstClr>
            </a:outerShdw>
          </a:effectLst>
        </p:spPr>
      </p:pic>
      <p:pic>
        <p:nvPicPr>
          <p:cNvPr id="25" name="Picture 24">
            <a:extLst>
              <a:ext uri="{FF2B5EF4-FFF2-40B4-BE49-F238E27FC236}">
                <a16:creationId xmlns:a16="http://schemas.microsoft.com/office/drawing/2014/main" id="{8924D881-39D1-4CB2-3F67-C8F5F93C3505}"/>
              </a:ext>
            </a:extLst>
          </p:cNvPr>
          <p:cNvPicPr>
            <a:picLocks noChangeAspect="1"/>
          </p:cNvPicPr>
          <p:nvPr/>
        </p:nvPicPr>
        <p:blipFill>
          <a:blip r:embed="rId4"/>
          <a:stretch>
            <a:fillRect/>
          </a:stretch>
        </p:blipFill>
        <p:spPr>
          <a:xfrm>
            <a:off x="586387" y="1926010"/>
            <a:ext cx="7397496" cy="3692966"/>
          </a:xfrm>
          <a:prstGeom prst="rect">
            <a:avLst/>
          </a:prstGeom>
          <a:effectLst>
            <a:outerShdw blurRad="50800" dist="38100" dir="2700000" algn="tl" rotWithShape="0">
              <a:prstClr val="black">
                <a:alpha val="40000"/>
              </a:prstClr>
            </a:outerShdw>
          </a:effectLst>
        </p:spPr>
      </p:pic>
      <p:pic>
        <p:nvPicPr>
          <p:cNvPr id="3" name="Graphic 2" descr="Cursor with solid fill">
            <a:extLst>
              <a:ext uri="{FF2B5EF4-FFF2-40B4-BE49-F238E27FC236}">
                <a16:creationId xmlns:a16="http://schemas.microsoft.com/office/drawing/2014/main" id="{DEA1E964-1EF6-941B-084A-D82F3411B74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806297" y="4879586"/>
            <a:ext cx="244191" cy="244191"/>
          </a:xfrm>
          <a:prstGeom prst="rect">
            <a:avLst/>
          </a:prstGeom>
        </p:spPr>
      </p:pic>
      <p:pic>
        <p:nvPicPr>
          <p:cNvPr id="29" name="Picture 28">
            <a:extLst>
              <a:ext uri="{FF2B5EF4-FFF2-40B4-BE49-F238E27FC236}">
                <a16:creationId xmlns:a16="http://schemas.microsoft.com/office/drawing/2014/main" id="{03CB3475-9D8F-CB20-F3E3-805D61D6C9A1}"/>
              </a:ext>
            </a:extLst>
          </p:cNvPr>
          <p:cNvPicPr>
            <a:picLocks noChangeAspect="1"/>
          </p:cNvPicPr>
          <p:nvPr/>
        </p:nvPicPr>
        <p:blipFill>
          <a:blip r:embed="rId6"/>
          <a:stretch>
            <a:fillRect/>
          </a:stretch>
        </p:blipFill>
        <p:spPr>
          <a:xfrm>
            <a:off x="586387" y="1926010"/>
            <a:ext cx="7397496" cy="3696821"/>
          </a:xfrm>
          <a:prstGeom prst="rect">
            <a:avLst/>
          </a:prstGeom>
        </p:spPr>
      </p:pic>
      <p:pic>
        <p:nvPicPr>
          <p:cNvPr id="5" name="Graphic 4" descr="Cursor with solid fill">
            <a:extLst>
              <a:ext uri="{FF2B5EF4-FFF2-40B4-BE49-F238E27FC236}">
                <a16:creationId xmlns:a16="http://schemas.microsoft.com/office/drawing/2014/main" id="{F5D613A4-8854-C384-3FA0-ADCE90A0D07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794284" y="4373431"/>
            <a:ext cx="244191" cy="244191"/>
          </a:xfrm>
          <a:prstGeom prst="rect">
            <a:avLst/>
          </a:prstGeom>
        </p:spPr>
      </p:pic>
      <p:pic>
        <p:nvPicPr>
          <p:cNvPr id="33" name="Picture 32">
            <a:extLst>
              <a:ext uri="{FF2B5EF4-FFF2-40B4-BE49-F238E27FC236}">
                <a16:creationId xmlns:a16="http://schemas.microsoft.com/office/drawing/2014/main" id="{CEE2977A-C6FA-8B9B-24D3-8F6807BEED63}"/>
              </a:ext>
            </a:extLst>
          </p:cNvPr>
          <p:cNvPicPr>
            <a:picLocks noChangeAspect="1"/>
          </p:cNvPicPr>
          <p:nvPr/>
        </p:nvPicPr>
        <p:blipFill>
          <a:blip r:embed="rId7"/>
          <a:srcRect t="827"/>
          <a:stretch/>
        </p:blipFill>
        <p:spPr>
          <a:xfrm>
            <a:off x="586387" y="1926010"/>
            <a:ext cx="7397496" cy="3696822"/>
          </a:xfrm>
          <a:prstGeom prst="rect">
            <a:avLst/>
          </a:prstGeom>
        </p:spPr>
      </p:pic>
      <p:pic>
        <p:nvPicPr>
          <p:cNvPr id="6" name="Graphic 5" descr="Cursor with solid fill">
            <a:extLst>
              <a:ext uri="{FF2B5EF4-FFF2-40B4-BE49-F238E27FC236}">
                <a16:creationId xmlns:a16="http://schemas.microsoft.com/office/drawing/2014/main" id="{A02444D3-9A0B-D250-577D-13CF788F64C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70909" y="4635395"/>
            <a:ext cx="244191" cy="244191"/>
          </a:xfrm>
          <a:prstGeom prst="rect">
            <a:avLst/>
          </a:prstGeom>
        </p:spPr>
      </p:pic>
      <p:pic>
        <p:nvPicPr>
          <p:cNvPr id="35" name="Picture 34">
            <a:extLst>
              <a:ext uri="{FF2B5EF4-FFF2-40B4-BE49-F238E27FC236}">
                <a16:creationId xmlns:a16="http://schemas.microsoft.com/office/drawing/2014/main" id="{A9A849FA-9DC4-3727-7A36-86B7C9D6DADE}"/>
              </a:ext>
            </a:extLst>
          </p:cNvPr>
          <p:cNvPicPr>
            <a:picLocks noChangeAspect="1"/>
          </p:cNvPicPr>
          <p:nvPr/>
        </p:nvPicPr>
        <p:blipFill>
          <a:blip r:embed="rId8"/>
          <a:stretch>
            <a:fillRect/>
          </a:stretch>
        </p:blipFill>
        <p:spPr>
          <a:xfrm>
            <a:off x="586387" y="1926010"/>
            <a:ext cx="7397496" cy="3696821"/>
          </a:xfrm>
          <a:prstGeom prst="rect">
            <a:avLst/>
          </a:prstGeom>
        </p:spPr>
      </p:pic>
      <p:sp>
        <p:nvSpPr>
          <p:cNvPr id="3387" name="Google Shape;3387;p131"/>
          <p:cNvSpPr txBox="1">
            <a:spLocks noGrp="1"/>
          </p:cNvSpPr>
          <p:nvPr>
            <p:ph type="title"/>
          </p:nvPr>
        </p:nvSpPr>
        <p:spPr>
          <a:noFill/>
          <a:ln>
            <a:noFill/>
          </a:ln>
        </p:spPr>
        <p:txBody>
          <a:bodyPr spcFirstLastPara="1" vert="horz" wrap="square" lIns="0" tIns="0" rIns="0" bIns="0" rtlCol="0" anchor="b" anchorCtr="0">
            <a:noAutofit/>
          </a:bodyPr>
          <a:lstStyle/>
          <a:p>
            <a:r>
              <a:rPr lang="en-US" dirty="0"/>
              <a:t>Enforce Best Practices for Resource and Security Configurations</a:t>
            </a:r>
          </a:p>
        </p:txBody>
      </p:sp>
      <p:sp>
        <p:nvSpPr>
          <p:cNvPr id="3388" name="Google Shape;3388;p131"/>
          <p:cNvSpPr txBox="1">
            <a:spLocks noGrp="1"/>
          </p:cNvSpPr>
          <p:nvPr>
            <p:ph type="subTitle" idx="10"/>
          </p:nvPr>
        </p:nvSpPr>
        <p:spPr>
          <a:noFill/>
          <a:ln>
            <a:noFill/>
          </a:ln>
        </p:spPr>
        <p:txBody>
          <a:bodyPr spcFirstLastPara="1" vert="horz" wrap="square" lIns="0" tIns="0" rIns="0" bIns="0" rtlCol="0" anchor="t" anchorCtr="0">
            <a:noAutofit/>
          </a:bodyPr>
          <a:lstStyle/>
          <a:p>
            <a:r>
              <a:rPr lang="en-US" dirty="0"/>
              <a:t>Implement resource policies with Policy as Code. </a:t>
            </a:r>
          </a:p>
        </p:txBody>
      </p:sp>
      <p:sp>
        <p:nvSpPr>
          <p:cNvPr id="3389" name="Google Shape;3389;p131"/>
          <p:cNvSpPr txBox="1">
            <a:spLocks noGrp="1"/>
          </p:cNvSpPr>
          <p:nvPr>
            <p:ph type="body" sz="quarter" idx="17"/>
          </p:nvPr>
        </p:nvSpPr>
        <p:spPr>
          <a:noFill/>
          <a:ln>
            <a:noFill/>
          </a:ln>
        </p:spPr>
        <p:txBody>
          <a:bodyPr spcFirstLastPara="1" vert="horz" wrap="square" lIns="0" tIns="457081" rIns="594195" bIns="457081" rtlCol="0" anchor="t" anchorCtr="0">
            <a:noAutofit/>
          </a:bodyPr>
          <a:lstStyle/>
          <a:p>
            <a:pPr>
              <a:buNone/>
            </a:pPr>
            <a:r>
              <a:rPr lang="en-US" dirty="0"/>
              <a:t>Create a secure, compliant, and efficient cloud infrastructure while empowering teams with the tools they need to manage policies.</a:t>
            </a:r>
          </a:p>
          <a:p>
            <a:pPr>
              <a:buNone/>
            </a:pPr>
            <a:r>
              <a:rPr lang="en-US" dirty="0"/>
              <a:t>An effective policy management process enables customers to focus on innovation and core business activities.</a:t>
            </a:r>
          </a:p>
          <a:p>
            <a:pPr marL="285750" indent="-285750">
              <a:buFont typeface="Arial" panose="020B0604020202020204" pitchFamily="34" charset="0"/>
              <a:buChar char="•"/>
            </a:pPr>
            <a:r>
              <a:rPr lang="en-US" sz="1400" dirty="0"/>
              <a:t>Flexible framework for implementing IaaS and Kubernetes policies.</a:t>
            </a:r>
          </a:p>
          <a:p>
            <a:pPr marL="285750" indent="-285750">
              <a:buFont typeface="Arial" panose="020B0604020202020204" pitchFamily="34" charset="0"/>
              <a:buChar char="•"/>
            </a:pPr>
            <a:r>
              <a:rPr lang="en-US" sz="1400" dirty="0"/>
              <a:t>OOTB templates for day 0 Kubernetes and VM policies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par>
                          <p:cTn id="7" fill="hold">
                            <p:stCondLst>
                              <p:cond delay="0"/>
                            </p:stCondLst>
                            <p:childTnLst>
                              <p:par>
                                <p:cTn id="8" presetID="2" presetClass="entr" presetSubtype="4" fill="hold" nodeType="afterEffect">
                                  <p:stCondLst>
                                    <p:cond delay="500"/>
                                  </p:stCondLst>
                                  <p:childTnLst>
                                    <p:set>
                                      <p:cBhvr>
                                        <p:cTn id="9" dur="1" fill="hold">
                                          <p:stCondLst>
                                            <p:cond delay="0"/>
                                          </p:stCondLst>
                                        </p:cTn>
                                        <p:tgtEl>
                                          <p:spTgt spid="29"/>
                                        </p:tgtEl>
                                        <p:attrNameLst>
                                          <p:attrName>style.visibility</p:attrName>
                                        </p:attrNameLst>
                                      </p:cBhvr>
                                      <p:to>
                                        <p:strVal val="visible"/>
                                      </p:to>
                                    </p:set>
                                    <p:anim calcmode="lin" valueType="num">
                                      <p:cBhvr additive="base">
                                        <p:cTn id="10" dur="500" fill="hold"/>
                                        <p:tgtEl>
                                          <p:spTgt spid="29"/>
                                        </p:tgtEl>
                                        <p:attrNameLst>
                                          <p:attrName>ppt_x</p:attrName>
                                        </p:attrNameLst>
                                      </p:cBhvr>
                                      <p:tavLst>
                                        <p:tav tm="0">
                                          <p:val>
                                            <p:strVal val="#ppt_x"/>
                                          </p:val>
                                        </p:tav>
                                        <p:tav tm="100000">
                                          <p:val>
                                            <p:strVal val="#ppt_x"/>
                                          </p:val>
                                        </p:tav>
                                      </p:tavLst>
                                    </p:anim>
                                    <p:anim calcmode="lin" valueType="num">
                                      <p:cBhvr additive="base">
                                        <p:cTn id="11" dur="500" fill="hold"/>
                                        <p:tgtEl>
                                          <p:spTgt spid="29"/>
                                        </p:tgtEl>
                                        <p:attrNameLst>
                                          <p:attrName>ppt_y</p:attrName>
                                        </p:attrNameLst>
                                      </p:cBhvr>
                                      <p:tavLst>
                                        <p:tav tm="0">
                                          <p:val>
                                            <p:strVal val="1+#ppt_h/2"/>
                                          </p:val>
                                        </p:tav>
                                        <p:tav tm="100000">
                                          <p:val>
                                            <p:strVal val="#ppt_y"/>
                                          </p:val>
                                        </p:tav>
                                      </p:tavLst>
                                    </p:anim>
                                  </p:childTnLst>
                                </p:cTn>
                              </p:par>
                            </p:childTnLst>
                          </p:cTn>
                        </p:par>
                        <p:par>
                          <p:cTn id="12" fill="hold">
                            <p:stCondLst>
                              <p:cond delay="1000"/>
                            </p:stCondLst>
                            <p:childTnLst>
                              <p:par>
                                <p:cTn id="13" presetID="1" presetClass="entr" presetSubtype="0" fill="hold" nodeType="afterEffect">
                                  <p:stCondLst>
                                    <p:cond delay="50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377"/>
        <p:cNvGrpSpPr/>
        <p:nvPr/>
      </p:nvGrpSpPr>
      <p:grpSpPr>
        <a:xfrm>
          <a:off x="0" y="0"/>
          <a:ext cx="0" cy="0"/>
          <a:chOff x="0" y="0"/>
          <a:chExt cx="0" cy="0"/>
        </a:xfrm>
      </p:grpSpPr>
      <p:pic>
        <p:nvPicPr>
          <p:cNvPr id="3381" name="Google Shape;3381;p130" descr="A screenshot of a computer&#10;&#10;AI-generated content may be incorrect."/>
          <p:cNvPicPr preferRelativeResize="0"/>
          <p:nvPr/>
        </p:nvPicPr>
        <p:blipFill rotWithShape="1">
          <a:blip r:embed="rId3">
            <a:alphaModFix/>
          </a:blip>
          <a:srcRect b="93226"/>
          <a:stretch/>
        </p:blipFill>
        <p:spPr>
          <a:xfrm>
            <a:off x="579809" y="1694870"/>
            <a:ext cx="7395570" cy="247743"/>
          </a:xfrm>
          <a:prstGeom prst="rect">
            <a:avLst/>
          </a:prstGeom>
          <a:noFill/>
          <a:ln>
            <a:noFill/>
          </a:ln>
          <a:effectLst>
            <a:outerShdw blurRad="50800" dist="38100" dir="2700000" algn="tl" rotWithShape="0">
              <a:prstClr val="black">
                <a:alpha val="40000"/>
              </a:prstClr>
            </a:outerShdw>
          </a:effectLst>
        </p:spPr>
      </p:pic>
      <p:sp>
        <p:nvSpPr>
          <p:cNvPr id="3378" name="Google Shape;3378;p130"/>
          <p:cNvSpPr txBox="1">
            <a:spLocks noGrp="1"/>
          </p:cNvSpPr>
          <p:nvPr>
            <p:ph type="title"/>
          </p:nvPr>
        </p:nvSpPr>
        <p:spPr>
          <a:xfrm>
            <a:off x="579809" y="412751"/>
            <a:ext cx="11001004" cy="381000"/>
          </a:xfrm>
          <a:noFill/>
          <a:ln>
            <a:noFill/>
          </a:ln>
        </p:spPr>
        <p:txBody>
          <a:bodyPr spcFirstLastPara="1" vert="horz" wrap="square" lIns="0" tIns="0" rIns="0" bIns="0" rtlCol="0" anchor="b" anchorCtr="0">
            <a:noAutofit/>
          </a:bodyPr>
          <a:lstStyle/>
          <a:p>
            <a:r>
              <a:rPr lang="en-US" dirty="0"/>
              <a:t>Balancing Access and Efficiency for Optimal Resource Management</a:t>
            </a:r>
          </a:p>
        </p:txBody>
      </p:sp>
      <p:sp>
        <p:nvSpPr>
          <p:cNvPr id="3379" name="Google Shape;3379;p130"/>
          <p:cNvSpPr txBox="1">
            <a:spLocks noGrp="1"/>
          </p:cNvSpPr>
          <p:nvPr>
            <p:ph type="subTitle" idx="10"/>
          </p:nvPr>
        </p:nvSpPr>
        <p:spPr>
          <a:xfrm>
            <a:off x="592866" y="811830"/>
            <a:ext cx="10962687" cy="247743"/>
          </a:xfrm>
          <a:noFill/>
          <a:ln>
            <a:noFill/>
          </a:ln>
        </p:spPr>
        <p:txBody>
          <a:bodyPr spcFirstLastPara="1" vert="horz" wrap="square" lIns="0" tIns="0" rIns="0" bIns="0" rtlCol="0" anchor="t" anchorCtr="0">
            <a:noAutofit/>
          </a:bodyPr>
          <a:lstStyle/>
          <a:p>
            <a:r>
              <a:rPr lang="en-US" dirty="0"/>
              <a:t>Governance for users and resources with Limits and Reservations. </a:t>
            </a:r>
          </a:p>
        </p:txBody>
      </p:sp>
      <p:sp>
        <p:nvSpPr>
          <p:cNvPr id="3380" name="Google Shape;3380;p130"/>
          <p:cNvSpPr txBox="1">
            <a:spLocks noGrp="1"/>
          </p:cNvSpPr>
          <p:nvPr>
            <p:ph type="body" sz="quarter" idx="17"/>
          </p:nvPr>
        </p:nvSpPr>
        <p:spPr>
          <a:xfrm>
            <a:off x="8380412" y="1600200"/>
            <a:ext cx="3906837" cy="5257800"/>
          </a:xfrm>
          <a:noFill/>
          <a:ln>
            <a:noFill/>
          </a:ln>
        </p:spPr>
        <p:txBody>
          <a:bodyPr spcFirstLastPara="1" vert="horz" wrap="square" lIns="0" tIns="457081" rIns="594195" bIns="457081" rtlCol="0" anchor="t" anchorCtr="0">
            <a:noAutofit/>
          </a:bodyPr>
          <a:lstStyle/>
          <a:p>
            <a:pPr>
              <a:buNone/>
            </a:pPr>
            <a:r>
              <a:rPr lang="en-US" dirty="0"/>
              <a:t>Enhance efficiency and streamline processes of infrastructure resources.</a:t>
            </a:r>
          </a:p>
          <a:p>
            <a:pPr>
              <a:buNone/>
            </a:pPr>
            <a:r>
              <a:rPr lang="en-US" dirty="0"/>
              <a:t>Achieve control over resources, cost, scaling, and overall operational performance.</a:t>
            </a:r>
          </a:p>
          <a:p>
            <a:pPr marL="285750" indent="-285750">
              <a:buFont typeface="Arial" panose="020B0604020202020204" pitchFamily="34" charset="0"/>
              <a:buChar char="•"/>
            </a:pPr>
            <a:r>
              <a:rPr lang="en-US" sz="1400" dirty="0"/>
              <a:t>Organization Admins can create projects and vSphere Namespaces, assign users, and view usage/costs.</a:t>
            </a:r>
          </a:p>
          <a:p>
            <a:pPr marL="285750" indent="-285750">
              <a:buFont typeface="Arial" panose="020B0604020202020204" pitchFamily="34" charset="0"/>
              <a:buChar char="•"/>
            </a:pPr>
            <a:r>
              <a:rPr lang="en-US" sz="1400" dirty="0"/>
              <a:t>A vSphere Namespace is a resource pool that facilitates IaaS provisioning by providing a framework through the vSphere Namespace class.</a:t>
            </a:r>
          </a:p>
        </p:txBody>
      </p:sp>
      <p:grpSp>
        <p:nvGrpSpPr>
          <p:cNvPr id="11" name="Group 10">
            <a:extLst>
              <a:ext uri="{FF2B5EF4-FFF2-40B4-BE49-F238E27FC236}">
                <a16:creationId xmlns:a16="http://schemas.microsoft.com/office/drawing/2014/main" id="{E06E733D-8237-9986-2D09-D683414E14EE}"/>
              </a:ext>
            </a:extLst>
          </p:cNvPr>
          <p:cNvGrpSpPr/>
          <p:nvPr/>
        </p:nvGrpSpPr>
        <p:grpSpPr>
          <a:xfrm>
            <a:off x="577883" y="1941642"/>
            <a:ext cx="7397496" cy="3692966"/>
            <a:chOff x="577883" y="1941642"/>
            <a:chExt cx="7397496" cy="3692966"/>
          </a:xfrm>
          <a:effectLst>
            <a:outerShdw blurRad="50800" dist="38100" dir="2700000" algn="tl" rotWithShape="0">
              <a:prstClr val="black">
                <a:alpha val="40000"/>
              </a:prstClr>
            </a:outerShdw>
          </a:effectLst>
        </p:grpSpPr>
        <p:pic>
          <p:nvPicPr>
            <p:cNvPr id="6" name="Picture 5">
              <a:extLst>
                <a:ext uri="{FF2B5EF4-FFF2-40B4-BE49-F238E27FC236}">
                  <a16:creationId xmlns:a16="http://schemas.microsoft.com/office/drawing/2014/main" id="{573FE9BB-1FE9-D020-068E-A835ACF53CD6}"/>
                </a:ext>
              </a:extLst>
            </p:cNvPr>
            <p:cNvPicPr>
              <a:picLocks noChangeAspect="1"/>
            </p:cNvPicPr>
            <p:nvPr/>
          </p:nvPicPr>
          <p:blipFill>
            <a:blip r:embed="rId4"/>
            <a:stretch>
              <a:fillRect/>
            </a:stretch>
          </p:blipFill>
          <p:spPr>
            <a:xfrm>
              <a:off x="577883" y="1941642"/>
              <a:ext cx="7397496" cy="3692966"/>
            </a:xfrm>
            <a:prstGeom prst="rect">
              <a:avLst/>
            </a:prstGeom>
          </p:spPr>
        </p:pic>
        <p:pic>
          <p:nvPicPr>
            <p:cNvPr id="10" name="Picture 9">
              <a:extLst>
                <a:ext uri="{FF2B5EF4-FFF2-40B4-BE49-F238E27FC236}">
                  <a16:creationId xmlns:a16="http://schemas.microsoft.com/office/drawing/2014/main" id="{4DBE365C-AB41-B075-173D-7C5297554266}"/>
                </a:ext>
              </a:extLst>
            </p:cNvPr>
            <p:cNvPicPr>
              <a:picLocks noChangeAspect="1"/>
            </p:cNvPicPr>
            <p:nvPr/>
          </p:nvPicPr>
          <p:blipFill>
            <a:blip r:embed="rId5"/>
            <a:stretch>
              <a:fillRect/>
            </a:stretch>
          </p:blipFill>
          <p:spPr>
            <a:xfrm>
              <a:off x="4824184" y="3877272"/>
              <a:ext cx="60545" cy="72653"/>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350"/>
        <p:cNvGrpSpPr/>
        <p:nvPr/>
      </p:nvGrpSpPr>
      <p:grpSpPr>
        <a:xfrm>
          <a:off x="0" y="0"/>
          <a:ext cx="0" cy="0"/>
          <a:chOff x="0" y="0"/>
          <a:chExt cx="0" cy="0"/>
        </a:xfrm>
      </p:grpSpPr>
      <p:pic>
        <p:nvPicPr>
          <p:cNvPr id="3354" name="Google Shape;3354;p127" descr="Content Libaries"/>
          <p:cNvPicPr preferRelativeResize="0">
            <a:picLocks noGrp="1"/>
          </p:cNvPicPr>
          <p:nvPr>
            <p:ph type="body" idx="3"/>
          </p:nvPr>
        </p:nvPicPr>
        <p:blipFill rotWithShape="1">
          <a:blip r:embed="rId3">
            <a:alphaModFix/>
          </a:blip>
          <a:srcRect b="1254"/>
          <a:stretch/>
        </p:blipFill>
        <p:spPr>
          <a:xfrm>
            <a:off x="579809" y="1694870"/>
            <a:ext cx="7398998" cy="3774317"/>
          </a:xfrm>
          <a:prstGeom prst="rect">
            <a:avLst/>
          </a:prstGeom>
          <a:noFill/>
          <a:ln>
            <a:noFill/>
          </a:ln>
          <a:effectLst>
            <a:outerShdw blurRad="50800" dist="38100" dir="2700000" algn="tl" rotWithShape="0">
              <a:prstClr val="black">
                <a:alpha val="40000"/>
              </a:prstClr>
            </a:outerShdw>
          </a:effectLst>
        </p:spPr>
      </p:pic>
      <p:sp>
        <p:nvSpPr>
          <p:cNvPr id="3351" name="Google Shape;3351;p127"/>
          <p:cNvSpPr txBox="1">
            <a:spLocks noGrp="1"/>
          </p:cNvSpPr>
          <p:nvPr>
            <p:ph type="title"/>
          </p:nvPr>
        </p:nvSpPr>
        <p:spPr>
          <a:xfrm>
            <a:off x="579809" y="413536"/>
            <a:ext cx="11001004" cy="380901"/>
          </a:xfrm>
          <a:prstGeom prst="rect">
            <a:avLst/>
          </a:prstGeom>
          <a:noFill/>
          <a:ln>
            <a:noFill/>
          </a:ln>
        </p:spPr>
        <p:txBody>
          <a:bodyPr spcFirstLastPara="1" vert="horz" wrap="square" lIns="0" tIns="0" rIns="0" bIns="0" rtlCol="0" anchor="b" anchorCtr="0">
            <a:noAutofit/>
          </a:bodyPr>
          <a:lstStyle/>
          <a:p>
            <a:r>
              <a:rPr lang="en-US" dirty="0"/>
              <a:t>Simplify the Content Management Experience</a:t>
            </a:r>
            <a:endParaRPr dirty="0"/>
          </a:p>
        </p:txBody>
      </p:sp>
      <p:sp>
        <p:nvSpPr>
          <p:cNvPr id="3352" name="Google Shape;3352;p127"/>
          <p:cNvSpPr txBox="1">
            <a:spLocks noGrp="1"/>
          </p:cNvSpPr>
          <p:nvPr>
            <p:ph type="subTitle" idx="1"/>
          </p:nvPr>
        </p:nvSpPr>
        <p:spPr>
          <a:xfrm>
            <a:off x="592867" y="812513"/>
            <a:ext cx="10962687" cy="247678"/>
          </a:xfrm>
          <a:prstGeom prst="rect">
            <a:avLst/>
          </a:prstGeom>
          <a:noFill/>
          <a:ln>
            <a:noFill/>
          </a:ln>
        </p:spPr>
        <p:txBody>
          <a:bodyPr spcFirstLastPara="1" vert="horz" wrap="square" lIns="0" tIns="0" rIns="0" bIns="0" rtlCol="0" anchor="t" anchorCtr="0">
            <a:noAutofit/>
          </a:bodyPr>
          <a:lstStyle/>
          <a:p>
            <a:r>
              <a:rPr lang="en-US" dirty="0"/>
              <a:t>Centralize content management via Content Hub</a:t>
            </a:r>
            <a:endParaRPr dirty="0"/>
          </a:p>
        </p:txBody>
      </p:sp>
      <p:sp>
        <p:nvSpPr>
          <p:cNvPr id="3353" name="Google Shape;3353;p127"/>
          <p:cNvSpPr txBox="1">
            <a:spLocks noGrp="1"/>
          </p:cNvSpPr>
          <p:nvPr>
            <p:ph type="body" idx="2"/>
          </p:nvPr>
        </p:nvSpPr>
        <p:spPr>
          <a:xfrm>
            <a:off x="8380413" y="1600676"/>
            <a:ext cx="3808412" cy="4570809"/>
          </a:xfrm>
          <a:prstGeom prst="rect">
            <a:avLst/>
          </a:prstGeom>
          <a:noFill/>
          <a:ln>
            <a:noFill/>
          </a:ln>
        </p:spPr>
        <p:txBody>
          <a:bodyPr spcFirstLastPara="1" vert="horz" wrap="square" lIns="0" tIns="457081" rIns="594195" bIns="457081" rtlCol="0" anchor="t" anchorCtr="0">
            <a:noAutofit/>
          </a:bodyPr>
          <a:lstStyle/>
          <a:p>
            <a:pPr marL="0" indent="0">
              <a:buNone/>
            </a:pPr>
            <a:r>
              <a:rPr lang="en-US" dirty="0"/>
              <a:t>Streamline the overall content management process.</a:t>
            </a:r>
          </a:p>
          <a:p>
            <a:pPr marL="0" indent="0">
              <a:spcBef>
                <a:spcPts val="600"/>
              </a:spcBef>
              <a:buNone/>
            </a:pPr>
            <a:r>
              <a:rPr lang="en-US" dirty="0"/>
              <a:t>Boost productivity and collaboration with a unified content portal.</a:t>
            </a:r>
            <a:endParaRPr dirty="0"/>
          </a:p>
          <a:p>
            <a:pPr marL="285664" indent="-285664">
              <a:spcBef>
                <a:spcPts val="600"/>
              </a:spcBef>
              <a:buSzPts val="1260"/>
              <a:buFont typeface="Arial"/>
              <a:buChar char="•"/>
            </a:pPr>
            <a:r>
              <a:rPr lang="en-US" sz="1400" dirty="0"/>
              <a:t>Discover vCenter content libraries automatically and allocate new or existing libraries to one or more organizations.</a:t>
            </a:r>
            <a:endParaRPr dirty="0"/>
          </a:p>
          <a:p>
            <a:pPr marL="285664" indent="-285664">
              <a:spcBef>
                <a:spcPts val="600"/>
              </a:spcBef>
              <a:buSzPts val="1260"/>
              <a:buFont typeface="Arial"/>
              <a:buChar char="•"/>
            </a:pPr>
            <a:r>
              <a:rPr lang="en-US" sz="1400" dirty="0"/>
              <a:t>Publish content to the self-service catalog with one click.</a:t>
            </a:r>
            <a:endParaRPr dirty="0"/>
          </a:p>
          <a:p>
            <a:pPr marL="285664" indent="-285664">
              <a:spcBef>
                <a:spcPts val="600"/>
              </a:spcBef>
              <a:buSzPts val="1260"/>
              <a:buFont typeface="Arial"/>
              <a:buChar char="•"/>
            </a:pPr>
            <a:r>
              <a:rPr lang="en-US" sz="1400" dirty="0"/>
              <a:t>Create orchestrator workflows in VCF Automation that can be easily published to the catalog.</a:t>
            </a:r>
            <a:endParaRPr dirty="0"/>
          </a:p>
        </p:txBody>
      </p:sp>
      <p:grpSp>
        <p:nvGrpSpPr>
          <p:cNvPr id="20" name="Group 19">
            <a:extLst>
              <a:ext uri="{FF2B5EF4-FFF2-40B4-BE49-F238E27FC236}">
                <a16:creationId xmlns:a16="http://schemas.microsoft.com/office/drawing/2014/main" id="{2FBEB44F-082C-8DD6-8414-DFED34BE71C8}"/>
              </a:ext>
            </a:extLst>
          </p:cNvPr>
          <p:cNvGrpSpPr/>
          <p:nvPr/>
        </p:nvGrpSpPr>
        <p:grpSpPr>
          <a:xfrm>
            <a:off x="582062" y="1986649"/>
            <a:ext cx="7397496" cy="3482537"/>
            <a:chOff x="611997" y="2266745"/>
            <a:chExt cx="7397496" cy="3482537"/>
          </a:xfrm>
        </p:grpSpPr>
        <p:pic>
          <p:nvPicPr>
            <p:cNvPr id="11" name="Picture 10">
              <a:extLst>
                <a:ext uri="{FF2B5EF4-FFF2-40B4-BE49-F238E27FC236}">
                  <a16:creationId xmlns:a16="http://schemas.microsoft.com/office/drawing/2014/main" id="{1288E7C4-A77D-7C85-951F-4B2EBA3A92C6}"/>
                </a:ext>
              </a:extLst>
            </p:cNvPr>
            <p:cNvPicPr>
              <a:picLocks noChangeAspect="1"/>
            </p:cNvPicPr>
            <p:nvPr/>
          </p:nvPicPr>
          <p:blipFill>
            <a:blip r:embed="rId4"/>
            <a:stretch>
              <a:fillRect/>
            </a:stretch>
          </p:blipFill>
          <p:spPr>
            <a:xfrm>
              <a:off x="611997" y="2266745"/>
              <a:ext cx="7397496" cy="3482537"/>
            </a:xfrm>
            <a:prstGeom prst="rect">
              <a:avLst/>
            </a:prstGeom>
          </p:spPr>
        </p:pic>
        <p:pic>
          <p:nvPicPr>
            <p:cNvPr id="19" name="Picture 18">
              <a:extLst>
                <a:ext uri="{FF2B5EF4-FFF2-40B4-BE49-F238E27FC236}">
                  <a16:creationId xmlns:a16="http://schemas.microsoft.com/office/drawing/2014/main" id="{0393EA12-8DCA-EEFE-0EE8-8CC6BF33ACB7}"/>
                </a:ext>
              </a:extLst>
            </p:cNvPr>
            <p:cNvPicPr>
              <a:picLocks noChangeAspect="1"/>
            </p:cNvPicPr>
            <p:nvPr/>
          </p:nvPicPr>
          <p:blipFill>
            <a:blip r:embed="rId5"/>
            <a:stretch>
              <a:fillRect/>
            </a:stretch>
          </p:blipFill>
          <p:spPr>
            <a:xfrm>
              <a:off x="6540500" y="3740149"/>
              <a:ext cx="132272" cy="103337"/>
            </a:xfrm>
            <a:prstGeom prst="rect">
              <a:avLst/>
            </a:prstGeom>
          </p:spPr>
        </p:pic>
      </p:grpSp>
      <p:grpSp>
        <p:nvGrpSpPr>
          <p:cNvPr id="28" name="Group 27">
            <a:extLst>
              <a:ext uri="{FF2B5EF4-FFF2-40B4-BE49-F238E27FC236}">
                <a16:creationId xmlns:a16="http://schemas.microsoft.com/office/drawing/2014/main" id="{DD30B4DF-45AB-7C1A-730A-510168C694D5}"/>
              </a:ext>
            </a:extLst>
          </p:cNvPr>
          <p:cNvGrpSpPr/>
          <p:nvPr/>
        </p:nvGrpSpPr>
        <p:grpSpPr>
          <a:xfrm>
            <a:off x="1824035" y="3084018"/>
            <a:ext cx="6089880" cy="663213"/>
            <a:chOff x="1853970" y="3376814"/>
            <a:chExt cx="6089880" cy="663213"/>
          </a:xfrm>
        </p:grpSpPr>
        <p:pic>
          <p:nvPicPr>
            <p:cNvPr id="25" name="Picture 24">
              <a:extLst>
                <a:ext uri="{FF2B5EF4-FFF2-40B4-BE49-F238E27FC236}">
                  <a16:creationId xmlns:a16="http://schemas.microsoft.com/office/drawing/2014/main" id="{55015FB4-EB66-6D36-6E14-72705D9E726C}"/>
                </a:ext>
              </a:extLst>
            </p:cNvPr>
            <p:cNvPicPr>
              <a:picLocks noChangeAspect="1"/>
            </p:cNvPicPr>
            <p:nvPr/>
          </p:nvPicPr>
          <p:blipFill>
            <a:blip r:embed="rId6"/>
            <a:stretch>
              <a:fillRect/>
            </a:stretch>
          </p:blipFill>
          <p:spPr>
            <a:xfrm>
              <a:off x="1853970" y="3376814"/>
              <a:ext cx="6089880" cy="575391"/>
            </a:xfrm>
            <a:prstGeom prst="rect">
              <a:avLst/>
            </a:prstGeom>
          </p:spPr>
        </p:pic>
        <p:pic>
          <p:nvPicPr>
            <p:cNvPr id="27" name="Graphic 26" descr="Cursor with solid fill">
              <a:extLst>
                <a:ext uri="{FF2B5EF4-FFF2-40B4-BE49-F238E27FC236}">
                  <a16:creationId xmlns:a16="http://schemas.microsoft.com/office/drawing/2014/main" id="{E816BD85-8075-ED95-EF35-93608BF9A6E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302159" y="3795836"/>
              <a:ext cx="244191" cy="244191"/>
            </a:xfrm>
            <a:prstGeom prst="rect">
              <a:avLst/>
            </a:prstGeom>
          </p:spPr>
        </p:pic>
      </p:grpSp>
      <p:grpSp>
        <p:nvGrpSpPr>
          <p:cNvPr id="32" name="Group 31">
            <a:extLst>
              <a:ext uri="{FF2B5EF4-FFF2-40B4-BE49-F238E27FC236}">
                <a16:creationId xmlns:a16="http://schemas.microsoft.com/office/drawing/2014/main" id="{48392998-3B4C-C43C-5C23-F83BD0770885}"/>
              </a:ext>
            </a:extLst>
          </p:cNvPr>
          <p:cNvGrpSpPr/>
          <p:nvPr/>
        </p:nvGrpSpPr>
        <p:grpSpPr>
          <a:xfrm>
            <a:off x="582062" y="1995948"/>
            <a:ext cx="7397496" cy="3473238"/>
            <a:chOff x="707247" y="4040027"/>
            <a:chExt cx="7397496" cy="3473238"/>
          </a:xfrm>
        </p:grpSpPr>
        <p:pic>
          <p:nvPicPr>
            <p:cNvPr id="30" name="Picture 29">
              <a:extLst>
                <a:ext uri="{FF2B5EF4-FFF2-40B4-BE49-F238E27FC236}">
                  <a16:creationId xmlns:a16="http://schemas.microsoft.com/office/drawing/2014/main" id="{858BCE34-273B-AEC3-1D33-E35315974F34}"/>
                </a:ext>
              </a:extLst>
            </p:cNvPr>
            <p:cNvPicPr>
              <a:picLocks noChangeAspect="1"/>
            </p:cNvPicPr>
            <p:nvPr/>
          </p:nvPicPr>
          <p:blipFill>
            <a:blip r:embed="rId8"/>
            <a:stretch>
              <a:fillRect/>
            </a:stretch>
          </p:blipFill>
          <p:spPr>
            <a:xfrm>
              <a:off x="707247" y="4040027"/>
              <a:ext cx="7397496" cy="3473238"/>
            </a:xfrm>
            <a:prstGeom prst="rect">
              <a:avLst/>
            </a:prstGeom>
          </p:spPr>
        </p:pic>
        <p:pic>
          <p:nvPicPr>
            <p:cNvPr id="31" name="Graphic 30" descr="Cursor with solid fill">
              <a:extLst>
                <a:ext uri="{FF2B5EF4-FFF2-40B4-BE49-F238E27FC236}">
                  <a16:creationId xmlns:a16="http://schemas.microsoft.com/office/drawing/2014/main" id="{72179BE6-0E97-7ED2-75AC-CD3CC9D2BF1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737259" y="5747469"/>
              <a:ext cx="244191" cy="244191"/>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395"/>
        <p:cNvGrpSpPr/>
        <p:nvPr/>
      </p:nvGrpSpPr>
      <p:grpSpPr>
        <a:xfrm>
          <a:off x="0" y="0"/>
          <a:ext cx="0" cy="0"/>
          <a:chOff x="0" y="0"/>
          <a:chExt cx="0" cy="0"/>
        </a:xfrm>
      </p:grpSpPr>
      <p:sp>
        <p:nvSpPr>
          <p:cNvPr id="3396" name="Google Shape;3396;p132"/>
          <p:cNvSpPr txBox="1">
            <a:spLocks noGrp="1"/>
          </p:cNvSpPr>
          <p:nvPr>
            <p:ph type="title"/>
          </p:nvPr>
        </p:nvSpPr>
        <p:spPr>
          <a:noFill/>
          <a:ln>
            <a:noFill/>
          </a:ln>
        </p:spPr>
        <p:txBody>
          <a:bodyPr spcFirstLastPara="1" vert="horz" wrap="square" lIns="0" tIns="0" rIns="0" bIns="0" rtlCol="0" anchor="b" anchorCtr="0">
            <a:noAutofit/>
          </a:bodyPr>
          <a:lstStyle/>
          <a:p>
            <a:r>
              <a:rPr lang="en-US" dirty="0"/>
              <a:t>Support Network Governance and Enable Self-service Networking</a:t>
            </a:r>
          </a:p>
        </p:txBody>
      </p:sp>
      <p:sp>
        <p:nvSpPr>
          <p:cNvPr id="3397" name="Google Shape;3397;p132"/>
          <p:cNvSpPr txBox="1">
            <a:spLocks noGrp="1"/>
          </p:cNvSpPr>
          <p:nvPr>
            <p:ph type="subTitle" idx="10"/>
          </p:nvPr>
        </p:nvSpPr>
        <p:spPr>
          <a:noFill/>
          <a:ln>
            <a:noFill/>
          </a:ln>
        </p:spPr>
        <p:txBody>
          <a:bodyPr spcFirstLastPara="1" vert="horz" wrap="square" lIns="0" tIns="0" rIns="0" bIns="0" rtlCol="0" anchor="t" anchorCtr="0">
            <a:noAutofit/>
          </a:bodyPr>
          <a:lstStyle/>
          <a:p>
            <a:r>
              <a:rPr lang="en-US" dirty="0"/>
              <a:t>Manage IP Addresses and Isolation via VPCs. </a:t>
            </a:r>
          </a:p>
        </p:txBody>
      </p:sp>
      <p:sp>
        <p:nvSpPr>
          <p:cNvPr id="3398" name="Google Shape;3398;p132"/>
          <p:cNvSpPr txBox="1">
            <a:spLocks noGrp="1"/>
          </p:cNvSpPr>
          <p:nvPr>
            <p:ph type="body" sz="quarter" idx="17"/>
          </p:nvPr>
        </p:nvSpPr>
        <p:spPr>
          <a:xfrm>
            <a:off x="8380413" y="1600199"/>
            <a:ext cx="3808412" cy="5153025"/>
          </a:xfrm>
          <a:noFill/>
          <a:ln>
            <a:noFill/>
          </a:ln>
        </p:spPr>
        <p:txBody>
          <a:bodyPr spcFirstLastPara="1" vert="horz" wrap="square" lIns="0" tIns="457081" rIns="594195" bIns="457081" rtlCol="0" anchor="t" anchorCtr="0">
            <a:noAutofit/>
          </a:bodyPr>
          <a:lstStyle/>
          <a:p>
            <a:r>
              <a:rPr lang="en-US" dirty="0"/>
              <a:t>Enhance Security through network isolation.</a:t>
            </a:r>
          </a:p>
          <a:p>
            <a:pPr marL="285750" indent="-285750">
              <a:buFont typeface="Arial" panose="020B0604020202020204" pitchFamily="34" charset="0"/>
              <a:buChar char="•"/>
            </a:pPr>
            <a:r>
              <a:rPr lang="en-US" sz="1400" dirty="0"/>
              <a:t>Leverage VPCs networks for each application team to ensure isolation.</a:t>
            </a:r>
          </a:p>
          <a:p>
            <a:pPr marL="285750" indent="-285750">
              <a:buFont typeface="Arial" panose="020B0604020202020204" pitchFamily="34" charset="0"/>
              <a:buChar char="•"/>
            </a:pPr>
            <a:r>
              <a:rPr lang="en-US" sz="1400" dirty="0"/>
              <a:t>Link each VPC to one or more vSphere Namespaces for resource control.</a:t>
            </a:r>
          </a:p>
          <a:p>
            <a:pPr marL="285750" indent="-285750">
              <a:buFont typeface="Arial" panose="020B0604020202020204" pitchFamily="34" charset="0"/>
              <a:buChar char="•"/>
            </a:pPr>
            <a:r>
              <a:rPr lang="en-US" sz="1400" dirty="0"/>
              <a:t>Oversee IP addresses provided by IT Admins or external Providers to prevent conflicts.</a:t>
            </a:r>
          </a:p>
          <a:p>
            <a:pPr marL="285750" indent="-285750">
              <a:buFont typeface="Arial" panose="020B0604020202020204" pitchFamily="34" charset="0"/>
              <a:buChar char="•"/>
            </a:pPr>
            <a:r>
              <a:rPr lang="en-US" sz="1400" dirty="0"/>
              <a:t>Develop and manage IP addresses for internal use.</a:t>
            </a:r>
          </a:p>
        </p:txBody>
      </p:sp>
      <p:sp>
        <p:nvSpPr>
          <p:cNvPr id="7" name="Content Placeholder 6">
            <a:extLst>
              <a:ext uri="{FF2B5EF4-FFF2-40B4-BE49-F238E27FC236}">
                <a16:creationId xmlns:a16="http://schemas.microsoft.com/office/drawing/2014/main" id="{72392501-2A1D-FA5D-FD4B-C4370EEEEF73}"/>
              </a:ext>
            </a:extLst>
          </p:cNvPr>
          <p:cNvSpPr>
            <a:spLocks noGrp="1"/>
          </p:cNvSpPr>
          <p:nvPr>
            <p:ph sz="quarter" idx="14"/>
          </p:nvPr>
        </p:nvSpPr>
        <p:spPr/>
        <p:txBody>
          <a:bodyPr/>
          <a:lstStyle/>
          <a:p>
            <a:endParaRPr lang="en-US" dirty="0"/>
          </a:p>
        </p:txBody>
      </p:sp>
      <p:grpSp>
        <p:nvGrpSpPr>
          <p:cNvPr id="5" name="Group 4">
            <a:extLst>
              <a:ext uri="{FF2B5EF4-FFF2-40B4-BE49-F238E27FC236}">
                <a16:creationId xmlns:a16="http://schemas.microsoft.com/office/drawing/2014/main" id="{3726F76B-F8F7-2EF7-69AF-8FFB8102F30F}"/>
              </a:ext>
            </a:extLst>
          </p:cNvPr>
          <p:cNvGrpSpPr/>
          <p:nvPr/>
        </p:nvGrpSpPr>
        <p:grpSpPr>
          <a:xfrm>
            <a:off x="608819" y="1694870"/>
            <a:ext cx="7397496" cy="3959189"/>
            <a:chOff x="608819" y="1600677"/>
            <a:chExt cx="7397496" cy="3959189"/>
          </a:xfrm>
          <a:effectLst>
            <a:outerShdw blurRad="50800" dist="38100" dir="2700000" algn="tl" rotWithShape="0">
              <a:prstClr val="black">
                <a:alpha val="40000"/>
              </a:prstClr>
            </a:outerShdw>
          </a:effectLst>
        </p:grpSpPr>
        <p:pic>
          <p:nvPicPr>
            <p:cNvPr id="3399" name="Google Shape;3399;p132" descr="A screenshot of a computer&#10;&#10;AI-generated content may be incorrect."/>
            <p:cNvPicPr preferRelativeResize="0"/>
            <p:nvPr/>
          </p:nvPicPr>
          <p:blipFill rotWithShape="1">
            <a:blip r:embed="rId3">
              <a:alphaModFix/>
            </a:blip>
            <a:srcRect b="93940"/>
            <a:stretch/>
          </p:blipFill>
          <p:spPr>
            <a:xfrm>
              <a:off x="609782" y="1600677"/>
              <a:ext cx="7395570" cy="266223"/>
            </a:xfrm>
            <a:prstGeom prst="rect">
              <a:avLst/>
            </a:prstGeom>
            <a:noFill/>
            <a:ln>
              <a:noFill/>
            </a:ln>
            <a:effectLst>
              <a:outerShdw blurRad="50800" dist="38100" dir="2700000" algn="tl" rotWithShape="0">
                <a:srgbClr val="000000">
                  <a:alpha val="40000"/>
                </a:srgbClr>
              </a:outerShdw>
            </a:effectLst>
          </p:spPr>
        </p:pic>
        <p:pic>
          <p:nvPicPr>
            <p:cNvPr id="4" name="Picture 3">
              <a:extLst>
                <a:ext uri="{FF2B5EF4-FFF2-40B4-BE49-F238E27FC236}">
                  <a16:creationId xmlns:a16="http://schemas.microsoft.com/office/drawing/2014/main" id="{9365C4A9-A873-70A1-40E2-F0764B8A5C9B}"/>
                </a:ext>
              </a:extLst>
            </p:cNvPr>
            <p:cNvPicPr>
              <a:picLocks noChangeAspect="1"/>
            </p:cNvPicPr>
            <p:nvPr/>
          </p:nvPicPr>
          <p:blipFill>
            <a:blip r:embed="rId4"/>
            <a:stretch>
              <a:fillRect/>
            </a:stretch>
          </p:blipFill>
          <p:spPr>
            <a:xfrm>
              <a:off x="608819" y="1866900"/>
              <a:ext cx="7397496" cy="3692966"/>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39A94-EA67-446F-73BF-C48FC9F7FF52}"/>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F5DA47E5-4E89-BD3C-6959-14E97583C99E}"/>
              </a:ext>
            </a:extLst>
          </p:cNvPr>
          <p:cNvSpPr>
            <a:spLocks noGrp="1"/>
          </p:cNvSpPr>
          <p:nvPr>
            <p:ph type="title"/>
          </p:nvPr>
        </p:nvSpPr>
        <p:spPr>
          <a:xfrm>
            <a:off x="589107" y="938794"/>
            <a:ext cx="6555971" cy="1229360"/>
          </a:xfrm>
        </p:spPr>
        <p:txBody>
          <a:bodyPr/>
          <a:lstStyle/>
          <a:p>
            <a:r>
              <a:rPr lang="en-US" dirty="0"/>
              <a:t>Add-on Services</a:t>
            </a:r>
          </a:p>
        </p:txBody>
      </p:sp>
      <p:sp>
        <p:nvSpPr>
          <p:cNvPr id="9" name="Subtitle 2">
            <a:extLst>
              <a:ext uri="{FF2B5EF4-FFF2-40B4-BE49-F238E27FC236}">
                <a16:creationId xmlns:a16="http://schemas.microsoft.com/office/drawing/2014/main" id="{3943F1E8-F323-BB9B-DC32-6F269ACDF869}"/>
              </a:ext>
            </a:extLst>
          </p:cNvPr>
          <p:cNvSpPr>
            <a:spLocks noGrp="1"/>
          </p:cNvSpPr>
          <p:nvPr>
            <p:ph type="subTitle" idx="10"/>
          </p:nvPr>
        </p:nvSpPr>
        <p:spPr>
          <a:xfrm>
            <a:off x="602966" y="2267712"/>
            <a:ext cx="6542112" cy="700882"/>
          </a:xfrm>
        </p:spPr>
        <p:txBody>
          <a:bodyPr/>
          <a:lstStyle/>
          <a:p>
            <a:endParaRPr lang="en-AU" dirty="0"/>
          </a:p>
        </p:txBody>
      </p:sp>
    </p:spTree>
    <p:extLst>
      <p:ext uri="{BB962C8B-B14F-4D97-AF65-F5344CB8AC3E}">
        <p14:creationId xmlns:p14="http://schemas.microsoft.com/office/powerpoint/2010/main" val="4124272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952"/>
        <p:cNvGrpSpPr/>
        <p:nvPr/>
      </p:nvGrpSpPr>
      <p:grpSpPr>
        <a:xfrm>
          <a:off x="0" y="0"/>
          <a:ext cx="0" cy="0"/>
          <a:chOff x="0" y="0"/>
          <a:chExt cx="0" cy="0"/>
        </a:xfrm>
      </p:grpSpPr>
      <p:grpSp>
        <p:nvGrpSpPr>
          <p:cNvPr id="5953" name="Google Shape;5953;p270"/>
          <p:cNvGrpSpPr/>
          <p:nvPr/>
        </p:nvGrpSpPr>
        <p:grpSpPr>
          <a:xfrm>
            <a:off x="2631055" y="2194796"/>
            <a:ext cx="6926717" cy="3705254"/>
            <a:chOff x="2475853" y="2194473"/>
            <a:chExt cx="6928522" cy="3706219"/>
          </a:xfrm>
        </p:grpSpPr>
        <p:sp>
          <p:nvSpPr>
            <p:cNvPr id="5954" name="Google Shape;5954;p270"/>
            <p:cNvSpPr/>
            <p:nvPr/>
          </p:nvSpPr>
          <p:spPr>
            <a:xfrm>
              <a:off x="2680703" y="5337688"/>
              <a:ext cx="6518700" cy="519300"/>
            </a:xfrm>
            <a:prstGeom prst="round2SameRect">
              <a:avLst>
                <a:gd name="adj1" fmla="val 47157"/>
                <a:gd name="adj2" fmla="val 0"/>
              </a:avLst>
            </a:prstGeom>
            <a:gradFill>
              <a:gsLst>
                <a:gs pos="0">
                  <a:srgbClr val="6C4B8F"/>
                </a:gs>
                <a:gs pos="100000">
                  <a:srgbClr val="005B84"/>
                </a:gs>
              </a:gsLst>
              <a:lin ang="0" scaled="0"/>
            </a:gradFill>
            <a:ln>
              <a:noFill/>
            </a:ln>
          </p:spPr>
          <p:txBody>
            <a:bodyPr spcFirstLastPara="1" wrap="square" lIns="91410" tIns="45688" rIns="91410"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5955" name="Google Shape;5955;p270"/>
            <p:cNvSpPr/>
            <p:nvPr/>
          </p:nvSpPr>
          <p:spPr>
            <a:xfrm>
              <a:off x="2680703" y="3912163"/>
              <a:ext cx="6518700" cy="1377000"/>
            </a:xfrm>
            <a:prstGeom prst="round2SameRect">
              <a:avLst>
                <a:gd name="adj1" fmla="val 0"/>
                <a:gd name="adj2" fmla="val 16384"/>
              </a:avLst>
            </a:prstGeom>
            <a:gradFill>
              <a:gsLst>
                <a:gs pos="0">
                  <a:schemeClr val="accent5"/>
                </a:gs>
                <a:gs pos="21000">
                  <a:schemeClr val="accent5"/>
                </a:gs>
                <a:gs pos="100000">
                  <a:schemeClr val="accent2"/>
                </a:gs>
              </a:gsLst>
              <a:lin ang="0" scaled="0"/>
            </a:gradFill>
            <a:ln>
              <a:noFill/>
            </a:ln>
          </p:spPr>
          <p:txBody>
            <a:bodyPr spcFirstLastPara="1" wrap="square" lIns="91410" tIns="45688" rIns="91410"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5956" name="Google Shape;5956;p270"/>
            <p:cNvSpPr/>
            <p:nvPr/>
          </p:nvSpPr>
          <p:spPr>
            <a:xfrm>
              <a:off x="2680703" y="2475778"/>
              <a:ext cx="6518700" cy="1377000"/>
            </a:xfrm>
            <a:prstGeom prst="round2SameRect">
              <a:avLst>
                <a:gd name="adj1" fmla="val 16667"/>
                <a:gd name="adj2" fmla="val 0"/>
              </a:avLst>
            </a:prstGeom>
            <a:gradFill>
              <a:gsLst>
                <a:gs pos="0">
                  <a:srgbClr val="002060"/>
                </a:gs>
                <a:gs pos="100000">
                  <a:schemeClr val="accent3"/>
                </a:gs>
              </a:gsLst>
              <a:lin ang="0" scaled="0"/>
            </a:gradFill>
            <a:ln>
              <a:noFill/>
            </a:ln>
          </p:spPr>
          <p:txBody>
            <a:bodyPr spcFirstLastPara="1" wrap="square" lIns="91410" tIns="45688" rIns="91410"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5957" name="Google Shape;5957;p270"/>
            <p:cNvSpPr/>
            <p:nvPr/>
          </p:nvSpPr>
          <p:spPr>
            <a:xfrm>
              <a:off x="2632419" y="5298892"/>
              <a:ext cx="6615300" cy="601800"/>
            </a:xfrm>
            <a:prstGeom prst="rect">
              <a:avLst/>
            </a:prstGeom>
            <a:gradFill>
              <a:gsLst>
                <a:gs pos="0">
                  <a:srgbClr val="FFFFFF">
                    <a:alpha val="76862"/>
                  </a:srgbClr>
                </a:gs>
                <a:gs pos="85000">
                  <a:schemeClr val="lt1"/>
                </a:gs>
                <a:gs pos="100000">
                  <a:schemeClr val="lt1"/>
                </a:gs>
              </a:gsLst>
              <a:lin ang="5400012" scaled="0"/>
            </a:gradFill>
            <a:ln>
              <a:noFill/>
            </a:ln>
          </p:spPr>
          <p:txBody>
            <a:bodyPr spcFirstLastPara="1" wrap="square" lIns="91410" tIns="45688" rIns="91410"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5958" name="Google Shape;5958;p270"/>
            <p:cNvSpPr/>
            <p:nvPr/>
          </p:nvSpPr>
          <p:spPr>
            <a:xfrm>
              <a:off x="4012633" y="3934671"/>
              <a:ext cx="3855000" cy="351900"/>
            </a:xfrm>
            <a:prstGeom prst="rect">
              <a:avLst/>
            </a:prstGeom>
            <a:noFill/>
            <a:ln>
              <a:noFill/>
            </a:ln>
          </p:spPr>
          <p:txBody>
            <a:bodyPr spcFirstLastPara="1" wrap="square" lIns="91343" tIns="91343" rIns="91343" bIns="91343"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r>
                <a:rPr kumimoji="0" lang="en" sz="1200" b="0" i="0" u="none" strike="noStrike" kern="1200" cap="none" spc="0" normalizeH="0" baseline="0" noProof="0" dirty="0">
                  <a:ln>
                    <a:noFill/>
                  </a:ln>
                  <a:solidFill>
                    <a:srgbClr val="F2F2F2"/>
                  </a:solidFill>
                  <a:effectLst/>
                  <a:uLnTx/>
                  <a:uFillTx/>
                  <a:latin typeface="Arial"/>
                  <a:ea typeface="Arial"/>
                  <a:cs typeface="Arial"/>
                  <a:sym typeface="Arial"/>
                </a:rPr>
                <a:t>Automation and Operations</a:t>
              </a:r>
              <a:endParaRPr kumimoji="0" sz="1466"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5959" name="Google Shape;5959;p270"/>
            <p:cNvSpPr/>
            <p:nvPr/>
          </p:nvSpPr>
          <p:spPr>
            <a:xfrm>
              <a:off x="3291775" y="2618021"/>
              <a:ext cx="5296800" cy="0"/>
            </a:xfrm>
            <a:prstGeom prst="roundRect">
              <a:avLst>
                <a:gd name="adj" fmla="val 8857"/>
              </a:avLst>
            </a:prstGeom>
            <a:gradFill>
              <a:gsLst>
                <a:gs pos="0">
                  <a:srgbClr val="021A58"/>
                </a:gs>
                <a:gs pos="99000">
                  <a:srgbClr val="02246C"/>
                </a:gs>
                <a:gs pos="100000">
                  <a:srgbClr val="02246C"/>
                </a:gs>
              </a:gsLst>
              <a:lin ang="2700006" scaled="0"/>
            </a:gradFill>
            <a:ln>
              <a:noFill/>
            </a:ln>
          </p:spPr>
          <p:txBody>
            <a:bodyPr spcFirstLastPara="1" wrap="square" lIns="91376" tIns="45655" rIns="91376" bIns="4565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5960" name="Google Shape;5960;p270"/>
            <p:cNvSpPr/>
            <p:nvPr/>
          </p:nvSpPr>
          <p:spPr>
            <a:xfrm>
              <a:off x="3847252" y="2525796"/>
              <a:ext cx="4185600" cy="351900"/>
            </a:xfrm>
            <a:prstGeom prst="rect">
              <a:avLst/>
            </a:prstGeom>
            <a:noFill/>
            <a:ln>
              <a:noFill/>
            </a:ln>
          </p:spPr>
          <p:txBody>
            <a:bodyPr spcFirstLastPara="1" wrap="square" lIns="91343" tIns="91343" rIns="91343" bIns="91343"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r>
                <a:rPr kumimoji="0" lang="en" sz="1200" b="0" i="0" u="none" strike="noStrike" kern="1200" cap="none" spc="0" normalizeH="0" baseline="0" noProof="0" dirty="0">
                  <a:ln>
                    <a:noFill/>
                  </a:ln>
                  <a:solidFill>
                    <a:srgbClr val="F2F2F2"/>
                  </a:solidFill>
                  <a:effectLst/>
                  <a:uLnTx/>
                  <a:uFillTx/>
                  <a:latin typeface="Arial"/>
                  <a:ea typeface="Arial"/>
                  <a:cs typeface="Arial"/>
                  <a:sym typeface="Arial"/>
                </a:rPr>
                <a:t>Modern Cloud Interface</a:t>
              </a:r>
              <a:endParaRPr kumimoji="0" sz="1466"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nvGrpSpPr>
            <p:cNvPr id="5961" name="Google Shape;5961;p270"/>
            <p:cNvGrpSpPr/>
            <p:nvPr/>
          </p:nvGrpSpPr>
          <p:grpSpPr>
            <a:xfrm>
              <a:off x="2745476" y="2956505"/>
              <a:ext cx="6389397" cy="1879314"/>
              <a:chOff x="3325785" y="2956505"/>
              <a:chExt cx="5280493" cy="1879314"/>
            </a:xfrm>
          </p:grpSpPr>
          <p:sp>
            <p:nvSpPr>
              <p:cNvPr id="5962" name="Google Shape;5962;p270"/>
              <p:cNvSpPr txBox="1"/>
              <p:nvPr/>
            </p:nvSpPr>
            <p:spPr>
              <a:xfrm>
                <a:off x="3325785" y="4392890"/>
                <a:ext cx="1112400" cy="442929"/>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90000"/>
                  </a:lnSpc>
                  <a:spcBef>
                    <a:spcPts val="0"/>
                  </a:spcBef>
                  <a:spcAft>
                    <a:spcPts val="0"/>
                  </a:spcAft>
                  <a:buClr>
                    <a:srgbClr val="000000"/>
                  </a:buClr>
                  <a:buSzPts val="800"/>
                  <a:buFontTx/>
                  <a:buNone/>
                  <a:tabLst/>
                  <a:defRPr/>
                </a:pPr>
                <a:r>
                  <a:rPr kumimoji="0" lang="en" sz="1066" b="0" i="0" u="none" strike="noStrike" kern="1200" cap="none" spc="0" normalizeH="0" baseline="0" noProof="0" dirty="0">
                    <a:ln>
                      <a:noFill/>
                    </a:ln>
                    <a:solidFill>
                      <a:srgbClr val="F2F2F2"/>
                    </a:solidFill>
                    <a:effectLst/>
                    <a:uLnTx/>
                    <a:uFillTx/>
                    <a:latin typeface="Arial"/>
                    <a:ea typeface="Arial"/>
                    <a:cs typeface="Arial"/>
                    <a:sym typeface="Arial"/>
                  </a:rPr>
                  <a:t>Capacity, </a:t>
                </a:r>
                <a:br>
                  <a:rPr kumimoji="0" lang="en" sz="1066" b="0" i="0" u="none" strike="noStrike" kern="1200" cap="none" spc="0" normalizeH="0" baseline="0" noProof="0" dirty="0">
                    <a:ln>
                      <a:noFill/>
                    </a:ln>
                    <a:solidFill>
                      <a:srgbClr val="F2F2F2"/>
                    </a:solidFill>
                    <a:effectLst/>
                    <a:uLnTx/>
                    <a:uFillTx/>
                    <a:latin typeface="Arial"/>
                    <a:ea typeface="Arial"/>
                    <a:cs typeface="Arial"/>
                    <a:sym typeface="Arial"/>
                  </a:rPr>
                </a:br>
                <a:r>
                  <a:rPr kumimoji="0" lang="en" sz="1066" b="0" i="0" u="none" strike="noStrike" kern="1200" cap="none" spc="0" normalizeH="0" baseline="0" noProof="0" dirty="0">
                    <a:ln>
                      <a:noFill/>
                    </a:ln>
                    <a:solidFill>
                      <a:srgbClr val="F2F2F2"/>
                    </a:solidFill>
                    <a:effectLst/>
                    <a:uLnTx/>
                    <a:uFillTx/>
                    <a:latin typeface="Arial"/>
                    <a:ea typeface="Arial"/>
                    <a:cs typeface="Arial"/>
                    <a:sym typeface="Arial"/>
                  </a:rPr>
                  <a:t>Configuration,</a:t>
                </a:r>
                <a:br>
                  <a:rPr kumimoji="0" lang="en" sz="1066" b="0" i="0" u="none" strike="noStrike" kern="1200" cap="none" spc="0" normalizeH="0" baseline="0" noProof="0" dirty="0">
                    <a:ln>
                      <a:noFill/>
                    </a:ln>
                    <a:solidFill>
                      <a:srgbClr val="F2F2F2"/>
                    </a:solidFill>
                    <a:effectLst/>
                    <a:uLnTx/>
                    <a:uFillTx/>
                    <a:latin typeface="Arial"/>
                    <a:ea typeface="Arial"/>
                    <a:cs typeface="Arial"/>
                    <a:sym typeface="Arial"/>
                  </a:rPr>
                </a:br>
                <a:r>
                  <a:rPr kumimoji="0" lang="en" sz="1066" b="0" i="0" u="none" strike="noStrike" kern="1200" cap="none" spc="0" normalizeH="0" baseline="0" noProof="0" dirty="0">
                    <a:ln>
                      <a:noFill/>
                    </a:ln>
                    <a:solidFill>
                      <a:srgbClr val="F2F2F2"/>
                    </a:solidFill>
                    <a:effectLst/>
                    <a:uLnTx/>
                    <a:uFillTx/>
                    <a:latin typeface="Arial"/>
                    <a:ea typeface="Arial"/>
                    <a:cs typeface="Arial"/>
                    <a:sym typeface="Arial"/>
                  </a:rPr>
                  <a:t>Tenancy</a:t>
                </a:r>
                <a:endParaRPr kumimoji="0" sz="1066" b="0" i="0" u="none" strike="noStrike" kern="1200" cap="none" spc="0" normalizeH="0" baseline="0" noProof="0" dirty="0">
                  <a:ln>
                    <a:noFill/>
                  </a:ln>
                  <a:solidFill>
                    <a:srgbClr val="F2F2F2"/>
                  </a:solidFill>
                  <a:effectLst/>
                  <a:uLnTx/>
                  <a:uFillTx/>
                  <a:latin typeface="Arial"/>
                  <a:ea typeface="Arial"/>
                  <a:cs typeface="Arial"/>
                  <a:sym typeface="Arial"/>
                </a:endParaRPr>
              </a:p>
            </p:txBody>
          </p:sp>
          <p:sp>
            <p:nvSpPr>
              <p:cNvPr id="5963" name="Google Shape;5963;p270"/>
              <p:cNvSpPr txBox="1"/>
              <p:nvPr/>
            </p:nvSpPr>
            <p:spPr>
              <a:xfrm>
                <a:off x="7496512" y="4392890"/>
                <a:ext cx="987900" cy="442929"/>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90000"/>
                  </a:lnSpc>
                  <a:spcBef>
                    <a:spcPts val="0"/>
                  </a:spcBef>
                  <a:spcAft>
                    <a:spcPts val="0"/>
                  </a:spcAft>
                  <a:buClr>
                    <a:srgbClr val="000000"/>
                  </a:buClr>
                  <a:buSzPts val="800"/>
                  <a:buFontTx/>
                  <a:buNone/>
                  <a:tabLst/>
                  <a:defRPr/>
                </a:pPr>
                <a:r>
                  <a:rPr kumimoji="0" lang="en" sz="1066" b="0" i="0" u="none" strike="noStrike" kern="1200" cap="none" spc="0" normalizeH="0" baseline="0" noProof="0" dirty="0">
                    <a:ln>
                      <a:noFill/>
                    </a:ln>
                    <a:solidFill>
                      <a:srgbClr val="F2F2F2"/>
                    </a:solidFill>
                    <a:effectLst/>
                    <a:uLnTx/>
                    <a:uFillTx/>
                    <a:latin typeface="Arial"/>
                    <a:ea typeface="Arial"/>
                    <a:cs typeface="Arial"/>
                    <a:sym typeface="Arial"/>
                  </a:rPr>
                  <a:t>SRE Ops, Fleet </a:t>
                </a:r>
                <a:br>
                  <a:rPr kumimoji="0" lang="en" sz="1066" b="0" i="0" u="none" strike="noStrike" kern="1200" cap="none" spc="0" normalizeH="0" baseline="0" noProof="0" dirty="0">
                    <a:ln>
                      <a:noFill/>
                    </a:ln>
                    <a:solidFill>
                      <a:srgbClr val="F2F2F2"/>
                    </a:solidFill>
                    <a:effectLst/>
                    <a:uLnTx/>
                    <a:uFillTx/>
                    <a:latin typeface="Arial"/>
                    <a:ea typeface="Arial"/>
                    <a:cs typeface="Arial"/>
                    <a:sym typeface="Arial"/>
                  </a:rPr>
                </a:br>
                <a:r>
                  <a:rPr kumimoji="0" lang="en" sz="1066" b="0" i="0" u="none" strike="noStrike" kern="1200" cap="none" spc="0" normalizeH="0" baseline="0" noProof="0" dirty="0">
                    <a:ln>
                      <a:noFill/>
                    </a:ln>
                    <a:solidFill>
                      <a:srgbClr val="F2F2F2"/>
                    </a:solidFill>
                    <a:effectLst/>
                    <a:uLnTx/>
                    <a:uFillTx/>
                    <a:latin typeface="Arial"/>
                    <a:ea typeface="Arial"/>
                    <a:cs typeface="Arial"/>
                    <a:sym typeface="Arial"/>
                  </a:rPr>
                  <a:t>and Security </a:t>
                </a:r>
                <a:br>
                  <a:rPr kumimoji="0" lang="en" sz="1066" b="0" i="0" u="none" strike="noStrike" kern="1200" cap="none" spc="0" normalizeH="0" baseline="0" noProof="0" dirty="0">
                    <a:ln>
                      <a:noFill/>
                    </a:ln>
                    <a:solidFill>
                      <a:srgbClr val="F2F2F2"/>
                    </a:solidFill>
                    <a:effectLst/>
                    <a:uLnTx/>
                    <a:uFillTx/>
                    <a:latin typeface="Arial"/>
                    <a:ea typeface="Arial"/>
                    <a:cs typeface="Arial"/>
                    <a:sym typeface="Arial"/>
                  </a:rPr>
                </a:br>
                <a:r>
                  <a:rPr kumimoji="0" lang="en" sz="1066" b="0" i="0" u="none" strike="noStrike" kern="1200" cap="none" spc="0" normalizeH="0" baseline="0" noProof="0" dirty="0">
                    <a:ln>
                      <a:noFill/>
                    </a:ln>
                    <a:solidFill>
                      <a:srgbClr val="F2F2F2"/>
                    </a:solidFill>
                    <a:effectLst/>
                    <a:uLnTx/>
                    <a:uFillTx/>
                    <a:latin typeface="Arial"/>
                    <a:ea typeface="Arial"/>
                    <a:cs typeface="Arial"/>
                    <a:sym typeface="Arial"/>
                  </a:rPr>
                  <a:t>Management,</a:t>
                </a:r>
                <a:endParaRPr kumimoji="0" sz="1466"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5964" name="Google Shape;5964;p270"/>
              <p:cNvSpPr txBox="1"/>
              <p:nvPr/>
            </p:nvSpPr>
            <p:spPr>
              <a:xfrm>
                <a:off x="3464097" y="2956505"/>
                <a:ext cx="835800" cy="442929"/>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90000"/>
                  </a:lnSpc>
                  <a:spcBef>
                    <a:spcPts val="0"/>
                  </a:spcBef>
                  <a:spcAft>
                    <a:spcPts val="0"/>
                  </a:spcAft>
                  <a:buClr>
                    <a:srgbClr val="000000"/>
                  </a:buClr>
                  <a:buSzPts val="800"/>
                  <a:buFontTx/>
                  <a:buNone/>
                  <a:tabLst/>
                  <a:defRPr/>
                </a:pPr>
                <a:r>
                  <a:rPr kumimoji="0" lang="en" sz="1066" b="0" i="0" u="none" strike="noStrike" kern="1200" cap="none" spc="0" normalizeH="0" baseline="0" noProof="0" dirty="0">
                    <a:ln>
                      <a:noFill/>
                    </a:ln>
                    <a:solidFill>
                      <a:srgbClr val="F2F2F2"/>
                    </a:solidFill>
                    <a:effectLst/>
                    <a:uLnTx/>
                    <a:uFillTx/>
                    <a:latin typeface="Arial"/>
                    <a:ea typeface="Arial"/>
                    <a:cs typeface="Arial"/>
                    <a:sym typeface="Arial"/>
                  </a:rPr>
                  <a:t>Tenant </a:t>
                </a:r>
                <a:br>
                  <a:rPr kumimoji="0" lang="en" sz="1066" b="0" i="0" u="none" strike="noStrike" kern="1200" cap="none" spc="0" normalizeH="0" baseline="0" noProof="0" dirty="0">
                    <a:ln>
                      <a:noFill/>
                    </a:ln>
                    <a:solidFill>
                      <a:srgbClr val="F2F2F2"/>
                    </a:solidFill>
                    <a:effectLst/>
                    <a:uLnTx/>
                    <a:uFillTx/>
                    <a:latin typeface="Arial"/>
                    <a:ea typeface="Arial"/>
                    <a:cs typeface="Arial"/>
                    <a:sym typeface="Arial"/>
                  </a:rPr>
                </a:br>
                <a:r>
                  <a:rPr kumimoji="0" lang="en" sz="1066" b="0" i="0" u="none" strike="noStrike" kern="1200" cap="none" spc="0" normalizeH="0" baseline="0" noProof="0" dirty="0">
                    <a:ln>
                      <a:noFill/>
                    </a:ln>
                    <a:solidFill>
                      <a:srgbClr val="F2F2F2"/>
                    </a:solidFill>
                    <a:effectLst/>
                    <a:uLnTx/>
                    <a:uFillTx/>
                    <a:latin typeface="Arial"/>
                    <a:ea typeface="Arial"/>
                    <a:cs typeface="Arial"/>
                    <a:sym typeface="Arial"/>
                  </a:rPr>
                  <a:t>Management, </a:t>
                </a:r>
                <a:br>
                  <a:rPr kumimoji="0" lang="en" sz="1066" b="0" i="0" u="none" strike="noStrike" kern="1200" cap="none" spc="0" normalizeH="0" baseline="0" noProof="0" dirty="0">
                    <a:ln>
                      <a:noFill/>
                    </a:ln>
                    <a:solidFill>
                      <a:srgbClr val="F2F2F2"/>
                    </a:solidFill>
                    <a:effectLst/>
                    <a:uLnTx/>
                    <a:uFillTx/>
                    <a:latin typeface="Arial"/>
                    <a:ea typeface="Arial"/>
                    <a:cs typeface="Arial"/>
                    <a:sym typeface="Arial"/>
                  </a:rPr>
                </a:br>
                <a:r>
                  <a:rPr kumimoji="0" lang="en" sz="1066" b="0" i="0" u="none" strike="noStrike" kern="1200" cap="none" spc="0" normalizeH="0" baseline="0" noProof="0" dirty="0">
                    <a:ln>
                      <a:noFill/>
                    </a:ln>
                    <a:solidFill>
                      <a:srgbClr val="F2F2F2"/>
                    </a:solidFill>
                    <a:effectLst/>
                    <a:uLnTx/>
                    <a:uFillTx/>
                    <a:latin typeface="Arial"/>
                    <a:ea typeface="Arial"/>
                    <a:cs typeface="Arial"/>
                    <a:sym typeface="Arial"/>
                  </a:rPr>
                  <a:t>Content</a:t>
                </a:r>
                <a:endParaRPr kumimoji="0" sz="1466"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5965" name="Google Shape;5965;p270"/>
              <p:cNvSpPr txBox="1"/>
              <p:nvPr/>
            </p:nvSpPr>
            <p:spPr>
              <a:xfrm>
                <a:off x="7382578" y="2956505"/>
                <a:ext cx="1223700" cy="442929"/>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90000"/>
                  </a:lnSpc>
                  <a:spcBef>
                    <a:spcPts val="0"/>
                  </a:spcBef>
                  <a:spcAft>
                    <a:spcPts val="0"/>
                  </a:spcAft>
                  <a:buClr>
                    <a:srgbClr val="000000"/>
                  </a:buClr>
                  <a:buSzPts val="800"/>
                  <a:buFontTx/>
                  <a:buNone/>
                  <a:tabLst/>
                  <a:defRPr/>
                </a:pPr>
                <a:r>
                  <a:rPr kumimoji="0" lang="en" sz="1066" b="0" i="0" u="none" strike="noStrike" kern="1200" cap="none" spc="0" normalizeH="0" baseline="0" noProof="0" dirty="0">
                    <a:ln>
                      <a:noFill/>
                    </a:ln>
                    <a:solidFill>
                      <a:srgbClr val="F2F2F2"/>
                    </a:solidFill>
                    <a:effectLst/>
                    <a:uLnTx/>
                    <a:uFillTx/>
                    <a:latin typeface="Arial"/>
                    <a:ea typeface="Arial"/>
                    <a:cs typeface="Arial"/>
                    <a:sym typeface="Arial"/>
                  </a:rPr>
                  <a:t>Service Catalog, Orchestration, </a:t>
                </a:r>
                <a:br>
                  <a:rPr kumimoji="0" lang="en" sz="1066" b="0" i="0" u="none" strike="noStrike" kern="1200" cap="none" spc="0" normalizeH="0" baseline="0" noProof="0" dirty="0">
                    <a:ln>
                      <a:noFill/>
                    </a:ln>
                    <a:solidFill>
                      <a:srgbClr val="F2F2F2"/>
                    </a:solidFill>
                    <a:effectLst/>
                    <a:uLnTx/>
                    <a:uFillTx/>
                    <a:latin typeface="Arial"/>
                    <a:ea typeface="Arial"/>
                    <a:cs typeface="Arial"/>
                    <a:sym typeface="Arial"/>
                  </a:rPr>
                </a:br>
                <a:r>
                  <a:rPr kumimoji="0" lang="en" sz="1066" b="0" i="0" u="none" strike="noStrike" kern="1200" cap="none" spc="0" normalizeH="0" baseline="0" noProof="0" dirty="0">
                    <a:ln>
                      <a:noFill/>
                    </a:ln>
                    <a:solidFill>
                      <a:srgbClr val="F2F2F2"/>
                    </a:solidFill>
                    <a:effectLst/>
                    <a:uLnTx/>
                    <a:uFillTx/>
                    <a:latin typeface="Arial"/>
                    <a:ea typeface="Arial"/>
                    <a:cs typeface="Arial"/>
                    <a:sym typeface="Arial"/>
                  </a:rPr>
                  <a:t>Apps</a:t>
                </a:r>
                <a:endParaRPr kumimoji="0" sz="1466"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
          <p:nvSpPr>
            <p:cNvPr id="5966" name="Google Shape;5966;p270"/>
            <p:cNvSpPr txBox="1"/>
            <p:nvPr/>
          </p:nvSpPr>
          <p:spPr>
            <a:xfrm>
              <a:off x="4022120" y="2194473"/>
              <a:ext cx="3836100" cy="184714"/>
            </a:xfrm>
            <a:prstGeom prst="rect">
              <a:avLst/>
            </a:prstGeom>
            <a:noFill/>
            <a:ln>
              <a:noFill/>
            </a:ln>
          </p:spPr>
          <p:txBody>
            <a:bodyPr spcFirstLastPara="1" wrap="square" lIns="0" tIns="0" rIns="0" bIns="0" anchor="b"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r>
                <a:rPr kumimoji="0" lang="en" sz="1200" b="1" i="0" u="none" strike="noStrike" kern="1200" cap="none" spc="0" normalizeH="0" baseline="0" noProof="0" dirty="0">
                  <a:ln>
                    <a:noFill/>
                  </a:ln>
                  <a:solidFill>
                    <a:srgbClr val="0098C7"/>
                  </a:solidFill>
                  <a:effectLst/>
                  <a:uLnTx/>
                  <a:uFillTx/>
                  <a:latin typeface="Arial"/>
                  <a:ea typeface="Arial"/>
                  <a:cs typeface="Arial"/>
                  <a:sym typeface="Arial"/>
                </a:rPr>
                <a:t>VMware Cloud Foundation 9.0</a:t>
              </a:r>
              <a:endParaRPr kumimoji="0" sz="1466"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nvGrpSpPr>
            <p:cNvPr id="5967" name="Google Shape;5967;p270"/>
            <p:cNvGrpSpPr/>
            <p:nvPr/>
          </p:nvGrpSpPr>
          <p:grpSpPr>
            <a:xfrm>
              <a:off x="3977592" y="3734175"/>
              <a:ext cx="3924943" cy="326215"/>
              <a:chOff x="3970286" y="3734175"/>
              <a:chExt cx="3924943" cy="326215"/>
            </a:xfrm>
          </p:grpSpPr>
          <p:grpSp>
            <p:nvGrpSpPr>
              <p:cNvPr id="5968" name="Google Shape;5968;p270"/>
              <p:cNvGrpSpPr/>
              <p:nvPr/>
            </p:nvGrpSpPr>
            <p:grpSpPr>
              <a:xfrm>
                <a:off x="3970286" y="3734175"/>
                <a:ext cx="313500" cy="313500"/>
                <a:chOff x="4202510" y="3734175"/>
                <a:chExt cx="313500" cy="313500"/>
              </a:xfrm>
            </p:grpSpPr>
            <p:sp>
              <p:nvSpPr>
                <p:cNvPr id="5969" name="Google Shape;5969;p270"/>
                <p:cNvSpPr/>
                <p:nvPr/>
              </p:nvSpPr>
              <p:spPr>
                <a:xfrm>
                  <a:off x="4202510" y="3734175"/>
                  <a:ext cx="313500" cy="313500"/>
                </a:xfrm>
                <a:prstGeom prst="ellipse">
                  <a:avLst/>
                </a:prstGeom>
                <a:solidFill>
                  <a:srgbClr val="FFFFFF"/>
                </a:solidFill>
                <a:ln>
                  <a:noFill/>
                </a:ln>
              </p:spPr>
              <p:txBody>
                <a:bodyPr spcFirstLastPara="1" wrap="square" lIns="91376" tIns="91376" rIns="91376" bIns="91376"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endParaRPr kumimoji="0" sz="1066" b="0" i="0" u="none" strike="noStrike" kern="1200" cap="none" spc="0" normalizeH="0" baseline="0" noProof="0" dirty="0">
                    <a:ln>
                      <a:noFill/>
                    </a:ln>
                    <a:solidFill>
                      <a:srgbClr val="041032"/>
                    </a:solidFill>
                    <a:effectLst/>
                    <a:uLnTx/>
                    <a:uFillTx/>
                    <a:latin typeface="Arial"/>
                    <a:ea typeface="Arial"/>
                    <a:cs typeface="Arial"/>
                    <a:sym typeface="Arial"/>
                  </a:endParaRPr>
                </a:p>
              </p:txBody>
            </p:sp>
            <p:grpSp>
              <p:nvGrpSpPr>
                <p:cNvPr id="5970" name="Google Shape;5970;p270"/>
                <p:cNvGrpSpPr/>
                <p:nvPr/>
              </p:nvGrpSpPr>
              <p:grpSpPr>
                <a:xfrm>
                  <a:off x="4288402" y="3792600"/>
                  <a:ext cx="140081" cy="191773"/>
                  <a:chOff x="5000233" y="3506446"/>
                  <a:chExt cx="283795" cy="388519"/>
                </a:xfrm>
              </p:grpSpPr>
              <p:sp>
                <p:nvSpPr>
                  <p:cNvPr id="5971" name="Google Shape;5971;p270"/>
                  <p:cNvSpPr/>
                  <p:nvPr/>
                </p:nvSpPr>
                <p:spPr>
                  <a:xfrm rot="-5400000">
                    <a:off x="5060499" y="3671437"/>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20000"/>
                    </a:schemeClr>
                  </a:solidFill>
                  <a:ln>
                    <a:noFill/>
                  </a:ln>
                </p:spPr>
                <p:txBody>
                  <a:bodyPr spcFirstLastPara="1" wrap="square" lIns="91343" tIns="45655" rIns="91343" bIns="4565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endParaRPr kumimoji="0" sz="1066" b="0" i="0" u="none" strike="noStrike" kern="1200" cap="none" spc="0" normalizeH="0" baseline="0" noProof="0" dirty="0">
                      <a:ln>
                        <a:noFill/>
                      </a:ln>
                      <a:solidFill>
                        <a:srgbClr val="005B84"/>
                      </a:solidFill>
                      <a:effectLst/>
                      <a:uLnTx/>
                      <a:uFillTx/>
                      <a:latin typeface="Arial"/>
                      <a:ea typeface="Arial"/>
                      <a:cs typeface="Arial"/>
                      <a:sym typeface="Arial"/>
                    </a:endParaRPr>
                  </a:p>
                </p:txBody>
              </p:sp>
              <p:sp>
                <p:nvSpPr>
                  <p:cNvPr id="5972" name="Google Shape;5972;p270"/>
                  <p:cNvSpPr/>
                  <p:nvPr/>
                </p:nvSpPr>
                <p:spPr>
                  <a:xfrm rot="-5400000">
                    <a:off x="5060499" y="3558807"/>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45100"/>
                    </a:schemeClr>
                  </a:solidFill>
                  <a:ln>
                    <a:noFill/>
                  </a:ln>
                </p:spPr>
                <p:txBody>
                  <a:bodyPr spcFirstLastPara="1" wrap="square" lIns="91343" tIns="45655" rIns="91343" bIns="4565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endParaRPr kumimoji="0" sz="1066" b="0" i="0" u="none" strike="noStrike" kern="1200" cap="none" spc="0" normalizeH="0" baseline="0" noProof="0" dirty="0">
                      <a:ln>
                        <a:noFill/>
                      </a:ln>
                      <a:solidFill>
                        <a:srgbClr val="005B84"/>
                      </a:solidFill>
                      <a:effectLst/>
                      <a:uLnTx/>
                      <a:uFillTx/>
                      <a:latin typeface="Arial"/>
                      <a:ea typeface="Arial"/>
                      <a:cs typeface="Arial"/>
                      <a:sym typeface="Arial"/>
                    </a:endParaRPr>
                  </a:p>
                </p:txBody>
              </p:sp>
              <p:sp>
                <p:nvSpPr>
                  <p:cNvPr id="5973" name="Google Shape;5973;p270"/>
                  <p:cNvSpPr/>
                  <p:nvPr/>
                </p:nvSpPr>
                <p:spPr>
                  <a:xfrm rot="-5400000">
                    <a:off x="5060499" y="3446180"/>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solidFill>
                  <a:ln>
                    <a:noFill/>
                  </a:ln>
                </p:spPr>
                <p:txBody>
                  <a:bodyPr spcFirstLastPara="1" wrap="square" lIns="91343" tIns="45655" rIns="91343" bIns="4565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endParaRPr kumimoji="0" sz="1066" b="0" i="0" u="none" strike="noStrike" kern="1200" cap="none" spc="0" normalizeH="0" baseline="0" noProof="0" dirty="0">
                      <a:ln>
                        <a:noFill/>
                      </a:ln>
                      <a:solidFill>
                        <a:srgbClr val="005B84"/>
                      </a:solidFill>
                      <a:effectLst/>
                      <a:uLnTx/>
                      <a:uFillTx/>
                      <a:latin typeface="Arial"/>
                      <a:ea typeface="Arial"/>
                      <a:cs typeface="Arial"/>
                      <a:sym typeface="Arial"/>
                    </a:endParaRPr>
                  </a:p>
                </p:txBody>
              </p:sp>
            </p:grpSp>
          </p:grpSp>
          <p:grpSp>
            <p:nvGrpSpPr>
              <p:cNvPr id="5974" name="Google Shape;5974;p270"/>
              <p:cNvGrpSpPr/>
              <p:nvPr/>
            </p:nvGrpSpPr>
            <p:grpSpPr>
              <a:xfrm>
                <a:off x="7581729" y="3746890"/>
                <a:ext cx="313500" cy="313500"/>
                <a:chOff x="7352926" y="3734175"/>
                <a:chExt cx="313500" cy="313500"/>
              </a:xfrm>
            </p:grpSpPr>
            <p:sp>
              <p:nvSpPr>
                <p:cNvPr id="5975" name="Google Shape;5975;p270"/>
                <p:cNvSpPr/>
                <p:nvPr/>
              </p:nvSpPr>
              <p:spPr>
                <a:xfrm>
                  <a:off x="7352926" y="3734175"/>
                  <a:ext cx="313500" cy="313500"/>
                </a:xfrm>
                <a:prstGeom prst="ellipse">
                  <a:avLst/>
                </a:prstGeom>
                <a:solidFill>
                  <a:srgbClr val="FFFFFF"/>
                </a:solidFill>
                <a:ln>
                  <a:noFill/>
                </a:ln>
              </p:spPr>
              <p:txBody>
                <a:bodyPr spcFirstLastPara="1" wrap="square" lIns="91376" tIns="91376" rIns="91376" bIns="91376"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endParaRPr kumimoji="0" sz="1066" b="0" i="0" u="none" strike="noStrike" kern="1200" cap="none" spc="0" normalizeH="0" baseline="0" noProof="0" dirty="0">
                    <a:ln>
                      <a:noFill/>
                    </a:ln>
                    <a:solidFill>
                      <a:srgbClr val="041032"/>
                    </a:solidFill>
                    <a:effectLst/>
                    <a:uLnTx/>
                    <a:uFillTx/>
                    <a:latin typeface="Arial"/>
                    <a:ea typeface="Arial"/>
                    <a:cs typeface="Arial"/>
                    <a:sym typeface="Arial"/>
                  </a:endParaRPr>
                </a:p>
              </p:txBody>
            </p:sp>
            <p:grpSp>
              <p:nvGrpSpPr>
                <p:cNvPr id="5976" name="Google Shape;5976;p270"/>
                <p:cNvGrpSpPr/>
                <p:nvPr/>
              </p:nvGrpSpPr>
              <p:grpSpPr>
                <a:xfrm>
                  <a:off x="7437496" y="3792600"/>
                  <a:ext cx="140081" cy="191773"/>
                  <a:chOff x="5000233" y="3506446"/>
                  <a:chExt cx="283795" cy="388519"/>
                </a:xfrm>
              </p:grpSpPr>
              <p:sp>
                <p:nvSpPr>
                  <p:cNvPr id="5977" name="Google Shape;5977;p270"/>
                  <p:cNvSpPr/>
                  <p:nvPr/>
                </p:nvSpPr>
                <p:spPr>
                  <a:xfrm rot="-5400000">
                    <a:off x="5060499" y="3671437"/>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20000"/>
                    </a:schemeClr>
                  </a:solidFill>
                  <a:ln>
                    <a:noFill/>
                  </a:ln>
                </p:spPr>
                <p:txBody>
                  <a:bodyPr spcFirstLastPara="1" wrap="square" lIns="91343" tIns="45655" rIns="91343" bIns="4565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endParaRPr kumimoji="0" sz="1066" b="0" i="0" u="none" strike="noStrike" kern="1200" cap="none" spc="0" normalizeH="0" baseline="0" noProof="0" dirty="0">
                      <a:ln>
                        <a:noFill/>
                      </a:ln>
                      <a:solidFill>
                        <a:srgbClr val="005B84"/>
                      </a:solidFill>
                      <a:effectLst/>
                      <a:uLnTx/>
                      <a:uFillTx/>
                      <a:latin typeface="Arial"/>
                      <a:ea typeface="Arial"/>
                      <a:cs typeface="Arial"/>
                      <a:sym typeface="Arial"/>
                    </a:endParaRPr>
                  </a:p>
                </p:txBody>
              </p:sp>
              <p:sp>
                <p:nvSpPr>
                  <p:cNvPr id="5978" name="Google Shape;5978;p270"/>
                  <p:cNvSpPr/>
                  <p:nvPr/>
                </p:nvSpPr>
                <p:spPr>
                  <a:xfrm rot="-5400000">
                    <a:off x="5060499" y="3558807"/>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45100"/>
                    </a:schemeClr>
                  </a:solidFill>
                  <a:ln>
                    <a:noFill/>
                  </a:ln>
                </p:spPr>
                <p:txBody>
                  <a:bodyPr spcFirstLastPara="1" wrap="square" lIns="91343" tIns="45655" rIns="91343" bIns="4565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endParaRPr kumimoji="0" sz="1066" b="0" i="0" u="none" strike="noStrike" kern="1200" cap="none" spc="0" normalizeH="0" baseline="0" noProof="0" dirty="0">
                      <a:ln>
                        <a:noFill/>
                      </a:ln>
                      <a:solidFill>
                        <a:srgbClr val="005B84"/>
                      </a:solidFill>
                      <a:effectLst/>
                      <a:uLnTx/>
                      <a:uFillTx/>
                      <a:latin typeface="Arial"/>
                      <a:ea typeface="Arial"/>
                      <a:cs typeface="Arial"/>
                      <a:sym typeface="Arial"/>
                    </a:endParaRPr>
                  </a:p>
                </p:txBody>
              </p:sp>
              <p:sp>
                <p:nvSpPr>
                  <p:cNvPr id="5979" name="Google Shape;5979;p270"/>
                  <p:cNvSpPr/>
                  <p:nvPr/>
                </p:nvSpPr>
                <p:spPr>
                  <a:xfrm rot="-5400000">
                    <a:off x="5060499" y="3446180"/>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solidFill>
                  <a:ln>
                    <a:noFill/>
                  </a:ln>
                </p:spPr>
                <p:txBody>
                  <a:bodyPr spcFirstLastPara="1" wrap="square" lIns="91343" tIns="45655" rIns="91343" bIns="4565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endParaRPr kumimoji="0" sz="1066" b="0" i="0" u="none" strike="noStrike" kern="1200" cap="none" spc="0" normalizeH="0" baseline="0" noProof="0" dirty="0">
                      <a:ln>
                        <a:noFill/>
                      </a:ln>
                      <a:solidFill>
                        <a:srgbClr val="005B84"/>
                      </a:solidFill>
                      <a:effectLst/>
                      <a:uLnTx/>
                      <a:uFillTx/>
                      <a:latin typeface="Arial"/>
                      <a:ea typeface="Arial"/>
                      <a:cs typeface="Arial"/>
                      <a:sym typeface="Arial"/>
                    </a:endParaRPr>
                  </a:p>
                </p:txBody>
              </p:sp>
            </p:grpSp>
          </p:grpSp>
        </p:grpSp>
        <p:sp>
          <p:nvSpPr>
            <p:cNvPr id="5980" name="Google Shape;5980;p270"/>
            <p:cNvSpPr/>
            <p:nvPr/>
          </p:nvSpPr>
          <p:spPr>
            <a:xfrm>
              <a:off x="2475853" y="2286720"/>
              <a:ext cx="6928522" cy="3180328"/>
            </a:xfrm>
            <a:custGeom>
              <a:avLst/>
              <a:gdLst/>
              <a:ahLst/>
              <a:cxnLst/>
              <a:rect l="l" t="t" r="r" b="b"/>
              <a:pathLst>
                <a:path w="6928522" h="3180328" extrusionOk="0">
                  <a:moveTo>
                    <a:pt x="326874" y="0"/>
                  </a:moveTo>
                  <a:lnTo>
                    <a:pt x="2315619" y="0"/>
                  </a:lnTo>
                  <a:lnTo>
                    <a:pt x="2315619" y="26610"/>
                  </a:lnTo>
                  <a:lnTo>
                    <a:pt x="337328" y="26610"/>
                  </a:lnTo>
                  <a:cubicBezTo>
                    <a:pt x="165158" y="26610"/>
                    <a:pt x="25587" y="166181"/>
                    <a:pt x="25587" y="338351"/>
                  </a:cubicBezTo>
                  <a:lnTo>
                    <a:pt x="25587" y="2841978"/>
                  </a:lnTo>
                  <a:cubicBezTo>
                    <a:pt x="25587" y="3014148"/>
                    <a:pt x="165158" y="3153719"/>
                    <a:pt x="337328" y="3153719"/>
                  </a:cubicBezTo>
                  <a:lnTo>
                    <a:pt x="6591194" y="3153719"/>
                  </a:lnTo>
                  <a:cubicBezTo>
                    <a:pt x="6763364" y="3153719"/>
                    <a:pt x="6902935" y="3014148"/>
                    <a:pt x="6902935" y="2841978"/>
                  </a:cubicBezTo>
                  <a:lnTo>
                    <a:pt x="6902935" y="338351"/>
                  </a:lnTo>
                  <a:cubicBezTo>
                    <a:pt x="6902935" y="166181"/>
                    <a:pt x="6763364" y="26610"/>
                    <a:pt x="6591194" y="26610"/>
                  </a:cubicBezTo>
                  <a:lnTo>
                    <a:pt x="4612903" y="26610"/>
                  </a:lnTo>
                  <a:lnTo>
                    <a:pt x="4612903" y="0"/>
                  </a:lnTo>
                  <a:lnTo>
                    <a:pt x="6601648" y="0"/>
                  </a:lnTo>
                  <a:cubicBezTo>
                    <a:pt x="6782176" y="0"/>
                    <a:pt x="6928522" y="146346"/>
                    <a:pt x="6928522" y="326874"/>
                  </a:cubicBezTo>
                  <a:lnTo>
                    <a:pt x="6928522" y="2853454"/>
                  </a:lnTo>
                  <a:cubicBezTo>
                    <a:pt x="6928522" y="3033982"/>
                    <a:pt x="6782176" y="3180328"/>
                    <a:pt x="6601648" y="3180328"/>
                  </a:cubicBezTo>
                  <a:lnTo>
                    <a:pt x="326874" y="3180328"/>
                  </a:lnTo>
                  <a:cubicBezTo>
                    <a:pt x="146346" y="3180328"/>
                    <a:pt x="0" y="3033982"/>
                    <a:pt x="0" y="2853454"/>
                  </a:cubicBezTo>
                  <a:lnTo>
                    <a:pt x="0" y="326874"/>
                  </a:lnTo>
                  <a:cubicBezTo>
                    <a:pt x="0" y="146346"/>
                    <a:pt x="146346" y="0"/>
                    <a:pt x="326874" y="0"/>
                  </a:cubicBezTo>
                  <a:close/>
                </a:path>
              </a:pathLst>
            </a:custGeom>
            <a:gradFill>
              <a:gsLst>
                <a:gs pos="0">
                  <a:schemeClr val="accent3"/>
                </a:gs>
                <a:gs pos="23000">
                  <a:schemeClr val="accent3"/>
                </a:gs>
                <a:gs pos="81000">
                  <a:schemeClr val="accent5"/>
                </a:gs>
                <a:gs pos="100000">
                  <a:schemeClr val="accent5"/>
                </a:gs>
              </a:gsLst>
              <a:lin ang="5400012" scaled="0"/>
            </a:gradFill>
            <a:ln>
              <a:noFill/>
            </a:ln>
          </p:spPr>
          <p:txBody>
            <a:bodyPr spcFirstLastPara="1" wrap="square" lIns="0" tIns="0" rIns="0" bIns="0" anchor="ctr" anchorCtr="0">
              <a:noAutofit/>
            </a:bodyPr>
            <a:lstStyle/>
            <a:p>
              <a:pPr marL="0" marR="0" lvl="0" indent="0" algn="ctr" defTabSz="914400" rtl="0" eaLnBrk="1" fontAlgn="auto" latinLnBrk="0" hangingPunct="1">
                <a:lnSpc>
                  <a:spcPct val="90000"/>
                </a:lnSpc>
                <a:spcBef>
                  <a:spcPts val="0"/>
                </a:spcBef>
                <a:spcAft>
                  <a:spcPts val="0"/>
                </a:spcAft>
                <a:buClr>
                  <a:srgbClr val="000000"/>
                </a:buClr>
                <a:buSzPts val="800"/>
                <a:buFontTx/>
                <a:buNone/>
                <a:tabLst/>
                <a:defRPr/>
              </a:pPr>
              <a:endParaRPr kumimoji="0" sz="1066" b="0" i="0" u="none" strike="noStrike" kern="1200" cap="none" spc="0" normalizeH="0" baseline="0" noProof="0" dirty="0">
                <a:ln>
                  <a:noFill/>
                </a:ln>
                <a:solidFill>
                  <a:srgbClr val="FFFFFF"/>
                </a:solidFill>
                <a:effectLst/>
                <a:uLnTx/>
                <a:uFillTx/>
                <a:latin typeface="Arial"/>
                <a:ea typeface="Arial"/>
                <a:cs typeface="Arial"/>
                <a:sym typeface="Arial"/>
              </a:endParaRPr>
            </a:p>
          </p:txBody>
        </p:sp>
        <p:grpSp>
          <p:nvGrpSpPr>
            <p:cNvPr id="5981" name="Google Shape;5981;p270"/>
            <p:cNvGrpSpPr/>
            <p:nvPr/>
          </p:nvGrpSpPr>
          <p:grpSpPr>
            <a:xfrm>
              <a:off x="4191551" y="2949296"/>
              <a:ext cx="3497226" cy="2255992"/>
              <a:chOff x="4195572" y="2949296"/>
              <a:chExt cx="3497226" cy="2255992"/>
            </a:xfrm>
          </p:grpSpPr>
          <p:sp>
            <p:nvSpPr>
              <p:cNvPr id="5982" name="Google Shape;5982;p270"/>
              <p:cNvSpPr txBox="1"/>
              <p:nvPr/>
            </p:nvSpPr>
            <p:spPr>
              <a:xfrm>
                <a:off x="6469098" y="4928409"/>
                <a:ext cx="1223700" cy="276879"/>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90000"/>
                  </a:lnSpc>
                  <a:spcBef>
                    <a:spcPts val="0"/>
                  </a:spcBef>
                  <a:spcAft>
                    <a:spcPts val="0"/>
                  </a:spcAft>
                  <a:buClr>
                    <a:srgbClr val="000000"/>
                  </a:buClr>
                  <a:buSzPts val="800"/>
                  <a:buFontTx/>
                  <a:buNone/>
                  <a:tabLst/>
                  <a:defRPr/>
                </a:pPr>
                <a:r>
                  <a:rPr kumimoji="0" lang="en" sz="1066" b="0" i="0" u="none" strike="noStrike" kern="1200" cap="none" spc="0" normalizeH="0" baseline="0" noProof="0" dirty="0">
                    <a:ln>
                      <a:noFill/>
                    </a:ln>
                    <a:solidFill>
                      <a:srgbClr val="F2F2F2"/>
                    </a:solidFill>
                    <a:effectLst/>
                    <a:uLnTx/>
                    <a:uFillTx/>
                    <a:latin typeface="Arial"/>
                    <a:ea typeface="Arial"/>
                    <a:cs typeface="Arial"/>
                    <a:sym typeface="Arial"/>
                  </a:rPr>
                  <a:t>Networking </a:t>
                </a:r>
                <a:br>
                  <a:rPr kumimoji="0" lang="en" sz="1066" b="0" i="0" u="none" strike="noStrike" kern="1200" cap="none" spc="0" normalizeH="0" baseline="0" noProof="0" dirty="0">
                    <a:ln>
                      <a:noFill/>
                    </a:ln>
                    <a:solidFill>
                      <a:srgbClr val="F2F2F2"/>
                    </a:solidFill>
                    <a:effectLst/>
                    <a:uLnTx/>
                    <a:uFillTx/>
                    <a:latin typeface="Arial"/>
                    <a:ea typeface="Arial"/>
                    <a:cs typeface="Arial"/>
                    <a:sym typeface="Arial"/>
                  </a:rPr>
                </a:br>
                <a:r>
                  <a:rPr kumimoji="0" lang="en" sz="933" b="0" i="0" u="none" strike="noStrike" kern="1200" cap="none" spc="0" normalizeH="0" baseline="0" noProof="0" dirty="0">
                    <a:ln>
                      <a:noFill/>
                    </a:ln>
                    <a:solidFill>
                      <a:srgbClr val="F2F2F2"/>
                    </a:solidFill>
                    <a:effectLst/>
                    <a:uLnTx/>
                    <a:uFillTx/>
                    <a:latin typeface="Arial"/>
                    <a:ea typeface="Arial"/>
                    <a:cs typeface="Arial"/>
                    <a:sym typeface="Arial"/>
                  </a:rPr>
                  <a:t>(VMware NSX)</a:t>
                </a:r>
                <a:endParaRPr kumimoji="0" sz="1066" b="0" i="0" u="none" strike="noStrike" kern="1200" cap="none" spc="0" normalizeH="0" baseline="0" noProof="0" dirty="0">
                  <a:ln>
                    <a:noFill/>
                  </a:ln>
                  <a:solidFill>
                    <a:srgbClr val="F2F2F2"/>
                  </a:solidFill>
                  <a:effectLst/>
                  <a:uLnTx/>
                  <a:uFillTx/>
                  <a:latin typeface="Arial"/>
                  <a:ea typeface="Arial"/>
                  <a:cs typeface="Arial"/>
                  <a:sym typeface="Arial"/>
                </a:endParaRPr>
              </a:p>
            </p:txBody>
          </p:sp>
          <p:sp>
            <p:nvSpPr>
              <p:cNvPr id="5983" name="Google Shape;5983;p270"/>
              <p:cNvSpPr txBox="1"/>
              <p:nvPr/>
            </p:nvSpPr>
            <p:spPr>
              <a:xfrm>
                <a:off x="6469096" y="3493942"/>
                <a:ext cx="1223700" cy="164062"/>
              </a:xfrm>
              <a:prstGeom prst="rect">
                <a:avLst/>
              </a:prstGeom>
              <a:noFill/>
              <a:ln>
                <a:noFill/>
              </a:ln>
            </p:spPr>
            <p:txBody>
              <a:bodyPr spcFirstLastPara="1" wrap="square" lIns="0" tIns="0" rIns="0" bIns="0" anchor="ctr"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r>
                  <a:rPr kumimoji="0" lang="en" sz="1066" b="0" i="0" u="none" strike="noStrike" kern="1200" cap="none" spc="0" normalizeH="0" baseline="0" noProof="0" dirty="0">
                    <a:ln>
                      <a:noFill/>
                    </a:ln>
                    <a:solidFill>
                      <a:srgbClr val="F2F2F2"/>
                    </a:solidFill>
                    <a:effectLst/>
                    <a:uLnTx/>
                    <a:uFillTx/>
                    <a:latin typeface="Arial"/>
                    <a:ea typeface="Arial"/>
                    <a:cs typeface="Arial"/>
                    <a:sym typeface="Arial"/>
                  </a:rPr>
                  <a:t>K8s</a:t>
                </a:r>
                <a:endParaRPr kumimoji="0" sz="1466"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5984" name="Google Shape;5984;p270"/>
              <p:cNvSpPr/>
              <p:nvPr/>
            </p:nvSpPr>
            <p:spPr>
              <a:xfrm>
                <a:off x="4310653" y="4275153"/>
                <a:ext cx="3237900" cy="381300"/>
              </a:xfrm>
              <a:prstGeom prst="roundRect">
                <a:avLst>
                  <a:gd name="adj" fmla="val 9132"/>
                </a:avLst>
              </a:prstGeom>
              <a:noFill/>
              <a:ln w="22225" cap="rnd" cmpd="sng">
                <a:solidFill>
                  <a:schemeClr val="lt1"/>
                </a:solidFill>
                <a:prstDash val="dot"/>
                <a:round/>
                <a:headEnd type="none" w="sm" len="sm"/>
                <a:tailEnd type="none" w="sm" len="sm"/>
              </a:ln>
            </p:spPr>
            <p:txBody>
              <a:bodyPr spcFirstLastPara="1" wrap="square" lIns="91410" tIns="45688" rIns="91410"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endParaRPr kumimoji="0" sz="12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nvGrpSpPr>
              <p:cNvPr id="5985" name="Google Shape;5985;p270"/>
              <p:cNvGrpSpPr/>
              <p:nvPr/>
            </p:nvGrpSpPr>
            <p:grpSpPr>
              <a:xfrm>
                <a:off x="6829886" y="4395695"/>
                <a:ext cx="490500" cy="490500"/>
                <a:chOff x="6675070" y="4381181"/>
                <a:chExt cx="490500" cy="490500"/>
              </a:xfrm>
            </p:grpSpPr>
            <p:sp>
              <p:nvSpPr>
                <p:cNvPr id="5986" name="Google Shape;5986;p270"/>
                <p:cNvSpPr/>
                <p:nvPr/>
              </p:nvSpPr>
              <p:spPr>
                <a:xfrm>
                  <a:off x="6675070" y="4381181"/>
                  <a:ext cx="490500" cy="490500"/>
                </a:xfrm>
                <a:prstGeom prst="ellipse">
                  <a:avLst/>
                </a:prstGeom>
                <a:solidFill>
                  <a:srgbClr val="1C345E"/>
                </a:solidFill>
                <a:ln>
                  <a:noFill/>
                </a:ln>
              </p:spPr>
              <p:txBody>
                <a:bodyPr spcFirstLastPara="1" wrap="square" lIns="58485" tIns="58485" rIns="58485" bIns="5848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endParaRPr kumimoji="0" sz="1066" b="0" i="0" u="none" strike="noStrike" kern="1200" cap="none" spc="0" normalizeH="0" baseline="0" noProof="0" dirty="0">
                    <a:ln>
                      <a:noFill/>
                    </a:ln>
                    <a:solidFill>
                      <a:srgbClr val="041032"/>
                    </a:solidFill>
                    <a:effectLst/>
                    <a:uLnTx/>
                    <a:uFillTx/>
                    <a:latin typeface="Arial"/>
                    <a:ea typeface="Arial"/>
                    <a:cs typeface="Arial"/>
                    <a:sym typeface="Arial"/>
                  </a:endParaRPr>
                </a:p>
              </p:txBody>
            </p:sp>
            <p:sp>
              <p:nvSpPr>
                <p:cNvPr id="5987" name="Google Shape;5987;p270"/>
                <p:cNvSpPr/>
                <p:nvPr/>
              </p:nvSpPr>
              <p:spPr>
                <a:xfrm>
                  <a:off x="6783315" y="4489426"/>
                  <a:ext cx="274670" cy="274670"/>
                </a:xfrm>
                <a:custGeom>
                  <a:avLst/>
                  <a:gdLst/>
                  <a:ahLst/>
                  <a:cxnLst/>
                  <a:rect l="l" t="t" r="r" b="b"/>
                  <a:pathLst>
                    <a:path w="686675" h="686675" extrusionOk="0">
                      <a:moveTo>
                        <a:pt x="343338" y="0"/>
                      </a:moveTo>
                      <a:cubicBezTo>
                        <a:pt x="153736" y="0"/>
                        <a:pt x="0" y="153736"/>
                        <a:pt x="0" y="343338"/>
                      </a:cubicBezTo>
                      <a:cubicBezTo>
                        <a:pt x="0" y="532939"/>
                        <a:pt x="153736" y="686676"/>
                        <a:pt x="343338" y="686676"/>
                      </a:cubicBezTo>
                      <a:cubicBezTo>
                        <a:pt x="532939" y="686676"/>
                        <a:pt x="686676" y="532939"/>
                        <a:pt x="686676" y="343338"/>
                      </a:cubicBezTo>
                      <a:cubicBezTo>
                        <a:pt x="686676" y="153736"/>
                        <a:pt x="532939" y="0"/>
                        <a:pt x="343338" y="0"/>
                      </a:cubicBezTo>
                      <a:close/>
                      <a:moveTo>
                        <a:pt x="431519" y="150822"/>
                      </a:moveTo>
                      <a:lnTo>
                        <a:pt x="545981" y="265284"/>
                      </a:lnTo>
                      <a:lnTo>
                        <a:pt x="521528" y="289738"/>
                      </a:lnTo>
                      <a:lnTo>
                        <a:pt x="407065" y="175275"/>
                      </a:lnTo>
                      <a:lnTo>
                        <a:pt x="431519" y="150822"/>
                      </a:lnTo>
                      <a:close/>
                      <a:moveTo>
                        <a:pt x="502805" y="332173"/>
                      </a:moveTo>
                      <a:lnTo>
                        <a:pt x="502805" y="366754"/>
                      </a:lnTo>
                      <a:lnTo>
                        <a:pt x="429296" y="366754"/>
                      </a:lnTo>
                      <a:lnTo>
                        <a:pt x="429296" y="332173"/>
                      </a:lnTo>
                      <a:lnTo>
                        <a:pt x="502805" y="332173"/>
                      </a:lnTo>
                      <a:close/>
                      <a:moveTo>
                        <a:pt x="59627" y="347685"/>
                      </a:moveTo>
                      <a:cubicBezTo>
                        <a:pt x="59627" y="317748"/>
                        <a:pt x="83883" y="293492"/>
                        <a:pt x="113820" y="293492"/>
                      </a:cubicBezTo>
                      <a:cubicBezTo>
                        <a:pt x="143757" y="293492"/>
                        <a:pt x="168013" y="317748"/>
                        <a:pt x="168013" y="347685"/>
                      </a:cubicBezTo>
                      <a:cubicBezTo>
                        <a:pt x="168013" y="377622"/>
                        <a:pt x="143757" y="401878"/>
                        <a:pt x="113820" y="401878"/>
                      </a:cubicBezTo>
                      <a:cubicBezTo>
                        <a:pt x="83883" y="401878"/>
                        <a:pt x="59627" y="377622"/>
                        <a:pt x="59627" y="347685"/>
                      </a:cubicBezTo>
                      <a:close/>
                      <a:moveTo>
                        <a:pt x="265679" y="537583"/>
                      </a:moveTo>
                      <a:lnTo>
                        <a:pt x="151217" y="423121"/>
                      </a:lnTo>
                      <a:lnTo>
                        <a:pt x="175670" y="398667"/>
                      </a:lnTo>
                      <a:lnTo>
                        <a:pt x="290133" y="513130"/>
                      </a:lnTo>
                      <a:lnTo>
                        <a:pt x="265679" y="537583"/>
                      </a:lnTo>
                      <a:close/>
                      <a:moveTo>
                        <a:pt x="191182" y="366754"/>
                      </a:moveTo>
                      <a:lnTo>
                        <a:pt x="191182" y="332173"/>
                      </a:lnTo>
                      <a:lnTo>
                        <a:pt x="264691" y="332173"/>
                      </a:lnTo>
                      <a:lnTo>
                        <a:pt x="264691" y="366754"/>
                      </a:lnTo>
                      <a:lnTo>
                        <a:pt x="191182" y="366754"/>
                      </a:lnTo>
                      <a:close/>
                      <a:moveTo>
                        <a:pt x="175670" y="289787"/>
                      </a:moveTo>
                      <a:lnTo>
                        <a:pt x="151217" y="265334"/>
                      </a:lnTo>
                      <a:lnTo>
                        <a:pt x="265679" y="150871"/>
                      </a:lnTo>
                      <a:lnTo>
                        <a:pt x="290133" y="175325"/>
                      </a:lnTo>
                      <a:lnTo>
                        <a:pt x="175670" y="289787"/>
                      </a:lnTo>
                      <a:close/>
                      <a:moveTo>
                        <a:pt x="345116" y="626802"/>
                      </a:moveTo>
                      <a:cubicBezTo>
                        <a:pt x="315179" y="626802"/>
                        <a:pt x="290923" y="602546"/>
                        <a:pt x="290923" y="572609"/>
                      </a:cubicBezTo>
                      <a:cubicBezTo>
                        <a:pt x="290923" y="542671"/>
                        <a:pt x="315179" y="518415"/>
                        <a:pt x="345116" y="518415"/>
                      </a:cubicBezTo>
                      <a:cubicBezTo>
                        <a:pt x="375053" y="518415"/>
                        <a:pt x="399309" y="542671"/>
                        <a:pt x="399309" y="572609"/>
                      </a:cubicBezTo>
                      <a:cubicBezTo>
                        <a:pt x="399309" y="602546"/>
                        <a:pt x="375053" y="626802"/>
                        <a:pt x="345116" y="626802"/>
                      </a:cubicBezTo>
                      <a:close/>
                      <a:moveTo>
                        <a:pt x="345116" y="400594"/>
                      </a:moveTo>
                      <a:cubicBezTo>
                        <a:pt x="315179" y="400594"/>
                        <a:pt x="290923" y="376338"/>
                        <a:pt x="290923" y="346401"/>
                      </a:cubicBezTo>
                      <a:cubicBezTo>
                        <a:pt x="290923" y="316464"/>
                        <a:pt x="315179" y="292208"/>
                        <a:pt x="345116" y="292208"/>
                      </a:cubicBezTo>
                      <a:cubicBezTo>
                        <a:pt x="375053" y="292208"/>
                        <a:pt x="399309" y="316464"/>
                        <a:pt x="399309" y="346401"/>
                      </a:cubicBezTo>
                      <a:cubicBezTo>
                        <a:pt x="399309" y="376338"/>
                        <a:pt x="375053" y="400594"/>
                        <a:pt x="345116" y="400594"/>
                      </a:cubicBezTo>
                      <a:close/>
                      <a:moveTo>
                        <a:pt x="345116" y="168063"/>
                      </a:moveTo>
                      <a:cubicBezTo>
                        <a:pt x="315179" y="168063"/>
                        <a:pt x="290923" y="143807"/>
                        <a:pt x="290923" y="113870"/>
                      </a:cubicBezTo>
                      <a:cubicBezTo>
                        <a:pt x="290923" y="83933"/>
                        <a:pt x="315179" y="59677"/>
                        <a:pt x="345116" y="59677"/>
                      </a:cubicBezTo>
                      <a:cubicBezTo>
                        <a:pt x="375053" y="59677"/>
                        <a:pt x="399309" y="83933"/>
                        <a:pt x="399309" y="113870"/>
                      </a:cubicBezTo>
                      <a:cubicBezTo>
                        <a:pt x="399309" y="143807"/>
                        <a:pt x="375053" y="168063"/>
                        <a:pt x="345116" y="168063"/>
                      </a:cubicBezTo>
                      <a:close/>
                      <a:moveTo>
                        <a:pt x="431519" y="537583"/>
                      </a:moveTo>
                      <a:lnTo>
                        <a:pt x="407065" y="513130"/>
                      </a:lnTo>
                      <a:lnTo>
                        <a:pt x="521528" y="398667"/>
                      </a:lnTo>
                      <a:lnTo>
                        <a:pt x="545981" y="423121"/>
                      </a:lnTo>
                      <a:lnTo>
                        <a:pt x="431519" y="537583"/>
                      </a:lnTo>
                      <a:close/>
                      <a:moveTo>
                        <a:pt x="576412" y="401878"/>
                      </a:moveTo>
                      <a:cubicBezTo>
                        <a:pt x="546475" y="401878"/>
                        <a:pt x="522219" y="377622"/>
                        <a:pt x="522219" y="347685"/>
                      </a:cubicBezTo>
                      <a:cubicBezTo>
                        <a:pt x="522219" y="317748"/>
                        <a:pt x="546475" y="293492"/>
                        <a:pt x="576412" y="293492"/>
                      </a:cubicBezTo>
                      <a:cubicBezTo>
                        <a:pt x="606350" y="293492"/>
                        <a:pt x="630605" y="317748"/>
                        <a:pt x="630605" y="347685"/>
                      </a:cubicBezTo>
                      <a:cubicBezTo>
                        <a:pt x="630605" y="377622"/>
                        <a:pt x="606350" y="401878"/>
                        <a:pt x="576412" y="401878"/>
                      </a:cubicBezTo>
                      <a:close/>
                    </a:path>
                  </a:pathLst>
                </a:custGeom>
                <a:solidFill>
                  <a:srgbClr val="FFFFFF"/>
                </a:solidFill>
                <a:ln>
                  <a:noFill/>
                </a:ln>
              </p:spPr>
              <p:txBody>
                <a:bodyPr spcFirstLastPara="1" wrap="square" lIns="91410" tIns="45688" rIns="91410"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Tx/>
                    <a:buNone/>
                    <a:tabLst/>
                    <a:defRPr/>
                  </a:pPr>
                  <a:endParaRPr kumimoji="0" sz="1466"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5988" name="Google Shape;5988;p270"/>
              <p:cNvGrpSpPr/>
              <p:nvPr/>
            </p:nvGrpSpPr>
            <p:grpSpPr>
              <a:xfrm>
                <a:off x="6829599" y="2949296"/>
                <a:ext cx="490534" cy="490534"/>
                <a:chOff x="7043420" y="2378119"/>
                <a:chExt cx="626400" cy="626400"/>
              </a:xfrm>
            </p:grpSpPr>
            <p:sp>
              <p:nvSpPr>
                <p:cNvPr id="5989" name="Google Shape;5989;p270"/>
                <p:cNvSpPr/>
                <p:nvPr/>
              </p:nvSpPr>
              <p:spPr>
                <a:xfrm>
                  <a:off x="7043420" y="2378119"/>
                  <a:ext cx="626400" cy="626400"/>
                </a:xfrm>
                <a:prstGeom prst="ellipse">
                  <a:avLst/>
                </a:prstGeom>
                <a:solidFill>
                  <a:srgbClr val="041032">
                    <a:alpha val="49020"/>
                  </a:srgbClr>
                </a:solidFill>
                <a:ln>
                  <a:noFill/>
                </a:ln>
              </p:spPr>
              <p:txBody>
                <a:bodyPr spcFirstLastPara="1" wrap="square" lIns="58485" tIns="58485" rIns="58485" bIns="5848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endParaRPr kumimoji="0" sz="1066" b="0" i="0" u="none" strike="noStrike" kern="1200" cap="none" spc="0" normalizeH="0" baseline="0" noProof="0" dirty="0">
                    <a:ln>
                      <a:noFill/>
                    </a:ln>
                    <a:solidFill>
                      <a:srgbClr val="041032"/>
                    </a:solidFill>
                    <a:effectLst/>
                    <a:uLnTx/>
                    <a:uFillTx/>
                    <a:latin typeface="Arial"/>
                    <a:ea typeface="Arial"/>
                    <a:cs typeface="Arial"/>
                    <a:sym typeface="Arial"/>
                  </a:endParaRPr>
                </a:p>
              </p:txBody>
            </p:sp>
            <p:pic>
              <p:nvPicPr>
                <p:cNvPr id="5990" name="Google Shape;5990;p270"/>
                <p:cNvPicPr preferRelativeResize="0"/>
                <p:nvPr/>
              </p:nvPicPr>
              <p:blipFill rotWithShape="1">
                <a:blip r:embed="rId3">
                  <a:alphaModFix/>
                </a:blip>
                <a:srcRect/>
                <a:stretch/>
              </p:blipFill>
              <p:spPr>
                <a:xfrm>
                  <a:off x="7168838" y="2503538"/>
                  <a:ext cx="375651" cy="363292"/>
                </a:xfrm>
                <a:prstGeom prst="rect">
                  <a:avLst/>
                </a:prstGeom>
                <a:noFill/>
                <a:ln>
                  <a:noFill/>
                </a:ln>
              </p:spPr>
            </p:pic>
          </p:grpSp>
          <p:sp>
            <p:nvSpPr>
              <p:cNvPr id="5991" name="Google Shape;5991;p270"/>
              <p:cNvSpPr txBox="1"/>
              <p:nvPr/>
            </p:nvSpPr>
            <p:spPr>
              <a:xfrm>
                <a:off x="5324539" y="4928409"/>
                <a:ext cx="1223700" cy="276879"/>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90000"/>
                  </a:lnSpc>
                  <a:spcBef>
                    <a:spcPts val="0"/>
                  </a:spcBef>
                  <a:spcAft>
                    <a:spcPts val="0"/>
                  </a:spcAft>
                  <a:buClr>
                    <a:srgbClr val="000000"/>
                  </a:buClr>
                  <a:buSzPts val="800"/>
                  <a:buFontTx/>
                  <a:buNone/>
                  <a:tabLst/>
                  <a:defRPr/>
                </a:pPr>
                <a:r>
                  <a:rPr kumimoji="0" lang="en" sz="1066" b="0" i="0" u="none" strike="noStrike" kern="1200" cap="none" spc="0" normalizeH="0" baseline="0" noProof="0" dirty="0">
                    <a:ln>
                      <a:noFill/>
                    </a:ln>
                    <a:solidFill>
                      <a:srgbClr val="F2F2F2"/>
                    </a:solidFill>
                    <a:effectLst/>
                    <a:uLnTx/>
                    <a:uFillTx/>
                    <a:latin typeface="Arial"/>
                    <a:ea typeface="Arial"/>
                    <a:cs typeface="Arial"/>
                    <a:sym typeface="Arial"/>
                  </a:rPr>
                  <a:t>Storage </a:t>
                </a:r>
                <a:br>
                  <a:rPr kumimoji="0" lang="en" sz="1066" b="0" i="0" u="none" strike="noStrike" kern="1200" cap="none" spc="0" normalizeH="0" baseline="0" noProof="0" dirty="0">
                    <a:ln>
                      <a:noFill/>
                    </a:ln>
                    <a:solidFill>
                      <a:srgbClr val="F2F2F2"/>
                    </a:solidFill>
                    <a:effectLst/>
                    <a:uLnTx/>
                    <a:uFillTx/>
                    <a:latin typeface="Arial"/>
                    <a:ea typeface="Arial"/>
                    <a:cs typeface="Arial"/>
                    <a:sym typeface="Arial"/>
                  </a:rPr>
                </a:br>
                <a:r>
                  <a:rPr kumimoji="0" lang="en" sz="933" b="0" i="0" u="none" strike="noStrike" kern="1200" cap="none" spc="0" normalizeH="0" baseline="0" noProof="0" dirty="0">
                    <a:ln>
                      <a:noFill/>
                    </a:ln>
                    <a:solidFill>
                      <a:srgbClr val="F2F2F2"/>
                    </a:solidFill>
                    <a:effectLst/>
                    <a:uLnTx/>
                    <a:uFillTx/>
                    <a:latin typeface="Arial"/>
                    <a:ea typeface="Arial"/>
                    <a:cs typeface="Arial"/>
                    <a:sym typeface="Arial"/>
                  </a:rPr>
                  <a:t>(VMware vSAN)</a:t>
                </a:r>
                <a:endParaRPr kumimoji="0" sz="1066" b="0" i="0" u="none" strike="noStrike" kern="1200" cap="none" spc="0" normalizeH="0" baseline="0" noProof="0" dirty="0">
                  <a:ln>
                    <a:noFill/>
                  </a:ln>
                  <a:solidFill>
                    <a:srgbClr val="F2F2F2"/>
                  </a:solidFill>
                  <a:effectLst/>
                  <a:uLnTx/>
                  <a:uFillTx/>
                  <a:latin typeface="Arial"/>
                  <a:ea typeface="Arial"/>
                  <a:cs typeface="Arial"/>
                  <a:sym typeface="Arial"/>
                </a:endParaRPr>
              </a:p>
            </p:txBody>
          </p:sp>
          <p:grpSp>
            <p:nvGrpSpPr>
              <p:cNvPr id="5992" name="Google Shape;5992;p270"/>
              <p:cNvGrpSpPr/>
              <p:nvPr/>
            </p:nvGrpSpPr>
            <p:grpSpPr>
              <a:xfrm>
                <a:off x="5692804" y="4395695"/>
                <a:ext cx="490500" cy="490500"/>
                <a:chOff x="5692804" y="4381181"/>
                <a:chExt cx="490500" cy="490500"/>
              </a:xfrm>
            </p:grpSpPr>
            <p:sp>
              <p:nvSpPr>
                <p:cNvPr id="5993" name="Google Shape;5993;p270"/>
                <p:cNvSpPr/>
                <p:nvPr/>
              </p:nvSpPr>
              <p:spPr>
                <a:xfrm>
                  <a:off x="5692804" y="4381181"/>
                  <a:ext cx="490500" cy="490500"/>
                </a:xfrm>
                <a:prstGeom prst="ellipse">
                  <a:avLst/>
                </a:prstGeom>
                <a:solidFill>
                  <a:srgbClr val="27335F"/>
                </a:solidFill>
                <a:ln>
                  <a:noFill/>
                </a:ln>
              </p:spPr>
              <p:txBody>
                <a:bodyPr spcFirstLastPara="1" wrap="square" lIns="58485" tIns="58485" rIns="58485" bIns="5848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endParaRPr kumimoji="0" sz="1066" b="0" i="0" u="none" strike="noStrike" kern="1200" cap="none" spc="0" normalizeH="0" baseline="0" noProof="0" dirty="0">
                    <a:ln>
                      <a:noFill/>
                    </a:ln>
                    <a:solidFill>
                      <a:srgbClr val="041032"/>
                    </a:solidFill>
                    <a:effectLst/>
                    <a:uLnTx/>
                    <a:uFillTx/>
                    <a:latin typeface="Arial"/>
                    <a:ea typeface="Arial"/>
                    <a:cs typeface="Arial"/>
                    <a:sym typeface="Arial"/>
                  </a:endParaRPr>
                </a:p>
              </p:txBody>
            </p:sp>
            <p:sp>
              <p:nvSpPr>
                <p:cNvPr id="5994" name="Google Shape;5994;p270"/>
                <p:cNvSpPr/>
                <p:nvPr/>
              </p:nvSpPr>
              <p:spPr>
                <a:xfrm>
                  <a:off x="5829353" y="4504933"/>
                  <a:ext cx="217540" cy="243133"/>
                </a:xfrm>
                <a:custGeom>
                  <a:avLst/>
                  <a:gdLst/>
                  <a:ahLst/>
                  <a:cxnLst/>
                  <a:rect l="l" t="t" r="r" b="b"/>
                  <a:pathLst>
                    <a:path w="271078" h="302969" extrusionOk="0">
                      <a:moveTo>
                        <a:pt x="135539" y="0"/>
                      </a:moveTo>
                      <a:cubicBezTo>
                        <a:pt x="210386" y="0"/>
                        <a:pt x="271079" y="16074"/>
                        <a:pt x="271079" y="35918"/>
                      </a:cubicBezTo>
                      <a:lnTo>
                        <a:pt x="271079" y="51827"/>
                      </a:lnTo>
                      <a:cubicBezTo>
                        <a:pt x="271079" y="71647"/>
                        <a:pt x="210386" y="87697"/>
                        <a:pt x="135539" y="87697"/>
                      </a:cubicBezTo>
                      <a:cubicBezTo>
                        <a:pt x="60693" y="87697"/>
                        <a:pt x="0" y="71623"/>
                        <a:pt x="0" y="51827"/>
                      </a:cubicBezTo>
                      <a:lnTo>
                        <a:pt x="0" y="35871"/>
                      </a:lnTo>
                      <a:cubicBezTo>
                        <a:pt x="0" y="16051"/>
                        <a:pt x="60693" y="0"/>
                        <a:pt x="135539" y="0"/>
                      </a:cubicBezTo>
                      <a:close/>
                      <a:moveTo>
                        <a:pt x="271079" y="267099"/>
                      </a:moveTo>
                      <a:cubicBezTo>
                        <a:pt x="271079" y="286919"/>
                        <a:pt x="210386" y="302970"/>
                        <a:pt x="135539" y="302970"/>
                      </a:cubicBezTo>
                      <a:cubicBezTo>
                        <a:pt x="60693" y="302970"/>
                        <a:pt x="0" y="286895"/>
                        <a:pt x="0" y="267099"/>
                      </a:cubicBezTo>
                      <a:lnTo>
                        <a:pt x="0" y="219255"/>
                      </a:lnTo>
                      <a:cubicBezTo>
                        <a:pt x="0" y="239076"/>
                        <a:pt x="60693" y="255126"/>
                        <a:pt x="135539" y="255126"/>
                      </a:cubicBezTo>
                      <a:cubicBezTo>
                        <a:pt x="210386" y="255126"/>
                        <a:pt x="271079" y="239076"/>
                        <a:pt x="271079" y="219279"/>
                      </a:cubicBezTo>
                      <a:lnTo>
                        <a:pt x="271079" y="267075"/>
                      </a:lnTo>
                      <a:close/>
                      <a:moveTo>
                        <a:pt x="271079" y="195334"/>
                      </a:moveTo>
                      <a:cubicBezTo>
                        <a:pt x="271079" y="215154"/>
                        <a:pt x="210386" y="231204"/>
                        <a:pt x="135539" y="231204"/>
                      </a:cubicBezTo>
                      <a:cubicBezTo>
                        <a:pt x="60693" y="231204"/>
                        <a:pt x="0" y="215130"/>
                        <a:pt x="0" y="195334"/>
                      </a:cubicBezTo>
                      <a:lnTo>
                        <a:pt x="0" y="147490"/>
                      </a:lnTo>
                      <a:cubicBezTo>
                        <a:pt x="0" y="167310"/>
                        <a:pt x="60693" y="183361"/>
                        <a:pt x="135539" y="183361"/>
                      </a:cubicBezTo>
                      <a:cubicBezTo>
                        <a:pt x="210386" y="183361"/>
                        <a:pt x="271079" y="167310"/>
                        <a:pt x="271079" y="147514"/>
                      </a:cubicBezTo>
                      <a:lnTo>
                        <a:pt x="271079" y="195334"/>
                      </a:lnTo>
                      <a:close/>
                      <a:moveTo>
                        <a:pt x="271079" y="123568"/>
                      </a:moveTo>
                      <a:cubicBezTo>
                        <a:pt x="271079" y="143388"/>
                        <a:pt x="210386" y="159439"/>
                        <a:pt x="135539" y="159439"/>
                      </a:cubicBezTo>
                      <a:cubicBezTo>
                        <a:pt x="60693" y="159439"/>
                        <a:pt x="0" y="143365"/>
                        <a:pt x="0" y="123568"/>
                      </a:cubicBezTo>
                      <a:lnTo>
                        <a:pt x="0" y="75725"/>
                      </a:lnTo>
                      <a:cubicBezTo>
                        <a:pt x="0" y="95545"/>
                        <a:pt x="60693" y="111595"/>
                        <a:pt x="135539" y="111595"/>
                      </a:cubicBezTo>
                      <a:cubicBezTo>
                        <a:pt x="210386" y="111595"/>
                        <a:pt x="271079" y="95545"/>
                        <a:pt x="271079" y="75748"/>
                      </a:cubicBezTo>
                      <a:lnTo>
                        <a:pt x="271079" y="123568"/>
                      </a:lnTo>
                      <a:close/>
                    </a:path>
                  </a:pathLst>
                </a:custGeom>
                <a:solidFill>
                  <a:srgbClr val="FFFFFF"/>
                </a:solidFill>
                <a:ln>
                  <a:noFill/>
                </a:ln>
              </p:spPr>
              <p:txBody>
                <a:bodyPr spcFirstLastPara="1" wrap="square" lIns="91376" tIns="45688" rIns="91376"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Tx/>
                    <a:buNone/>
                    <a:tabLst/>
                    <a:defRPr/>
                  </a:pPr>
                  <a:endParaRPr kumimoji="0" sz="1466"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
            <p:nvSpPr>
              <p:cNvPr id="5995" name="Google Shape;5995;p270"/>
              <p:cNvSpPr txBox="1"/>
              <p:nvPr/>
            </p:nvSpPr>
            <p:spPr>
              <a:xfrm>
                <a:off x="5324538" y="3493938"/>
                <a:ext cx="1223700" cy="164062"/>
              </a:xfrm>
              <a:prstGeom prst="rect">
                <a:avLst/>
              </a:prstGeom>
              <a:noFill/>
              <a:ln>
                <a:noFill/>
              </a:ln>
            </p:spPr>
            <p:txBody>
              <a:bodyPr spcFirstLastPara="1" wrap="square" lIns="0" tIns="0" rIns="0" bIns="0" anchor="ctr"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r>
                  <a:rPr kumimoji="0" lang="en" sz="1066" b="0" i="0" u="none" strike="noStrike" kern="1200" cap="none" spc="0" normalizeH="0" baseline="0" noProof="0" dirty="0">
                    <a:ln>
                      <a:noFill/>
                    </a:ln>
                    <a:solidFill>
                      <a:srgbClr val="F2F2F2"/>
                    </a:solidFill>
                    <a:effectLst/>
                    <a:uLnTx/>
                    <a:uFillTx/>
                    <a:latin typeface="Arial"/>
                    <a:ea typeface="Arial"/>
                    <a:cs typeface="Arial"/>
                    <a:sym typeface="Arial"/>
                  </a:rPr>
                  <a:t>Traditional VMs</a:t>
                </a:r>
                <a:endParaRPr kumimoji="0" sz="1466"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nvGrpSpPr>
              <p:cNvPr id="5996" name="Google Shape;5996;p270"/>
              <p:cNvGrpSpPr/>
              <p:nvPr/>
            </p:nvGrpSpPr>
            <p:grpSpPr>
              <a:xfrm>
                <a:off x="5691412" y="2949296"/>
                <a:ext cx="490534" cy="490534"/>
                <a:chOff x="5787677" y="2378119"/>
                <a:chExt cx="626400" cy="626400"/>
              </a:xfrm>
            </p:grpSpPr>
            <p:sp>
              <p:nvSpPr>
                <p:cNvPr id="5997" name="Google Shape;5997;p270"/>
                <p:cNvSpPr/>
                <p:nvPr/>
              </p:nvSpPr>
              <p:spPr>
                <a:xfrm>
                  <a:off x="5787677" y="2378119"/>
                  <a:ext cx="626400" cy="626400"/>
                </a:xfrm>
                <a:prstGeom prst="ellipse">
                  <a:avLst/>
                </a:prstGeom>
                <a:solidFill>
                  <a:srgbClr val="041032">
                    <a:alpha val="49020"/>
                  </a:srgbClr>
                </a:solidFill>
                <a:ln>
                  <a:noFill/>
                </a:ln>
              </p:spPr>
              <p:txBody>
                <a:bodyPr spcFirstLastPara="1" wrap="square" lIns="58485" tIns="58485" rIns="58485" bIns="5848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endParaRPr kumimoji="0" sz="1066" b="0" i="0" u="none" strike="noStrike" kern="1200" cap="none" spc="0" normalizeH="0" baseline="0" noProof="0" dirty="0">
                    <a:ln>
                      <a:noFill/>
                    </a:ln>
                    <a:solidFill>
                      <a:srgbClr val="041032"/>
                    </a:solidFill>
                    <a:effectLst/>
                    <a:uLnTx/>
                    <a:uFillTx/>
                    <a:latin typeface="Arial"/>
                    <a:ea typeface="Arial"/>
                    <a:cs typeface="Arial"/>
                    <a:sym typeface="Arial"/>
                  </a:endParaRPr>
                </a:p>
              </p:txBody>
            </p:sp>
            <p:sp>
              <p:nvSpPr>
                <p:cNvPr id="5998" name="Google Shape;5998;p270"/>
                <p:cNvSpPr/>
                <p:nvPr/>
              </p:nvSpPr>
              <p:spPr>
                <a:xfrm>
                  <a:off x="5931763" y="2522087"/>
                  <a:ext cx="337885" cy="338122"/>
                </a:xfrm>
                <a:custGeom>
                  <a:avLst/>
                  <a:gdLst/>
                  <a:ahLst/>
                  <a:cxnLst/>
                  <a:rect l="l" t="t" r="r" b="b"/>
                  <a:pathLst>
                    <a:path w="682595" h="683075" extrusionOk="0">
                      <a:moveTo>
                        <a:pt x="205196" y="288762"/>
                      </a:moveTo>
                      <a:lnTo>
                        <a:pt x="229961" y="288762"/>
                      </a:lnTo>
                      <a:lnTo>
                        <a:pt x="258536" y="360390"/>
                      </a:lnTo>
                      <a:lnTo>
                        <a:pt x="286539" y="288762"/>
                      </a:lnTo>
                      <a:lnTo>
                        <a:pt x="311114" y="288762"/>
                      </a:lnTo>
                      <a:lnTo>
                        <a:pt x="269394" y="387250"/>
                      </a:lnTo>
                      <a:lnTo>
                        <a:pt x="247677" y="387250"/>
                      </a:lnTo>
                      <a:close/>
                      <a:moveTo>
                        <a:pt x="379376" y="286476"/>
                      </a:moveTo>
                      <a:cubicBezTo>
                        <a:pt x="394997" y="286476"/>
                        <a:pt x="407570" y="295620"/>
                        <a:pt x="412714" y="309907"/>
                      </a:cubicBezTo>
                      <a:cubicBezTo>
                        <a:pt x="415381" y="295810"/>
                        <a:pt x="427192" y="286476"/>
                        <a:pt x="442622" y="286476"/>
                      </a:cubicBezTo>
                      <a:cubicBezTo>
                        <a:pt x="463196" y="286476"/>
                        <a:pt x="478627" y="302287"/>
                        <a:pt x="478627" y="324576"/>
                      </a:cubicBezTo>
                      <a:lnTo>
                        <a:pt x="478627" y="387250"/>
                      </a:lnTo>
                      <a:lnTo>
                        <a:pt x="455957" y="387250"/>
                      </a:lnTo>
                      <a:lnTo>
                        <a:pt x="455957" y="328386"/>
                      </a:lnTo>
                      <a:cubicBezTo>
                        <a:pt x="455957" y="315432"/>
                        <a:pt x="448147" y="306288"/>
                        <a:pt x="436907" y="306288"/>
                      </a:cubicBezTo>
                      <a:cubicBezTo>
                        <a:pt x="424144" y="306288"/>
                        <a:pt x="415190" y="314860"/>
                        <a:pt x="415190" y="326862"/>
                      </a:cubicBezTo>
                      <a:lnTo>
                        <a:pt x="415190" y="387250"/>
                      </a:lnTo>
                      <a:lnTo>
                        <a:pt x="392711" y="387250"/>
                      </a:lnTo>
                      <a:lnTo>
                        <a:pt x="392711" y="328386"/>
                      </a:lnTo>
                      <a:cubicBezTo>
                        <a:pt x="392711" y="315432"/>
                        <a:pt x="384710" y="306288"/>
                        <a:pt x="373471" y="306288"/>
                      </a:cubicBezTo>
                      <a:cubicBezTo>
                        <a:pt x="360898" y="306288"/>
                        <a:pt x="351944" y="314860"/>
                        <a:pt x="351944" y="326862"/>
                      </a:cubicBezTo>
                      <a:lnTo>
                        <a:pt x="351944" y="387250"/>
                      </a:lnTo>
                      <a:lnTo>
                        <a:pt x="328703" y="387250"/>
                      </a:lnTo>
                      <a:lnTo>
                        <a:pt x="328703" y="288762"/>
                      </a:lnTo>
                      <a:lnTo>
                        <a:pt x="351944" y="288762"/>
                      </a:lnTo>
                      <a:lnTo>
                        <a:pt x="351944" y="302097"/>
                      </a:lnTo>
                      <a:cubicBezTo>
                        <a:pt x="356897" y="292572"/>
                        <a:pt x="366994" y="286476"/>
                        <a:pt x="379376" y="286476"/>
                      </a:cubicBezTo>
                      <a:close/>
                      <a:moveTo>
                        <a:pt x="0" y="0"/>
                      </a:moveTo>
                      <a:lnTo>
                        <a:pt x="682595" y="0"/>
                      </a:lnTo>
                      <a:lnTo>
                        <a:pt x="682595" y="661954"/>
                      </a:lnTo>
                      <a:lnTo>
                        <a:pt x="634593" y="661954"/>
                      </a:lnTo>
                      <a:lnTo>
                        <a:pt x="634593" y="48002"/>
                      </a:lnTo>
                      <a:lnTo>
                        <a:pt x="48002" y="48002"/>
                      </a:lnTo>
                      <a:lnTo>
                        <a:pt x="48002" y="635073"/>
                      </a:lnTo>
                      <a:lnTo>
                        <a:pt x="574590" y="635073"/>
                      </a:lnTo>
                      <a:lnTo>
                        <a:pt x="574590" y="683075"/>
                      </a:lnTo>
                      <a:lnTo>
                        <a:pt x="0" y="683075"/>
                      </a:lnTo>
                      <a:close/>
                    </a:path>
                  </a:pathLst>
                </a:custGeom>
                <a:solidFill>
                  <a:srgbClr val="FFFFFF"/>
                </a:solidFill>
                <a:ln>
                  <a:noFill/>
                </a:ln>
              </p:spPr>
              <p:txBody>
                <a:bodyPr spcFirstLastPara="1" wrap="square" lIns="91376" tIns="45688" rIns="91376"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endParaRPr kumimoji="0" sz="1066" b="0" i="0" u="none" strike="noStrike" kern="1200" cap="none" spc="0" normalizeH="0" baseline="0" noProof="0" dirty="0">
                    <a:ln>
                      <a:noFill/>
                    </a:ln>
                    <a:solidFill>
                      <a:srgbClr val="FFFFFF"/>
                    </a:solidFill>
                    <a:effectLst/>
                    <a:uLnTx/>
                    <a:uFillTx/>
                    <a:latin typeface="Arial"/>
                    <a:ea typeface="Arial"/>
                    <a:cs typeface="Arial"/>
                    <a:sym typeface="Arial"/>
                  </a:endParaRPr>
                </a:p>
              </p:txBody>
            </p:sp>
          </p:grpSp>
          <p:sp>
            <p:nvSpPr>
              <p:cNvPr id="5999" name="Google Shape;5999;p270"/>
              <p:cNvSpPr txBox="1"/>
              <p:nvPr/>
            </p:nvSpPr>
            <p:spPr>
              <a:xfrm>
                <a:off x="4195573" y="4928409"/>
                <a:ext cx="1223700" cy="276879"/>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90000"/>
                  </a:lnSpc>
                  <a:spcBef>
                    <a:spcPts val="0"/>
                  </a:spcBef>
                  <a:spcAft>
                    <a:spcPts val="0"/>
                  </a:spcAft>
                  <a:buClr>
                    <a:srgbClr val="000000"/>
                  </a:buClr>
                  <a:buSzPts val="800"/>
                  <a:buFontTx/>
                  <a:buNone/>
                  <a:tabLst/>
                  <a:defRPr/>
                </a:pPr>
                <a:r>
                  <a:rPr kumimoji="0" lang="en" sz="1066" b="0" i="0" u="none" strike="noStrike" kern="1200" cap="none" spc="0" normalizeH="0" baseline="0" noProof="0" dirty="0">
                    <a:ln>
                      <a:noFill/>
                    </a:ln>
                    <a:solidFill>
                      <a:srgbClr val="F2F2F2"/>
                    </a:solidFill>
                    <a:effectLst/>
                    <a:uLnTx/>
                    <a:uFillTx/>
                    <a:latin typeface="Arial"/>
                    <a:ea typeface="Arial"/>
                    <a:cs typeface="Arial"/>
                    <a:sym typeface="Arial"/>
                  </a:rPr>
                  <a:t>Compute </a:t>
                </a:r>
                <a:br>
                  <a:rPr kumimoji="0" lang="en" sz="1066" b="0" i="0" u="none" strike="noStrike" kern="1200" cap="none" spc="0" normalizeH="0" baseline="0" noProof="0" dirty="0">
                    <a:ln>
                      <a:noFill/>
                    </a:ln>
                    <a:solidFill>
                      <a:srgbClr val="F2F2F2"/>
                    </a:solidFill>
                    <a:effectLst/>
                    <a:uLnTx/>
                    <a:uFillTx/>
                    <a:latin typeface="Arial"/>
                    <a:ea typeface="Arial"/>
                    <a:cs typeface="Arial"/>
                    <a:sym typeface="Arial"/>
                  </a:rPr>
                </a:br>
                <a:r>
                  <a:rPr kumimoji="0" lang="en" sz="933" b="0" i="0" u="none" strike="noStrike" kern="1200" cap="none" spc="0" normalizeH="0" baseline="0" noProof="0" dirty="0">
                    <a:ln>
                      <a:noFill/>
                    </a:ln>
                    <a:solidFill>
                      <a:srgbClr val="F2F2F2"/>
                    </a:solidFill>
                    <a:effectLst/>
                    <a:uLnTx/>
                    <a:uFillTx/>
                    <a:latin typeface="Arial"/>
                    <a:ea typeface="Arial"/>
                    <a:cs typeface="Arial"/>
                    <a:sym typeface="Arial"/>
                  </a:rPr>
                  <a:t>(VMware vSphere)</a:t>
                </a:r>
                <a:endParaRPr kumimoji="0" sz="1066" b="0" i="0" u="none" strike="noStrike" kern="1200" cap="none" spc="0" normalizeH="0" baseline="0" noProof="0" dirty="0">
                  <a:ln>
                    <a:noFill/>
                  </a:ln>
                  <a:solidFill>
                    <a:srgbClr val="F2F2F2"/>
                  </a:solidFill>
                  <a:effectLst/>
                  <a:uLnTx/>
                  <a:uFillTx/>
                  <a:latin typeface="Arial"/>
                  <a:ea typeface="Arial"/>
                  <a:cs typeface="Arial"/>
                  <a:sym typeface="Arial"/>
                </a:endParaRPr>
              </a:p>
            </p:txBody>
          </p:sp>
          <p:sp>
            <p:nvSpPr>
              <p:cNvPr id="6000" name="Google Shape;6000;p270"/>
              <p:cNvSpPr txBox="1"/>
              <p:nvPr/>
            </p:nvSpPr>
            <p:spPr>
              <a:xfrm>
                <a:off x="4195572" y="3493940"/>
                <a:ext cx="1223700" cy="164062"/>
              </a:xfrm>
              <a:prstGeom prst="rect">
                <a:avLst/>
              </a:prstGeom>
              <a:noFill/>
              <a:ln>
                <a:noFill/>
              </a:ln>
            </p:spPr>
            <p:txBody>
              <a:bodyPr spcFirstLastPara="1" wrap="square" lIns="0" tIns="0" rIns="0" bIns="0" anchor="ctr"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r>
                  <a:rPr kumimoji="0" lang="en" sz="1066" b="0" i="0" u="none" strike="noStrike" kern="1200" cap="none" spc="0" normalizeH="0" baseline="0" noProof="0" dirty="0">
                    <a:ln>
                      <a:noFill/>
                    </a:ln>
                    <a:solidFill>
                      <a:srgbClr val="F2F2F2"/>
                    </a:solidFill>
                    <a:effectLst/>
                    <a:uLnTx/>
                    <a:uFillTx/>
                    <a:latin typeface="Arial"/>
                    <a:ea typeface="Arial"/>
                    <a:cs typeface="Arial"/>
                    <a:sym typeface="Arial"/>
                  </a:rPr>
                  <a:t>AI / ML</a:t>
                </a:r>
                <a:endParaRPr kumimoji="0" sz="1466"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nvGrpSpPr>
              <p:cNvPr id="6001" name="Google Shape;6001;p270"/>
              <p:cNvGrpSpPr/>
              <p:nvPr/>
            </p:nvGrpSpPr>
            <p:grpSpPr>
              <a:xfrm>
                <a:off x="4561873" y="2950987"/>
                <a:ext cx="490534" cy="490534"/>
                <a:chOff x="4542981" y="2380278"/>
                <a:chExt cx="626400" cy="626400"/>
              </a:xfrm>
            </p:grpSpPr>
            <p:sp>
              <p:nvSpPr>
                <p:cNvPr id="6002" name="Google Shape;6002;p270"/>
                <p:cNvSpPr/>
                <p:nvPr/>
              </p:nvSpPr>
              <p:spPr>
                <a:xfrm>
                  <a:off x="4542981" y="2380278"/>
                  <a:ext cx="626400" cy="626400"/>
                </a:xfrm>
                <a:prstGeom prst="ellipse">
                  <a:avLst/>
                </a:prstGeom>
                <a:solidFill>
                  <a:srgbClr val="041032">
                    <a:alpha val="49020"/>
                  </a:srgbClr>
                </a:solidFill>
                <a:ln>
                  <a:noFill/>
                </a:ln>
              </p:spPr>
              <p:txBody>
                <a:bodyPr spcFirstLastPara="1" wrap="square" lIns="58485" tIns="58485" rIns="58485" bIns="5848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endParaRPr kumimoji="0" sz="1066" b="0" i="0" u="none" strike="noStrike" kern="1200" cap="none" spc="0" normalizeH="0" baseline="0" noProof="0" dirty="0">
                    <a:ln>
                      <a:noFill/>
                    </a:ln>
                    <a:solidFill>
                      <a:srgbClr val="041032"/>
                    </a:solidFill>
                    <a:effectLst/>
                    <a:uLnTx/>
                    <a:uFillTx/>
                    <a:latin typeface="Arial"/>
                    <a:ea typeface="Arial"/>
                    <a:cs typeface="Arial"/>
                    <a:sym typeface="Arial"/>
                  </a:endParaRPr>
                </a:p>
              </p:txBody>
            </p:sp>
            <p:sp>
              <p:nvSpPr>
                <p:cNvPr id="6003" name="Google Shape;6003;p270"/>
                <p:cNvSpPr/>
                <p:nvPr/>
              </p:nvSpPr>
              <p:spPr>
                <a:xfrm>
                  <a:off x="4655463" y="2511875"/>
                  <a:ext cx="400684" cy="362532"/>
                </a:xfrm>
                <a:custGeom>
                  <a:avLst/>
                  <a:gdLst/>
                  <a:ahLst/>
                  <a:cxnLst/>
                  <a:rect l="l" t="t" r="r" b="b"/>
                  <a:pathLst>
                    <a:path w="690834" h="625055" extrusionOk="0">
                      <a:moveTo>
                        <a:pt x="526283" y="456636"/>
                      </a:moveTo>
                      <a:cubicBezTo>
                        <a:pt x="515286" y="456636"/>
                        <a:pt x="506326" y="465596"/>
                        <a:pt x="506326" y="476593"/>
                      </a:cubicBezTo>
                      <a:cubicBezTo>
                        <a:pt x="506326" y="487590"/>
                        <a:pt x="515286" y="496551"/>
                        <a:pt x="526283" y="496551"/>
                      </a:cubicBezTo>
                      <a:cubicBezTo>
                        <a:pt x="537281" y="496551"/>
                        <a:pt x="546241" y="487590"/>
                        <a:pt x="546241" y="476593"/>
                      </a:cubicBezTo>
                      <a:cubicBezTo>
                        <a:pt x="546241" y="465596"/>
                        <a:pt x="537281" y="456636"/>
                        <a:pt x="526283" y="456636"/>
                      </a:cubicBezTo>
                      <a:close/>
                      <a:moveTo>
                        <a:pt x="602347" y="336736"/>
                      </a:moveTo>
                      <a:cubicBezTo>
                        <a:pt x="591350" y="336736"/>
                        <a:pt x="582390" y="345697"/>
                        <a:pt x="582390" y="356694"/>
                      </a:cubicBezTo>
                      <a:cubicBezTo>
                        <a:pt x="582390" y="367691"/>
                        <a:pt x="591350" y="376652"/>
                        <a:pt x="602347" y="376652"/>
                      </a:cubicBezTo>
                      <a:cubicBezTo>
                        <a:pt x="613344" y="376652"/>
                        <a:pt x="622305" y="367691"/>
                        <a:pt x="622305" y="356694"/>
                      </a:cubicBezTo>
                      <a:cubicBezTo>
                        <a:pt x="622305" y="345697"/>
                        <a:pt x="613344" y="336736"/>
                        <a:pt x="602347" y="336736"/>
                      </a:cubicBezTo>
                      <a:close/>
                      <a:moveTo>
                        <a:pt x="50505" y="290558"/>
                      </a:moveTo>
                      <a:cubicBezTo>
                        <a:pt x="39508" y="290558"/>
                        <a:pt x="30548" y="299519"/>
                        <a:pt x="30548" y="310516"/>
                      </a:cubicBezTo>
                      <a:cubicBezTo>
                        <a:pt x="30548" y="321513"/>
                        <a:pt x="39508" y="330474"/>
                        <a:pt x="50505" y="330474"/>
                      </a:cubicBezTo>
                      <a:cubicBezTo>
                        <a:pt x="61503" y="330474"/>
                        <a:pt x="70463" y="321513"/>
                        <a:pt x="70463" y="310516"/>
                      </a:cubicBezTo>
                      <a:cubicBezTo>
                        <a:pt x="70463" y="299519"/>
                        <a:pt x="61503" y="290558"/>
                        <a:pt x="50505" y="290558"/>
                      </a:cubicBezTo>
                      <a:close/>
                      <a:moveTo>
                        <a:pt x="640328" y="216837"/>
                      </a:moveTo>
                      <a:cubicBezTo>
                        <a:pt x="629331" y="216837"/>
                        <a:pt x="620371" y="225797"/>
                        <a:pt x="620371" y="236794"/>
                      </a:cubicBezTo>
                      <a:cubicBezTo>
                        <a:pt x="620371" y="247791"/>
                        <a:pt x="629331" y="256752"/>
                        <a:pt x="640328" y="256752"/>
                      </a:cubicBezTo>
                      <a:cubicBezTo>
                        <a:pt x="651326" y="256752"/>
                        <a:pt x="660286" y="247791"/>
                        <a:pt x="660286" y="236794"/>
                      </a:cubicBezTo>
                      <a:cubicBezTo>
                        <a:pt x="660286" y="225797"/>
                        <a:pt x="651326" y="216837"/>
                        <a:pt x="640328" y="216837"/>
                      </a:cubicBezTo>
                      <a:close/>
                      <a:moveTo>
                        <a:pt x="570628" y="96938"/>
                      </a:moveTo>
                      <a:cubicBezTo>
                        <a:pt x="559631" y="96938"/>
                        <a:pt x="550671" y="105898"/>
                        <a:pt x="550671" y="116895"/>
                      </a:cubicBezTo>
                      <a:cubicBezTo>
                        <a:pt x="550671" y="127892"/>
                        <a:pt x="559631" y="136853"/>
                        <a:pt x="570628" y="136853"/>
                      </a:cubicBezTo>
                      <a:cubicBezTo>
                        <a:pt x="581626" y="136853"/>
                        <a:pt x="590586" y="127892"/>
                        <a:pt x="590586" y="116895"/>
                      </a:cubicBezTo>
                      <a:cubicBezTo>
                        <a:pt x="590586" y="105898"/>
                        <a:pt x="581626" y="96938"/>
                        <a:pt x="570628" y="96938"/>
                      </a:cubicBezTo>
                      <a:close/>
                      <a:moveTo>
                        <a:pt x="354352" y="30548"/>
                      </a:moveTo>
                      <a:cubicBezTo>
                        <a:pt x="314831" y="30548"/>
                        <a:pt x="279147" y="51569"/>
                        <a:pt x="259329" y="83815"/>
                      </a:cubicBezTo>
                      <a:lnTo>
                        <a:pt x="252360" y="101446"/>
                      </a:lnTo>
                      <a:lnTo>
                        <a:pt x="273553" y="98974"/>
                      </a:lnTo>
                      <a:cubicBezTo>
                        <a:pt x="283125" y="99788"/>
                        <a:pt x="292646" y="101570"/>
                        <a:pt x="301810" y="104269"/>
                      </a:cubicBezTo>
                      <a:lnTo>
                        <a:pt x="293206" y="133595"/>
                      </a:lnTo>
                      <a:cubicBezTo>
                        <a:pt x="286027" y="131456"/>
                        <a:pt x="278543" y="130082"/>
                        <a:pt x="271008" y="129471"/>
                      </a:cubicBezTo>
                      <a:cubicBezTo>
                        <a:pt x="209862" y="124430"/>
                        <a:pt x="155843" y="169946"/>
                        <a:pt x="150701" y="231092"/>
                      </a:cubicBezTo>
                      <a:cubicBezTo>
                        <a:pt x="149581" y="244457"/>
                        <a:pt x="150879" y="257796"/>
                        <a:pt x="154437" y="270499"/>
                      </a:cubicBezTo>
                      <a:lnTo>
                        <a:pt x="160642" y="283270"/>
                      </a:lnTo>
                      <a:lnTo>
                        <a:pt x="186646" y="259094"/>
                      </a:lnTo>
                      <a:cubicBezTo>
                        <a:pt x="194842" y="254054"/>
                        <a:pt x="203498" y="249777"/>
                        <a:pt x="212458" y="246519"/>
                      </a:cubicBezTo>
                      <a:lnTo>
                        <a:pt x="222997" y="275183"/>
                      </a:lnTo>
                      <a:cubicBezTo>
                        <a:pt x="215971" y="277779"/>
                        <a:pt x="209149" y="281089"/>
                        <a:pt x="202683" y="285060"/>
                      </a:cubicBezTo>
                      <a:cubicBezTo>
                        <a:pt x="150447" y="317389"/>
                        <a:pt x="134256" y="386172"/>
                        <a:pt x="166586" y="438358"/>
                      </a:cubicBezTo>
                      <a:cubicBezTo>
                        <a:pt x="173637" y="449763"/>
                        <a:pt x="182623" y="459703"/>
                        <a:pt x="193048" y="467786"/>
                      </a:cubicBezTo>
                      <a:lnTo>
                        <a:pt x="222567" y="483161"/>
                      </a:lnTo>
                      <a:lnTo>
                        <a:pt x="243006" y="483161"/>
                      </a:lnTo>
                      <a:cubicBezTo>
                        <a:pt x="243006" y="544562"/>
                        <a:pt x="292951" y="594507"/>
                        <a:pt x="354352" y="594507"/>
                      </a:cubicBezTo>
                      <a:cubicBezTo>
                        <a:pt x="376397" y="594507"/>
                        <a:pt x="397526" y="588092"/>
                        <a:pt x="415803" y="575873"/>
                      </a:cubicBezTo>
                      <a:lnTo>
                        <a:pt x="415803" y="491817"/>
                      </a:lnTo>
                      <a:lnTo>
                        <a:pt x="367487" y="491817"/>
                      </a:lnTo>
                      <a:cubicBezTo>
                        <a:pt x="351654" y="491817"/>
                        <a:pt x="338773" y="506632"/>
                        <a:pt x="338773" y="524808"/>
                      </a:cubicBezTo>
                      <a:lnTo>
                        <a:pt x="308225" y="524808"/>
                      </a:lnTo>
                      <a:cubicBezTo>
                        <a:pt x="308225" y="489780"/>
                        <a:pt x="334801" y="461269"/>
                        <a:pt x="367487" y="461269"/>
                      </a:cubicBezTo>
                      <a:lnTo>
                        <a:pt x="415803" y="461269"/>
                      </a:lnTo>
                      <a:lnTo>
                        <a:pt x="415803" y="371306"/>
                      </a:lnTo>
                      <a:lnTo>
                        <a:pt x="270193" y="371306"/>
                      </a:lnTo>
                      <a:cubicBezTo>
                        <a:pt x="254360" y="371306"/>
                        <a:pt x="241479" y="386121"/>
                        <a:pt x="241479" y="404297"/>
                      </a:cubicBezTo>
                      <a:lnTo>
                        <a:pt x="210931" y="404297"/>
                      </a:lnTo>
                      <a:cubicBezTo>
                        <a:pt x="210931" y="369269"/>
                        <a:pt x="237507" y="340758"/>
                        <a:pt x="270193" y="340758"/>
                      </a:cubicBezTo>
                      <a:lnTo>
                        <a:pt x="415803" y="340758"/>
                      </a:lnTo>
                      <a:lnTo>
                        <a:pt x="415803" y="251712"/>
                      </a:lnTo>
                      <a:lnTo>
                        <a:pt x="303082" y="251712"/>
                      </a:lnTo>
                      <a:cubicBezTo>
                        <a:pt x="270396" y="251712"/>
                        <a:pt x="243820" y="225136"/>
                        <a:pt x="243820" y="192450"/>
                      </a:cubicBezTo>
                      <a:lnTo>
                        <a:pt x="274368" y="192450"/>
                      </a:lnTo>
                      <a:cubicBezTo>
                        <a:pt x="274368" y="208284"/>
                        <a:pt x="287249" y="221165"/>
                        <a:pt x="303082" y="221165"/>
                      </a:cubicBezTo>
                      <a:lnTo>
                        <a:pt x="415803" y="221165"/>
                      </a:lnTo>
                      <a:lnTo>
                        <a:pt x="415803" y="132119"/>
                      </a:lnTo>
                      <a:lnTo>
                        <a:pt x="375633" y="132119"/>
                      </a:lnTo>
                      <a:lnTo>
                        <a:pt x="375633" y="101571"/>
                      </a:lnTo>
                      <a:lnTo>
                        <a:pt x="415803" y="101571"/>
                      </a:lnTo>
                      <a:lnTo>
                        <a:pt x="415803" y="49182"/>
                      </a:lnTo>
                      <a:cubicBezTo>
                        <a:pt x="397475" y="36963"/>
                        <a:pt x="376397" y="30548"/>
                        <a:pt x="354352" y="30548"/>
                      </a:cubicBezTo>
                      <a:close/>
                      <a:moveTo>
                        <a:pt x="354352" y="0"/>
                      </a:moveTo>
                      <a:cubicBezTo>
                        <a:pt x="385612" y="0"/>
                        <a:pt x="415345" y="10081"/>
                        <a:pt x="440343" y="29173"/>
                      </a:cubicBezTo>
                      <a:lnTo>
                        <a:pt x="446351" y="33755"/>
                      </a:lnTo>
                      <a:lnTo>
                        <a:pt x="446351" y="101571"/>
                      </a:lnTo>
                      <a:lnTo>
                        <a:pt x="523214" y="101571"/>
                      </a:lnTo>
                      <a:lnTo>
                        <a:pt x="524098" y="97204"/>
                      </a:lnTo>
                      <a:cubicBezTo>
                        <a:pt x="531775" y="79083"/>
                        <a:pt x="549741" y="66339"/>
                        <a:pt x="570628" y="66339"/>
                      </a:cubicBezTo>
                      <a:cubicBezTo>
                        <a:pt x="598478" y="66339"/>
                        <a:pt x="621134" y="88995"/>
                        <a:pt x="621134" y="116844"/>
                      </a:cubicBezTo>
                      <a:cubicBezTo>
                        <a:pt x="621134" y="144694"/>
                        <a:pt x="598478" y="167350"/>
                        <a:pt x="570628" y="167350"/>
                      </a:cubicBezTo>
                      <a:cubicBezTo>
                        <a:pt x="549741" y="167350"/>
                        <a:pt x="531775" y="154606"/>
                        <a:pt x="524098" y="136485"/>
                      </a:cubicBezTo>
                      <a:lnTo>
                        <a:pt x="523214" y="132119"/>
                      </a:lnTo>
                      <a:lnTo>
                        <a:pt x="446351" y="132119"/>
                      </a:lnTo>
                      <a:lnTo>
                        <a:pt x="446351" y="221470"/>
                      </a:lnTo>
                      <a:lnTo>
                        <a:pt x="592914" y="221470"/>
                      </a:lnTo>
                      <a:lnTo>
                        <a:pt x="593798" y="217103"/>
                      </a:lnTo>
                      <a:cubicBezTo>
                        <a:pt x="601476" y="198982"/>
                        <a:pt x="619442" y="186238"/>
                        <a:pt x="640328" y="186238"/>
                      </a:cubicBezTo>
                      <a:cubicBezTo>
                        <a:pt x="668178" y="186238"/>
                        <a:pt x="690834" y="208894"/>
                        <a:pt x="690834" y="236743"/>
                      </a:cubicBezTo>
                      <a:cubicBezTo>
                        <a:pt x="690834" y="264593"/>
                        <a:pt x="668178" y="287249"/>
                        <a:pt x="640328" y="287249"/>
                      </a:cubicBezTo>
                      <a:cubicBezTo>
                        <a:pt x="619442" y="287249"/>
                        <a:pt x="601476" y="274505"/>
                        <a:pt x="593798" y="256384"/>
                      </a:cubicBezTo>
                      <a:lnTo>
                        <a:pt x="592915" y="252018"/>
                      </a:lnTo>
                      <a:lnTo>
                        <a:pt x="446351" y="252018"/>
                      </a:lnTo>
                      <a:lnTo>
                        <a:pt x="446351" y="341369"/>
                      </a:lnTo>
                      <a:lnTo>
                        <a:pt x="554933" y="341369"/>
                      </a:lnTo>
                      <a:lnTo>
                        <a:pt x="555817" y="337003"/>
                      </a:lnTo>
                      <a:cubicBezTo>
                        <a:pt x="563494" y="318882"/>
                        <a:pt x="581460" y="306138"/>
                        <a:pt x="602347" y="306138"/>
                      </a:cubicBezTo>
                      <a:cubicBezTo>
                        <a:pt x="630197" y="306138"/>
                        <a:pt x="652853" y="328794"/>
                        <a:pt x="652853" y="356643"/>
                      </a:cubicBezTo>
                      <a:cubicBezTo>
                        <a:pt x="652853" y="384493"/>
                        <a:pt x="630197" y="407149"/>
                        <a:pt x="602347" y="407149"/>
                      </a:cubicBezTo>
                      <a:cubicBezTo>
                        <a:pt x="581460" y="407149"/>
                        <a:pt x="563494" y="394405"/>
                        <a:pt x="555817" y="376284"/>
                      </a:cubicBezTo>
                      <a:lnTo>
                        <a:pt x="554933" y="371917"/>
                      </a:lnTo>
                      <a:lnTo>
                        <a:pt x="446351" y="371917"/>
                      </a:lnTo>
                      <a:lnTo>
                        <a:pt x="446351" y="461269"/>
                      </a:lnTo>
                      <a:lnTo>
                        <a:pt x="478869" y="461269"/>
                      </a:lnTo>
                      <a:lnTo>
                        <a:pt x="479753" y="456902"/>
                      </a:lnTo>
                      <a:cubicBezTo>
                        <a:pt x="487430" y="438781"/>
                        <a:pt x="505396" y="426037"/>
                        <a:pt x="526283" y="426037"/>
                      </a:cubicBezTo>
                      <a:cubicBezTo>
                        <a:pt x="554133" y="426037"/>
                        <a:pt x="576789" y="448693"/>
                        <a:pt x="576789" y="476542"/>
                      </a:cubicBezTo>
                      <a:cubicBezTo>
                        <a:pt x="576789" y="504392"/>
                        <a:pt x="554133" y="527048"/>
                        <a:pt x="526283" y="527048"/>
                      </a:cubicBezTo>
                      <a:cubicBezTo>
                        <a:pt x="505396" y="527048"/>
                        <a:pt x="487430" y="514304"/>
                        <a:pt x="479753" y="496183"/>
                      </a:cubicBezTo>
                      <a:lnTo>
                        <a:pt x="478869" y="491817"/>
                      </a:lnTo>
                      <a:lnTo>
                        <a:pt x="446351" y="491817"/>
                      </a:lnTo>
                      <a:lnTo>
                        <a:pt x="446351" y="591249"/>
                      </a:lnTo>
                      <a:lnTo>
                        <a:pt x="440343" y="595831"/>
                      </a:lnTo>
                      <a:cubicBezTo>
                        <a:pt x="415345" y="614923"/>
                        <a:pt x="385612" y="625055"/>
                        <a:pt x="354352" y="625055"/>
                      </a:cubicBezTo>
                      <a:cubicBezTo>
                        <a:pt x="295662" y="625055"/>
                        <a:pt x="245192" y="589257"/>
                        <a:pt x="223624" y="538345"/>
                      </a:cubicBezTo>
                      <a:lnTo>
                        <a:pt x="218933" y="515161"/>
                      </a:lnTo>
                      <a:lnTo>
                        <a:pt x="174395" y="491924"/>
                      </a:lnTo>
                      <a:cubicBezTo>
                        <a:pt x="161113" y="481621"/>
                        <a:pt x="149657" y="468957"/>
                        <a:pt x="140671" y="454446"/>
                      </a:cubicBezTo>
                      <a:cubicBezTo>
                        <a:pt x="120714" y="422219"/>
                        <a:pt x="114502" y="384136"/>
                        <a:pt x="123208" y="347224"/>
                      </a:cubicBezTo>
                      <a:lnTo>
                        <a:pt x="132938" y="325790"/>
                      </a:lnTo>
                      <a:lnTo>
                        <a:pt x="97909" y="325790"/>
                      </a:lnTo>
                      <a:lnTo>
                        <a:pt x="97036" y="330106"/>
                      </a:lnTo>
                      <a:cubicBezTo>
                        <a:pt x="89358" y="348227"/>
                        <a:pt x="71392" y="360971"/>
                        <a:pt x="50505" y="360971"/>
                      </a:cubicBezTo>
                      <a:cubicBezTo>
                        <a:pt x="22656" y="360971"/>
                        <a:pt x="0" y="338315"/>
                        <a:pt x="0" y="310465"/>
                      </a:cubicBezTo>
                      <a:cubicBezTo>
                        <a:pt x="0" y="282616"/>
                        <a:pt x="22656" y="259960"/>
                        <a:pt x="50505" y="259960"/>
                      </a:cubicBezTo>
                      <a:cubicBezTo>
                        <a:pt x="71392" y="259960"/>
                        <a:pt x="89358" y="272704"/>
                        <a:pt x="97036" y="290825"/>
                      </a:cubicBezTo>
                      <a:lnTo>
                        <a:pt x="97930" y="295242"/>
                      </a:lnTo>
                      <a:lnTo>
                        <a:pt x="133039" y="295242"/>
                      </a:lnTo>
                      <a:lnTo>
                        <a:pt x="125015" y="278721"/>
                      </a:lnTo>
                      <a:cubicBezTo>
                        <a:pt x="120484" y="262531"/>
                        <a:pt x="118829" y="245526"/>
                        <a:pt x="120255" y="228496"/>
                      </a:cubicBezTo>
                      <a:cubicBezTo>
                        <a:pt x="125181" y="170035"/>
                        <a:pt x="165045" y="122743"/>
                        <a:pt x="217597" y="105501"/>
                      </a:cubicBezTo>
                      <a:lnTo>
                        <a:pt x="218443" y="105402"/>
                      </a:lnTo>
                      <a:lnTo>
                        <a:pt x="233261" y="67916"/>
                      </a:lnTo>
                      <a:cubicBezTo>
                        <a:pt x="258518" y="26805"/>
                        <a:pt x="303986" y="0"/>
                        <a:pt x="354352" y="0"/>
                      </a:cubicBezTo>
                      <a:close/>
                    </a:path>
                  </a:pathLst>
                </a:custGeom>
                <a:solidFill>
                  <a:srgbClr val="FFFFFF"/>
                </a:solidFill>
                <a:ln>
                  <a:noFill/>
                </a:ln>
              </p:spPr>
              <p:txBody>
                <a:bodyPr spcFirstLastPara="1" wrap="square" lIns="91410" tIns="45688" rIns="91410"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Tx/>
                    <a:buNone/>
                    <a:tabLst/>
                    <a:defRPr/>
                  </a:pPr>
                  <a:endParaRPr kumimoji="0" sz="1466"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6004" name="Google Shape;6004;p270"/>
              <p:cNvGrpSpPr/>
              <p:nvPr/>
            </p:nvGrpSpPr>
            <p:grpSpPr>
              <a:xfrm>
                <a:off x="4562059" y="4395695"/>
                <a:ext cx="490500" cy="490500"/>
                <a:chOff x="4716875" y="4381181"/>
                <a:chExt cx="490500" cy="490500"/>
              </a:xfrm>
            </p:grpSpPr>
            <p:sp>
              <p:nvSpPr>
                <p:cNvPr id="6005" name="Google Shape;6005;p270"/>
                <p:cNvSpPr/>
                <p:nvPr/>
              </p:nvSpPr>
              <p:spPr>
                <a:xfrm>
                  <a:off x="4716875" y="4381181"/>
                  <a:ext cx="490500" cy="490500"/>
                </a:xfrm>
                <a:prstGeom prst="ellipse">
                  <a:avLst/>
                </a:prstGeom>
                <a:solidFill>
                  <a:srgbClr val="323160"/>
                </a:solidFill>
                <a:ln>
                  <a:noFill/>
                </a:ln>
              </p:spPr>
              <p:txBody>
                <a:bodyPr spcFirstLastPara="1" wrap="square" lIns="58485" tIns="58485" rIns="58485" bIns="5848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endParaRPr kumimoji="0" sz="1066" b="0" i="0" u="none" strike="noStrike" kern="1200" cap="none" spc="0" normalizeH="0" baseline="0" noProof="0" dirty="0">
                    <a:ln>
                      <a:noFill/>
                    </a:ln>
                    <a:solidFill>
                      <a:srgbClr val="041032"/>
                    </a:solidFill>
                    <a:effectLst/>
                    <a:uLnTx/>
                    <a:uFillTx/>
                    <a:latin typeface="Arial"/>
                    <a:ea typeface="Arial"/>
                    <a:cs typeface="Arial"/>
                    <a:sym typeface="Arial"/>
                  </a:endParaRPr>
                </a:p>
              </p:txBody>
            </p:sp>
            <p:grpSp>
              <p:nvGrpSpPr>
                <p:cNvPr id="6006" name="Google Shape;6006;p270"/>
                <p:cNvGrpSpPr/>
                <p:nvPr/>
              </p:nvGrpSpPr>
              <p:grpSpPr>
                <a:xfrm>
                  <a:off x="4840675" y="4511642"/>
                  <a:ext cx="243130" cy="243138"/>
                  <a:chOff x="3822556" y="5087301"/>
                  <a:chExt cx="611339" cy="557273"/>
                </a:xfrm>
              </p:grpSpPr>
              <p:sp>
                <p:nvSpPr>
                  <p:cNvPr id="6007" name="Google Shape;6007;p270"/>
                  <p:cNvSpPr/>
                  <p:nvPr/>
                </p:nvSpPr>
                <p:spPr>
                  <a:xfrm>
                    <a:off x="3822556" y="5087301"/>
                    <a:ext cx="611339" cy="161801"/>
                  </a:xfrm>
                  <a:custGeom>
                    <a:avLst/>
                    <a:gdLst/>
                    <a:ahLst/>
                    <a:cxnLst/>
                    <a:rect l="l" t="t" r="r" b="b"/>
                    <a:pathLst>
                      <a:path w="611339" h="161801" extrusionOk="0">
                        <a:moveTo>
                          <a:pt x="0" y="0"/>
                        </a:moveTo>
                        <a:lnTo>
                          <a:pt x="0" y="161802"/>
                        </a:lnTo>
                        <a:lnTo>
                          <a:pt x="611339" y="161802"/>
                        </a:lnTo>
                        <a:lnTo>
                          <a:pt x="611339" y="0"/>
                        </a:lnTo>
                        <a:lnTo>
                          <a:pt x="0" y="0"/>
                        </a:lnTo>
                        <a:close/>
                        <a:moveTo>
                          <a:pt x="72043" y="98901"/>
                        </a:moveTo>
                        <a:cubicBezTo>
                          <a:pt x="62114" y="98901"/>
                          <a:pt x="54065" y="90852"/>
                          <a:pt x="54065" y="80923"/>
                        </a:cubicBezTo>
                        <a:cubicBezTo>
                          <a:pt x="54065" y="70993"/>
                          <a:pt x="62114" y="62945"/>
                          <a:pt x="72043" y="62945"/>
                        </a:cubicBezTo>
                        <a:cubicBezTo>
                          <a:pt x="81973" y="62945"/>
                          <a:pt x="90021" y="70993"/>
                          <a:pt x="90021" y="80923"/>
                        </a:cubicBezTo>
                        <a:cubicBezTo>
                          <a:pt x="90021" y="90852"/>
                          <a:pt x="81973" y="98901"/>
                          <a:pt x="72043" y="98901"/>
                        </a:cubicBezTo>
                        <a:close/>
                        <a:moveTo>
                          <a:pt x="299283" y="108568"/>
                        </a:moveTo>
                        <a:lnTo>
                          <a:pt x="286161" y="108568"/>
                        </a:lnTo>
                        <a:lnTo>
                          <a:pt x="286161" y="54634"/>
                        </a:lnTo>
                        <a:lnTo>
                          <a:pt x="299283" y="54634"/>
                        </a:lnTo>
                        <a:lnTo>
                          <a:pt x="299283" y="108568"/>
                        </a:lnTo>
                        <a:close/>
                        <a:moveTo>
                          <a:pt x="335370" y="108568"/>
                        </a:moveTo>
                        <a:lnTo>
                          <a:pt x="322248" y="108568"/>
                        </a:lnTo>
                        <a:lnTo>
                          <a:pt x="322248" y="54634"/>
                        </a:lnTo>
                        <a:lnTo>
                          <a:pt x="335370" y="54634"/>
                        </a:lnTo>
                        <a:lnTo>
                          <a:pt x="335370" y="108568"/>
                        </a:lnTo>
                        <a:close/>
                        <a:moveTo>
                          <a:pt x="371414" y="108568"/>
                        </a:moveTo>
                        <a:lnTo>
                          <a:pt x="358291" y="108568"/>
                        </a:lnTo>
                        <a:lnTo>
                          <a:pt x="358291" y="54634"/>
                        </a:lnTo>
                        <a:lnTo>
                          <a:pt x="371414" y="54634"/>
                        </a:lnTo>
                        <a:lnTo>
                          <a:pt x="371414" y="108568"/>
                        </a:lnTo>
                        <a:close/>
                        <a:moveTo>
                          <a:pt x="407501" y="108568"/>
                        </a:moveTo>
                        <a:lnTo>
                          <a:pt x="394378" y="108568"/>
                        </a:lnTo>
                        <a:lnTo>
                          <a:pt x="394378" y="54634"/>
                        </a:lnTo>
                        <a:lnTo>
                          <a:pt x="407501" y="54634"/>
                        </a:lnTo>
                        <a:lnTo>
                          <a:pt x="407501" y="108568"/>
                        </a:lnTo>
                        <a:close/>
                        <a:moveTo>
                          <a:pt x="443588" y="108568"/>
                        </a:moveTo>
                        <a:lnTo>
                          <a:pt x="430466" y="108568"/>
                        </a:lnTo>
                        <a:lnTo>
                          <a:pt x="430466" y="54634"/>
                        </a:lnTo>
                        <a:lnTo>
                          <a:pt x="443588" y="54634"/>
                        </a:lnTo>
                        <a:lnTo>
                          <a:pt x="443588" y="108568"/>
                        </a:lnTo>
                        <a:close/>
                        <a:moveTo>
                          <a:pt x="479632" y="108568"/>
                        </a:moveTo>
                        <a:lnTo>
                          <a:pt x="466509" y="108568"/>
                        </a:lnTo>
                        <a:lnTo>
                          <a:pt x="466509" y="54634"/>
                        </a:lnTo>
                        <a:lnTo>
                          <a:pt x="479632" y="54634"/>
                        </a:lnTo>
                        <a:lnTo>
                          <a:pt x="479632" y="108568"/>
                        </a:lnTo>
                        <a:close/>
                        <a:moveTo>
                          <a:pt x="515719" y="108568"/>
                        </a:moveTo>
                        <a:lnTo>
                          <a:pt x="502596" y="108568"/>
                        </a:lnTo>
                        <a:lnTo>
                          <a:pt x="502596" y="54634"/>
                        </a:lnTo>
                        <a:lnTo>
                          <a:pt x="515719" y="54634"/>
                        </a:lnTo>
                        <a:lnTo>
                          <a:pt x="515719" y="108568"/>
                        </a:lnTo>
                        <a:close/>
                        <a:moveTo>
                          <a:pt x="551762" y="108568"/>
                        </a:moveTo>
                        <a:lnTo>
                          <a:pt x="538640" y="108568"/>
                        </a:lnTo>
                        <a:lnTo>
                          <a:pt x="538640" y="54634"/>
                        </a:lnTo>
                        <a:lnTo>
                          <a:pt x="551762" y="54634"/>
                        </a:lnTo>
                        <a:lnTo>
                          <a:pt x="551762" y="108568"/>
                        </a:lnTo>
                        <a:close/>
                      </a:path>
                    </a:pathLst>
                  </a:custGeom>
                  <a:solidFill>
                    <a:srgbClr val="FFFFFF"/>
                  </a:solidFill>
                  <a:ln>
                    <a:noFill/>
                  </a:ln>
                </p:spPr>
                <p:txBody>
                  <a:bodyPr spcFirstLastPara="1" wrap="square" lIns="91410" tIns="45688" rIns="91410"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Tx/>
                      <a:buNone/>
                      <a:tabLst/>
                      <a:defRPr/>
                    </a:pPr>
                    <a:endParaRPr kumimoji="0" sz="1466"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008" name="Google Shape;6008;p270"/>
                  <p:cNvSpPr/>
                  <p:nvPr/>
                </p:nvSpPr>
                <p:spPr>
                  <a:xfrm>
                    <a:off x="3822556" y="5284403"/>
                    <a:ext cx="611339" cy="161845"/>
                  </a:xfrm>
                  <a:custGeom>
                    <a:avLst/>
                    <a:gdLst/>
                    <a:ahLst/>
                    <a:cxnLst/>
                    <a:rect l="l" t="t" r="r" b="b"/>
                    <a:pathLst>
                      <a:path w="611339" h="161845" extrusionOk="0">
                        <a:moveTo>
                          <a:pt x="0" y="0"/>
                        </a:moveTo>
                        <a:lnTo>
                          <a:pt x="0" y="161846"/>
                        </a:lnTo>
                        <a:lnTo>
                          <a:pt x="611339" y="161846"/>
                        </a:lnTo>
                        <a:lnTo>
                          <a:pt x="611339" y="0"/>
                        </a:lnTo>
                        <a:lnTo>
                          <a:pt x="0" y="0"/>
                        </a:lnTo>
                        <a:close/>
                        <a:moveTo>
                          <a:pt x="72043" y="98857"/>
                        </a:moveTo>
                        <a:cubicBezTo>
                          <a:pt x="62114" y="98857"/>
                          <a:pt x="54065" y="90809"/>
                          <a:pt x="54065" y="80879"/>
                        </a:cubicBezTo>
                        <a:cubicBezTo>
                          <a:pt x="54065" y="70950"/>
                          <a:pt x="62114" y="62901"/>
                          <a:pt x="72043" y="62901"/>
                        </a:cubicBezTo>
                        <a:cubicBezTo>
                          <a:pt x="81973" y="62901"/>
                          <a:pt x="90021" y="70950"/>
                          <a:pt x="90021" y="80879"/>
                        </a:cubicBezTo>
                        <a:cubicBezTo>
                          <a:pt x="90021" y="90809"/>
                          <a:pt x="81973" y="98857"/>
                          <a:pt x="72043" y="98857"/>
                        </a:cubicBezTo>
                        <a:close/>
                        <a:moveTo>
                          <a:pt x="299283" y="108524"/>
                        </a:moveTo>
                        <a:lnTo>
                          <a:pt x="286161" y="108524"/>
                        </a:lnTo>
                        <a:lnTo>
                          <a:pt x="286161" y="54590"/>
                        </a:lnTo>
                        <a:lnTo>
                          <a:pt x="299283" y="54590"/>
                        </a:lnTo>
                        <a:lnTo>
                          <a:pt x="299283" y="108524"/>
                        </a:lnTo>
                        <a:close/>
                        <a:moveTo>
                          <a:pt x="335370" y="108524"/>
                        </a:moveTo>
                        <a:lnTo>
                          <a:pt x="322248" y="108524"/>
                        </a:lnTo>
                        <a:lnTo>
                          <a:pt x="322248" y="54590"/>
                        </a:lnTo>
                        <a:lnTo>
                          <a:pt x="335370" y="54590"/>
                        </a:lnTo>
                        <a:lnTo>
                          <a:pt x="335370" y="108524"/>
                        </a:lnTo>
                        <a:close/>
                        <a:moveTo>
                          <a:pt x="371414" y="108524"/>
                        </a:moveTo>
                        <a:lnTo>
                          <a:pt x="358291" y="108524"/>
                        </a:lnTo>
                        <a:lnTo>
                          <a:pt x="358291" y="54590"/>
                        </a:lnTo>
                        <a:lnTo>
                          <a:pt x="371414" y="54590"/>
                        </a:lnTo>
                        <a:lnTo>
                          <a:pt x="371414" y="108524"/>
                        </a:lnTo>
                        <a:close/>
                        <a:moveTo>
                          <a:pt x="407501" y="108524"/>
                        </a:moveTo>
                        <a:lnTo>
                          <a:pt x="394378" y="108524"/>
                        </a:lnTo>
                        <a:lnTo>
                          <a:pt x="394378" y="54590"/>
                        </a:lnTo>
                        <a:lnTo>
                          <a:pt x="407501" y="54590"/>
                        </a:lnTo>
                        <a:lnTo>
                          <a:pt x="407501" y="108524"/>
                        </a:lnTo>
                        <a:close/>
                        <a:moveTo>
                          <a:pt x="443588" y="108524"/>
                        </a:moveTo>
                        <a:lnTo>
                          <a:pt x="430466" y="108524"/>
                        </a:lnTo>
                        <a:lnTo>
                          <a:pt x="430466" y="54590"/>
                        </a:lnTo>
                        <a:lnTo>
                          <a:pt x="443588" y="54590"/>
                        </a:lnTo>
                        <a:lnTo>
                          <a:pt x="443588" y="108524"/>
                        </a:lnTo>
                        <a:close/>
                        <a:moveTo>
                          <a:pt x="479632" y="108524"/>
                        </a:moveTo>
                        <a:lnTo>
                          <a:pt x="466509" y="108524"/>
                        </a:lnTo>
                        <a:lnTo>
                          <a:pt x="466509" y="54590"/>
                        </a:lnTo>
                        <a:lnTo>
                          <a:pt x="479632" y="54590"/>
                        </a:lnTo>
                        <a:lnTo>
                          <a:pt x="479632" y="108524"/>
                        </a:lnTo>
                        <a:close/>
                        <a:moveTo>
                          <a:pt x="515719" y="108524"/>
                        </a:moveTo>
                        <a:lnTo>
                          <a:pt x="502596" y="108524"/>
                        </a:lnTo>
                        <a:lnTo>
                          <a:pt x="502596" y="54590"/>
                        </a:lnTo>
                        <a:lnTo>
                          <a:pt x="515719" y="54590"/>
                        </a:lnTo>
                        <a:lnTo>
                          <a:pt x="515719" y="108524"/>
                        </a:lnTo>
                        <a:close/>
                        <a:moveTo>
                          <a:pt x="551762" y="108524"/>
                        </a:moveTo>
                        <a:lnTo>
                          <a:pt x="538640" y="108524"/>
                        </a:lnTo>
                        <a:lnTo>
                          <a:pt x="538640" y="54590"/>
                        </a:lnTo>
                        <a:lnTo>
                          <a:pt x="551762" y="54590"/>
                        </a:lnTo>
                        <a:lnTo>
                          <a:pt x="551762" y="108524"/>
                        </a:lnTo>
                        <a:close/>
                      </a:path>
                    </a:pathLst>
                  </a:custGeom>
                  <a:solidFill>
                    <a:srgbClr val="FFFFFF"/>
                  </a:solidFill>
                  <a:ln>
                    <a:noFill/>
                  </a:ln>
                </p:spPr>
                <p:txBody>
                  <a:bodyPr spcFirstLastPara="1" wrap="square" lIns="91410" tIns="45688" rIns="91410"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Tx/>
                      <a:buNone/>
                      <a:tabLst/>
                      <a:defRPr/>
                    </a:pPr>
                    <a:endParaRPr kumimoji="0" sz="1466"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009" name="Google Shape;6009;p270"/>
                  <p:cNvSpPr/>
                  <p:nvPr/>
                </p:nvSpPr>
                <p:spPr>
                  <a:xfrm>
                    <a:off x="3822556" y="5482729"/>
                    <a:ext cx="611339" cy="161845"/>
                  </a:xfrm>
                  <a:custGeom>
                    <a:avLst/>
                    <a:gdLst/>
                    <a:ahLst/>
                    <a:cxnLst/>
                    <a:rect l="l" t="t" r="r" b="b"/>
                    <a:pathLst>
                      <a:path w="611339" h="161845" extrusionOk="0">
                        <a:moveTo>
                          <a:pt x="0" y="0"/>
                        </a:moveTo>
                        <a:lnTo>
                          <a:pt x="0" y="161846"/>
                        </a:lnTo>
                        <a:lnTo>
                          <a:pt x="611339" y="161846"/>
                        </a:lnTo>
                        <a:lnTo>
                          <a:pt x="611339" y="0"/>
                        </a:lnTo>
                        <a:lnTo>
                          <a:pt x="0" y="0"/>
                        </a:lnTo>
                        <a:close/>
                        <a:moveTo>
                          <a:pt x="72043" y="98901"/>
                        </a:moveTo>
                        <a:cubicBezTo>
                          <a:pt x="62114" y="98901"/>
                          <a:pt x="54065" y="90852"/>
                          <a:pt x="54065" y="80923"/>
                        </a:cubicBezTo>
                        <a:cubicBezTo>
                          <a:pt x="54065" y="70993"/>
                          <a:pt x="62114" y="62945"/>
                          <a:pt x="72043" y="62945"/>
                        </a:cubicBezTo>
                        <a:cubicBezTo>
                          <a:pt x="81973" y="62945"/>
                          <a:pt x="90021" y="70993"/>
                          <a:pt x="90021" y="80923"/>
                        </a:cubicBezTo>
                        <a:cubicBezTo>
                          <a:pt x="90021" y="90852"/>
                          <a:pt x="81973" y="98901"/>
                          <a:pt x="72043" y="98901"/>
                        </a:cubicBezTo>
                        <a:close/>
                        <a:moveTo>
                          <a:pt x="299283" y="108568"/>
                        </a:moveTo>
                        <a:lnTo>
                          <a:pt x="286161" y="108568"/>
                        </a:lnTo>
                        <a:lnTo>
                          <a:pt x="286161" y="54634"/>
                        </a:lnTo>
                        <a:lnTo>
                          <a:pt x="299283" y="54634"/>
                        </a:lnTo>
                        <a:lnTo>
                          <a:pt x="299283" y="108568"/>
                        </a:lnTo>
                        <a:close/>
                        <a:moveTo>
                          <a:pt x="335370" y="108568"/>
                        </a:moveTo>
                        <a:lnTo>
                          <a:pt x="322248" y="108568"/>
                        </a:lnTo>
                        <a:lnTo>
                          <a:pt x="322248" y="54634"/>
                        </a:lnTo>
                        <a:lnTo>
                          <a:pt x="335370" y="54634"/>
                        </a:lnTo>
                        <a:lnTo>
                          <a:pt x="335370" y="108568"/>
                        </a:lnTo>
                        <a:close/>
                        <a:moveTo>
                          <a:pt x="371414" y="108568"/>
                        </a:moveTo>
                        <a:lnTo>
                          <a:pt x="358291" y="108568"/>
                        </a:lnTo>
                        <a:lnTo>
                          <a:pt x="358291" y="54634"/>
                        </a:lnTo>
                        <a:lnTo>
                          <a:pt x="371414" y="54634"/>
                        </a:lnTo>
                        <a:lnTo>
                          <a:pt x="371414" y="108568"/>
                        </a:lnTo>
                        <a:close/>
                        <a:moveTo>
                          <a:pt x="407501" y="108568"/>
                        </a:moveTo>
                        <a:lnTo>
                          <a:pt x="394378" y="108568"/>
                        </a:lnTo>
                        <a:lnTo>
                          <a:pt x="394378" y="54634"/>
                        </a:lnTo>
                        <a:lnTo>
                          <a:pt x="407501" y="54634"/>
                        </a:lnTo>
                        <a:lnTo>
                          <a:pt x="407501" y="108568"/>
                        </a:lnTo>
                        <a:close/>
                        <a:moveTo>
                          <a:pt x="443588" y="108568"/>
                        </a:moveTo>
                        <a:lnTo>
                          <a:pt x="430466" y="108568"/>
                        </a:lnTo>
                        <a:lnTo>
                          <a:pt x="430466" y="54634"/>
                        </a:lnTo>
                        <a:lnTo>
                          <a:pt x="443588" y="54634"/>
                        </a:lnTo>
                        <a:lnTo>
                          <a:pt x="443588" y="108568"/>
                        </a:lnTo>
                        <a:close/>
                        <a:moveTo>
                          <a:pt x="479632" y="108568"/>
                        </a:moveTo>
                        <a:lnTo>
                          <a:pt x="466509" y="108568"/>
                        </a:lnTo>
                        <a:lnTo>
                          <a:pt x="466509" y="54634"/>
                        </a:lnTo>
                        <a:lnTo>
                          <a:pt x="479632" y="54634"/>
                        </a:lnTo>
                        <a:lnTo>
                          <a:pt x="479632" y="108568"/>
                        </a:lnTo>
                        <a:close/>
                        <a:moveTo>
                          <a:pt x="515719" y="108568"/>
                        </a:moveTo>
                        <a:lnTo>
                          <a:pt x="502596" y="108568"/>
                        </a:lnTo>
                        <a:lnTo>
                          <a:pt x="502596" y="54634"/>
                        </a:lnTo>
                        <a:lnTo>
                          <a:pt x="515719" y="54634"/>
                        </a:lnTo>
                        <a:lnTo>
                          <a:pt x="515719" y="108568"/>
                        </a:lnTo>
                        <a:close/>
                        <a:moveTo>
                          <a:pt x="551762" y="108568"/>
                        </a:moveTo>
                        <a:lnTo>
                          <a:pt x="538640" y="108568"/>
                        </a:lnTo>
                        <a:lnTo>
                          <a:pt x="538640" y="54634"/>
                        </a:lnTo>
                        <a:lnTo>
                          <a:pt x="551762" y="54634"/>
                        </a:lnTo>
                        <a:lnTo>
                          <a:pt x="551762" y="108568"/>
                        </a:lnTo>
                        <a:close/>
                      </a:path>
                    </a:pathLst>
                  </a:custGeom>
                  <a:solidFill>
                    <a:srgbClr val="FFFFFF"/>
                  </a:solidFill>
                  <a:ln>
                    <a:noFill/>
                  </a:ln>
                </p:spPr>
                <p:txBody>
                  <a:bodyPr spcFirstLastPara="1" wrap="square" lIns="91410" tIns="45688" rIns="91410"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Tx/>
                      <a:buNone/>
                      <a:tabLst/>
                      <a:defRPr/>
                    </a:pPr>
                    <a:endParaRPr kumimoji="0" sz="1466"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grpSp>
      </p:grpSp>
      <p:sp>
        <p:nvSpPr>
          <p:cNvPr id="6010" name="Google Shape;6010;p270"/>
          <p:cNvSpPr txBox="1">
            <a:spLocks noGrp="1"/>
          </p:cNvSpPr>
          <p:nvPr>
            <p:ph type="title"/>
          </p:nvPr>
        </p:nvSpPr>
        <p:spPr>
          <a:xfrm>
            <a:off x="581246" y="413536"/>
            <a:ext cx="10997935" cy="381101"/>
          </a:xfrm>
          <a:prstGeom prst="rect">
            <a:avLst/>
          </a:prstGeom>
          <a:noFill/>
          <a:ln>
            <a:noFill/>
          </a:ln>
        </p:spPr>
        <p:txBody>
          <a:bodyPr spcFirstLastPara="1" vert="horz" wrap="square" lIns="0" tIns="0" rIns="0" bIns="0" rtlCol="0" anchor="b" anchorCtr="0">
            <a:noAutofit/>
          </a:bodyPr>
          <a:lstStyle/>
          <a:p>
            <a:pPr algn="ctr">
              <a:buSzPts val="2100"/>
            </a:pPr>
            <a:r>
              <a:rPr lang="en" dirty="0">
                <a:solidFill>
                  <a:schemeClr val="accent2"/>
                </a:solidFill>
              </a:rPr>
              <a:t>Delivering the Modern Private Cloud</a:t>
            </a:r>
            <a:endParaRPr dirty="0">
              <a:solidFill>
                <a:schemeClr val="accent2"/>
              </a:solidFill>
              <a:latin typeface="Arial"/>
              <a:ea typeface="Arial"/>
              <a:cs typeface="Arial"/>
              <a:sym typeface="Arial"/>
            </a:endParaRPr>
          </a:p>
        </p:txBody>
      </p:sp>
      <p:grpSp>
        <p:nvGrpSpPr>
          <p:cNvPr id="6011" name="Google Shape;6011;p270"/>
          <p:cNvGrpSpPr/>
          <p:nvPr/>
        </p:nvGrpSpPr>
        <p:grpSpPr>
          <a:xfrm>
            <a:off x="9749896" y="2760078"/>
            <a:ext cx="1147557" cy="1087054"/>
            <a:chOff x="8869328" y="2759901"/>
            <a:chExt cx="1147856" cy="1087337"/>
          </a:xfrm>
        </p:grpSpPr>
        <p:sp>
          <p:nvSpPr>
            <p:cNvPr id="6012" name="Google Shape;6012;p270"/>
            <p:cNvSpPr txBox="1"/>
            <p:nvPr/>
          </p:nvSpPr>
          <p:spPr>
            <a:xfrm>
              <a:off x="9128884" y="3623138"/>
              <a:ext cx="888300" cy="224100"/>
            </a:xfrm>
            <a:prstGeom prst="rect">
              <a:avLst/>
            </a:prstGeom>
            <a:noFill/>
            <a:ln>
              <a:noFill/>
            </a:ln>
          </p:spPr>
          <p:txBody>
            <a:bodyPr spcFirstLastPara="1" wrap="square" lIns="0" tIns="0" rIns="0" bIns="0" anchor="t" anchorCtr="0">
              <a:noAutofit/>
            </a:bodyPr>
            <a:lstStyle/>
            <a:p>
              <a:pPr marL="0" marR="0" lvl="0" indent="0" algn="ctr" defTabSz="914400" rtl="0" eaLnBrk="1" fontAlgn="auto" latinLnBrk="0" hangingPunct="1">
                <a:lnSpc>
                  <a:spcPct val="90000"/>
                </a:lnSpc>
                <a:spcBef>
                  <a:spcPts val="0"/>
                </a:spcBef>
                <a:spcAft>
                  <a:spcPts val="667"/>
                </a:spcAft>
                <a:buClr>
                  <a:srgbClr val="000000"/>
                </a:buClr>
                <a:buSzPts val="800"/>
                <a:buFontTx/>
                <a:buNone/>
                <a:tabLst/>
                <a:defRPr/>
              </a:pPr>
              <a:r>
                <a:rPr kumimoji="0" lang="en" sz="1066" b="0" i="0" u="none" strike="noStrike" kern="1200" cap="none" spc="0" normalizeH="0" baseline="0" noProof="0" dirty="0">
                  <a:ln>
                    <a:noFill/>
                  </a:ln>
                  <a:solidFill>
                    <a:srgbClr val="0098C7"/>
                  </a:solidFill>
                  <a:effectLst/>
                  <a:uLnTx/>
                  <a:uFillTx/>
                  <a:latin typeface="Arial"/>
                  <a:ea typeface="Arial"/>
                  <a:cs typeface="Arial"/>
                  <a:sym typeface="Arial"/>
                </a:rPr>
                <a:t>CONSUMER</a:t>
              </a:r>
              <a:endParaRPr kumimoji="0" sz="1466"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013" name="Google Shape;6013;p270"/>
            <p:cNvSpPr/>
            <p:nvPr/>
          </p:nvSpPr>
          <p:spPr>
            <a:xfrm rot="10800000">
              <a:off x="8869328" y="3006226"/>
              <a:ext cx="224339" cy="322648"/>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83530"/>
              </a:schemeClr>
            </a:solidFill>
            <a:ln>
              <a:noFill/>
            </a:ln>
          </p:spPr>
          <p:txBody>
            <a:bodyPr spcFirstLastPara="1" wrap="square" lIns="91310" tIns="45621" rIns="91310" bIns="45621"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endParaRPr kumimoji="0" sz="1066" b="0" i="0" u="none" strike="noStrike" kern="1200" cap="none" spc="0" normalizeH="0" baseline="0" noProof="0" dirty="0">
                <a:ln>
                  <a:noFill/>
                </a:ln>
                <a:solidFill>
                  <a:srgbClr val="005B84"/>
                </a:solidFill>
                <a:effectLst/>
                <a:uLnTx/>
                <a:uFillTx/>
                <a:latin typeface="Arial"/>
                <a:ea typeface="Arial"/>
                <a:cs typeface="Arial"/>
                <a:sym typeface="Arial"/>
              </a:endParaRPr>
            </a:p>
          </p:txBody>
        </p:sp>
        <p:sp>
          <p:nvSpPr>
            <p:cNvPr id="6014" name="Google Shape;6014;p270"/>
            <p:cNvSpPr/>
            <p:nvPr/>
          </p:nvSpPr>
          <p:spPr>
            <a:xfrm>
              <a:off x="9228840" y="2837684"/>
              <a:ext cx="684600" cy="684600"/>
            </a:xfrm>
            <a:prstGeom prst="ellipse">
              <a:avLst/>
            </a:prstGeom>
            <a:solidFill>
              <a:schemeClr val="accent3">
                <a:alpha val="83530"/>
              </a:schemeClr>
            </a:solidFill>
            <a:ln>
              <a:noFill/>
            </a:ln>
          </p:spPr>
          <p:txBody>
            <a:bodyPr spcFirstLastPara="1" wrap="square" lIns="91376" tIns="45655" rIns="91376" bIns="4565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6015" name="Google Shape;6015;p270"/>
            <p:cNvSpPr/>
            <p:nvPr/>
          </p:nvSpPr>
          <p:spPr>
            <a:xfrm>
              <a:off x="9508224" y="2807656"/>
              <a:ext cx="115997" cy="285451"/>
            </a:xfrm>
            <a:custGeom>
              <a:avLst/>
              <a:gdLst/>
              <a:ahLst/>
              <a:cxnLst/>
              <a:rect l="l" t="t" r="r" b="b"/>
              <a:pathLst>
                <a:path w="129245" h="318051" extrusionOk="0">
                  <a:moveTo>
                    <a:pt x="19948" y="23405"/>
                  </a:moveTo>
                  <a:cubicBezTo>
                    <a:pt x="19948" y="23405"/>
                    <a:pt x="528" y="31598"/>
                    <a:pt x="9" y="50716"/>
                  </a:cubicBezTo>
                  <a:cubicBezTo>
                    <a:pt x="-509" y="69799"/>
                    <a:pt x="21019" y="84180"/>
                    <a:pt x="17667" y="101604"/>
                  </a:cubicBezTo>
                  <a:cubicBezTo>
                    <a:pt x="14350" y="119028"/>
                    <a:pt x="-7938" y="148724"/>
                    <a:pt x="9961" y="172578"/>
                  </a:cubicBezTo>
                  <a:cubicBezTo>
                    <a:pt x="27861" y="196467"/>
                    <a:pt x="44654" y="202275"/>
                    <a:pt x="37536" y="234530"/>
                  </a:cubicBezTo>
                  <a:cubicBezTo>
                    <a:pt x="30452" y="266784"/>
                    <a:pt x="24647" y="279057"/>
                    <a:pt x="43341" y="300353"/>
                  </a:cubicBezTo>
                  <a:cubicBezTo>
                    <a:pt x="62036" y="321649"/>
                    <a:pt x="129245" y="317777"/>
                    <a:pt x="129245" y="317777"/>
                  </a:cubicBezTo>
                  <a:lnTo>
                    <a:pt x="106888" y="0"/>
                  </a:lnTo>
                  <a:lnTo>
                    <a:pt x="19913" y="23405"/>
                  </a:lnTo>
                  <a:close/>
                </a:path>
              </a:pathLst>
            </a:custGeom>
            <a:solidFill>
              <a:srgbClr val="041032"/>
            </a:solidFill>
            <a:ln>
              <a:noFill/>
            </a:ln>
          </p:spPr>
          <p:txBody>
            <a:bodyPr spcFirstLastPara="1" wrap="square" lIns="91410" tIns="45688" rIns="91410"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Tx/>
                <a:buNone/>
                <a:tabLst/>
                <a:defRPr/>
              </a:pPr>
              <a:endParaRPr kumimoji="0" sz="1466"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016" name="Google Shape;6016;p270"/>
            <p:cNvSpPr/>
            <p:nvPr/>
          </p:nvSpPr>
          <p:spPr>
            <a:xfrm>
              <a:off x="9593604" y="2911352"/>
              <a:ext cx="98064" cy="169286"/>
            </a:xfrm>
            <a:custGeom>
              <a:avLst/>
              <a:gdLst/>
              <a:ahLst/>
              <a:cxnLst/>
              <a:rect l="l" t="t" r="r" b="b"/>
              <a:pathLst>
                <a:path w="109263" h="188619" extrusionOk="0">
                  <a:moveTo>
                    <a:pt x="109263" y="188619"/>
                  </a:moveTo>
                  <a:lnTo>
                    <a:pt x="63409" y="0"/>
                  </a:lnTo>
                  <a:lnTo>
                    <a:pt x="0" y="88778"/>
                  </a:lnTo>
                  <a:lnTo>
                    <a:pt x="0" y="188619"/>
                  </a:lnTo>
                  <a:lnTo>
                    <a:pt x="109263" y="188619"/>
                  </a:lnTo>
                  <a:close/>
                </a:path>
              </a:pathLst>
            </a:custGeom>
            <a:solidFill>
              <a:srgbClr val="775339"/>
            </a:solidFill>
            <a:ln>
              <a:noFill/>
            </a:ln>
          </p:spPr>
          <p:txBody>
            <a:bodyPr spcFirstLastPara="1" wrap="square" lIns="91410" tIns="45688" rIns="91410"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Tx/>
                <a:buNone/>
                <a:tabLst/>
                <a:defRPr/>
              </a:pPr>
              <a:endParaRPr kumimoji="0" sz="1466"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017" name="Google Shape;6017;p270"/>
            <p:cNvSpPr/>
            <p:nvPr/>
          </p:nvSpPr>
          <p:spPr>
            <a:xfrm>
              <a:off x="9532035" y="2814791"/>
              <a:ext cx="154551" cy="198188"/>
            </a:xfrm>
            <a:custGeom>
              <a:avLst/>
              <a:gdLst/>
              <a:ahLst/>
              <a:cxnLst/>
              <a:rect l="l" t="t" r="r" b="b"/>
              <a:pathLst>
                <a:path w="172202" h="220822" extrusionOk="0">
                  <a:moveTo>
                    <a:pt x="101302" y="216788"/>
                  </a:moveTo>
                  <a:lnTo>
                    <a:pt x="73589" y="220798"/>
                  </a:lnTo>
                  <a:cubicBezTo>
                    <a:pt x="32952" y="221455"/>
                    <a:pt x="21238" y="209009"/>
                    <a:pt x="12979" y="179209"/>
                  </a:cubicBezTo>
                  <a:cubicBezTo>
                    <a:pt x="4720" y="149409"/>
                    <a:pt x="21" y="94649"/>
                    <a:pt x="21" y="94649"/>
                  </a:cubicBezTo>
                  <a:cubicBezTo>
                    <a:pt x="-843" y="45247"/>
                    <a:pt x="25004" y="7357"/>
                    <a:pt x="70064" y="857"/>
                  </a:cubicBezTo>
                  <a:lnTo>
                    <a:pt x="70064" y="857"/>
                  </a:lnTo>
                  <a:cubicBezTo>
                    <a:pt x="115124" y="-5677"/>
                    <a:pt x="157316" y="25852"/>
                    <a:pt x="163812" y="70933"/>
                  </a:cubicBezTo>
                  <a:lnTo>
                    <a:pt x="171345" y="122997"/>
                  </a:lnTo>
                  <a:cubicBezTo>
                    <a:pt x="177876" y="168077"/>
                    <a:pt x="146362" y="210288"/>
                    <a:pt x="101302" y="216788"/>
                  </a:cubicBezTo>
                  <a:close/>
                </a:path>
              </a:pathLst>
            </a:custGeom>
            <a:solidFill>
              <a:srgbClr val="775339"/>
            </a:solidFill>
            <a:ln>
              <a:noFill/>
            </a:ln>
          </p:spPr>
          <p:txBody>
            <a:bodyPr spcFirstLastPara="1" wrap="square" lIns="91410" tIns="45688" rIns="91410"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Tx/>
                <a:buNone/>
                <a:tabLst/>
                <a:defRPr/>
              </a:pPr>
              <a:endParaRPr kumimoji="0" sz="1466"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018" name="Google Shape;6018;p270"/>
            <p:cNvSpPr/>
            <p:nvPr/>
          </p:nvSpPr>
          <p:spPr>
            <a:xfrm>
              <a:off x="9293536" y="3071056"/>
              <a:ext cx="338725" cy="283085"/>
            </a:xfrm>
            <a:custGeom>
              <a:avLst/>
              <a:gdLst/>
              <a:ahLst/>
              <a:cxnLst/>
              <a:rect l="l" t="t" r="r" b="b"/>
              <a:pathLst>
                <a:path w="377410" h="315415" extrusionOk="0">
                  <a:moveTo>
                    <a:pt x="0" y="315415"/>
                  </a:moveTo>
                  <a:lnTo>
                    <a:pt x="245894" y="24639"/>
                  </a:lnTo>
                  <a:cubicBezTo>
                    <a:pt x="274955" y="-7201"/>
                    <a:pt x="324714" y="-8342"/>
                    <a:pt x="355192" y="22150"/>
                  </a:cubicBezTo>
                  <a:lnTo>
                    <a:pt x="355192" y="22150"/>
                  </a:lnTo>
                  <a:cubicBezTo>
                    <a:pt x="383700" y="50671"/>
                    <a:pt x="385013" y="96685"/>
                    <a:pt x="357749" y="126416"/>
                  </a:cubicBezTo>
                  <a:cubicBezTo>
                    <a:pt x="295792" y="193933"/>
                    <a:pt x="188705" y="315415"/>
                    <a:pt x="0" y="315415"/>
                  </a:cubicBezTo>
                  <a:close/>
                </a:path>
              </a:pathLst>
            </a:custGeom>
            <a:solidFill>
              <a:srgbClr val="654A44"/>
            </a:solidFill>
            <a:ln>
              <a:noFill/>
            </a:ln>
          </p:spPr>
          <p:txBody>
            <a:bodyPr spcFirstLastPara="1" wrap="square" lIns="91410" tIns="45688" rIns="91410"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Tx/>
                <a:buNone/>
                <a:tabLst/>
                <a:defRPr/>
              </a:pPr>
              <a:endParaRPr kumimoji="0" sz="1466"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019" name="Google Shape;6019;p270"/>
            <p:cNvSpPr/>
            <p:nvPr/>
          </p:nvSpPr>
          <p:spPr>
            <a:xfrm>
              <a:off x="9183693" y="3081954"/>
              <a:ext cx="189211" cy="272172"/>
            </a:xfrm>
            <a:custGeom>
              <a:avLst/>
              <a:gdLst/>
              <a:ahLst/>
              <a:cxnLst/>
              <a:rect l="l" t="t" r="r" b="b"/>
              <a:pathLst>
                <a:path w="210820" h="303256" extrusionOk="0">
                  <a:moveTo>
                    <a:pt x="122532" y="303257"/>
                  </a:moveTo>
                  <a:lnTo>
                    <a:pt x="0" y="34329"/>
                  </a:lnTo>
                  <a:lnTo>
                    <a:pt x="17450" y="0"/>
                  </a:lnTo>
                  <a:lnTo>
                    <a:pt x="210821" y="248877"/>
                  </a:lnTo>
                  <a:lnTo>
                    <a:pt x="122532" y="303257"/>
                  </a:lnTo>
                  <a:close/>
                </a:path>
              </a:pathLst>
            </a:custGeom>
            <a:solidFill>
              <a:srgbClr val="654A44"/>
            </a:solidFill>
            <a:ln>
              <a:noFill/>
            </a:ln>
          </p:spPr>
          <p:txBody>
            <a:bodyPr spcFirstLastPara="1" wrap="square" lIns="91410" tIns="45688" rIns="91410"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Tx/>
                <a:buNone/>
                <a:tabLst/>
                <a:defRPr/>
              </a:pPr>
              <a:endParaRPr kumimoji="0" sz="1466"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020" name="Google Shape;6020;p270"/>
            <p:cNvSpPr/>
            <p:nvPr/>
          </p:nvSpPr>
          <p:spPr>
            <a:xfrm>
              <a:off x="9484988" y="3064879"/>
              <a:ext cx="297670" cy="456892"/>
            </a:xfrm>
            <a:custGeom>
              <a:avLst/>
              <a:gdLst/>
              <a:ahLst/>
              <a:cxnLst/>
              <a:rect l="l" t="t" r="r" b="b"/>
              <a:pathLst>
                <a:path w="380409" h="583888" extrusionOk="0">
                  <a:moveTo>
                    <a:pt x="152301" y="0"/>
                  </a:moveTo>
                  <a:lnTo>
                    <a:pt x="335952" y="0"/>
                  </a:lnTo>
                  <a:cubicBezTo>
                    <a:pt x="428124" y="152904"/>
                    <a:pt x="350230" y="363947"/>
                    <a:pt x="338730" y="502630"/>
                  </a:cubicBezTo>
                  <a:lnTo>
                    <a:pt x="338939" y="517566"/>
                  </a:lnTo>
                  <a:lnTo>
                    <a:pt x="280019" y="549547"/>
                  </a:lnTo>
                  <a:cubicBezTo>
                    <a:pt x="227737" y="571660"/>
                    <a:pt x="170257" y="583888"/>
                    <a:pt x="109920" y="583888"/>
                  </a:cubicBezTo>
                  <a:cubicBezTo>
                    <a:pt x="79752" y="583888"/>
                    <a:pt x="50297" y="580831"/>
                    <a:pt x="21850" y="575010"/>
                  </a:cubicBezTo>
                  <a:lnTo>
                    <a:pt x="0" y="568227"/>
                  </a:lnTo>
                  <a:lnTo>
                    <a:pt x="3539" y="189543"/>
                  </a:lnTo>
                  <a:cubicBezTo>
                    <a:pt x="4131" y="84655"/>
                    <a:pt x="60259" y="0"/>
                    <a:pt x="152301" y="0"/>
                  </a:cubicBezTo>
                  <a:close/>
                </a:path>
              </a:pathLst>
            </a:custGeom>
            <a:solidFill>
              <a:srgbClr val="CCF3FF"/>
            </a:solidFill>
            <a:ln>
              <a:noFill/>
            </a:ln>
          </p:spPr>
          <p:txBody>
            <a:bodyPr spcFirstLastPara="1" wrap="square" lIns="91410" tIns="45688" rIns="91410"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Tx/>
                <a:buNone/>
                <a:tabLst/>
                <a:defRPr/>
              </a:pPr>
              <a:endParaRPr kumimoji="0" sz="1466"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021" name="Google Shape;6021;p270"/>
            <p:cNvSpPr/>
            <p:nvPr/>
          </p:nvSpPr>
          <p:spPr>
            <a:xfrm>
              <a:off x="9529080" y="2773515"/>
              <a:ext cx="298400" cy="313509"/>
            </a:xfrm>
            <a:custGeom>
              <a:avLst/>
              <a:gdLst/>
              <a:ahLst/>
              <a:cxnLst/>
              <a:rect l="l" t="t" r="r" b="b"/>
              <a:pathLst>
                <a:path w="332479" h="349314" extrusionOk="0">
                  <a:moveTo>
                    <a:pt x="324334" y="248070"/>
                  </a:moveTo>
                  <a:cubicBezTo>
                    <a:pt x="292405" y="181659"/>
                    <a:pt x="234180" y="193967"/>
                    <a:pt x="198830" y="83478"/>
                  </a:cubicBezTo>
                  <a:cubicBezTo>
                    <a:pt x="178684" y="20489"/>
                    <a:pt x="117107" y="3515"/>
                    <a:pt x="117107" y="3515"/>
                  </a:cubicBezTo>
                  <a:cubicBezTo>
                    <a:pt x="24016" y="-16432"/>
                    <a:pt x="0" y="54404"/>
                    <a:pt x="0" y="68474"/>
                  </a:cubicBezTo>
                  <a:lnTo>
                    <a:pt x="0" y="68474"/>
                  </a:lnTo>
                  <a:cubicBezTo>
                    <a:pt x="7015" y="85206"/>
                    <a:pt x="30685" y="128213"/>
                    <a:pt x="92919" y="142387"/>
                  </a:cubicBezTo>
                  <a:cubicBezTo>
                    <a:pt x="112097" y="146743"/>
                    <a:pt x="128130" y="160364"/>
                    <a:pt x="134074" y="179101"/>
                  </a:cubicBezTo>
                  <a:cubicBezTo>
                    <a:pt x="141157" y="201399"/>
                    <a:pt x="145788" y="228434"/>
                    <a:pt x="146686" y="261207"/>
                  </a:cubicBezTo>
                  <a:cubicBezTo>
                    <a:pt x="148414" y="322536"/>
                    <a:pt x="181207" y="342380"/>
                    <a:pt x="260373" y="342380"/>
                  </a:cubicBezTo>
                  <a:cubicBezTo>
                    <a:pt x="285045" y="342380"/>
                    <a:pt x="295850" y="349314"/>
                    <a:pt x="320522" y="349314"/>
                  </a:cubicBezTo>
                  <a:cubicBezTo>
                    <a:pt x="325912" y="325875"/>
                    <a:pt x="342234" y="285407"/>
                    <a:pt x="324265" y="248070"/>
                  </a:cubicBezTo>
                  <a:lnTo>
                    <a:pt x="324334" y="248070"/>
                  </a:lnTo>
                  <a:close/>
                </a:path>
              </a:pathLst>
            </a:custGeom>
            <a:solidFill>
              <a:srgbClr val="002D45"/>
            </a:solidFill>
            <a:ln>
              <a:noFill/>
            </a:ln>
          </p:spPr>
          <p:txBody>
            <a:bodyPr spcFirstLastPara="1" wrap="square" lIns="91410" tIns="45688" rIns="91410"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Tx/>
                <a:buNone/>
                <a:tabLst/>
                <a:defRPr/>
              </a:pPr>
              <a:endParaRPr kumimoji="0" sz="1466"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022" name="Google Shape;6022;p270"/>
            <p:cNvSpPr/>
            <p:nvPr/>
          </p:nvSpPr>
          <p:spPr>
            <a:xfrm>
              <a:off x="9090583" y="2895081"/>
              <a:ext cx="276984" cy="231682"/>
            </a:xfrm>
            <a:custGeom>
              <a:avLst/>
              <a:gdLst/>
              <a:ahLst/>
              <a:cxnLst/>
              <a:rect l="l" t="t" r="r" b="b"/>
              <a:pathLst>
                <a:path w="308617" h="258141" extrusionOk="0">
                  <a:moveTo>
                    <a:pt x="298065" y="258142"/>
                  </a:moveTo>
                  <a:lnTo>
                    <a:pt x="129436" y="258142"/>
                  </a:lnTo>
                  <a:cubicBezTo>
                    <a:pt x="122076" y="258142"/>
                    <a:pt x="115372" y="253889"/>
                    <a:pt x="112262" y="247217"/>
                  </a:cubicBezTo>
                  <a:lnTo>
                    <a:pt x="684" y="10095"/>
                  </a:lnTo>
                  <a:cubicBezTo>
                    <a:pt x="-1528" y="5393"/>
                    <a:pt x="1893" y="0"/>
                    <a:pt x="7077" y="0"/>
                  </a:cubicBezTo>
                  <a:lnTo>
                    <a:pt x="182859" y="0"/>
                  </a:lnTo>
                  <a:cubicBezTo>
                    <a:pt x="189182" y="0"/>
                    <a:pt x="194918" y="3665"/>
                    <a:pt x="197614" y="9369"/>
                  </a:cubicBezTo>
                  <a:lnTo>
                    <a:pt x="307603" y="243103"/>
                  </a:lnTo>
                  <a:cubicBezTo>
                    <a:pt x="310885" y="250087"/>
                    <a:pt x="305806" y="258142"/>
                    <a:pt x="298065" y="258142"/>
                  </a:cubicBezTo>
                  <a:close/>
                </a:path>
              </a:pathLst>
            </a:custGeom>
            <a:solidFill>
              <a:srgbClr val="B5B5B5"/>
            </a:solidFill>
            <a:ln>
              <a:noFill/>
            </a:ln>
          </p:spPr>
          <p:txBody>
            <a:bodyPr spcFirstLastPara="1" wrap="square" lIns="91410" tIns="45688" rIns="91410"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Tx/>
                <a:buNone/>
                <a:tabLst/>
                <a:defRPr/>
              </a:pPr>
              <a:endParaRPr kumimoji="0" sz="1466"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023" name="Google Shape;6023;p270"/>
            <p:cNvSpPr/>
            <p:nvPr/>
          </p:nvSpPr>
          <p:spPr>
            <a:xfrm>
              <a:off x="9339039" y="3107493"/>
              <a:ext cx="193367" cy="246606"/>
            </a:xfrm>
            <a:custGeom>
              <a:avLst/>
              <a:gdLst/>
              <a:ahLst/>
              <a:cxnLst/>
              <a:rect l="l" t="t" r="r" b="b"/>
              <a:pathLst>
                <a:path w="215451" h="274770" extrusionOk="0">
                  <a:moveTo>
                    <a:pt x="125228" y="274770"/>
                  </a:moveTo>
                  <a:lnTo>
                    <a:pt x="0" y="0"/>
                  </a:lnTo>
                  <a:lnTo>
                    <a:pt x="53526" y="5842"/>
                  </a:lnTo>
                  <a:lnTo>
                    <a:pt x="215451" y="219215"/>
                  </a:lnTo>
                  <a:lnTo>
                    <a:pt x="125228" y="274770"/>
                  </a:lnTo>
                  <a:close/>
                </a:path>
              </a:pathLst>
            </a:custGeom>
            <a:solidFill>
              <a:srgbClr val="775339"/>
            </a:solidFill>
            <a:ln>
              <a:noFill/>
            </a:ln>
          </p:spPr>
          <p:txBody>
            <a:bodyPr spcFirstLastPara="1" wrap="square" lIns="91410" tIns="45688" rIns="91410"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Tx/>
                <a:buNone/>
                <a:tabLst/>
                <a:defRPr/>
              </a:pPr>
              <a:endParaRPr kumimoji="0" sz="1466"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024" name="Google Shape;6024;p270"/>
            <p:cNvSpPr/>
            <p:nvPr/>
          </p:nvSpPr>
          <p:spPr>
            <a:xfrm>
              <a:off x="9250848" y="3037452"/>
              <a:ext cx="137704" cy="89141"/>
            </a:xfrm>
            <a:custGeom>
              <a:avLst/>
              <a:gdLst/>
              <a:ahLst/>
              <a:cxnLst/>
              <a:rect l="l" t="t" r="r" b="b"/>
              <a:pathLst>
                <a:path w="153431" h="99322" extrusionOk="0">
                  <a:moveTo>
                    <a:pt x="23532" y="0"/>
                  </a:moveTo>
                  <a:lnTo>
                    <a:pt x="103596" y="30630"/>
                  </a:lnTo>
                  <a:lnTo>
                    <a:pt x="89187" y="0"/>
                  </a:lnTo>
                  <a:lnTo>
                    <a:pt x="102076" y="0"/>
                  </a:lnTo>
                  <a:lnTo>
                    <a:pt x="138290" y="31183"/>
                  </a:lnTo>
                  <a:cubicBezTo>
                    <a:pt x="149624" y="42868"/>
                    <a:pt x="155049" y="59047"/>
                    <a:pt x="153010" y="75226"/>
                  </a:cubicBezTo>
                  <a:lnTo>
                    <a:pt x="151904" y="83973"/>
                  </a:lnTo>
                  <a:lnTo>
                    <a:pt x="108054" y="99322"/>
                  </a:lnTo>
                  <a:lnTo>
                    <a:pt x="50416" y="62228"/>
                  </a:lnTo>
                  <a:cubicBezTo>
                    <a:pt x="27402" y="47397"/>
                    <a:pt x="9745" y="25617"/>
                    <a:pt x="0" y="0"/>
                  </a:cubicBezTo>
                  <a:lnTo>
                    <a:pt x="0" y="0"/>
                  </a:lnTo>
                  <a:cubicBezTo>
                    <a:pt x="0" y="0"/>
                    <a:pt x="23532" y="0"/>
                    <a:pt x="23532" y="0"/>
                  </a:cubicBezTo>
                  <a:close/>
                </a:path>
              </a:pathLst>
            </a:custGeom>
            <a:solidFill>
              <a:srgbClr val="775339"/>
            </a:solidFill>
            <a:ln>
              <a:noFill/>
            </a:ln>
          </p:spPr>
          <p:txBody>
            <a:bodyPr spcFirstLastPara="1" wrap="square" lIns="91410" tIns="45688" rIns="91410"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Tx/>
                <a:buNone/>
                <a:tabLst/>
                <a:defRPr/>
              </a:pPr>
              <a:endParaRPr kumimoji="0" sz="1466"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025" name="Google Shape;6025;p270"/>
            <p:cNvSpPr/>
            <p:nvPr/>
          </p:nvSpPr>
          <p:spPr>
            <a:xfrm>
              <a:off x="9520620" y="2759901"/>
              <a:ext cx="326576" cy="442274"/>
            </a:xfrm>
            <a:custGeom>
              <a:avLst/>
              <a:gdLst/>
              <a:ahLst/>
              <a:cxnLst/>
              <a:rect l="l" t="t" r="r" b="b"/>
              <a:pathLst>
                <a:path w="363873" h="492784" extrusionOk="0">
                  <a:moveTo>
                    <a:pt x="12893" y="91025"/>
                  </a:moveTo>
                  <a:cubicBezTo>
                    <a:pt x="12893" y="91025"/>
                    <a:pt x="-4626" y="77439"/>
                    <a:pt x="1179" y="53274"/>
                  </a:cubicBezTo>
                  <a:cubicBezTo>
                    <a:pt x="6535" y="30941"/>
                    <a:pt x="28650" y="24926"/>
                    <a:pt x="43751" y="21918"/>
                  </a:cubicBezTo>
                  <a:cubicBezTo>
                    <a:pt x="58852" y="18945"/>
                    <a:pt x="62445" y="0"/>
                    <a:pt x="91472" y="0"/>
                  </a:cubicBezTo>
                  <a:cubicBezTo>
                    <a:pt x="124092" y="0"/>
                    <a:pt x="126234" y="23923"/>
                    <a:pt x="149524" y="21953"/>
                  </a:cubicBezTo>
                  <a:cubicBezTo>
                    <a:pt x="172296" y="20017"/>
                    <a:pt x="211516" y="28728"/>
                    <a:pt x="217978" y="65581"/>
                  </a:cubicBezTo>
                  <a:cubicBezTo>
                    <a:pt x="224440" y="102434"/>
                    <a:pt x="232076" y="118095"/>
                    <a:pt x="257232" y="127118"/>
                  </a:cubicBezTo>
                  <a:cubicBezTo>
                    <a:pt x="282389" y="136141"/>
                    <a:pt x="286057" y="171501"/>
                    <a:pt x="303674" y="196813"/>
                  </a:cubicBezTo>
                  <a:cubicBezTo>
                    <a:pt x="321291" y="222125"/>
                    <a:pt x="357348" y="251242"/>
                    <a:pt x="362932" y="278990"/>
                  </a:cubicBezTo>
                  <a:cubicBezTo>
                    <a:pt x="368516" y="306738"/>
                    <a:pt x="347890" y="336916"/>
                    <a:pt x="337178" y="363302"/>
                  </a:cubicBezTo>
                  <a:cubicBezTo>
                    <a:pt x="340334" y="450711"/>
                    <a:pt x="308925" y="488770"/>
                    <a:pt x="293115" y="492784"/>
                  </a:cubicBezTo>
                  <a:lnTo>
                    <a:pt x="240931" y="394318"/>
                  </a:lnTo>
                  <a:lnTo>
                    <a:pt x="115487" y="98078"/>
                  </a:lnTo>
                  <a:lnTo>
                    <a:pt x="12893" y="91025"/>
                  </a:lnTo>
                  <a:close/>
                </a:path>
              </a:pathLst>
            </a:custGeom>
            <a:solidFill>
              <a:srgbClr val="002D45"/>
            </a:solidFill>
            <a:ln>
              <a:noFill/>
            </a:ln>
          </p:spPr>
          <p:txBody>
            <a:bodyPr spcFirstLastPara="1" wrap="square" lIns="91410" tIns="45688" rIns="91410"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Tx/>
                <a:buNone/>
                <a:tabLst/>
                <a:defRPr/>
              </a:pPr>
              <a:endParaRPr kumimoji="0" sz="1466"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026" name="Google Shape;6026;p270"/>
            <p:cNvSpPr/>
            <p:nvPr/>
          </p:nvSpPr>
          <p:spPr>
            <a:xfrm>
              <a:off x="9451298" y="3064899"/>
              <a:ext cx="346080" cy="289248"/>
            </a:xfrm>
            <a:custGeom>
              <a:avLst/>
              <a:gdLst/>
              <a:ahLst/>
              <a:cxnLst/>
              <a:rect l="l" t="t" r="r" b="b"/>
              <a:pathLst>
                <a:path w="385604" h="322282" extrusionOk="0">
                  <a:moveTo>
                    <a:pt x="0" y="322283"/>
                  </a:moveTo>
                  <a:lnTo>
                    <a:pt x="251250" y="25180"/>
                  </a:lnTo>
                  <a:cubicBezTo>
                    <a:pt x="280933" y="-7352"/>
                    <a:pt x="331764" y="-8527"/>
                    <a:pt x="362898" y="22621"/>
                  </a:cubicBezTo>
                  <a:lnTo>
                    <a:pt x="362898" y="22621"/>
                  </a:lnTo>
                  <a:cubicBezTo>
                    <a:pt x="392028" y="51765"/>
                    <a:pt x="393375" y="98781"/>
                    <a:pt x="365524" y="129135"/>
                  </a:cubicBezTo>
                  <a:cubicBezTo>
                    <a:pt x="302219" y="198138"/>
                    <a:pt x="192783" y="322248"/>
                    <a:pt x="0" y="322248"/>
                  </a:cubicBezTo>
                  <a:close/>
                </a:path>
              </a:pathLst>
            </a:custGeom>
            <a:solidFill>
              <a:srgbClr val="775339"/>
            </a:solidFill>
            <a:ln>
              <a:noFill/>
            </a:ln>
          </p:spPr>
          <p:txBody>
            <a:bodyPr spcFirstLastPara="1" wrap="square" lIns="91410" tIns="45688" rIns="91410"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Tx/>
                <a:buNone/>
                <a:tabLst/>
                <a:defRPr/>
              </a:pPr>
              <a:endParaRPr kumimoji="0" sz="1466"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6027" name="Google Shape;6027;p270"/>
          <p:cNvGrpSpPr/>
          <p:nvPr/>
        </p:nvGrpSpPr>
        <p:grpSpPr>
          <a:xfrm>
            <a:off x="1276894" y="3577479"/>
            <a:ext cx="1162694" cy="2072342"/>
            <a:chOff x="1838651" y="3577517"/>
            <a:chExt cx="1162998" cy="2072881"/>
          </a:xfrm>
        </p:grpSpPr>
        <p:sp>
          <p:nvSpPr>
            <p:cNvPr id="6028" name="Google Shape;6028;p270"/>
            <p:cNvSpPr/>
            <p:nvPr/>
          </p:nvSpPr>
          <p:spPr>
            <a:xfrm>
              <a:off x="2776135" y="4411191"/>
              <a:ext cx="225514" cy="324337"/>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5">
                <a:alpha val="83530"/>
              </a:schemeClr>
            </a:solidFill>
            <a:ln>
              <a:noFill/>
            </a:ln>
          </p:spPr>
          <p:txBody>
            <a:bodyPr spcFirstLastPara="1" wrap="square" lIns="182586" tIns="91276" rIns="182586" bIns="91276"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endParaRPr kumimoji="0" sz="1066" b="0" i="0" u="none" strike="noStrike" kern="1200" cap="none" spc="0" normalizeH="0" baseline="0" noProof="0" dirty="0">
                <a:ln>
                  <a:noFill/>
                </a:ln>
                <a:solidFill>
                  <a:srgbClr val="3C3C3C"/>
                </a:solidFill>
                <a:effectLst/>
                <a:uLnTx/>
                <a:uFillTx/>
                <a:latin typeface="Arial"/>
                <a:ea typeface="Arial"/>
                <a:cs typeface="Arial"/>
                <a:sym typeface="Arial"/>
              </a:endParaRPr>
            </a:p>
          </p:txBody>
        </p:sp>
        <p:sp>
          <p:nvSpPr>
            <p:cNvPr id="6029" name="Google Shape;6029;p270"/>
            <p:cNvSpPr/>
            <p:nvPr/>
          </p:nvSpPr>
          <p:spPr>
            <a:xfrm>
              <a:off x="2029073" y="4198025"/>
              <a:ext cx="684600" cy="684600"/>
            </a:xfrm>
            <a:prstGeom prst="ellipse">
              <a:avLst/>
            </a:prstGeom>
            <a:solidFill>
              <a:srgbClr val="C3B2D7">
                <a:alpha val="83530"/>
              </a:srgbClr>
            </a:solidFill>
            <a:ln>
              <a:noFill/>
            </a:ln>
          </p:spPr>
          <p:txBody>
            <a:bodyPr spcFirstLastPara="1" wrap="square" lIns="91376" tIns="91376" rIns="91376" bIns="91376"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endParaRPr kumimoji="0" sz="1066" b="0" i="0" u="none" strike="noStrike" kern="1200" cap="none" spc="0" normalizeH="0" baseline="0" noProof="0" dirty="0">
                <a:ln>
                  <a:noFill/>
                </a:ln>
                <a:solidFill>
                  <a:srgbClr val="041032"/>
                </a:solidFill>
                <a:effectLst/>
                <a:uLnTx/>
                <a:uFillTx/>
                <a:latin typeface="Arial"/>
                <a:ea typeface="Arial"/>
                <a:cs typeface="Arial"/>
                <a:sym typeface="Arial"/>
              </a:endParaRPr>
            </a:p>
          </p:txBody>
        </p:sp>
        <p:grpSp>
          <p:nvGrpSpPr>
            <p:cNvPr id="6030" name="Google Shape;6030;p270"/>
            <p:cNvGrpSpPr/>
            <p:nvPr/>
          </p:nvGrpSpPr>
          <p:grpSpPr>
            <a:xfrm>
              <a:off x="2197732" y="3839426"/>
              <a:ext cx="706955" cy="1329674"/>
              <a:chOff x="1273766" y="3865466"/>
              <a:chExt cx="932535" cy="1753956"/>
            </a:xfrm>
          </p:grpSpPr>
          <p:sp>
            <p:nvSpPr>
              <p:cNvPr id="6031" name="Google Shape;6031;p270"/>
              <p:cNvSpPr/>
              <p:nvPr/>
            </p:nvSpPr>
            <p:spPr>
              <a:xfrm flipH="1">
                <a:off x="1594702" y="3865466"/>
                <a:ext cx="253502" cy="253502"/>
              </a:xfrm>
              <a:custGeom>
                <a:avLst/>
                <a:gdLst/>
                <a:ahLst/>
                <a:cxnLst/>
                <a:rect l="l" t="t" r="r" b="b"/>
                <a:pathLst>
                  <a:path w="261342" h="261342" extrusionOk="0">
                    <a:moveTo>
                      <a:pt x="201362" y="0"/>
                    </a:moveTo>
                    <a:cubicBezTo>
                      <a:pt x="234488" y="0"/>
                      <a:pt x="261342" y="26854"/>
                      <a:pt x="261342" y="59980"/>
                    </a:cubicBezTo>
                    <a:lnTo>
                      <a:pt x="261342" y="201362"/>
                    </a:lnTo>
                    <a:cubicBezTo>
                      <a:pt x="261342" y="234488"/>
                      <a:pt x="234488" y="261342"/>
                      <a:pt x="201362" y="261342"/>
                    </a:cubicBezTo>
                    <a:lnTo>
                      <a:pt x="59980" y="261342"/>
                    </a:lnTo>
                    <a:cubicBezTo>
                      <a:pt x="26854" y="261342"/>
                      <a:pt x="0" y="234488"/>
                      <a:pt x="0" y="201362"/>
                    </a:cubicBezTo>
                    <a:lnTo>
                      <a:pt x="0" y="59980"/>
                    </a:lnTo>
                    <a:cubicBezTo>
                      <a:pt x="0" y="26854"/>
                      <a:pt x="26854" y="0"/>
                      <a:pt x="59980" y="0"/>
                    </a:cubicBezTo>
                    <a:close/>
                  </a:path>
                </a:pathLst>
              </a:custGeom>
              <a:solidFill>
                <a:srgbClr val="B37CD8">
                  <a:alpha val="67060"/>
                </a:srgbClr>
              </a:solidFill>
              <a:ln>
                <a:noFill/>
              </a:ln>
            </p:spPr>
            <p:txBody>
              <a:bodyPr spcFirstLastPara="1" wrap="square" lIns="91410" tIns="45688" rIns="91410"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Tx/>
                  <a:buNone/>
                  <a:tabLst/>
                  <a:defRPr/>
                </a:pPr>
                <a:endParaRPr kumimoji="0" sz="1466"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032" name="Google Shape;6032;p270"/>
              <p:cNvSpPr/>
              <p:nvPr/>
            </p:nvSpPr>
            <p:spPr>
              <a:xfrm rot="1535207" flipH="1">
                <a:off x="1886778" y="5299899"/>
                <a:ext cx="273821" cy="273821"/>
              </a:xfrm>
              <a:custGeom>
                <a:avLst/>
                <a:gdLst/>
                <a:ahLst/>
                <a:cxnLst/>
                <a:rect l="l" t="t" r="r" b="b"/>
                <a:pathLst>
                  <a:path w="261342" h="261342" extrusionOk="0">
                    <a:moveTo>
                      <a:pt x="201362" y="-1"/>
                    </a:moveTo>
                    <a:cubicBezTo>
                      <a:pt x="234488" y="-1"/>
                      <a:pt x="261343" y="26854"/>
                      <a:pt x="261343" y="59980"/>
                    </a:cubicBezTo>
                    <a:lnTo>
                      <a:pt x="261343" y="201362"/>
                    </a:lnTo>
                    <a:cubicBezTo>
                      <a:pt x="261343" y="234488"/>
                      <a:pt x="234488" y="261342"/>
                      <a:pt x="201362" y="261342"/>
                    </a:cubicBezTo>
                    <a:lnTo>
                      <a:pt x="59980" y="261342"/>
                    </a:lnTo>
                    <a:cubicBezTo>
                      <a:pt x="26854" y="261342"/>
                      <a:pt x="0" y="234488"/>
                      <a:pt x="0" y="201362"/>
                    </a:cubicBezTo>
                    <a:lnTo>
                      <a:pt x="0" y="59980"/>
                    </a:lnTo>
                    <a:cubicBezTo>
                      <a:pt x="0" y="26854"/>
                      <a:pt x="26854" y="-1"/>
                      <a:pt x="59980" y="-1"/>
                    </a:cubicBezTo>
                    <a:close/>
                  </a:path>
                </a:pathLst>
              </a:custGeom>
              <a:solidFill>
                <a:srgbClr val="1D4287">
                  <a:alpha val="67060"/>
                </a:srgbClr>
              </a:solidFill>
              <a:ln>
                <a:noFill/>
              </a:ln>
            </p:spPr>
            <p:txBody>
              <a:bodyPr spcFirstLastPara="1" wrap="square" lIns="91410" tIns="45688" rIns="91410"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Tx/>
                  <a:buNone/>
                  <a:tabLst/>
                  <a:defRPr/>
                </a:pPr>
                <a:endParaRPr kumimoji="0" sz="1466"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033" name="Google Shape;6033;p270"/>
              <p:cNvSpPr/>
              <p:nvPr/>
            </p:nvSpPr>
            <p:spPr>
              <a:xfrm flipH="1">
                <a:off x="1322804" y="4129469"/>
                <a:ext cx="331166" cy="597777"/>
              </a:xfrm>
              <a:custGeom>
                <a:avLst/>
                <a:gdLst/>
                <a:ahLst/>
                <a:cxnLst/>
                <a:rect l="l" t="t" r="r" b="b"/>
                <a:pathLst>
                  <a:path w="245763" h="443619" extrusionOk="0">
                    <a:moveTo>
                      <a:pt x="245763" y="425314"/>
                    </a:moveTo>
                    <a:lnTo>
                      <a:pt x="89970" y="236805"/>
                    </a:lnTo>
                    <a:lnTo>
                      <a:pt x="66991" y="2726"/>
                    </a:lnTo>
                    <a:lnTo>
                      <a:pt x="0" y="0"/>
                    </a:lnTo>
                    <a:lnTo>
                      <a:pt x="3116" y="264458"/>
                    </a:lnTo>
                    <a:lnTo>
                      <a:pt x="110613" y="443620"/>
                    </a:lnTo>
                    <a:lnTo>
                      <a:pt x="245763" y="425314"/>
                    </a:lnTo>
                    <a:close/>
                  </a:path>
                </a:pathLst>
              </a:custGeom>
              <a:gradFill>
                <a:gsLst>
                  <a:gs pos="0">
                    <a:srgbClr val="5F2785"/>
                  </a:gs>
                  <a:gs pos="100000">
                    <a:srgbClr val="3F1A59"/>
                  </a:gs>
                </a:gsLst>
                <a:lin ang="5400012" scaled="0"/>
              </a:gradFill>
              <a:ln>
                <a:noFill/>
              </a:ln>
            </p:spPr>
            <p:txBody>
              <a:bodyPr spcFirstLastPara="1" wrap="square" lIns="91410" tIns="45688" rIns="91410"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Tx/>
                  <a:buNone/>
                  <a:tabLst/>
                  <a:defRPr/>
                </a:pPr>
                <a:endParaRPr kumimoji="0" sz="1466"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034" name="Google Shape;6034;p270"/>
              <p:cNvSpPr/>
              <p:nvPr/>
            </p:nvSpPr>
            <p:spPr>
              <a:xfrm flipH="1">
                <a:off x="1499807" y="4641503"/>
                <a:ext cx="372101" cy="712181"/>
              </a:xfrm>
              <a:custGeom>
                <a:avLst/>
                <a:gdLst/>
                <a:ahLst/>
                <a:cxnLst/>
                <a:rect l="l" t="t" r="r" b="b"/>
                <a:pathLst>
                  <a:path w="276142" h="528520" extrusionOk="0">
                    <a:moveTo>
                      <a:pt x="0" y="495414"/>
                    </a:moveTo>
                    <a:lnTo>
                      <a:pt x="92697" y="284704"/>
                    </a:lnTo>
                    <a:lnTo>
                      <a:pt x="131645" y="56858"/>
                    </a:lnTo>
                    <a:cubicBezTo>
                      <a:pt x="139824" y="13625"/>
                      <a:pt x="185394" y="-11302"/>
                      <a:pt x="226289" y="5057"/>
                    </a:cubicBezTo>
                    <a:lnTo>
                      <a:pt x="276143" y="25310"/>
                    </a:lnTo>
                    <a:cubicBezTo>
                      <a:pt x="276143" y="25310"/>
                      <a:pt x="201362" y="289768"/>
                      <a:pt x="182277" y="328327"/>
                    </a:cubicBezTo>
                    <a:cubicBezTo>
                      <a:pt x="132813" y="408949"/>
                      <a:pt x="66602" y="528520"/>
                      <a:pt x="66602" y="528520"/>
                    </a:cubicBezTo>
                    <a:lnTo>
                      <a:pt x="0" y="495025"/>
                    </a:lnTo>
                    <a:close/>
                  </a:path>
                </a:pathLst>
              </a:custGeom>
              <a:solidFill>
                <a:srgbClr val="6C4B8F"/>
              </a:solidFill>
              <a:ln>
                <a:noFill/>
              </a:ln>
            </p:spPr>
            <p:txBody>
              <a:bodyPr spcFirstLastPara="1" wrap="square" lIns="91410" tIns="45688" rIns="91410"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Tx/>
                  <a:buNone/>
                  <a:tabLst/>
                  <a:defRPr/>
                </a:pPr>
                <a:endParaRPr kumimoji="0" sz="1466"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035" name="Google Shape;6035;p270"/>
              <p:cNvSpPr/>
              <p:nvPr/>
            </p:nvSpPr>
            <p:spPr>
              <a:xfrm flipH="1">
                <a:off x="1551626" y="3954594"/>
                <a:ext cx="97343" cy="177390"/>
              </a:xfrm>
              <a:custGeom>
                <a:avLst/>
                <a:gdLst/>
                <a:ahLst/>
                <a:cxnLst/>
                <a:rect l="l" t="t" r="r" b="b"/>
                <a:pathLst>
                  <a:path w="72240" h="131644" extrusionOk="0">
                    <a:moveTo>
                      <a:pt x="2523" y="130087"/>
                    </a:moveTo>
                    <a:lnTo>
                      <a:pt x="2523" y="130087"/>
                    </a:lnTo>
                    <a:cubicBezTo>
                      <a:pt x="-3709" y="108276"/>
                      <a:pt x="1744" y="84518"/>
                      <a:pt x="17323" y="67770"/>
                    </a:cubicBezTo>
                    <a:lnTo>
                      <a:pt x="28618" y="55696"/>
                    </a:lnTo>
                    <a:lnTo>
                      <a:pt x="18492" y="12853"/>
                    </a:lnTo>
                    <a:lnTo>
                      <a:pt x="35239" y="0"/>
                    </a:lnTo>
                    <a:lnTo>
                      <a:pt x="72240" y="63096"/>
                    </a:lnTo>
                    <a:lnTo>
                      <a:pt x="63672" y="131645"/>
                    </a:lnTo>
                    <a:lnTo>
                      <a:pt x="2523" y="129308"/>
                    </a:lnTo>
                    <a:close/>
                  </a:path>
                </a:pathLst>
              </a:custGeom>
              <a:solidFill>
                <a:srgbClr val="DAA874"/>
              </a:solidFill>
              <a:ln>
                <a:noFill/>
              </a:ln>
            </p:spPr>
            <p:txBody>
              <a:bodyPr spcFirstLastPara="1" wrap="square" lIns="91410" tIns="45688" rIns="91410"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Tx/>
                  <a:buNone/>
                  <a:tabLst/>
                  <a:defRPr/>
                </a:pPr>
                <a:endParaRPr kumimoji="0" sz="1466"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nvGrpSpPr>
              <p:cNvPr id="6036" name="Google Shape;6036;p270"/>
              <p:cNvGrpSpPr/>
              <p:nvPr/>
            </p:nvGrpSpPr>
            <p:grpSpPr>
              <a:xfrm flipH="1">
                <a:off x="1337842" y="4274040"/>
                <a:ext cx="254180" cy="384634"/>
                <a:chOff x="1935946" y="3808057"/>
                <a:chExt cx="188519" cy="285273"/>
              </a:xfrm>
            </p:grpSpPr>
            <p:sp>
              <p:nvSpPr>
                <p:cNvPr id="6037" name="Google Shape;6037;p270"/>
                <p:cNvSpPr/>
                <p:nvPr/>
              </p:nvSpPr>
              <p:spPr>
                <a:xfrm>
                  <a:off x="1981085" y="3943196"/>
                  <a:ext cx="124370" cy="150134"/>
                </a:xfrm>
                <a:custGeom>
                  <a:avLst/>
                  <a:gdLst/>
                  <a:ahLst/>
                  <a:cxnLst/>
                  <a:rect l="l" t="t" r="r" b="b"/>
                  <a:pathLst>
                    <a:path w="124370" h="150134" extrusionOk="0">
                      <a:moveTo>
                        <a:pt x="102044" y="149745"/>
                      </a:moveTo>
                      <a:cubicBezTo>
                        <a:pt x="102044" y="149745"/>
                        <a:pt x="83739" y="99891"/>
                        <a:pt x="118013" y="34069"/>
                      </a:cubicBezTo>
                      <a:cubicBezTo>
                        <a:pt x="155793" y="-38764"/>
                        <a:pt x="12853" y="27837"/>
                        <a:pt x="12853" y="27837"/>
                      </a:cubicBezTo>
                      <a:lnTo>
                        <a:pt x="0" y="140008"/>
                      </a:lnTo>
                      <a:lnTo>
                        <a:pt x="101655" y="150134"/>
                      </a:lnTo>
                      <a:close/>
                    </a:path>
                  </a:pathLst>
                </a:custGeom>
                <a:solidFill>
                  <a:srgbClr val="DAA874"/>
                </a:solidFill>
                <a:ln>
                  <a:noFill/>
                </a:ln>
              </p:spPr>
              <p:txBody>
                <a:bodyPr spcFirstLastPara="1" wrap="square" lIns="91410" tIns="45688" rIns="91410"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Tx/>
                    <a:buNone/>
                    <a:tabLst/>
                    <a:defRPr/>
                  </a:pPr>
                  <a:endParaRPr kumimoji="0" sz="1466"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038" name="Google Shape;6038;p270"/>
                <p:cNvSpPr/>
                <p:nvPr/>
              </p:nvSpPr>
              <p:spPr>
                <a:xfrm>
                  <a:off x="1935946" y="3817192"/>
                  <a:ext cx="177451" cy="206460"/>
                </a:xfrm>
                <a:custGeom>
                  <a:avLst/>
                  <a:gdLst/>
                  <a:ahLst/>
                  <a:cxnLst/>
                  <a:rect l="l" t="t" r="r" b="b"/>
                  <a:pathLst>
                    <a:path w="177451" h="206460" extrusionOk="0">
                      <a:moveTo>
                        <a:pt x="66171" y="205253"/>
                      </a:moveTo>
                      <a:lnTo>
                        <a:pt x="66171" y="205253"/>
                      </a:lnTo>
                      <a:cubicBezTo>
                        <a:pt x="19823" y="195516"/>
                        <a:pt x="-3157" y="177600"/>
                        <a:pt x="349" y="126967"/>
                      </a:cubicBezTo>
                      <a:lnTo>
                        <a:pt x="6580" y="74387"/>
                      </a:lnTo>
                      <a:cubicBezTo>
                        <a:pt x="16318" y="19470"/>
                        <a:pt x="62666" y="-7793"/>
                        <a:pt x="109014" y="1944"/>
                      </a:cubicBezTo>
                      <a:lnTo>
                        <a:pt x="109014" y="1944"/>
                      </a:lnTo>
                      <a:cubicBezTo>
                        <a:pt x="155363" y="11681"/>
                        <a:pt x="185353" y="57250"/>
                        <a:pt x="175616" y="103598"/>
                      </a:cubicBezTo>
                      <a:lnTo>
                        <a:pt x="164321" y="156957"/>
                      </a:lnTo>
                      <a:cubicBezTo>
                        <a:pt x="163152" y="162800"/>
                        <a:pt x="112909" y="214990"/>
                        <a:pt x="66561" y="205253"/>
                      </a:cubicBezTo>
                      <a:close/>
                    </a:path>
                  </a:pathLst>
                </a:custGeom>
                <a:solidFill>
                  <a:srgbClr val="DAA874"/>
                </a:solidFill>
                <a:ln>
                  <a:noFill/>
                </a:ln>
              </p:spPr>
              <p:txBody>
                <a:bodyPr spcFirstLastPara="1" wrap="square" lIns="91410" tIns="45688" rIns="91410"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Tx/>
                    <a:buNone/>
                    <a:tabLst/>
                    <a:defRPr/>
                  </a:pPr>
                  <a:endParaRPr kumimoji="0" sz="1466"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039" name="Google Shape;6039;p270"/>
                <p:cNvSpPr/>
                <p:nvPr/>
              </p:nvSpPr>
              <p:spPr>
                <a:xfrm>
                  <a:off x="1950389" y="3808057"/>
                  <a:ext cx="174076" cy="184787"/>
                </a:xfrm>
                <a:custGeom>
                  <a:avLst/>
                  <a:gdLst/>
                  <a:ahLst/>
                  <a:cxnLst/>
                  <a:rect l="l" t="t" r="r" b="b"/>
                  <a:pathLst>
                    <a:path w="174076" h="184787" extrusionOk="0">
                      <a:moveTo>
                        <a:pt x="3822" y="49637"/>
                      </a:moveTo>
                      <a:cubicBezTo>
                        <a:pt x="-6694" y="32111"/>
                        <a:pt x="5769" y="14584"/>
                        <a:pt x="25633" y="10300"/>
                      </a:cubicBezTo>
                      <a:cubicBezTo>
                        <a:pt x="48612" y="4847"/>
                        <a:pt x="75097" y="-4111"/>
                        <a:pt x="105087" y="2121"/>
                      </a:cubicBezTo>
                      <a:cubicBezTo>
                        <a:pt x="164288" y="14584"/>
                        <a:pt x="176752" y="67943"/>
                        <a:pt x="173636" y="95596"/>
                      </a:cubicBezTo>
                      <a:cubicBezTo>
                        <a:pt x="169741" y="131428"/>
                        <a:pt x="140919" y="184787"/>
                        <a:pt x="140919" y="184787"/>
                      </a:cubicBezTo>
                      <a:lnTo>
                        <a:pt x="100413" y="176219"/>
                      </a:lnTo>
                      <a:cubicBezTo>
                        <a:pt x="89897" y="173882"/>
                        <a:pt x="82497" y="164145"/>
                        <a:pt x="82887" y="153629"/>
                      </a:cubicBezTo>
                      <a:lnTo>
                        <a:pt x="84055" y="131428"/>
                      </a:lnTo>
                      <a:lnTo>
                        <a:pt x="47054" y="110396"/>
                      </a:lnTo>
                      <a:lnTo>
                        <a:pt x="51728" y="84691"/>
                      </a:lnTo>
                      <a:cubicBezTo>
                        <a:pt x="54065" y="73006"/>
                        <a:pt x="53286" y="53143"/>
                        <a:pt x="30307" y="52364"/>
                      </a:cubicBezTo>
                      <a:lnTo>
                        <a:pt x="4211" y="50027"/>
                      </a:lnTo>
                      <a:lnTo>
                        <a:pt x="4211" y="50027"/>
                      </a:lnTo>
                      <a:close/>
                    </a:path>
                  </a:pathLst>
                </a:custGeom>
                <a:solidFill>
                  <a:srgbClr val="002D45"/>
                </a:solidFill>
                <a:ln>
                  <a:noFill/>
                </a:ln>
              </p:spPr>
              <p:txBody>
                <a:bodyPr spcFirstLastPara="1" wrap="square" lIns="91410" tIns="45688" rIns="91410"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Tx/>
                    <a:buNone/>
                    <a:tabLst/>
                    <a:defRPr/>
                  </a:pPr>
                  <a:endParaRPr kumimoji="0" sz="1466"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040" name="Google Shape;6040;p270"/>
                <p:cNvSpPr/>
                <p:nvPr/>
              </p:nvSpPr>
              <p:spPr>
                <a:xfrm rot="-4691101">
                  <a:off x="1989861" y="3920746"/>
                  <a:ext cx="56153" cy="41335"/>
                </a:xfrm>
                <a:custGeom>
                  <a:avLst/>
                  <a:gdLst/>
                  <a:ahLst/>
                  <a:cxnLst/>
                  <a:rect l="l" t="t" r="r" b="b"/>
                  <a:pathLst>
                    <a:path w="56085" h="41285" extrusionOk="0">
                      <a:moveTo>
                        <a:pt x="56085" y="20642"/>
                      </a:moveTo>
                      <a:cubicBezTo>
                        <a:pt x="56085" y="32043"/>
                        <a:pt x="43530" y="41285"/>
                        <a:pt x="28042" y="41285"/>
                      </a:cubicBezTo>
                      <a:cubicBezTo>
                        <a:pt x="12555" y="41285"/>
                        <a:pt x="0" y="32043"/>
                        <a:pt x="0" y="20642"/>
                      </a:cubicBezTo>
                      <a:cubicBezTo>
                        <a:pt x="0" y="9242"/>
                        <a:pt x="12555" y="0"/>
                        <a:pt x="28042" y="0"/>
                      </a:cubicBezTo>
                      <a:cubicBezTo>
                        <a:pt x="43530" y="0"/>
                        <a:pt x="56085" y="9242"/>
                        <a:pt x="56085" y="20642"/>
                      </a:cubicBezTo>
                      <a:close/>
                    </a:path>
                  </a:pathLst>
                </a:custGeom>
                <a:solidFill>
                  <a:srgbClr val="DAA874"/>
                </a:solidFill>
                <a:ln>
                  <a:noFill/>
                </a:ln>
              </p:spPr>
              <p:txBody>
                <a:bodyPr spcFirstLastPara="1" wrap="square" lIns="91410" tIns="45688" rIns="91410"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Tx/>
                    <a:buNone/>
                    <a:tabLst/>
                    <a:defRPr/>
                  </a:pPr>
                  <a:endParaRPr kumimoji="0" sz="1466"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
            <p:nvSpPr>
              <p:cNvPr id="6041" name="Google Shape;6041;p270"/>
              <p:cNvSpPr/>
              <p:nvPr/>
            </p:nvSpPr>
            <p:spPr>
              <a:xfrm flipH="1">
                <a:off x="1373682" y="4268254"/>
                <a:ext cx="232262" cy="145755"/>
              </a:xfrm>
              <a:custGeom>
                <a:avLst/>
                <a:gdLst/>
                <a:ahLst/>
                <a:cxnLst/>
                <a:rect l="l" t="t" r="r" b="b"/>
                <a:pathLst>
                  <a:path w="172365" h="108167" extrusionOk="0">
                    <a:moveTo>
                      <a:pt x="172366" y="33777"/>
                    </a:moveTo>
                    <a:cubicBezTo>
                      <a:pt x="172366" y="33777"/>
                      <a:pt x="150165" y="3787"/>
                      <a:pt x="129912" y="1450"/>
                    </a:cubicBezTo>
                    <a:cubicBezTo>
                      <a:pt x="78890" y="-4003"/>
                      <a:pt x="994" y="7682"/>
                      <a:pt x="994" y="7682"/>
                    </a:cubicBezTo>
                    <a:cubicBezTo>
                      <a:pt x="994" y="7682"/>
                      <a:pt x="-9133" y="64156"/>
                      <a:pt x="35268" y="86357"/>
                    </a:cubicBezTo>
                    <a:cubicBezTo>
                      <a:pt x="63311" y="86746"/>
                      <a:pt x="78890" y="108168"/>
                      <a:pt x="78890" y="108168"/>
                    </a:cubicBezTo>
                    <a:lnTo>
                      <a:pt x="172366" y="33387"/>
                    </a:lnTo>
                    <a:close/>
                  </a:path>
                </a:pathLst>
              </a:custGeom>
              <a:solidFill>
                <a:srgbClr val="002D45"/>
              </a:solidFill>
              <a:ln>
                <a:noFill/>
              </a:ln>
            </p:spPr>
            <p:txBody>
              <a:bodyPr spcFirstLastPara="1" wrap="square" lIns="91410" tIns="45688" rIns="91410"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Tx/>
                  <a:buNone/>
                  <a:tabLst/>
                  <a:defRPr/>
                </a:pPr>
                <a:endParaRPr kumimoji="0" sz="1466"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042" name="Google Shape;6042;p270"/>
              <p:cNvSpPr/>
              <p:nvPr/>
            </p:nvSpPr>
            <p:spPr>
              <a:xfrm flipH="1">
                <a:off x="1799541" y="5311588"/>
                <a:ext cx="167944" cy="183689"/>
              </a:xfrm>
              <a:custGeom>
                <a:avLst/>
                <a:gdLst/>
                <a:ahLst/>
                <a:cxnLst/>
                <a:rect l="l" t="t" r="r" b="b"/>
                <a:pathLst>
                  <a:path w="124634" h="136318" extrusionOk="0">
                    <a:moveTo>
                      <a:pt x="124634" y="25316"/>
                    </a:moveTo>
                    <a:lnTo>
                      <a:pt x="98149" y="103992"/>
                    </a:lnTo>
                    <a:lnTo>
                      <a:pt x="42843" y="136319"/>
                    </a:lnTo>
                    <a:lnTo>
                      <a:pt x="29211" y="126971"/>
                    </a:lnTo>
                    <a:lnTo>
                      <a:pt x="19085" y="128919"/>
                    </a:lnTo>
                    <a:lnTo>
                      <a:pt x="10906" y="123466"/>
                    </a:lnTo>
                    <a:lnTo>
                      <a:pt x="42843" y="79844"/>
                    </a:lnTo>
                    <a:lnTo>
                      <a:pt x="8958" y="112171"/>
                    </a:lnTo>
                    <a:lnTo>
                      <a:pt x="0" y="102823"/>
                    </a:lnTo>
                    <a:lnTo>
                      <a:pt x="47517" y="46348"/>
                    </a:lnTo>
                    <a:lnTo>
                      <a:pt x="32327" y="14800"/>
                    </a:lnTo>
                    <a:lnTo>
                      <a:pt x="50633" y="3116"/>
                    </a:lnTo>
                    <a:lnTo>
                      <a:pt x="74002" y="0"/>
                    </a:lnTo>
                    <a:lnTo>
                      <a:pt x="124634" y="25316"/>
                    </a:lnTo>
                    <a:close/>
                  </a:path>
                </a:pathLst>
              </a:custGeom>
              <a:solidFill>
                <a:srgbClr val="DAA874"/>
              </a:solidFill>
              <a:ln>
                <a:noFill/>
              </a:ln>
            </p:spPr>
            <p:txBody>
              <a:bodyPr spcFirstLastPara="1" wrap="square" lIns="91410" tIns="45688" rIns="91410"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Tx/>
                  <a:buNone/>
                  <a:tabLst/>
                  <a:defRPr/>
                </a:pPr>
                <a:endParaRPr kumimoji="0" sz="1466"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043" name="Google Shape;6043;p270"/>
              <p:cNvSpPr/>
              <p:nvPr/>
            </p:nvSpPr>
            <p:spPr>
              <a:xfrm flipH="1">
                <a:off x="1358429" y="4594228"/>
                <a:ext cx="193660" cy="71376"/>
              </a:xfrm>
              <a:custGeom>
                <a:avLst/>
                <a:gdLst/>
                <a:ahLst/>
                <a:cxnLst/>
                <a:rect l="l" t="t" r="r" b="b"/>
                <a:pathLst>
                  <a:path w="143718" h="52969" extrusionOk="0">
                    <a:moveTo>
                      <a:pt x="143719" y="52970"/>
                    </a:moveTo>
                    <a:lnTo>
                      <a:pt x="136319" y="3895"/>
                    </a:lnTo>
                    <a:lnTo>
                      <a:pt x="8179" y="0"/>
                    </a:lnTo>
                    <a:lnTo>
                      <a:pt x="0" y="44790"/>
                    </a:lnTo>
                    <a:lnTo>
                      <a:pt x="143719" y="52970"/>
                    </a:lnTo>
                    <a:close/>
                  </a:path>
                </a:pathLst>
              </a:custGeom>
              <a:solidFill>
                <a:srgbClr val="E5D2F2"/>
              </a:solidFill>
              <a:ln>
                <a:noFill/>
              </a:ln>
            </p:spPr>
            <p:txBody>
              <a:bodyPr spcFirstLastPara="1" wrap="square" lIns="91410" tIns="45688" rIns="91410"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Tx/>
                  <a:buNone/>
                  <a:tabLst/>
                  <a:defRPr/>
                </a:pPr>
                <a:endParaRPr kumimoji="0" sz="1466"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044" name="Google Shape;6044;p270"/>
              <p:cNvSpPr/>
              <p:nvPr/>
            </p:nvSpPr>
            <p:spPr>
              <a:xfrm>
                <a:off x="1273766" y="4615235"/>
                <a:ext cx="395954" cy="632618"/>
              </a:xfrm>
              <a:custGeom>
                <a:avLst/>
                <a:gdLst/>
                <a:ahLst/>
                <a:cxnLst/>
                <a:rect l="l" t="t" r="r" b="b"/>
                <a:pathLst>
                  <a:path w="437518" h="699025" extrusionOk="0">
                    <a:moveTo>
                      <a:pt x="249835" y="0"/>
                    </a:moveTo>
                    <a:lnTo>
                      <a:pt x="386378" y="31376"/>
                    </a:lnTo>
                    <a:cubicBezTo>
                      <a:pt x="386378" y="31376"/>
                      <a:pt x="412623" y="346778"/>
                      <a:pt x="434366" y="616748"/>
                    </a:cubicBezTo>
                    <a:lnTo>
                      <a:pt x="437518" y="656137"/>
                    </a:lnTo>
                    <a:lnTo>
                      <a:pt x="423858" y="663551"/>
                    </a:lnTo>
                    <a:cubicBezTo>
                      <a:pt x="369851" y="686394"/>
                      <a:pt x="310474" y="699025"/>
                      <a:pt x="248147" y="699025"/>
                    </a:cubicBezTo>
                    <a:cubicBezTo>
                      <a:pt x="185820" y="699025"/>
                      <a:pt x="126443" y="686394"/>
                      <a:pt x="72437" y="663551"/>
                    </a:cubicBezTo>
                    <a:lnTo>
                      <a:pt x="31994" y="641600"/>
                    </a:lnTo>
                    <a:lnTo>
                      <a:pt x="570" y="194066"/>
                    </a:lnTo>
                    <a:cubicBezTo>
                      <a:pt x="-5820" y="104587"/>
                      <a:pt x="42404" y="32538"/>
                      <a:pt x="101671" y="17430"/>
                    </a:cubicBezTo>
                    <a:lnTo>
                      <a:pt x="101089" y="18013"/>
                    </a:lnTo>
                    <a:lnTo>
                      <a:pt x="132465" y="47064"/>
                    </a:lnTo>
                    <a:close/>
                  </a:path>
                </a:pathLst>
              </a:custGeom>
              <a:solidFill>
                <a:srgbClr val="6C4B8F"/>
              </a:solidFill>
              <a:ln>
                <a:noFill/>
              </a:ln>
            </p:spPr>
            <p:txBody>
              <a:bodyPr spcFirstLastPara="1" wrap="square" lIns="91410" tIns="45688" rIns="91410"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Tx/>
                  <a:buNone/>
                  <a:tabLst/>
                  <a:defRPr/>
                </a:pPr>
                <a:endParaRPr kumimoji="0" sz="1466"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grpSp>
          <p:nvGrpSpPr>
            <p:cNvPr id="6045" name="Google Shape;6045;p270"/>
            <p:cNvGrpSpPr/>
            <p:nvPr/>
          </p:nvGrpSpPr>
          <p:grpSpPr>
            <a:xfrm>
              <a:off x="1838651" y="3577517"/>
              <a:ext cx="732749" cy="181872"/>
              <a:chOff x="-1988762" y="2025033"/>
              <a:chExt cx="991810" cy="246172"/>
            </a:xfrm>
          </p:grpSpPr>
          <p:sp>
            <p:nvSpPr>
              <p:cNvPr id="6046" name="Google Shape;6046;p270"/>
              <p:cNvSpPr/>
              <p:nvPr/>
            </p:nvSpPr>
            <p:spPr>
              <a:xfrm flipH="1">
                <a:off x="-1988762" y="2028810"/>
                <a:ext cx="242395" cy="242395"/>
              </a:xfrm>
              <a:custGeom>
                <a:avLst/>
                <a:gdLst/>
                <a:ahLst/>
                <a:cxnLst/>
                <a:rect l="l" t="t" r="r" b="b"/>
                <a:pathLst>
                  <a:path w="261342" h="261342" extrusionOk="0">
                    <a:moveTo>
                      <a:pt x="201362" y="0"/>
                    </a:moveTo>
                    <a:cubicBezTo>
                      <a:pt x="234488" y="0"/>
                      <a:pt x="261342" y="26854"/>
                      <a:pt x="261342" y="59980"/>
                    </a:cubicBezTo>
                    <a:lnTo>
                      <a:pt x="261342" y="201362"/>
                    </a:lnTo>
                    <a:cubicBezTo>
                      <a:pt x="261342" y="234488"/>
                      <a:pt x="234488" y="261342"/>
                      <a:pt x="201362" y="261342"/>
                    </a:cubicBezTo>
                    <a:lnTo>
                      <a:pt x="59980" y="261342"/>
                    </a:lnTo>
                    <a:cubicBezTo>
                      <a:pt x="26854" y="261342"/>
                      <a:pt x="0" y="234488"/>
                      <a:pt x="0" y="201362"/>
                    </a:cubicBezTo>
                    <a:lnTo>
                      <a:pt x="0" y="59980"/>
                    </a:lnTo>
                    <a:cubicBezTo>
                      <a:pt x="0" y="26854"/>
                      <a:pt x="26854" y="0"/>
                      <a:pt x="59980" y="0"/>
                    </a:cubicBezTo>
                    <a:close/>
                  </a:path>
                </a:pathLst>
              </a:custGeom>
              <a:solidFill>
                <a:srgbClr val="2453AA">
                  <a:alpha val="67060"/>
                </a:srgbClr>
              </a:solidFill>
              <a:ln>
                <a:noFill/>
              </a:ln>
            </p:spPr>
            <p:txBody>
              <a:bodyPr spcFirstLastPara="1" wrap="square" lIns="91410" tIns="45688" rIns="91410"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Tx/>
                  <a:buNone/>
                  <a:tabLst/>
                  <a:defRPr/>
                </a:pPr>
                <a:endParaRPr kumimoji="0" sz="1466"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047" name="Google Shape;6047;p270"/>
              <p:cNvSpPr/>
              <p:nvPr/>
            </p:nvSpPr>
            <p:spPr>
              <a:xfrm flipH="1">
                <a:off x="-1632331" y="2025033"/>
                <a:ext cx="242395" cy="242395"/>
              </a:xfrm>
              <a:custGeom>
                <a:avLst/>
                <a:gdLst/>
                <a:ahLst/>
                <a:cxnLst/>
                <a:rect l="l" t="t" r="r" b="b"/>
                <a:pathLst>
                  <a:path w="261342" h="261342" extrusionOk="0">
                    <a:moveTo>
                      <a:pt x="201362" y="0"/>
                    </a:moveTo>
                    <a:cubicBezTo>
                      <a:pt x="234488" y="0"/>
                      <a:pt x="261342" y="26854"/>
                      <a:pt x="261342" y="59980"/>
                    </a:cubicBezTo>
                    <a:lnTo>
                      <a:pt x="261342" y="201362"/>
                    </a:lnTo>
                    <a:cubicBezTo>
                      <a:pt x="261342" y="234488"/>
                      <a:pt x="234488" y="261342"/>
                      <a:pt x="201362" y="261342"/>
                    </a:cubicBezTo>
                    <a:lnTo>
                      <a:pt x="59980" y="261342"/>
                    </a:lnTo>
                    <a:cubicBezTo>
                      <a:pt x="26854" y="261342"/>
                      <a:pt x="0" y="234488"/>
                      <a:pt x="0" y="201362"/>
                    </a:cubicBezTo>
                    <a:lnTo>
                      <a:pt x="0" y="59980"/>
                    </a:lnTo>
                    <a:cubicBezTo>
                      <a:pt x="0" y="26854"/>
                      <a:pt x="26854" y="0"/>
                      <a:pt x="59980" y="0"/>
                    </a:cubicBezTo>
                    <a:close/>
                  </a:path>
                </a:pathLst>
              </a:custGeom>
              <a:solidFill>
                <a:srgbClr val="BC9EDC">
                  <a:alpha val="26670"/>
                </a:srgbClr>
              </a:solidFill>
              <a:ln>
                <a:noFill/>
              </a:ln>
            </p:spPr>
            <p:txBody>
              <a:bodyPr spcFirstLastPara="1" wrap="square" lIns="91410" tIns="45688" rIns="91410"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Tx/>
                  <a:buNone/>
                  <a:tabLst/>
                  <a:defRPr/>
                </a:pPr>
                <a:endParaRPr kumimoji="0" sz="1466"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048" name="Google Shape;6048;p270"/>
              <p:cNvSpPr/>
              <p:nvPr/>
            </p:nvSpPr>
            <p:spPr>
              <a:xfrm flipH="1">
                <a:off x="-1239347" y="2025033"/>
                <a:ext cx="242395" cy="242395"/>
              </a:xfrm>
              <a:custGeom>
                <a:avLst/>
                <a:gdLst/>
                <a:ahLst/>
                <a:cxnLst/>
                <a:rect l="l" t="t" r="r" b="b"/>
                <a:pathLst>
                  <a:path w="261342" h="261342" extrusionOk="0">
                    <a:moveTo>
                      <a:pt x="201362" y="0"/>
                    </a:moveTo>
                    <a:cubicBezTo>
                      <a:pt x="234488" y="0"/>
                      <a:pt x="261342" y="26854"/>
                      <a:pt x="261342" y="59980"/>
                    </a:cubicBezTo>
                    <a:lnTo>
                      <a:pt x="261342" y="201362"/>
                    </a:lnTo>
                    <a:cubicBezTo>
                      <a:pt x="261342" y="234488"/>
                      <a:pt x="234488" y="261342"/>
                      <a:pt x="201362" y="261342"/>
                    </a:cubicBezTo>
                    <a:lnTo>
                      <a:pt x="59980" y="261342"/>
                    </a:lnTo>
                    <a:cubicBezTo>
                      <a:pt x="26854" y="261342"/>
                      <a:pt x="0" y="234488"/>
                      <a:pt x="0" y="201362"/>
                    </a:cubicBezTo>
                    <a:lnTo>
                      <a:pt x="0" y="59980"/>
                    </a:lnTo>
                    <a:cubicBezTo>
                      <a:pt x="0" y="26854"/>
                      <a:pt x="26854" y="0"/>
                      <a:pt x="59980" y="0"/>
                    </a:cubicBezTo>
                    <a:close/>
                  </a:path>
                </a:pathLst>
              </a:custGeom>
              <a:solidFill>
                <a:srgbClr val="9165C0">
                  <a:alpha val="26670"/>
                </a:srgbClr>
              </a:solidFill>
              <a:ln>
                <a:noFill/>
              </a:ln>
            </p:spPr>
            <p:txBody>
              <a:bodyPr spcFirstLastPara="1" wrap="square" lIns="91410" tIns="45688" rIns="91410"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Tx/>
                  <a:buNone/>
                  <a:tabLst/>
                  <a:defRPr/>
                </a:pPr>
                <a:endParaRPr kumimoji="0" sz="1466"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
          <p:nvSpPr>
            <p:cNvPr id="6049" name="Google Shape;6049;p270"/>
            <p:cNvSpPr txBox="1"/>
            <p:nvPr/>
          </p:nvSpPr>
          <p:spPr>
            <a:xfrm>
              <a:off x="2015242" y="4975398"/>
              <a:ext cx="710400" cy="675000"/>
            </a:xfrm>
            <a:prstGeom prst="rect">
              <a:avLst/>
            </a:prstGeom>
            <a:noFill/>
            <a:ln>
              <a:noFill/>
            </a:ln>
          </p:spPr>
          <p:txBody>
            <a:bodyPr spcFirstLastPara="1" wrap="square" lIns="0" tIns="0" rIns="0" bIns="0"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r>
                <a:rPr kumimoji="0" lang="en" sz="1066" b="0" i="0" u="none" strike="noStrike" kern="1200" cap="none" spc="0" normalizeH="0" baseline="0" noProof="0" dirty="0">
                  <a:ln>
                    <a:noFill/>
                  </a:ln>
                  <a:solidFill>
                    <a:srgbClr val="6C4B93"/>
                  </a:solidFill>
                  <a:effectLst/>
                  <a:uLnTx/>
                  <a:uFillTx/>
                  <a:latin typeface="Arial"/>
                  <a:ea typeface="Arial"/>
                  <a:cs typeface="Arial"/>
                  <a:sym typeface="Arial"/>
                </a:rPr>
                <a:t>CLOUD ADMIN</a:t>
              </a:r>
              <a:endParaRPr kumimoji="0" sz="1466"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
        <p:nvSpPr>
          <p:cNvPr id="6050" name="Google Shape;6050;p270"/>
          <p:cNvSpPr txBox="1"/>
          <p:nvPr/>
        </p:nvSpPr>
        <p:spPr>
          <a:xfrm>
            <a:off x="7108841" y="6440943"/>
            <a:ext cx="4400854" cy="297514"/>
          </a:xfrm>
          <a:prstGeom prst="rect">
            <a:avLst/>
          </a:prstGeom>
          <a:noFill/>
          <a:ln>
            <a:noFill/>
          </a:ln>
        </p:spPr>
        <p:txBody>
          <a:bodyPr spcFirstLastPara="1" wrap="square" lIns="91376" tIns="45655" rIns="91376" bIns="45655"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Pts val="500"/>
              <a:buFontTx/>
              <a:buNone/>
              <a:tabLst/>
              <a:defRPr/>
            </a:pPr>
            <a:r>
              <a:rPr kumimoji="0" lang="en" sz="667" b="0" i="0" u="none" strike="noStrike" kern="1200" cap="none" spc="0" normalizeH="0" baseline="0" noProof="0" dirty="0">
                <a:ln>
                  <a:noFill/>
                </a:ln>
                <a:solidFill>
                  <a:srgbClr val="000001"/>
                </a:solidFill>
                <a:effectLst/>
                <a:uLnTx/>
                <a:uFillTx/>
                <a:latin typeface="Arial"/>
                <a:ea typeface="Arial"/>
                <a:cs typeface="Arial"/>
                <a:sym typeface="Arial"/>
              </a:rPr>
              <a:t>The information in this presentation is for informational purposes only and may not be incorporated</a:t>
            </a:r>
            <a:endParaRPr kumimoji="0" sz="1866" b="0" i="0" u="none" strike="noStrike" kern="1200" cap="none" spc="0" normalizeH="0" baseline="0" noProof="0" dirty="0">
              <a:ln>
                <a:noFill/>
              </a:ln>
              <a:solidFill>
                <a:srgbClr val="000001"/>
              </a:solidFill>
              <a:effectLst/>
              <a:uLnTx/>
              <a:uFillTx/>
              <a:latin typeface="Arial"/>
              <a:ea typeface="Arial"/>
              <a:cs typeface="Arial"/>
              <a:sym typeface="Arial"/>
            </a:endParaRPr>
          </a:p>
          <a:p>
            <a:pPr marL="0" marR="0" lvl="0" indent="0" algn="r" defTabSz="914400" rtl="0" eaLnBrk="1" fontAlgn="auto" latinLnBrk="0" hangingPunct="1">
              <a:lnSpc>
                <a:spcPct val="100000"/>
              </a:lnSpc>
              <a:spcBef>
                <a:spcPts val="0"/>
              </a:spcBef>
              <a:spcAft>
                <a:spcPts val="0"/>
              </a:spcAft>
              <a:buClr>
                <a:srgbClr val="000000"/>
              </a:buClr>
              <a:buSzPts val="500"/>
              <a:buFontTx/>
              <a:buNone/>
              <a:tabLst/>
              <a:defRPr/>
            </a:pPr>
            <a:r>
              <a:rPr kumimoji="0" lang="en" sz="667" b="0" i="0" u="none" strike="noStrike" kern="1200" cap="none" spc="0" normalizeH="0" baseline="0" noProof="0" dirty="0">
                <a:ln>
                  <a:noFill/>
                </a:ln>
                <a:solidFill>
                  <a:srgbClr val="000001"/>
                </a:solidFill>
                <a:effectLst/>
                <a:uLnTx/>
                <a:uFillTx/>
                <a:latin typeface="Arial"/>
                <a:ea typeface="Arial"/>
                <a:cs typeface="Arial"/>
                <a:sym typeface="Arial"/>
              </a:rPr>
              <a:t>into any contract. There is no commitment or obligation to deliver any items presented herein.</a:t>
            </a:r>
            <a:endParaRPr kumimoji="0" sz="1866" b="0" i="0" u="none" strike="noStrike" kern="1200" cap="none" spc="0" normalizeH="0" baseline="0" noProof="0" dirty="0">
              <a:ln>
                <a:noFill/>
              </a:ln>
              <a:solidFill>
                <a:srgbClr val="000001"/>
              </a:solidFill>
              <a:effectLst/>
              <a:uLnTx/>
              <a:uFillTx/>
              <a:latin typeface="Arial"/>
              <a:ea typeface="Arial"/>
              <a:cs typeface="Arial"/>
              <a:sym typeface="Arial"/>
            </a:endParaRPr>
          </a:p>
        </p:txBody>
      </p:sp>
      <p:grpSp>
        <p:nvGrpSpPr>
          <p:cNvPr id="6051" name="Google Shape;6051;p270"/>
          <p:cNvGrpSpPr/>
          <p:nvPr/>
        </p:nvGrpSpPr>
        <p:grpSpPr>
          <a:xfrm>
            <a:off x="2156872" y="1175906"/>
            <a:ext cx="7875052" cy="828000"/>
            <a:chOff x="1994229" y="1233375"/>
            <a:chExt cx="7877100" cy="828215"/>
          </a:xfrm>
        </p:grpSpPr>
        <p:sp>
          <p:nvSpPr>
            <p:cNvPr id="6052" name="Google Shape;6052;p270"/>
            <p:cNvSpPr/>
            <p:nvPr/>
          </p:nvSpPr>
          <p:spPr>
            <a:xfrm>
              <a:off x="1994229" y="1233375"/>
              <a:ext cx="7877100" cy="828215"/>
            </a:xfrm>
            <a:prstGeom prst="roundRect">
              <a:avLst>
                <a:gd name="adj" fmla="val 14530"/>
              </a:avLst>
            </a:prstGeom>
            <a:gradFill>
              <a:gsLst>
                <a:gs pos="0">
                  <a:srgbClr val="002060"/>
                </a:gs>
                <a:gs pos="100000">
                  <a:srgbClr val="00A5DD"/>
                </a:gs>
              </a:gsLst>
              <a:lin ang="0" scaled="0"/>
            </a:gradFill>
            <a:ln>
              <a:noFill/>
            </a:ln>
          </p:spPr>
          <p:txBody>
            <a:bodyPr spcFirstLastPara="1" wrap="square" lIns="0" tIns="0" rIns="0" bIns="0" anchor="ctr" anchorCtr="0">
              <a:noAutofit/>
            </a:bodyPr>
            <a:lstStyle/>
            <a:p>
              <a:pPr marL="0" marR="0" lvl="0" indent="0" algn="ctr" defTabSz="914400" rtl="0" eaLnBrk="1" fontAlgn="auto" latinLnBrk="0" hangingPunct="1">
                <a:lnSpc>
                  <a:spcPct val="90000"/>
                </a:lnSpc>
                <a:spcBef>
                  <a:spcPts val="0"/>
                </a:spcBef>
                <a:spcAft>
                  <a:spcPts val="0"/>
                </a:spcAft>
                <a:buClr>
                  <a:srgbClr val="000000"/>
                </a:buClr>
                <a:buSzPts val="800"/>
                <a:buFontTx/>
                <a:buNone/>
                <a:tabLst/>
                <a:defRPr/>
              </a:pPr>
              <a:endParaRPr kumimoji="0" sz="1066"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6053" name="Google Shape;6053;p270"/>
            <p:cNvSpPr>
              <a:spLocks/>
            </p:cNvSpPr>
            <p:nvPr/>
          </p:nvSpPr>
          <p:spPr>
            <a:xfrm>
              <a:off x="2027093" y="1269030"/>
              <a:ext cx="7814032" cy="756197"/>
            </a:xfrm>
            <a:prstGeom prst="roundRect">
              <a:avLst>
                <a:gd name="adj" fmla="val 10245"/>
              </a:avLst>
            </a:prstGeom>
            <a:solidFill>
              <a:schemeClr val="lt1">
                <a:alpha val="94120"/>
              </a:schemeClr>
            </a:solidFill>
            <a:ln>
              <a:noFill/>
            </a:ln>
          </p:spPr>
          <p:txBody>
            <a:bodyPr spcFirstLastPara="1" wrap="square" lIns="91376" tIns="91376" rIns="91376" bIns="91376"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800"/>
                <a:buFontTx/>
                <a:buNone/>
                <a:tabLst/>
                <a:defRPr/>
              </a:pPr>
              <a:endParaRPr kumimoji="0" sz="1066" b="0" i="0" u="none" strike="noStrike" kern="1200" cap="none" spc="0" normalizeH="0" baseline="0" noProof="0" dirty="0">
                <a:ln>
                  <a:noFill/>
                </a:ln>
                <a:solidFill>
                  <a:srgbClr val="0098C7"/>
                </a:solidFill>
                <a:effectLst/>
                <a:uLnTx/>
                <a:uFillTx/>
                <a:latin typeface="Arial"/>
                <a:ea typeface="Arial"/>
                <a:cs typeface="Arial"/>
                <a:sym typeface="Arial"/>
              </a:endParaRPr>
            </a:p>
          </p:txBody>
        </p:sp>
      </p:grpSp>
      <p:sp>
        <p:nvSpPr>
          <p:cNvPr id="6054" name="Google Shape;6054;p270"/>
          <p:cNvSpPr/>
          <p:nvPr/>
        </p:nvSpPr>
        <p:spPr>
          <a:xfrm>
            <a:off x="5008878" y="1082044"/>
            <a:ext cx="2171034" cy="274728"/>
          </a:xfrm>
          <a:prstGeom prst="roundRect">
            <a:avLst>
              <a:gd name="adj" fmla="val 50000"/>
            </a:avLst>
          </a:prstGeom>
          <a:gradFill>
            <a:gsLst>
              <a:gs pos="0">
                <a:schemeClr val="accent3"/>
              </a:gs>
              <a:gs pos="35000">
                <a:schemeClr val="accent3"/>
              </a:gs>
              <a:gs pos="100000">
                <a:schemeClr val="accent2"/>
              </a:gs>
            </a:gsLst>
            <a:lin ang="18900044" scaled="0"/>
          </a:gradFill>
          <a:ln>
            <a:noFill/>
          </a:ln>
        </p:spPr>
        <p:txBody>
          <a:bodyPr spcFirstLastPara="1" wrap="square" lIns="0" tIns="0" rIns="0" bIns="0" anchor="ctr" anchorCtr="0">
            <a:noAutofit/>
          </a:bodyPr>
          <a:lstStyle/>
          <a:p>
            <a:pPr marL="0" marR="0" lvl="0" indent="0" algn="ctr" defTabSz="914400" rtl="0" eaLnBrk="1" fontAlgn="auto" latinLnBrk="0" hangingPunct="1">
              <a:lnSpc>
                <a:spcPct val="90000"/>
              </a:lnSpc>
              <a:spcBef>
                <a:spcPts val="0"/>
              </a:spcBef>
              <a:spcAft>
                <a:spcPts val="0"/>
              </a:spcAft>
              <a:buClr>
                <a:srgbClr val="000000"/>
              </a:buClr>
              <a:buSzPts val="800"/>
              <a:buFontTx/>
              <a:buNone/>
              <a:tabLst/>
              <a:defRPr/>
            </a:pPr>
            <a:r>
              <a:rPr kumimoji="0" lang="en" sz="1066" b="1" i="0" u="none" strike="noStrike" kern="1200" cap="none" spc="0" normalizeH="0" baseline="0" noProof="0" dirty="0">
                <a:ln>
                  <a:noFill/>
                </a:ln>
                <a:solidFill>
                  <a:srgbClr val="FFFFFF"/>
                </a:solidFill>
                <a:effectLst/>
                <a:uLnTx/>
                <a:uFillTx/>
                <a:latin typeface="Arial"/>
                <a:ea typeface="Arial"/>
                <a:cs typeface="Arial"/>
                <a:sym typeface="Arial"/>
              </a:rPr>
              <a:t>VCF Advanced Services</a:t>
            </a:r>
            <a:endParaRPr kumimoji="0" sz="1466"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nvGrpSpPr>
          <p:cNvPr id="6055" name="Google Shape;6055;p270"/>
          <p:cNvGrpSpPr/>
          <p:nvPr/>
        </p:nvGrpSpPr>
        <p:grpSpPr>
          <a:xfrm>
            <a:off x="2339687" y="1425459"/>
            <a:ext cx="7410191" cy="449914"/>
            <a:chOff x="2717473" y="1424949"/>
            <a:chExt cx="6753026" cy="450031"/>
          </a:xfrm>
        </p:grpSpPr>
        <p:sp>
          <p:nvSpPr>
            <p:cNvPr id="6056" name="Google Shape;6056;p270"/>
            <p:cNvSpPr txBox="1"/>
            <p:nvPr/>
          </p:nvSpPr>
          <p:spPr>
            <a:xfrm>
              <a:off x="2717473" y="1487241"/>
              <a:ext cx="359100" cy="258471"/>
            </a:xfrm>
            <a:prstGeom prst="rect">
              <a:avLst/>
            </a:prstGeom>
            <a:noFill/>
            <a:ln>
              <a:noFill/>
            </a:ln>
          </p:spPr>
          <p:txBody>
            <a:bodyPr spcFirstLastPara="1" wrap="square" lIns="0" tIns="0" rIns="0" bIns="0" anchor="ctr" anchorCtr="0">
              <a:spAutoFit/>
            </a:bodyPr>
            <a:lstStyle/>
            <a:p>
              <a:pPr marL="0" marR="0" lvl="0" indent="0" algn="ctr" defTabSz="914400" rtl="0" eaLnBrk="1" fontAlgn="auto" latinLnBrk="0" hangingPunct="1">
                <a:lnSpc>
                  <a:spcPct val="90000"/>
                </a:lnSpc>
                <a:spcBef>
                  <a:spcPts val="0"/>
                </a:spcBef>
                <a:spcAft>
                  <a:spcPts val="0"/>
                </a:spcAft>
                <a:buClr>
                  <a:srgbClr val="000000"/>
                </a:buClr>
                <a:buSzPts val="700"/>
                <a:buFontTx/>
                <a:buNone/>
                <a:tabLst/>
                <a:defRPr/>
              </a:pPr>
              <a:r>
                <a:rPr kumimoji="0" lang="en" sz="933" b="0" i="0" u="none" strike="noStrike" kern="1200" cap="none" spc="0" normalizeH="0" baseline="0" noProof="0" dirty="0">
                  <a:ln>
                    <a:noFill/>
                  </a:ln>
                  <a:solidFill>
                    <a:srgbClr val="005C8A"/>
                  </a:solidFill>
                  <a:effectLst/>
                  <a:uLnTx/>
                  <a:uFillTx/>
                  <a:latin typeface="Arial"/>
                  <a:ea typeface="Arial"/>
                  <a:cs typeface="Arial"/>
                  <a:sym typeface="Arial"/>
                </a:rPr>
                <a:t>Private</a:t>
              </a:r>
              <a:br>
                <a:rPr kumimoji="0" lang="en" sz="933" b="0" i="0" u="none" strike="noStrike" kern="1200" cap="none" spc="0" normalizeH="0" baseline="0" noProof="0" dirty="0">
                  <a:ln>
                    <a:noFill/>
                  </a:ln>
                  <a:solidFill>
                    <a:srgbClr val="005C8A"/>
                  </a:solidFill>
                  <a:effectLst/>
                  <a:uLnTx/>
                  <a:uFillTx/>
                  <a:latin typeface="Arial"/>
                  <a:ea typeface="Arial"/>
                  <a:cs typeface="Arial"/>
                  <a:sym typeface="Arial"/>
                </a:rPr>
              </a:br>
              <a:r>
                <a:rPr kumimoji="0" lang="en" sz="933" b="0" i="0" u="none" strike="noStrike" kern="1200" cap="none" spc="0" normalizeH="0" baseline="0" noProof="0" dirty="0">
                  <a:ln>
                    <a:noFill/>
                  </a:ln>
                  <a:solidFill>
                    <a:srgbClr val="005C8A"/>
                  </a:solidFill>
                  <a:effectLst/>
                  <a:uLnTx/>
                  <a:uFillTx/>
                  <a:latin typeface="Arial"/>
                  <a:ea typeface="Arial"/>
                  <a:cs typeface="Arial"/>
                  <a:sym typeface="Arial"/>
                </a:rPr>
                <a:t>AI</a:t>
              </a:r>
              <a:endParaRPr kumimoji="0" sz="933" b="0" i="0" u="none" strike="noStrike" kern="1200" cap="none" spc="0" normalizeH="0" baseline="0" noProof="0" dirty="0">
                <a:ln>
                  <a:noFill/>
                </a:ln>
                <a:solidFill>
                  <a:srgbClr val="005C8A"/>
                </a:solidFill>
                <a:effectLst/>
                <a:uLnTx/>
                <a:uFillTx/>
                <a:latin typeface="Arial"/>
                <a:ea typeface="Arial"/>
                <a:cs typeface="Arial"/>
                <a:sym typeface="Arial"/>
              </a:endParaRPr>
            </a:p>
          </p:txBody>
        </p:sp>
        <p:sp>
          <p:nvSpPr>
            <p:cNvPr id="6057" name="Google Shape;6057;p270"/>
            <p:cNvSpPr txBox="1"/>
            <p:nvPr/>
          </p:nvSpPr>
          <p:spPr>
            <a:xfrm>
              <a:off x="3345207" y="1424949"/>
              <a:ext cx="679800" cy="387707"/>
            </a:xfrm>
            <a:prstGeom prst="rect">
              <a:avLst/>
            </a:prstGeom>
            <a:noFill/>
            <a:ln>
              <a:noFill/>
            </a:ln>
          </p:spPr>
          <p:txBody>
            <a:bodyPr spcFirstLastPara="1" wrap="square" lIns="0" tIns="0" rIns="0" bIns="0" anchor="ctr" anchorCtr="0">
              <a:spAutoFit/>
            </a:bodyPr>
            <a:lstStyle/>
            <a:p>
              <a:pPr marL="0" marR="0" lvl="0" indent="0" algn="ctr" defTabSz="914400" rtl="0" eaLnBrk="1" fontAlgn="auto" latinLnBrk="0" hangingPunct="1">
                <a:lnSpc>
                  <a:spcPct val="90000"/>
                </a:lnSpc>
                <a:spcBef>
                  <a:spcPts val="0"/>
                </a:spcBef>
                <a:spcAft>
                  <a:spcPts val="0"/>
                </a:spcAft>
                <a:buClr>
                  <a:srgbClr val="000000"/>
                </a:buClr>
                <a:buSzPts val="700"/>
                <a:buFontTx/>
                <a:buNone/>
                <a:tabLst/>
                <a:defRPr/>
              </a:pPr>
              <a:r>
                <a:rPr kumimoji="0" lang="en" sz="933" b="0" i="0" u="none" strike="noStrike" kern="1200" cap="none" spc="0" normalizeH="0" baseline="0" noProof="0" dirty="0">
                  <a:ln>
                    <a:noFill/>
                  </a:ln>
                  <a:solidFill>
                    <a:srgbClr val="005C8A"/>
                  </a:solidFill>
                  <a:effectLst/>
                  <a:uLnTx/>
                  <a:uFillTx/>
                  <a:latin typeface="Arial"/>
                  <a:ea typeface="Arial"/>
                  <a:cs typeface="Arial"/>
                  <a:sym typeface="Arial"/>
                </a:rPr>
                <a:t>DR and </a:t>
              </a:r>
              <a:br>
                <a:rPr kumimoji="0" lang="en" sz="933" b="0" i="0" u="none" strike="noStrike" kern="1200" cap="none" spc="0" normalizeH="0" baseline="0" noProof="0" dirty="0">
                  <a:ln>
                    <a:noFill/>
                  </a:ln>
                  <a:solidFill>
                    <a:srgbClr val="005C8A"/>
                  </a:solidFill>
                  <a:effectLst/>
                  <a:uLnTx/>
                  <a:uFillTx/>
                  <a:latin typeface="Arial"/>
                  <a:ea typeface="Arial"/>
                  <a:cs typeface="Arial"/>
                  <a:sym typeface="Arial"/>
                </a:rPr>
              </a:br>
              <a:r>
                <a:rPr kumimoji="0" lang="en" sz="933" b="0" i="0" u="none" strike="noStrike" kern="1200" cap="none" spc="0" normalizeH="0" baseline="0" noProof="0" dirty="0">
                  <a:ln>
                    <a:noFill/>
                  </a:ln>
                  <a:solidFill>
                    <a:srgbClr val="005C8A"/>
                  </a:solidFill>
                  <a:effectLst/>
                  <a:uLnTx/>
                  <a:uFillTx/>
                  <a:latin typeface="Arial"/>
                  <a:ea typeface="Arial"/>
                  <a:cs typeface="Arial"/>
                  <a:sym typeface="Arial"/>
                </a:rPr>
                <a:t>Ransomware</a:t>
              </a:r>
              <a:br>
                <a:rPr kumimoji="0" lang="en" sz="933" b="0" i="0" u="none" strike="noStrike" kern="1200" cap="none" spc="0" normalizeH="0" baseline="0" noProof="0" dirty="0">
                  <a:ln>
                    <a:noFill/>
                  </a:ln>
                  <a:solidFill>
                    <a:srgbClr val="005C8A"/>
                  </a:solidFill>
                  <a:effectLst/>
                  <a:uLnTx/>
                  <a:uFillTx/>
                  <a:latin typeface="Arial"/>
                  <a:ea typeface="Arial"/>
                  <a:cs typeface="Arial"/>
                  <a:sym typeface="Arial"/>
                </a:rPr>
              </a:br>
              <a:r>
                <a:rPr kumimoji="0" lang="en" sz="933" b="0" i="0" u="none" strike="noStrike" kern="1200" cap="none" spc="0" normalizeH="0" baseline="0" noProof="0" dirty="0">
                  <a:ln>
                    <a:noFill/>
                  </a:ln>
                  <a:solidFill>
                    <a:srgbClr val="005C8A"/>
                  </a:solidFill>
                  <a:effectLst/>
                  <a:uLnTx/>
                  <a:uFillTx/>
                  <a:latin typeface="Arial"/>
                  <a:ea typeface="Arial"/>
                  <a:cs typeface="Arial"/>
                  <a:sym typeface="Arial"/>
                </a:rPr>
                <a:t>Recovery</a:t>
              </a:r>
              <a:endParaRPr kumimoji="0" sz="933" b="0" i="0" u="none" strike="noStrike" kern="1200" cap="none" spc="0" normalizeH="0" baseline="0" noProof="0" dirty="0">
                <a:ln>
                  <a:noFill/>
                </a:ln>
                <a:solidFill>
                  <a:srgbClr val="005C8A"/>
                </a:solidFill>
                <a:effectLst/>
                <a:uLnTx/>
                <a:uFillTx/>
                <a:latin typeface="Arial"/>
                <a:ea typeface="Arial"/>
                <a:cs typeface="Arial"/>
                <a:sym typeface="Arial"/>
              </a:endParaRPr>
            </a:p>
          </p:txBody>
        </p:sp>
        <p:sp>
          <p:nvSpPr>
            <p:cNvPr id="6058" name="Google Shape;6058;p270"/>
            <p:cNvSpPr txBox="1"/>
            <p:nvPr/>
          </p:nvSpPr>
          <p:spPr>
            <a:xfrm>
              <a:off x="4198738" y="1487241"/>
              <a:ext cx="545100" cy="258471"/>
            </a:xfrm>
            <a:prstGeom prst="rect">
              <a:avLst/>
            </a:prstGeom>
            <a:noFill/>
            <a:ln>
              <a:noFill/>
            </a:ln>
          </p:spPr>
          <p:txBody>
            <a:bodyPr spcFirstLastPara="1" wrap="square" lIns="0" tIns="0" rIns="0" bIns="0" anchor="ctr" anchorCtr="0">
              <a:spAutoFit/>
            </a:bodyPr>
            <a:lstStyle/>
            <a:p>
              <a:pPr marL="0" marR="0" lvl="0" indent="0" algn="ctr" defTabSz="914400" rtl="0" eaLnBrk="1" fontAlgn="auto" latinLnBrk="0" hangingPunct="1">
                <a:lnSpc>
                  <a:spcPct val="90000"/>
                </a:lnSpc>
                <a:spcBef>
                  <a:spcPts val="0"/>
                </a:spcBef>
                <a:spcAft>
                  <a:spcPts val="0"/>
                </a:spcAft>
                <a:buClr>
                  <a:srgbClr val="000000"/>
                </a:buClr>
                <a:buSzPts val="700"/>
                <a:buFontTx/>
                <a:buNone/>
                <a:tabLst/>
                <a:defRPr/>
              </a:pPr>
              <a:r>
                <a:rPr kumimoji="0" lang="en" sz="933" b="0" i="0" u="none" strike="noStrike" kern="1200" cap="none" spc="0" normalizeH="0" baseline="0" noProof="0" dirty="0">
                  <a:ln>
                    <a:noFill/>
                  </a:ln>
                  <a:solidFill>
                    <a:srgbClr val="005C8A"/>
                  </a:solidFill>
                  <a:effectLst/>
                  <a:uLnTx/>
                  <a:uFillTx/>
                  <a:latin typeface="Arial"/>
                  <a:ea typeface="Arial"/>
                  <a:cs typeface="Arial"/>
                  <a:sym typeface="Arial"/>
                </a:rPr>
                <a:t>Advanced </a:t>
              </a:r>
              <a:endParaRPr kumimoji="0" sz="933" b="0" i="0" u="none" strike="noStrike" kern="1200" cap="none" spc="0" normalizeH="0" baseline="0" noProof="0" dirty="0">
                <a:ln>
                  <a:noFill/>
                </a:ln>
                <a:solidFill>
                  <a:srgbClr val="005C8A"/>
                </a:solidFill>
                <a:effectLst/>
                <a:uLnTx/>
                <a:uFillTx/>
                <a:latin typeface="Arial"/>
                <a:ea typeface="Arial"/>
                <a:cs typeface="Arial"/>
                <a:sym typeface="Arial"/>
              </a:endParaRPr>
            </a:p>
            <a:p>
              <a:pPr marL="0" marR="0" lvl="0" indent="0" algn="ctr" defTabSz="914400" rtl="0" eaLnBrk="1" fontAlgn="auto" latinLnBrk="0" hangingPunct="1">
                <a:lnSpc>
                  <a:spcPct val="90000"/>
                </a:lnSpc>
                <a:spcBef>
                  <a:spcPts val="0"/>
                </a:spcBef>
                <a:spcAft>
                  <a:spcPts val="0"/>
                </a:spcAft>
                <a:buClr>
                  <a:srgbClr val="000000"/>
                </a:buClr>
                <a:buSzPts val="700"/>
                <a:buFontTx/>
                <a:buNone/>
                <a:tabLst/>
                <a:defRPr/>
              </a:pPr>
              <a:r>
                <a:rPr kumimoji="0" lang="en" sz="933" b="0" i="0" u="none" strike="noStrike" kern="1200" cap="none" spc="0" normalizeH="0" baseline="0" noProof="0" dirty="0">
                  <a:ln>
                    <a:noFill/>
                  </a:ln>
                  <a:solidFill>
                    <a:srgbClr val="005C8A"/>
                  </a:solidFill>
                  <a:effectLst/>
                  <a:uLnTx/>
                  <a:uFillTx/>
                  <a:latin typeface="Arial"/>
                  <a:ea typeface="Arial"/>
                  <a:cs typeface="Arial"/>
                  <a:sym typeface="Arial"/>
                </a:rPr>
                <a:t>Security</a:t>
              </a:r>
              <a:endParaRPr kumimoji="0" sz="933" b="0" i="0" u="none" strike="noStrike" kern="1200" cap="none" spc="0" normalizeH="0" baseline="0" noProof="0" dirty="0">
                <a:ln>
                  <a:noFill/>
                </a:ln>
                <a:solidFill>
                  <a:srgbClr val="005C8A"/>
                </a:solidFill>
                <a:effectLst/>
                <a:uLnTx/>
                <a:uFillTx/>
                <a:latin typeface="Arial"/>
                <a:ea typeface="Arial"/>
                <a:cs typeface="Arial"/>
                <a:sym typeface="Arial"/>
              </a:endParaRPr>
            </a:p>
          </p:txBody>
        </p:sp>
        <p:sp>
          <p:nvSpPr>
            <p:cNvPr id="6059" name="Google Shape;6059;p270"/>
            <p:cNvSpPr txBox="1"/>
            <p:nvPr/>
          </p:nvSpPr>
          <p:spPr>
            <a:xfrm>
              <a:off x="6623452" y="1487241"/>
              <a:ext cx="442500" cy="258471"/>
            </a:xfrm>
            <a:prstGeom prst="rect">
              <a:avLst/>
            </a:prstGeom>
            <a:noFill/>
            <a:ln>
              <a:noFill/>
            </a:ln>
          </p:spPr>
          <p:txBody>
            <a:bodyPr spcFirstLastPara="1" wrap="square" lIns="0" tIns="0" rIns="0" bIns="0" anchor="ctr" anchorCtr="0">
              <a:spAutoFit/>
            </a:bodyPr>
            <a:lstStyle/>
            <a:p>
              <a:pPr marL="0" marR="0" lvl="0" indent="0" algn="ctr" defTabSz="914400" rtl="0" eaLnBrk="1" fontAlgn="auto" latinLnBrk="0" hangingPunct="1">
                <a:lnSpc>
                  <a:spcPct val="90000"/>
                </a:lnSpc>
                <a:spcBef>
                  <a:spcPts val="0"/>
                </a:spcBef>
                <a:spcAft>
                  <a:spcPts val="0"/>
                </a:spcAft>
                <a:buClr>
                  <a:srgbClr val="000000"/>
                </a:buClr>
                <a:buSzPts val="700"/>
                <a:buFontTx/>
                <a:buNone/>
                <a:tabLst/>
                <a:defRPr/>
              </a:pPr>
              <a:r>
                <a:rPr kumimoji="0" lang="en" sz="933" b="0" i="0" u="none" strike="noStrike" kern="1200" cap="none" spc="0" normalizeH="0" baseline="0" noProof="0" dirty="0">
                  <a:ln>
                    <a:noFill/>
                  </a:ln>
                  <a:solidFill>
                    <a:srgbClr val="005C8A"/>
                  </a:solidFill>
                  <a:effectLst/>
                  <a:uLnTx/>
                  <a:uFillTx/>
                  <a:latin typeface="Arial"/>
                  <a:ea typeface="Arial"/>
                  <a:cs typeface="Arial"/>
                  <a:sym typeface="Arial"/>
                </a:rPr>
                <a:t>Data </a:t>
              </a:r>
              <a:br>
                <a:rPr kumimoji="0" lang="en" sz="933" b="0" i="0" u="none" strike="noStrike" kern="1200" cap="none" spc="0" normalizeH="0" baseline="0" noProof="0" dirty="0">
                  <a:ln>
                    <a:noFill/>
                  </a:ln>
                  <a:solidFill>
                    <a:srgbClr val="005C8A"/>
                  </a:solidFill>
                  <a:effectLst/>
                  <a:uLnTx/>
                  <a:uFillTx/>
                  <a:latin typeface="Arial"/>
                  <a:ea typeface="Arial"/>
                  <a:cs typeface="Arial"/>
                  <a:sym typeface="Arial"/>
                </a:rPr>
              </a:br>
              <a:r>
                <a:rPr kumimoji="0" lang="en" sz="933" b="0" i="0" u="none" strike="noStrike" kern="1200" cap="none" spc="0" normalizeH="0" baseline="0" noProof="0" dirty="0">
                  <a:ln>
                    <a:noFill/>
                  </a:ln>
                  <a:solidFill>
                    <a:srgbClr val="005C8A"/>
                  </a:solidFill>
                  <a:effectLst/>
                  <a:uLnTx/>
                  <a:uFillTx/>
                  <a:latin typeface="Arial"/>
                  <a:ea typeface="Arial"/>
                  <a:cs typeface="Arial"/>
                  <a:sym typeface="Arial"/>
                </a:rPr>
                <a:t>Services</a:t>
              </a:r>
              <a:endParaRPr kumimoji="0" sz="933" b="0" i="0" u="none" strike="noStrike" kern="1200" cap="none" spc="0" normalizeH="0" baseline="0" noProof="0" dirty="0">
                <a:ln>
                  <a:noFill/>
                </a:ln>
                <a:solidFill>
                  <a:srgbClr val="005C8A"/>
                </a:solidFill>
                <a:effectLst/>
                <a:uLnTx/>
                <a:uFillTx/>
                <a:latin typeface="Arial"/>
                <a:ea typeface="Arial"/>
                <a:cs typeface="Arial"/>
                <a:sym typeface="Arial"/>
              </a:endParaRPr>
            </a:p>
          </p:txBody>
        </p:sp>
        <p:sp>
          <p:nvSpPr>
            <p:cNvPr id="6060" name="Google Shape;6060;p270"/>
            <p:cNvSpPr txBox="1"/>
            <p:nvPr/>
          </p:nvSpPr>
          <p:spPr>
            <a:xfrm>
              <a:off x="7324396" y="1487241"/>
              <a:ext cx="666900" cy="258471"/>
            </a:xfrm>
            <a:prstGeom prst="rect">
              <a:avLst/>
            </a:prstGeom>
            <a:noFill/>
            <a:ln>
              <a:noFill/>
            </a:ln>
          </p:spPr>
          <p:txBody>
            <a:bodyPr spcFirstLastPara="1" wrap="square" lIns="0" tIns="0" rIns="0" bIns="0" anchor="ctr" anchorCtr="0">
              <a:spAutoFit/>
            </a:bodyPr>
            <a:lstStyle/>
            <a:p>
              <a:pPr marL="0" marR="0" lvl="0" indent="0" algn="ctr" defTabSz="914400" rtl="0" eaLnBrk="1" fontAlgn="auto" latinLnBrk="0" hangingPunct="1">
                <a:lnSpc>
                  <a:spcPct val="90000"/>
                </a:lnSpc>
                <a:spcBef>
                  <a:spcPts val="0"/>
                </a:spcBef>
                <a:spcAft>
                  <a:spcPts val="0"/>
                </a:spcAft>
                <a:buClr>
                  <a:srgbClr val="000000"/>
                </a:buClr>
                <a:buSzPts val="700"/>
                <a:buFontTx/>
                <a:buNone/>
                <a:tabLst/>
                <a:defRPr/>
              </a:pPr>
              <a:r>
                <a:rPr kumimoji="0" lang="en" sz="933" b="0" i="0" u="none" strike="noStrike" kern="1200" cap="none" spc="0" normalizeH="0" baseline="0" noProof="0" dirty="0">
                  <a:ln>
                    <a:noFill/>
                  </a:ln>
                  <a:solidFill>
                    <a:srgbClr val="005C8A"/>
                  </a:solidFill>
                  <a:effectLst/>
                  <a:uLnTx/>
                  <a:uFillTx/>
                  <a:latin typeface="Arial"/>
                  <a:ea typeface="Arial"/>
                  <a:cs typeface="Arial"/>
                  <a:sym typeface="Arial"/>
                </a:rPr>
                <a:t>Network </a:t>
              </a:r>
              <a:endParaRPr kumimoji="0" sz="1466" b="0" i="0" u="none" strike="noStrike" kern="1200" cap="none" spc="0" normalizeH="0" baseline="0" noProof="0" dirty="0">
                <a:ln>
                  <a:noFill/>
                </a:ln>
                <a:solidFill>
                  <a:srgbClr val="000000"/>
                </a:solidFill>
                <a:effectLst/>
                <a:uLnTx/>
                <a:uFillTx/>
                <a:latin typeface="Arial"/>
                <a:ea typeface="Arial"/>
                <a:cs typeface="Arial"/>
                <a:sym typeface="Arial"/>
              </a:endParaRPr>
            </a:p>
            <a:p>
              <a:pPr marL="0" marR="0" lvl="0" indent="0" algn="ctr" defTabSz="914400" rtl="0" eaLnBrk="1" fontAlgn="auto" latinLnBrk="0" hangingPunct="1">
                <a:lnSpc>
                  <a:spcPct val="90000"/>
                </a:lnSpc>
                <a:spcBef>
                  <a:spcPts val="0"/>
                </a:spcBef>
                <a:spcAft>
                  <a:spcPts val="0"/>
                </a:spcAft>
                <a:buClr>
                  <a:srgbClr val="000000"/>
                </a:buClr>
                <a:buSzPts val="700"/>
                <a:buFontTx/>
                <a:buNone/>
                <a:tabLst/>
                <a:defRPr/>
              </a:pPr>
              <a:r>
                <a:rPr kumimoji="0" lang="en" sz="933" b="0" i="0" u="none" strike="noStrike" kern="1200" cap="none" spc="0" normalizeH="0" baseline="0" noProof="0" dirty="0">
                  <a:ln>
                    <a:noFill/>
                  </a:ln>
                  <a:solidFill>
                    <a:srgbClr val="005C8A"/>
                  </a:solidFill>
                  <a:effectLst/>
                  <a:uLnTx/>
                  <a:uFillTx/>
                  <a:latin typeface="Arial"/>
                  <a:ea typeface="Arial"/>
                  <a:cs typeface="Arial"/>
                  <a:sym typeface="Arial"/>
                </a:rPr>
                <a:t>Observability</a:t>
              </a:r>
              <a:endParaRPr kumimoji="0" sz="933" b="0" i="0" u="none" strike="noStrike" kern="1200" cap="none" spc="0" normalizeH="0" baseline="0" noProof="0" dirty="0">
                <a:ln>
                  <a:noFill/>
                </a:ln>
                <a:solidFill>
                  <a:srgbClr val="005C8A"/>
                </a:solidFill>
                <a:effectLst/>
                <a:uLnTx/>
                <a:uFillTx/>
                <a:latin typeface="Arial"/>
                <a:ea typeface="Arial"/>
                <a:cs typeface="Arial"/>
                <a:sym typeface="Arial"/>
              </a:endParaRPr>
            </a:p>
          </p:txBody>
        </p:sp>
        <p:sp>
          <p:nvSpPr>
            <p:cNvPr id="6061" name="Google Shape;6061;p270"/>
            <p:cNvSpPr txBox="1"/>
            <p:nvPr/>
          </p:nvSpPr>
          <p:spPr>
            <a:xfrm>
              <a:off x="8216287" y="1487241"/>
              <a:ext cx="564300" cy="258471"/>
            </a:xfrm>
            <a:prstGeom prst="rect">
              <a:avLst/>
            </a:prstGeom>
            <a:noFill/>
            <a:ln>
              <a:noFill/>
            </a:ln>
          </p:spPr>
          <p:txBody>
            <a:bodyPr spcFirstLastPara="1" wrap="square" lIns="0" tIns="0" rIns="0" bIns="0" anchor="ctr" anchorCtr="0">
              <a:spAutoFit/>
            </a:bodyPr>
            <a:lstStyle/>
            <a:p>
              <a:pPr marL="0" marR="0" lvl="0" indent="0" algn="ctr" defTabSz="914400" rtl="0" eaLnBrk="1" fontAlgn="auto" latinLnBrk="0" hangingPunct="1">
                <a:lnSpc>
                  <a:spcPct val="90000"/>
                </a:lnSpc>
                <a:spcBef>
                  <a:spcPts val="0"/>
                </a:spcBef>
                <a:spcAft>
                  <a:spcPts val="0"/>
                </a:spcAft>
                <a:buClr>
                  <a:srgbClr val="000000"/>
                </a:buClr>
                <a:buSzPts val="700"/>
                <a:buFontTx/>
                <a:buNone/>
                <a:tabLst/>
                <a:defRPr/>
              </a:pPr>
              <a:r>
                <a:rPr kumimoji="0" lang="en" sz="933" b="0" i="0" u="none" strike="noStrike" kern="1200" cap="none" spc="0" normalizeH="0" baseline="0" noProof="0" dirty="0">
                  <a:ln>
                    <a:noFill/>
                  </a:ln>
                  <a:solidFill>
                    <a:srgbClr val="005C8A"/>
                  </a:solidFill>
                  <a:effectLst/>
                  <a:uLnTx/>
                  <a:uFillTx/>
                  <a:latin typeface="Arial"/>
                  <a:ea typeface="Arial"/>
                  <a:cs typeface="Arial"/>
                  <a:sym typeface="Arial"/>
                </a:rPr>
                <a:t>Business </a:t>
              </a:r>
              <a:br>
                <a:rPr kumimoji="0" lang="en" sz="933" b="0" i="0" u="none" strike="noStrike" kern="1200" cap="none" spc="0" normalizeH="0" baseline="0" noProof="0" dirty="0">
                  <a:ln>
                    <a:noFill/>
                  </a:ln>
                  <a:solidFill>
                    <a:srgbClr val="005C8A"/>
                  </a:solidFill>
                  <a:effectLst/>
                  <a:uLnTx/>
                  <a:uFillTx/>
                  <a:latin typeface="Arial"/>
                  <a:ea typeface="Arial"/>
                  <a:cs typeface="Arial"/>
                  <a:sym typeface="Arial"/>
                </a:rPr>
              </a:br>
              <a:r>
                <a:rPr kumimoji="0" lang="en" sz="933" b="0" i="0" u="none" strike="noStrike" kern="1200" cap="none" spc="0" normalizeH="0" baseline="0" noProof="0" dirty="0">
                  <a:ln>
                    <a:noFill/>
                  </a:ln>
                  <a:solidFill>
                    <a:srgbClr val="005C8A"/>
                  </a:solidFill>
                  <a:effectLst/>
                  <a:uLnTx/>
                  <a:uFillTx/>
                  <a:latin typeface="Arial"/>
                  <a:ea typeface="Arial"/>
                  <a:cs typeface="Arial"/>
                  <a:sym typeface="Arial"/>
                </a:rPr>
                <a:t>Operations</a:t>
              </a:r>
              <a:endParaRPr kumimoji="0" sz="933" b="0" i="0" u="none" strike="noStrike" kern="1200" cap="none" spc="0" normalizeH="0" baseline="0" noProof="0" dirty="0">
                <a:ln>
                  <a:noFill/>
                </a:ln>
                <a:solidFill>
                  <a:srgbClr val="005C8A"/>
                </a:solidFill>
                <a:effectLst/>
                <a:uLnTx/>
                <a:uFillTx/>
                <a:latin typeface="Arial"/>
                <a:ea typeface="Arial"/>
                <a:cs typeface="Arial"/>
                <a:sym typeface="Arial"/>
              </a:endParaRPr>
            </a:p>
          </p:txBody>
        </p:sp>
        <p:sp>
          <p:nvSpPr>
            <p:cNvPr id="6062" name="Google Shape;6062;p270"/>
            <p:cNvSpPr txBox="1"/>
            <p:nvPr/>
          </p:nvSpPr>
          <p:spPr>
            <a:xfrm>
              <a:off x="5718881" y="1487242"/>
              <a:ext cx="596399" cy="258471"/>
            </a:xfrm>
            <a:prstGeom prst="rect">
              <a:avLst/>
            </a:prstGeom>
            <a:noFill/>
            <a:ln>
              <a:noFill/>
            </a:ln>
          </p:spPr>
          <p:txBody>
            <a:bodyPr spcFirstLastPara="1" wrap="square" lIns="0" tIns="0" rIns="0" bIns="0" anchor="ctr" anchorCtr="0">
              <a:spAutoFit/>
            </a:bodyPr>
            <a:lstStyle/>
            <a:p>
              <a:pPr marL="0" marR="0" lvl="0" indent="0" algn="ctr" defTabSz="914400" rtl="0" eaLnBrk="1" fontAlgn="auto" latinLnBrk="0" hangingPunct="1">
                <a:lnSpc>
                  <a:spcPct val="90000"/>
                </a:lnSpc>
                <a:spcBef>
                  <a:spcPts val="0"/>
                </a:spcBef>
                <a:spcAft>
                  <a:spcPts val="0"/>
                </a:spcAft>
                <a:buClr>
                  <a:srgbClr val="000000"/>
                </a:buClr>
                <a:buSzPts val="700"/>
                <a:buFontTx/>
                <a:buNone/>
                <a:tabLst/>
                <a:defRPr/>
              </a:pPr>
              <a:r>
                <a:rPr kumimoji="0" lang="en" sz="933" b="0" i="0" u="none" strike="noStrike" kern="1200" cap="none" spc="0" normalizeH="0" baseline="0" noProof="0" dirty="0">
                  <a:ln>
                    <a:noFill/>
                  </a:ln>
                  <a:solidFill>
                    <a:srgbClr val="005C8A"/>
                  </a:solidFill>
                  <a:effectLst/>
                  <a:uLnTx/>
                  <a:uFillTx/>
                  <a:latin typeface="Arial"/>
                  <a:ea typeface="Arial"/>
                  <a:cs typeface="Arial"/>
                  <a:sym typeface="Arial"/>
                </a:rPr>
                <a:t>Application </a:t>
              </a:r>
              <a:br>
                <a:rPr kumimoji="0" lang="en" sz="933" b="0" i="0" u="none" strike="noStrike" kern="1200" cap="none" spc="0" normalizeH="0" baseline="0" noProof="0" dirty="0">
                  <a:ln>
                    <a:noFill/>
                  </a:ln>
                  <a:solidFill>
                    <a:srgbClr val="005C8A"/>
                  </a:solidFill>
                  <a:effectLst/>
                  <a:uLnTx/>
                  <a:uFillTx/>
                  <a:latin typeface="Arial"/>
                  <a:ea typeface="Arial"/>
                  <a:cs typeface="Arial"/>
                  <a:sym typeface="Arial"/>
                </a:rPr>
              </a:br>
              <a:r>
                <a:rPr kumimoji="0" lang="en" sz="933" b="0" i="0" u="none" strike="noStrike" kern="1200" cap="none" spc="0" normalizeH="0" baseline="0" noProof="0" dirty="0">
                  <a:ln>
                    <a:noFill/>
                  </a:ln>
                  <a:solidFill>
                    <a:srgbClr val="005C8A"/>
                  </a:solidFill>
                  <a:effectLst/>
                  <a:uLnTx/>
                  <a:uFillTx/>
                  <a:latin typeface="Arial"/>
                  <a:ea typeface="Arial"/>
                  <a:cs typeface="Arial"/>
                  <a:sym typeface="Arial"/>
                </a:rPr>
                <a:t>Services</a:t>
              </a:r>
              <a:endParaRPr kumimoji="0" sz="1466"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063" name="Google Shape;6063;p270"/>
            <p:cNvSpPr txBox="1"/>
            <p:nvPr/>
          </p:nvSpPr>
          <p:spPr>
            <a:xfrm>
              <a:off x="4979520" y="1487242"/>
              <a:ext cx="538500" cy="258471"/>
            </a:xfrm>
            <a:prstGeom prst="rect">
              <a:avLst/>
            </a:prstGeom>
            <a:noFill/>
            <a:ln>
              <a:noFill/>
            </a:ln>
          </p:spPr>
          <p:txBody>
            <a:bodyPr spcFirstLastPara="1" wrap="square" lIns="0" tIns="0" rIns="0" bIns="0" anchor="ctr" anchorCtr="0">
              <a:spAutoFit/>
            </a:bodyPr>
            <a:lstStyle/>
            <a:p>
              <a:pPr marL="0" marR="0" lvl="0" indent="0" algn="ctr" defTabSz="914400" rtl="0" eaLnBrk="1" fontAlgn="auto" latinLnBrk="0" hangingPunct="1">
                <a:lnSpc>
                  <a:spcPct val="90000"/>
                </a:lnSpc>
                <a:spcBef>
                  <a:spcPts val="0"/>
                </a:spcBef>
                <a:spcAft>
                  <a:spcPts val="0"/>
                </a:spcAft>
                <a:buClr>
                  <a:srgbClr val="000000"/>
                </a:buClr>
                <a:buSzPts val="700"/>
                <a:buFontTx/>
                <a:buNone/>
                <a:tabLst/>
                <a:defRPr/>
              </a:pPr>
              <a:r>
                <a:rPr kumimoji="0" lang="en" sz="933" b="0" i="0" u="none" strike="noStrike" kern="1200" cap="none" spc="0" normalizeH="0" baseline="0" noProof="0" dirty="0">
                  <a:ln>
                    <a:noFill/>
                  </a:ln>
                  <a:solidFill>
                    <a:srgbClr val="005C8A"/>
                  </a:solidFill>
                  <a:effectLst/>
                  <a:uLnTx/>
                  <a:uFillTx/>
                  <a:latin typeface="Arial"/>
                  <a:ea typeface="Arial"/>
                  <a:cs typeface="Arial"/>
                  <a:sym typeface="Arial"/>
                </a:rPr>
                <a:t>Load </a:t>
              </a:r>
              <a:br>
                <a:rPr kumimoji="0" lang="en" sz="933" b="0" i="0" u="none" strike="noStrike" kern="1200" cap="none" spc="0" normalizeH="0" baseline="0" noProof="0" dirty="0">
                  <a:ln>
                    <a:noFill/>
                  </a:ln>
                  <a:solidFill>
                    <a:srgbClr val="005C8A"/>
                  </a:solidFill>
                  <a:effectLst/>
                  <a:uLnTx/>
                  <a:uFillTx/>
                  <a:latin typeface="Arial"/>
                  <a:ea typeface="Arial"/>
                  <a:cs typeface="Arial"/>
                  <a:sym typeface="Arial"/>
                </a:rPr>
              </a:br>
              <a:r>
                <a:rPr kumimoji="0" lang="en" sz="933" b="0" i="0" u="none" strike="noStrike" kern="1200" cap="none" spc="0" normalizeH="0" baseline="0" noProof="0" dirty="0">
                  <a:ln>
                    <a:noFill/>
                  </a:ln>
                  <a:solidFill>
                    <a:srgbClr val="005C8A"/>
                  </a:solidFill>
                  <a:effectLst/>
                  <a:uLnTx/>
                  <a:uFillTx/>
                  <a:latin typeface="Arial"/>
                  <a:ea typeface="Arial"/>
                  <a:cs typeface="Arial"/>
                  <a:sym typeface="Arial"/>
                </a:rPr>
                <a:t>Balancing </a:t>
              </a:r>
              <a:endParaRPr kumimoji="0" sz="933" b="0" i="0" u="none" strike="noStrike" kern="1200" cap="none" spc="0" normalizeH="0" baseline="0" noProof="0" dirty="0">
                <a:ln>
                  <a:noFill/>
                </a:ln>
                <a:solidFill>
                  <a:srgbClr val="005C8A"/>
                </a:solidFill>
                <a:effectLst/>
                <a:uLnTx/>
                <a:uFillTx/>
                <a:latin typeface="Arial"/>
                <a:ea typeface="Arial"/>
                <a:cs typeface="Arial"/>
                <a:sym typeface="Arial"/>
              </a:endParaRPr>
            </a:p>
          </p:txBody>
        </p:sp>
        <p:sp>
          <p:nvSpPr>
            <p:cNvPr id="6064" name="Google Shape;6064;p270"/>
            <p:cNvSpPr txBox="1"/>
            <p:nvPr/>
          </p:nvSpPr>
          <p:spPr>
            <a:xfrm>
              <a:off x="9072999" y="1487273"/>
              <a:ext cx="397500" cy="387707"/>
            </a:xfrm>
            <a:prstGeom prst="rect">
              <a:avLst/>
            </a:prstGeom>
            <a:noFill/>
            <a:ln>
              <a:noFill/>
            </a:ln>
          </p:spPr>
          <p:txBody>
            <a:bodyPr spcFirstLastPara="1" wrap="square" lIns="0" tIns="0" rIns="0" bIns="0" anchor="ctr" anchorCtr="0">
              <a:spAutoFit/>
            </a:bodyPr>
            <a:lstStyle/>
            <a:p>
              <a:pPr marL="0" marR="0" lvl="0" indent="0" algn="ctr" defTabSz="914400" rtl="0" eaLnBrk="1" fontAlgn="auto" latinLnBrk="0" hangingPunct="1">
                <a:lnSpc>
                  <a:spcPct val="90000"/>
                </a:lnSpc>
                <a:spcBef>
                  <a:spcPts val="0"/>
                </a:spcBef>
                <a:spcAft>
                  <a:spcPts val="0"/>
                </a:spcAft>
                <a:buClr>
                  <a:srgbClr val="000000"/>
                </a:buClr>
                <a:buSzPts val="700"/>
                <a:buFontTx/>
                <a:buNone/>
                <a:tabLst/>
                <a:defRPr/>
              </a:pPr>
              <a:r>
                <a:rPr kumimoji="0" lang="en" sz="933" b="0" i="0" u="none" strike="noStrike" kern="1200" cap="none" spc="0" normalizeH="0" baseline="0" noProof="0" dirty="0">
                  <a:ln>
                    <a:noFill/>
                  </a:ln>
                  <a:solidFill>
                    <a:srgbClr val="005C8A"/>
                  </a:solidFill>
                  <a:effectLst/>
                  <a:uLnTx/>
                  <a:uFillTx/>
                  <a:latin typeface="Arial"/>
                  <a:ea typeface="Arial"/>
                  <a:cs typeface="Arial"/>
                  <a:sym typeface="Arial"/>
                </a:rPr>
                <a:t>Secure </a:t>
              </a:r>
              <a:br>
                <a:rPr kumimoji="0" lang="en" sz="933" b="0" i="0" u="none" strike="noStrike" kern="1200" cap="none" spc="0" normalizeH="0" baseline="0" noProof="0" dirty="0">
                  <a:ln>
                    <a:noFill/>
                  </a:ln>
                  <a:solidFill>
                    <a:srgbClr val="005C8A"/>
                  </a:solidFill>
                  <a:effectLst/>
                  <a:uLnTx/>
                  <a:uFillTx/>
                  <a:latin typeface="Arial"/>
                  <a:ea typeface="Arial"/>
                  <a:cs typeface="Arial"/>
                  <a:sym typeface="Arial"/>
                </a:rPr>
              </a:br>
              <a:r>
                <a:rPr kumimoji="0" lang="en" sz="933" b="0" i="0" u="none" strike="noStrike" kern="1200" cap="none" spc="0" normalizeH="0" baseline="0" noProof="0" dirty="0">
                  <a:ln>
                    <a:noFill/>
                  </a:ln>
                  <a:solidFill>
                    <a:srgbClr val="005C8A"/>
                  </a:solidFill>
                  <a:effectLst/>
                  <a:uLnTx/>
                  <a:uFillTx/>
                  <a:latin typeface="Arial"/>
                  <a:ea typeface="Arial"/>
                  <a:cs typeface="Arial"/>
                  <a:sym typeface="Arial"/>
                </a:rPr>
                <a:t>Access</a:t>
              </a:r>
              <a:endParaRPr kumimoji="0" sz="1466" b="0" i="0" u="none" strike="noStrike" kern="1200" cap="none" spc="0" normalizeH="0" baseline="0" noProof="0" dirty="0">
                <a:ln>
                  <a:noFill/>
                </a:ln>
                <a:solidFill>
                  <a:srgbClr val="000000"/>
                </a:solidFill>
                <a:effectLst/>
                <a:uLnTx/>
                <a:uFillTx/>
                <a:latin typeface="Arial"/>
                <a:ea typeface="Arial"/>
                <a:cs typeface="Arial"/>
                <a:sym typeface="Arial"/>
              </a:endParaRPr>
            </a:p>
            <a:p>
              <a:pPr marL="0" marR="0" lvl="0" indent="0" algn="ctr" defTabSz="914400" rtl="0" eaLnBrk="1" fontAlgn="auto" latinLnBrk="0" hangingPunct="1">
                <a:lnSpc>
                  <a:spcPct val="90000"/>
                </a:lnSpc>
                <a:spcBef>
                  <a:spcPts val="0"/>
                </a:spcBef>
                <a:spcAft>
                  <a:spcPts val="0"/>
                </a:spcAft>
                <a:buClr>
                  <a:srgbClr val="000000"/>
                </a:buClr>
                <a:buSzPts val="700"/>
                <a:buFontTx/>
                <a:buNone/>
                <a:tabLst/>
                <a:defRPr/>
              </a:pPr>
              <a:endParaRPr kumimoji="0" sz="933" b="0" i="0" u="none" strike="noStrike" kern="1200" cap="none" spc="0" normalizeH="0" baseline="0" noProof="0" dirty="0">
                <a:ln>
                  <a:noFill/>
                </a:ln>
                <a:solidFill>
                  <a:srgbClr val="005C8A"/>
                </a:solidFill>
                <a:effectLst/>
                <a:uLnTx/>
                <a:uFillTx/>
                <a:latin typeface="Arial"/>
                <a:ea typeface="Arial"/>
                <a:cs typeface="Arial"/>
                <a:sym typeface="Arial"/>
              </a:endParaRPr>
            </a:p>
          </p:txBody>
        </p:sp>
      </p:grpSp>
      <p:grpSp>
        <p:nvGrpSpPr>
          <p:cNvPr id="6065" name="Google Shape;6065;p270"/>
          <p:cNvGrpSpPr/>
          <p:nvPr/>
        </p:nvGrpSpPr>
        <p:grpSpPr>
          <a:xfrm>
            <a:off x="1356124" y="5688746"/>
            <a:ext cx="9476730" cy="337112"/>
            <a:chOff x="1331100" y="5834475"/>
            <a:chExt cx="9479199" cy="337200"/>
          </a:xfrm>
        </p:grpSpPr>
        <p:sp>
          <p:nvSpPr>
            <p:cNvPr id="6066" name="Google Shape;6066;p270"/>
            <p:cNvSpPr txBox="1"/>
            <p:nvPr/>
          </p:nvSpPr>
          <p:spPr>
            <a:xfrm>
              <a:off x="2696786" y="5859933"/>
              <a:ext cx="1022100" cy="286200"/>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30000"/>
                </a:lnSpc>
                <a:spcBef>
                  <a:spcPts val="0"/>
                </a:spcBef>
                <a:spcAft>
                  <a:spcPts val="0"/>
                </a:spcAft>
                <a:buClr>
                  <a:srgbClr val="000000"/>
                </a:buClr>
                <a:buSzPts val="800"/>
                <a:buFontTx/>
                <a:buNone/>
                <a:tabLst/>
                <a:defRPr/>
              </a:pPr>
              <a:r>
                <a:rPr kumimoji="0" lang="en" sz="1066" b="1" i="0" u="none" strike="noStrike" kern="1200" cap="none" spc="0" normalizeH="0" baseline="0" noProof="0" dirty="0">
                  <a:ln>
                    <a:noFill/>
                  </a:ln>
                  <a:solidFill>
                    <a:srgbClr val="000000"/>
                  </a:solidFill>
                  <a:effectLst/>
                  <a:uLnTx/>
                  <a:uFillTx/>
                  <a:latin typeface="Arial"/>
                  <a:ea typeface="Arial"/>
                  <a:cs typeface="Arial"/>
                  <a:sym typeface="Arial"/>
                </a:rPr>
                <a:t>On Prem</a:t>
              </a:r>
              <a:endParaRPr kumimoji="0" sz="1866"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067" name="Google Shape;6067;p270"/>
            <p:cNvSpPr txBox="1"/>
            <p:nvPr/>
          </p:nvSpPr>
          <p:spPr>
            <a:xfrm>
              <a:off x="4320423" y="5859933"/>
              <a:ext cx="1006200" cy="286200"/>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30000"/>
                </a:lnSpc>
                <a:spcBef>
                  <a:spcPts val="0"/>
                </a:spcBef>
                <a:spcAft>
                  <a:spcPts val="0"/>
                </a:spcAft>
                <a:buClr>
                  <a:srgbClr val="000000"/>
                </a:buClr>
                <a:buSzPts val="800"/>
                <a:buFontTx/>
                <a:buNone/>
                <a:tabLst/>
                <a:defRPr/>
              </a:pPr>
              <a:r>
                <a:rPr kumimoji="0" lang="en" sz="1066" b="1" i="0" u="none" strike="noStrike" kern="1200" cap="none" spc="0" normalizeH="0" baseline="0" noProof="0" dirty="0">
                  <a:ln>
                    <a:noFill/>
                  </a:ln>
                  <a:solidFill>
                    <a:srgbClr val="000000"/>
                  </a:solidFill>
                  <a:effectLst/>
                  <a:uLnTx/>
                  <a:uFillTx/>
                  <a:latin typeface="Arial"/>
                  <a:ea typeface="Arial"/>
                  <a:cs typeface="Arial"/>
                  <a:sym typeface="Arial"/>
                </a:rPr>
                <a:t>Public Cloud</a:t>
              </a:r>
              <a:endParaRPr kumimoji="0" sz="1866"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068" name="Google Shape;6068;p270"/>
            <p:cNvSpPr txBox="1"/>
            <p:nvPr/>
          </p:nvSpPr>
          <p:spPr>
            <a:xfrm>
              <a:off x="5976665" y="5859933"/>
              <a:ext cx="1319400" cy="286200"/>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30000"/>
                </a:lnSpc>
                <a:spcBef>
                  <a:spcPts val="0"/>
                </a:spcBef>
                <a:spcAft>
                  <a:spcPts val="0"/>
                </a:spcAft>
                <a:buClr>
                  <a:srgbClr val="000000"/>
                </a:buClr>
                <a:buSzPts val="800"/>
                <a:buFontTx/>
                <a:buNone/>
                <a:tabLst/>
                <a:defRPr/>
              </a:pPr>
              <a:r>
                <a:rPr kumimoji="0" lang="en" sz="1066" b="1" i="0" u="none" strike="noStrike" kern="1200" cap="none" spc="0" normalizeH="0" baseline="0" noProof="0" dirty="0">
                  <a:ln>
                    <a:noFill/>
                  </a:ln>
                  <a:solidFill>
                    <a:srgbClr val="000000"/>
                  </a:solidFill>
                  <a:effectLst/>
                  <a:uLnTx/>
                  <a:uFillTx/>
                  <a:latin typeface="Arial"/>
                  <a:ea typeface="Arial"/>
                  <a:cs typeface="Arial"/>
                  <a:sym typeface="Arial"/>
                </a:rPr>
                <a:t>Sovereign Cloud</a:t>
              </a:r>
              <a:endParaRPr kumimoji="0" sz="1866"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069" name="Google Shape;6069;p270"/>
            <p:cNvSpPr txBox="1"/>
            <p:nvPr/>
          </p:nvSpPr>
          <p:spPr>
            <a:xfrm>
              <a:off x="7891538" y="5859933"/>
              <a:ext cx="496200" cy="286200"/>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30000"/>
                </a:lnSpc>
                <a:spcBef>
                  <a:spcPts val="0"/>
                </a:spcBef>
                <a:spcAft>
                  <a:spcPts val="0"/>
                </a:spcAft>
                <a:buClr>
                  <a:srgbClr val="000000"/>
                </a:buClr>
                <a:buSzPts val="800"/>
                <a:buFontTx/>
                <a:buNone/>
                <a:tabLst/>
                <a:defRPr/>
              </a:pPr>
              <a:r>
                <a:rPr kumimoji="0" lang="en" sz="1066" b="1" i="0" u="none" strike="noStrike" kern="1200" cap="none" spc="0" normalizeH="0" baseline="0" noProof="0" dirty="0">
                  <a:ln>
                    <a:noFill/>
                  </a:ln>
                  <a:solidFill>
                    <a:srgbClr val="000000"/>
                  </a:solidFill>
                  <a:effectLst/>
                  <a:uLnTx/>
                  <a:uFillTx/>
                  <a:latin typeface="Arial"/>
                  <a:ea typeface="Arial"/>
                  <a:cs typeface="Arial"/>
                  <a:sym typeface="Arial"/>
                </a:rPr>
                <a:t>Edge</a:t>
              </a:r>
              <a:endParaRPr kumimoji="0" sz="1866"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6070" name="Google Shape;6070;p270"/>
            <p:cNvSpPr txBox="1"/>
            <p:nvPr/>
          </p:nvSpPr>
          <p:spPr>
            <a:xfrm>
              <a:off x="8963199" y="5859933"/>
              <a:ext cx="491100" cy="286200"/>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30000"/>
                </a:lnSpc>
                <a:spcBef>
                  <a:spcPts val="0"/>
                </a:spcBef>
                <a:spcAft>
                  <a:spcPts val="0"/>
                </a:spcAft>
                <a:buClr>
                  <a:srgbClr val="000000"/>
                </a:buClr>
                <a:buSzPts val="800"/>
                <a:buFontTx/>
                <a:buNone/>
                <a:tabLst/>
                <a:defRPr/>
              </a:pPr>
              <a:r>
                <a:rPr kumimoji="0" lang="en" sz="1066" b="1" i="0" u="none" strike="noStrike" kern="1200" cap="none" spc="0" normalizeH="0" baseline="0" noProof="0" dirty="0">
                  <a:ln>
                    <a:noFill/>
                  </a:ln>
                  <a:solidFill>
                    <a:srgbClr val="000000"/>
                  </a:solidFill>
                  <a:effectLst/>
                  <a:uLnTx/>
                  <a:uFillTx/>
                  <a:latin typeface="Arial"/>
                  <a:ea typeface="Arial"/>
                  <a:cs typeface="Arial"/>
                  <a:sym typeface="Arial"/>
                </a:rPr>
                <a:t>Telco</a:t>
              </a:r>
              <a:endParaRPr kumimoji="0" sz="1866" b="0" i="0" u="none" strike="noStrike" kern="1200" cap="none" spc="0" normalizeH="0" baseline="0" noProof="0" dirty="0">
                <a:ln>
                  <a:noFill/>
                </a:ln>
                <a:solidFill>
                  <a:srgbClr val="000000"/>
                </a:solidFill>
                <a:effectLst/>
                <a:uLnTx/>
                <a:uFillTx/>
                <a:latin typeface="Arial"/>
                <a:ea typeface="Arial"/>
                <a:cs typeface="Arial"/>
                <a:sym typeface="Arial"/>
              </a:endParaRPr>
            </a:p>
          </p:txBody>
        </p:sp>
        <p:cxnSp>
          <p:nvCxnSpPr>
            <p:cNvPr id="6071" name="Google Shape;6071;p270"/>
            <p:cNvCxnSpPr>
              <a:stCxn id="6066" idx="3"/>
              <a:endCxn id="6067" idx="1"/>
            </p:cNvCxnSpPr>
            <p:nvPr/>
          </p:nvCxnSpPr>
          <p:spPr>
            <a:xfrm>
              <a:off x="3718886" y="6003033"/>
              <a:ext cx="601500" cy="0"/>
            </a:xfrm>
            <a:prstGeom prst="straightConnector1">
              <a:avLst/>
            </a:prstGeom>
            <a:noFill/>
            <a:ln w="12700" cap="flat" cmpd="sng">
              <a:solidFill>
                <a:schemeClr val="dk1"/>
              </a:solidFill>
              <a:prstDash val="solid"/>
              <a:miter lim="800000"/>
              <a:headEnd type="none" w="sm" len="sm"/>
              <a:tailEnd type="none" w="sm" len="sm"/>
            </a:ln>
          </p:spPr>
        </p:cxnSp>
        <p:cxnSp>
          <p:nvCxnSpPr>
            <p:cNvPr id="6072" name="Google Shape;6072;p270"/>
            <p:cNvCxnSpPr>
              <a:stCxn id="6067" idx="3"/>
              <a:endCxn id="6068" idx="1"/>
            </p:cNvCxnSpPr>
            <p:nvPr/>
          </p:nvCxnSpPr>
          <p:spPr>
            <a:xfrm>
              <a:off x="5326623" y="6003033"/>
              <a:ext cx="650100" cy="0"/>
            </a:xfrm>
            <a:prstGeom prst="straightConnector1">
              <a:avLst/>
            </a:prstGeom>
            <a:noFill/>
            <a:ln w="12700" cap="flat" cmpd="sng">
              <a:solidFill>
                <a:schemeClr val="dk1"/>
              </a:solidFill>
              <a:prstDash val="solid"/>
              <a:miter lim="800000"/>
              <a:headEnd type="none" w="sm" len="sm"/>
              <a:tailEnd type="none" w="sm" len="sm"/>
            </a:ln>
          </p:spPr>
        </p:cxnSp>
        <p:cxnSp>
          <p:nvCxnSpPr>
            <p:cNvPr id="6073" name="Google Shape;6073;p270"/>
            <p:cNvCxnSpPr>
              <a:stCxn id="6068" idx="3"/>
              <a:endCxn id="6069" idx="1"/>
            </p:cNvCxnSpPr>
            <p:nvPr/>
          </p:nvCxnSpPr>
          <p:spPr>
            <a:xfrm>
              <a:off x="7296065" y="6003033"/>
              <a:ext cx="595500" cy="0"/>
            </a:xfrm>
            <a:prstGeom prst="straightConnector1">
              <a:avLst/>
            </a:prstGeom>
            <a:noFill/>
            <a:ln w="12700" cap="flat" cmpd="sng">
              <a:solidFill>
                <a:schemeClr val="dk1"/>
              </a:solidFill>
              <a:prstDash val="solid"/>
              <a:miter lim="800000"/>
              <a:headEnd type="none" w="sm" len="sm"/>
              <a:tailEnd type="none" w="sm" len="sm"/>
            </a:ln>
          </p:spPr>
        </p:cxnSp>
        <p:cxnSp>
          <p:nvCxnSpPr>
            <p:cNvPr id="6074" name="Google Shape;6074;p270"/>
            <p:cNvCxnSpPr/>
            <p:nvPr/>
          </p:nvCxnSpPr>
          <p:spPr>
            <a:xfrm>
              <a:off x="8387748" y="6000291"/>
              <a:ext cx="575400" cy="0"/>
            </a:xfrm>
            <a:prstGeom prst="straightConnector1">
              <a:avLst/>
            </a:prstGeom>
            <a:noFill/>
            <a:ln w="12700" cap="flat" cmpd="sng">
              <a:solidFill>
                <a:schemeClr val="dk1"/>
              </a:solidFill>
              <a:prstDash val="solid"/>
              <a:miter lim="800000"/>
              <a:headEnd type="none" w="sm" len="sm"/>
              <a:tailEnd type="none" w="sm" len="sm"/>
            </a:ln>
          </p:spPr>
        </p:cxnSp>
        <p:cxnSp>
          <p:nvCxnSpPr>
            <p:cNvPr id="6075" name="Google Shape;6075;p270"/>
            <p:cNvCxnSpPr>
              <a:stCxn id="6070" idx="3"/>
              <a:endCxn id="6076" idx="3"/>
            </p:cNvCxnSpPr>
            <p:nvPr/>
          </p:nvCxnSpPr>
          <p:spPr>
            <a:xfrm>
              <a:off x="9454299" y="6003033"/>
              <a:ext cx="1356000" cy="0"/>
            </a:xfrm>
            <a:prstGeom prst="straightConnector1">
              <a:avLst/>
            </a:prstGeom>
            <a:noFill/>
            <a:ln w="12700" cap="flat" cmpd="sng">
              <a:solidFill>
                <a:schemeClr val="dk1"/>
              </a:solidFill>
              <a:prstDash val="solid"/>
              <a:miter lim="800000"/>
              <a:headEnd type="none" w="sm" len="sm"/>
              <a:tailEnd type="none" w="sm" len="sm"/>
            </a:ln>
          </p:spPr>
        </p:cxnSp>
        <p:sp>
          <p:nvSpPr>
            <p:cNvPr id="6076" name="Google Shape;6076;p270"/>
            <p:cNvSpPr/>
            <p:nvPr/>
          </p:nvSpPr>
          <p:spPr>
            <a:xfrm>
              <a:off x="9406811" y="5834475"/>
              <a:ext cx="1403400" cy="337200"/>
            </a:xfrm>
            <a:prstGeom prst="rect">
              <a:avLst/>
            </a:prstGeom>
            <a:gradFill>
              <a:gsLst>
                <a:gs pos="0">
                  <a:srgbClr val="FFFFFF">
                    <a:alpha val="66666"/>
                  </a:srgbClr>
                </a:gs>
                <a:gs pos="100000">
                  <a:schemeClr val="lt1"/>
                </a:gs>
              </a:gsLst>
              <a:lin ang="0" scaled="0"/>
            </a:gradFill>
            <a:ln>
              <a:noFill/>
            </a:ln>
          </p:spPr>
          <p:txBody>
            <a:bodyPr spcFirstLastPara="1" wrap="square" lIns="91410" tIns="45688" rIns="91410"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cxnSp>
          <p:nvCxnSpPr>
            <p:cNvPr id="6077" name="Google Shape;6077;p270"/>
            <p:cNvCxnSpPr>
              <a:stCxn id="6078" idx="1"/>
              <a:endCxn id="6066" idx="1"/>
            </p:cNvCxnSpPr>
            <p:nvPr/>
          </p:nvCxnSpPr>
          <p:spPr>
            <a:xfrm>
              <a:off x="1331100" y="6003075"/>
              <a:ext cx="1365600" cy="0"/>
            </a:xfrm>
            <a:prstGeom prst="straightConnector1">
              <a:avLst/>
            </a:prstGeom>
            <a:noFill/>
            <a:ln w="12700" cap="flat" cmpd="sng">
              <a:solidFill>
                <a:schemeClr val="dk1"/>
              </a:solidFill>
              <a:prstDash val="solid"/>
              <a:miter lim="800000"/>
              <a:headEnd type="none" w="sm" len="sm"/>
              <a:tailEnd type="none" w="sm" len="sm"/>
            </a:ln>
          </p:spPr>
        </p:cxnSp>
        <p:sp>
          <p:nvSpPr>
            <p:cNvPr id="6078" name="Google Shape;6078;p270"/>
            <p:cNvSpPr/>
            <p:nvPr/>
          </p:nvSpPr>
          <p:spPr>
            <a:xfrm>
              <a:off x="1331100" y="5834475"/>
              <a:ext cx="1403400" cy="337200"/>
            </a:xfrm>
            <a:prstGeom prst="rect">
              <a:avLst/>
            </a:prstGeom>
            <a:gradFill>
              <a:gsLst>
                <a:gs pos="0">
                  <a:srgbClr val="FFFFFF">
                    <a:alpha val="66666"/>
                  </a:srgbClr>
                </a:gs>
                <a:gs pos="100000">
                  <a:schemeClr val="lt1"/>
                </a:gs>
              </a:gsLst>
              <a:lin ang="10800025" scaled="0"/>
            </a:gradFill>
            <a:ln>
              <a:noFill/>
            </a:ln>
          </p:spPr>
          <p:txBody>
            <a:bodyPr spcFirstLastPara="1" wrap="square" lIns="91410" tIns="45688" rIns="91410"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416"/>
        <p:cNvGrpSpPr/>
        <p:nvPr/>
      </p:nvGrpSpPr>
      <p:grpSpPr>
        <a:xfrm>
          <a:off x="0" y="0"/>
          <a:ext cx="0" cy="0"/>
          <a:chOff x="0" y="0"/>
          <a:chExt cx="0" cy="0"/>
        </a:xfrm>
      </p:grpSpPr>
      <p:sp>
        <p:nvSpPr>
          <p:cNvPr id="6417" name="Google Shape;6417;p278"/>
          <p:cNvSpPr/>
          <p:nvPr/>
        </p:nvSpPr>
        <p:spPr>
          <a:xfrm flipH="1">
            <a:off x="4146197" y="753749"/>
            <a:ext cx="3919379" cy="653430"/>
          </a:xfrm>
          <a:prstGeom prst="roundRect">
            <a:avLst>
              <a:gd name="adj" fmla="val 50000"/>
            </a:avLst>
          </a:prstGeom>
          <a:blipFill rotWithShape="1">
            <a:blip r:embed="rId3">
              <a:alphaModFix amt="0"/>
            </a:blip>
            <a:stretch>
              <a:fillRect l="-131329" t="-92818" r="-131318" b="-92838"/>
            </a:stretch>
          </a:blipFill>
          <a:ln>
            <a:noFill/>
          </a:ln>
        </p:spPr>
        <p:txBody>
          <a:bodyPr spcFirstLastPara="1" wrap="square" lIns="0" tIns="0" rIns="0" bIns="0" anchor="ctr" anchorCtr="0">
            <a:noAutofit/>
          </a:bodyPr>
          <a:lstStyle/>
          <a:p>
            <a:pPr algn="ctr">
              <a:lnSpc>
                <a:spcPct val="90000"/>
              </a:lnSpc>
              <a:buClr>
                <a:srgbClr val="000000"/>
              </a:buClr>
              <a:buSzPts val="2100"/>
            </a:pPr>
            <a:r>
              <a:rPr lang="en" sz="2799" dirty="0">
                <a:solidFill>
                  <a:schemeClr val="dk2"/>
                </a:solidFill>
                <a:latin typeface="Arial"/>
                <a:ea typeface="Arial"/>
                <a:cs typeface="Arial"/>
                <a:sym typeface="Arial"/>
              </a:rPr>
              <a:t>Advanced Services</a:t>
            </a:r>
            <a:endParaRPr sz="1466" dirty="0">
              <a:solidFill>
                <a:srgbClr val="000000"/>
              </a:solidFill>
              <a:latin typeface="Arial"/>
              <a:ea typeface="Arial"/>
              <a:cs typeface="Arial"/>
              <a:sym typeface="Arial"/>
            </a:endParaRPr>
          </a:p>
        </p:txBody>
      </p:sp>
      <p:sp>
        <p:nvSpPr>
          <p:cNvPr id="6418" name="Google Shape;6418;p278"/>
          <p:cNvSpPr txBox="1"/>
          <p:nvPr/>
        </p:nvSpPr>
        <p:spPr>
          <a:xfrm>
            <a:off x="4507064" y="488591"/>
            <a:ext cx="3197567" cy="387670"/>
          </a:xfrm>
          <a:prstGeom prst="rect">
            <a:avLst/>
          </a:prstGeom>
          <a:noFill/>
          <a:ln>
            <a:noFill/>
          </a:ln>
        </p:spPr>
        <p:txBody>
          <a:bodyPr spcFirstLastPara="1" wrap="square" lIns="0" tIns="0" rIns="0" bIns="0" anchor="t" anchorCtr="0">
            <a:spAutoFit/>
          </a:bodyPr>
          <a:lstStyle/>
          <a:p>
            <a:pPr algn="ctr">
              <a:lnSpc>
                <a:spcPct val="90000"/>
              </a:lnSpc>
              <a:buClr>
                <a:schemeClr val="dk1"/>
              </a:buClr>
              <a:buSzPts val="2100"/>
            </a:pPr>
            <a:r>
              <a:rPr lang="en" sz="2799" dirty="0">
                <a:solidFill>
                  <a:schemeClr val="dk1"/>
                </a:solidFill>
                <a:latin typeface="Arial"/>
                <a:ea typeface="Arial"/>
                <a:cs typeface="Arial"/>
                <a:sym typeface="Arial"/>
              </a:rPr>
              <a:t>A Robust Catalog of</a:t>
            </a:r>
            <a:endParaRPr sz="1466" dirty="0">
              <a:solidFill>
                <a:srgbClr val="000000"/>
              </a:solidFill>
              <a:latin typeface="Arial"/>
              <a:ea typeface="Arial"/>
              <a:cs typeface="Arial"/>
              <a:sym typeface="Arial"/>
            </a:endParaRPr>
          </a:p>
        </p:txBody>
      </p:sp>
      <p:grpSp>
        <p:nvGrpSpPr>
          <p:cNvPr id="6419" name="Google Shape;6419;p278"/>
          <p:cNvGrpSpPr/>
          <p:nvPr/>
        </p:nvGrpSpPr>
        <p:grpSpPr>
          <a:xfrm>
            <a:off x="5154815" y="3109187"/>
            <a:ext cx="1902271" cy="524958"/>
            <a:chOff x="5136844" y="3008291"/>
            <a:chExt cx="1902260" cy="525094"/>
          </a:xfrm>
        </p:grpSpPr>
        <p:sp>
          <p:nvSpPr>
            <p:cNvPr id="6420" name="Google Shape;6420;p278"/>
            <p:cNvSpPr/>
            <p:nvPr/>
          </p:nvSpPr>
          <p:spPr>
            <a:xfrm>
              <a:off x="5136844" y="3011725"/>
              <a:ext cx="197129" cy="195945"/>
            </a:xfrm>
            <a:custGeom>
              <a:avLst/>
              <a:gdLst/>
              <a:ahLst/>
              <a:cxnLst/>
              <a:rect l="l" t="t" r="r" b="b"/>
              <a:pathLst>
                <a:path w="348900" h="346805" extrusionOk="0">
                  <a:moveTo>
                    <a:pt x="348901" y="0"/>
                  </a:moveTo>
                  <a:lnTo>
                    <a:pt x="195929" y="346805"/>
                  </a:lnTo>
                  <a:lnTo>
                    <a:pt x="152971" y="346805"/>
                  </a:lnTo>
                  <a:lnTo>
                    <a:pt x="0" y="0"/>
                  </a:lnTo>
                  <a:lnTo>
                    <a:pt x="42863" y="0"/>
                  </a:lnTo>
                  <a:lnTo>
                    <a:pt x="174593" y="298323"/>
                  </a:lnTo>
                  <a:lnTo>
                    <a:pt x="305848" y="0"/>
                  </a:lnTo>
                  <a:lnTo>
                    <a:pt x="348805" y="0"/>
                  </a:lnTo>
                  <a:close/>
                </a:path>
              </a:pathLst>
            </a:custGeom>
            <a:solidFill>
              <a:schemeClr val="dk1"/>
            </a:solidFill>
            <a:ln>
              <a:noFill/>
            </a:ln>
          </p:spPr>
          <p:txBody>
            <a:bodyPr spcFirstLastPara="1" wrap="square" lIns="91410" tIns="45688" rIns="91410" bIns="45688" anchor="ctr" anchorCtr="0">
              <a:noAutofit/>
            </a:bodyPr>
            <a:lstStyle/>
            <a:p>
              <a:pPr>
                <a:buClr>
                  <a:srgbClr val="000000"/>
                </a:buClr>
                <a:buSzPts val="800"/>
              </a:pPr>
              <a:endParaRPr sz="1066" dirty="0">
                <a:solidFill>
                  <a:schemeClr val="dk1"/>
                </a:solidFill>
                <a:latin typeface="Arial"/>
                <a:ea typeface="Arial"/>
                <a:cs typeface="Arial"/>
                <a:sym typeface="Arial"/>
              </a:endParaRPr>
            </a:p>
          </p:txBody>
        </p:sp>
        <p:sp>
          <p:nvSpPr>
            <p:cNvPr id="6421" name="Google Shape;6421;p278"/>
            <p:cNvSpPr/>
            <p:nvPr/>
          </p:nvSpPr>
          <p:spPr>
            <a:xfrm>
              <a:off x="5364198" y="3011725"/>
              <a:ext cx="189917" cy="195945"/>
            </a:xfrm>
            <a:custGeom>
              <a:avLst/>
              <a:gdLst/>
              <a:ahLst/>
              <a:cxnLst/>
              <a:rect l="l" t="t" r="r" b="b"/>
              <a:pathLst>
                <a:path w="336137" h="346805" extrusionOk="0">
                  <a:moveTo>
                    <a:pt x="0" y="0"/>
                  </a:moveTo>
                  <a:lnTo>
                    <a:pt x="39338" y="0"/>
                  </a:lnTo>
                  <a:lnTo>
                    <a:pt x="168021" y="241840"/>
                  </a:lnTo>
                  <a:lnTo>
                    <a:pt x="296799" y="0"/>
                  </a:lnTo>
                  <a:lnTo>
                    <a:pt x="336137" y="0"/>
                  </a:lnTo>
                  <a:lnTo>
                    <a:pt x="336137" y="346805"/>
                  </a:lnTo>
                  <a:lnTo>
                    <a:pt x="296799" y="346805"/>
                  </a:lnTo>
                  <a:lnTo>
                    <a:pt x="296799" y="84772"/>
                  </a:lnTo>
                  <a:lnTo>
                    <a:pt x="168021" y="326612"/>
                  </a:lnTo>
                  <a:lnTo>
                    <a:pt x="39338" y="84772"/>
                  </a:lnTo>
                  <a:lnTo>
                    <a:pt x="39338" y="346805"/>
                  </a:lnTo>
                  <a:lnTo>
                    <a:pt x="0" y="346805"/>
                  </a:lnTo>
                  <a:lnTo>
                    <a:pt x="0" y="0"/>
                  </a:lnTo>
                  <a:close/>
                </a:path>
              </a:pathLst>
            </a:custGeom>
            <a:solidFill>
              <a:schemeClr val="dk1"/>
            </a:solidFill>
            <a:ln>
              <a:noFill/>
            </a:ln>
          </p:spPr>
          <p:txBody>
            <a:bodyPr spcFirstLastPara="1" wrap="square" lIns="91410" tIns="45688" rIns="91410" bIns="45688" anchor="ctr" anchorCtr="0">
              <a:noAutofit/>
            </a:bodyPr>
            <a:lstStyle/>
            <a:p>
              <a:pPr>
                <a:buClr>
                  <a:srgbClr val="000000"/>
                </a:buClr>
                <a:buSzPts val="800"/>
              </a:pPr>
              <a:endParaRPr sz="1066" dirty="0">
                <a:solidFill>
                  <a:schemeClr val="dk1"/>
                </a:solidFill>
                <a:latin typeface="Arial"/>
                <a:ea typeface="Arial"/>
                <a:cs typeface="Arial"/>
                <a:sym typeface="Arial"/>
              </a:endParaRPr>
            </a:p>
          </p:txBody>
        </p:sp>
        <p:sp>
          <p:nvSpPr>
            <p:cNvPr id="6422" name="Google Shape;6422;p278"/>
            <p:cNvSpPr/>
            <p:nvPr/>
          </p:nvSpPr>
          <p:spPr>
            <a:xfrm>
              <a:off x="5581992" y="3060119"/>
              <a:ext cx="218171" cy="147457"/>
            </a:xfrm>
            <a:custGeom>
              <a:avLst/>
              <a:gdLst/>
              <a:ahLst/>
              <a:cxnLst/>
              <a:rect l="l" t="t" r="r" b="b"/>
              <a:pathLst>
                <a:path w="386143" h="260985" extrusionOk="0">
                  <a:moveTo>
                    <a:pt x="0" y="0"/>
                  </a:moveTo>
                  <a:lnTo>
                    <a:pt x="40386" y="0"/>
                  </a:lnTo>
                  <a:lnTo>
                    <a:pt x="105537" y="210503"/>
                  </a:lnTo>
                  <a:lnTo>
                    <a:pt x="176689" y="0"/>
                  </a:lnTo>
                  <a:lnTo>
                    <a:pt x="209455" y="0"/>
                  </a:lnTo>
                  <a:lnTo>
                    <a:pt x="280607" y="210503"/>
                  </a:lnTo>
                  <a:lnTo>
                    <a:pt x="345758" y="0"/>
                  </a:lnTo>
                  <a:lnTo>
                    <a:pt x="386144" y="0"/>
                  </a:lnTo>
                  <a:lnTo>
                    <a:pt x="298323" y="260985"/>
                  </a:lnTo>
                  <a:lnTo>
                    <a:pt x="262509" y="260985"/>
                  </a:lnTo>
                  <a:lnTo>
                    <a:pt x="193358" y="52483"/>
                  </a:lnTo>
                  <a:lnTo>
                    <a:pt x="123158" y="260985"/>
                  </a:lnTo>
                  <a:lnTo>
                    <a:pt x="87344" y="260985"/>
                  </a:lnTo>
                  <a:lnTo>
                    <a:pt x="0" y="0"/>
                  </a:lnTo>
                  <a:close/>
                </a:path>
              </a:pathLst>
            </a:custGeom>
            <a:solidFill>
              <a:schemeClr val="dk1"/>
            </a:solidFill>
            <a:ln>
              <a:noFill/>
            </a:ln>
          </p:spPr>
          <p:txBody>
            <a:bodyPr spcFirstLastPara="1" wrap="square" lIns="91410" tIns="45688" rIns="91410" bIns="45688" anchor="ctr" anchorCtr="0">
              <a:noAutofit/>
            </a:bodyPr>
            <a:lstStyle/>
            <a:p>
              <a:pPr>
                <a:buClr>
                  <a:srgbClr val="000000"/>
                </a:buClr>
                <a:buSzPts val="800"/>
              </a:pPr>
              <a:endParaRPr sz="1066" dirty="0">
                <a:solidFill>
                  <a:schemeClr val="dk1"/>
                </a:solidFill>
                <a:latin typeface="Arial"/>
                <a:ea typeface="Arial"/>
                <a:cs typeface="Arial"/>
                <a:sym typeface="Arial"/>
              </a:endParaRPr>
            </a:p>
          </p:txBody>
        </p:sp>
        <p:sp>
          <p:nvSpPr>
            <p:cNvPr id="6423" name="Google Shape;6423;p278"/>
            <p:cNvSpPr/>
            <p:nvPr/>
          </p:nvSpPr>
          <p:spPr>
            <a:xfrm>
              <a:off x="5807143" y="3056678"/>
              <a:ext cx="127275" cy="154291"/>
            </a:xfrm>
            <a:custGeom>
              <a:avLst/>
              <a:gdLst/>
              <a:ahLst/>
              <a:cxnLst/>
              <a:rect l="l" t="t" r="r" b="b"/>
              <a:pathLst>
                <a:path w="225266" h="273081" extrusionOk="0">
                  <a:moveTo>
                    <a:pt x="198215" y="29528"/>
                  </a:moveTo>
                  <a:cubicBezTo>
                    <a:pt x="216217" y="49244"/>
                    <a:pt x="225266" y="75343"/>
                    <a:pt x="225266" y="108013"/>
                  </a:cubicBezTo>
                  <a:lnTo>
                    <a:pt x="225266" y="266986"/>
                  </a:lnTo>
                  <a:lnTo>
                    <a:pt x="187357" y="266986"/>
                  </a:lnTo>
                  <a:lnTo>
                    <a:pt x="187357" y="226124"/>
                  </a:lnTo>
                  <a:cubicBezTo>
                    <a:pt x="178308" y="240983"/>
                    <a:pt x="165259" y="252508"/>
                    <a:pt x="148209" y="260699"/>
                  </a:cubicBezTo>
                  <a:cubicBezTo>
                    <a:pt x="131254" y="268986"/>
                    <a:pt x="113633" y="273082"/>
                    <a:pt x="95441" y="273082"/>
                  </a:cubicBezTo>
                  <a:cubicBezTo>
                    <a:pt x="67532" y="273082"/>
                    <a:pt x="44577" y="265462"/>
                    <a:pt x="26765" y="250317"/>
                  </a:cubicBezTo>
                  <a:cubicBezTo>
                    <a:pt x="8954" y="235172"/>
                    <a:pt x="0" y="214979"/>
                    <a:pt x="0" y="189738"/>
                  </a:cubicBezTo>
                  <a:cubicBezTo>
                    <a:pt x="0" y="172879"/>
                    <a:pt x="4572" y="157829"/>
                    <a:pt x="13907" y="144590"/>
                  </a:cubicBezTo>
                  <a:cubicBezTo>
                    <a:pt x="23146" y="131254"/>
                    <a:pt x="35624" y="121063"/>
                    <a:pt x="51245" y="113824"/>
                  </a:cubicBezTo>
                  <a:cubicBezTo>
                    <a:pt x="66866" y="106585"/>
                    <a:pt x="84011" y="102965"/>
                    <a:pt x="102489" y="102965"/>
                  </a:cubicBezTo>
                  <a:cubicBezTo>
                    <a:pt x="128778" y="102965"/>
                    <a:pt x="156972" y="107823"/>
                    <a:pt x="187262" y="117634"/>
                  </a:cubicBezTo>
                  <a:lnTo>
                    <a:pt x="187262" y="108013"/>
                  </a:lnTo>
                  <a:cubicBezTo>
                    <a:pt x="187262" y="86773"/>
                    <a:pt x="181832" y="68866"/>
                    <a:pt x="171069" y="54292"/>
                  </a:cubicBezTo>
                  <a:cubicBezTo>
                    <a:pt x="160306" y="39624"/>
                    <a:pt x="142113" y="32290"/>
                    <a:pt x="116586" y="32290"/>
                  </a:cubicBezTo>
                  <a:cubicBezTo>
                    <a:pt x="104775" y="32290"/>
                    <a:pt x="92774" y="34385"/>
                    <a:pt x="80486" y="38576"/>
                  </a:cubicBezTo>
                  <a:cubicBezTo>
                    <a:pt x="68199" y="42767"/>
                    <a:pt x="54864" y="48578"/>
                    <a:pt x="40386" y="56007"/>
                  </a:cubicBezTo>
                  <a:lnTo>
                    <a:pt x="25241" y="25241"/>
                  </a:lnTo>
                  <a:cubicBezTo>
                    <a:pt x="58865" y="8382"/>
                    <a:pt x="90202" y="0"/>
                    <a:pt x="119158" y="0"/>
                  </a:cubicBezTo>
                  <a:cubicBezTo>
                    <a:pt x="153829" y="0"/>
                    <a:pt x="180118" y="9811"/>
                    <a:pt x="198120" y="29528"/>
                  </a:cubicBezTo>
                  <a:close/>
                  <a:moveTo>
                    <a:pt x="155353" y="225362"/>
                  </a:moveTo>
                  <a:cubicBezTo>
                    <a:pt x="172021" y="215741"/>
                    <a:pt x="182690" y="202406"/>
                    <a:pt x="187452" y="185261"/>
                  </a:cubicBezTo>
                  <a:lnTo>
                    <a:pt x="187452" y="145352"/>
                  </a:lnTo>
                  <a:cubicBezTo>
                    <a:pt x="161830" y="138303"/>
                    <a:pt x="135636" y="134779"/>
                    <a:pt x="108680" y="134779"/>
                  </a:cubicBezTo>
                  <a:cubicBezTo>
                    <a:pt x="88773" y="134779"/>
                    <a:pt x="71914" y="139827"/>
                    <a:pt x="57912" y="149924"/>
                  </a:cubicBezTo>
                  <a:cubicBezTo>
                    <a:pt x="43910" y="160020"/>
                    <a:pt x="36957" y="172784"/>
                    <a:pt x="36957" y="188309"/>
                  </a:cubicBezTo>
                  <a:cubicBezTo>
                    <a:pt x="36957" y="203835"/>
                    <a:pt x="43053" y="216694"/>
                    <a:pt x="55340" y="225933"/>
                  </a:cubicBezTo>
                  <a:cubicBezTo>
                    <a:pt x="67628" y="235172"/>
                    <a:pt x="83153" y="239840"/>
                    <a:pt x="102013" y="239840"/>
                  </a:cubicBezTo>
                  <a:cubicBezTo>
                    <a:pt x="120872" y="239840"/>
                    <a:pt x="138589" y="235077"/>
                    <a:pt x="155258" y="225457"/>
                  </a:cubicBezTo>
                  <a:close/>
                </a:path>
              </a:pathLst>
            </a:custGeom>
            <a:solidFill>
              <a:schemeClr val="dk1"/>
            </a:solidFill>
            <a:ln>
              <a:noFill/>
            </a:ln>
          </p:spPr>
          <p:txBody>
            <a:bodyPr spcFirstLastPara="1" wrap="square" lIns="91410" tIns="45688" rIns="91410" bIns="45688" anchor="ctr" anchorCtr="0">
              <a:noAutofit/>
            </a:bodyPr>
            <a:lstStyle/>
            <a:p>
              <a:pPr>
                <a:buClr>
                  <a:srgbClr val="000000"/>
                </a:buClr>
                <a:buSzPts val="800"/>
              </a:pPr>
              <a:endParaRPr sz="1066" dirty="0">
                <a:solidFill>
                  <a:schemeClr val="dk1"/>
                </a:solidFill>
                <a:latin typeface="Arial"/>
                <a:ea typeface="Arial"/>
                <a:cs typeface="Arial"/>
                <a:sym typeface="Arial"/>
              </a:endParaRPr>
            </a:p>
          </p:txBody>
        </p:sp>
        <p:sp>
          <p:nvSpPr>
            <p:cNvPr id="6424" name="Google Shape;6424;p278"/>
            <p:cNvSpPr/>
            <p:nvPr/>
          </p:nvSpPr>
          <p:spPr>
            <a:xfrm>
              <a:off x="5973913" y="3056681"/>
              <a:ext cx="78464" cy="150901"/>
            </a:xfrm>
            <a:custGeom>
              <a:avLst/>
              <a:gdLst/>
              <a:ahLst/>
              <a:cxnLst/>
              <a:rect l="l" t="t" r="r" b="b"/>
              <a:pathLst>
                <a:path w="138874" h="267081" extrusionOk="0">
                  <a:moveTo>
                    <a:pt x="76295" y="15431"/>
                  </a:moveTo>
                  <a:cubicBezTo>
                    <a:pt x="94107" y="5144"/>
                    <a:pt x="114967" y="0"/>
                    <a:pt x="138875" y="0"/>
                  </a:cubicBezTo>
                  <a:lnTo>
                    <a:pt x="138875" y="33814"/>
                  </a:lnTo>
                  <a:cubicBezTo>
                    <a:pt x="119348" y="33814"/>
                    <a:pt x="101917" y="37529"/>
                    <a:pt x="86582" y="44958"/>
                  </a:cubicBezTo>
                  <a:cubicBezTo>
                    <a:pt x="71247" y="52388"/>
                    <a:pt x="59341" y="62675"/>
                    <a:pt x="50768" y="76009"/>
                  </a:cubicBezTo>
                  <a:cubicBezTo>
                    <a:pt x="42196" y="89345"/>
                    <a:pt x="37909" y="104394"/>
                    <a:pt x="37909" y="121158"/>
                  </a:cubicBezTo>
                  <a:lnTo>
                    <a:pt x="37909" y="267081"/>
                  </a:lnTo>
                  <a:lnTo>
                    <a:pt x="0" y="267081"/>
                  </a:lnTo>
                  <a:lnTo>
                    <a:pt x="0" y="6096"/>
                  </a:lnTo>
                  <a:lnTo>
                    <a:pt x="37909" y="6096"/>
                  </a:lnTo>
                  <a:lnTo>
                    <a:pt x="37909" y="57055"/>
                  </a:lnTo>
                  <a:cubicBezTo>
                    <a:pt x="45625" y="39529"/>
                    <a:pt x="58388" y="25717"/>
                    <a:pt x="76295" y="15431"/>
                  </a:cubicBezTo>
                  <a:close/>
                </a:path>
              </a:pathLst>
            </a:custGeom>
            <a:solidFill>
              <a:schemeClr val="dk1"/>
            </a:solidFill>
            <a:ln>
              <a:noFill/>
            </a:ln>
          </p:spPr>
          <p:txBody>
            <a:bodyPr spcFirstLastPara="1" wrap="square" lIns="91410" tIns="45688" rIns="91410" bIns="45688" anchor="ctr" anchorCtr="0">
              <a:noAutofit/>
            </a:bodyPr>
            <a:lstStyle/>
            <a:p>
              <a:pPr>
                <a:buClr>
                  <a:srgbClr val="000000"/>
                </a:buClr>
                <a:buSzPts val="800"/>
              </a:pPr>
              <a:endParaRPr sz="1066" dirty="0">
                <a:solidFill>
                  <a:schemeClr val="dk1"/>
                </a:solidFill>
                <a:latin typeface="Arial"/>
                <a:ea typeface="Arial"/>
                <a:cs typeface="Arial"/>
                <a:sym typeface="Arial"/>
              </a:endParaRPr>
            </a:p>
          </p:txBody>
        </p:sp>
        <p:sp>
          <p:nvSpPr>
            <p:cNvPr id="6425" name="Google Shape;6425;p278"/>
            <p:cNvSpPr/>
            <p:nvPr/>
          </p:nvSpPr>
          <p:spPr>
            <a:xfrm>
              <a:off x="6060923" y="3056735"/>
              <a:ext cx="142666" cy="154291"/>
            </a:xfrm>
            <a:custGeom>
              <a:avLst/>
              <a:gdLst/>
              <a:ahLst/>
              <a:cxnLst/>
              <a:rect l="l" t="t" r="r" b="b"/>
              <a:pathLst>
                <a:path w="252507" h="273081" extrusionOk="0">
                  <a:moveTo>
                    <a:pt x="178308" y="230124"/>
                  </a:moveTo>
                  <a:cubicBezTo>
                    <a:pt x="193929" y="224028"/>
                    <a:pt x="205835" y="216694"/>
                    <a:pt x="213932" y="207931"/>
                  </a:cubicBezTo>
                  <a:lnTo>
                    <a:pt x="237173" y="232696"/>
                  </a:lnTo>
                  <a:cubicBezTo>
                    <a:pt x="226028" y="244792"/>
                    <a:pt x="210503" y="254603"/>
                    <a:pt x="190500" y="261938"/>
                  </a:cubicBezTo>
                  <a:cubicBezTo>
                    <a:pt x="170498" y="269367"/>
                    <a:pt x="151067" y="273082"/>
                    <a:pt x="132207" y="273082"/>
                  </a:cubicBezTo>
                  <a:cubicBezTo>
                    <a:pt x="108966" y="273082"/>
                    <a:pt x="87249" y="267176"/>
                    <a:pt x="67056" y="255365"/>
                  </a:cubicBezTo>
                  <a:cubicBezTo>
                    <a:pt x="46863" y="243554"/>
                    <a:pt x="30575" y="227171"/>
                    <a:pt x="18383" y="206121"/>
                  </a:cubicBezTo>
                  <a:cubicBezTo>
                    <a:pt x="6096" y="185071"/>
                    <a:pt x="0" y="161639"/>
                    <a:pt x="0" y="135731"/>
                  </a:cubicBezTo>
                  <a:cubicBezTo>
                    <a:pt x="0" y="109823"/>
                    <a:pt x="5810" y="87439"/>
                    <a:pt x="17431" y="66580"/>
                  </a:cubicBezTo>
                  <a:cubicBezTo>
                    <a:pt x="29051" y="45720"/>
                    <a:pt x="44672" y="29432"/>
                    <a:pt x="64389" y="17621"/>
                  </a:cubicBezTo>
                  <a:cubicBezTo>
                    <a:pt x="84106" y="5810"/>
                    <a:pt x="105537" y="0"/>
                    <a:pt x="128778" y="0"/>
                  </a:cubicBezTo>
                  <a:cubicBezTo>
                    <a:pt x="167831" y="0"/>
                    <a:pt x="198215" y="13621"/>
                    <a:pt x="219932" y="40862"/>
                  </a:cubicBezTo>
                  <a:cubicBezTo>
                    <a:pt x="241649" y="68104"/>
                    <a:pt x="252508" y="104775"/>
                    <a:pt x="252508" y="150876"/>
                  </a:cubicBezTo>
                  <a:lnTo>
                    <a:pt x="38957" y="150876"/>
                  </a:lnTo>
                  <a:cubicBezTo>
                    <a:pt x="41624" y="176784"/>
                    <a:pt x="51530" y="198025"/>
                    <a:pt x="68485" y="214503"/>
                  </a:cubicBezTo>
                  <a:cubicBezTo>
                    <a:pt x="85439" y="230981"/>
                    <a:pt x="106585" y="239268"/>
                    <a:pt x="131826" y="239268"/>
                  </a:cubicBezTo>
                  <a:cubicBezTo>
                    <a:pt x="147257" y="239268"/>
                    <a:pt x="162878" y="236220"/>
                    <a:pt x="178499" y="230219"/>
                  </a:cubicBezTo>
                  <a:close/>
                  <a:moveTo>
                    <a:pt x="69437" y="56674"/>
                  </a:moveTo>
                  <a:cubicBezTo>
                    <a:pt x="52578" y="72009"/>
                    <a:pt x="42482" y="92107"/>
                    <a:pt x="39148" y="116967"/>
                  </a:cubicBezTo>
                  <a:lnTo>
                    <a:pt x="214789" y="116967"/>
                  </a:lnTo>
                  <a:cubicBezTo>
                    <a:pt x="212122" y="92107"/>
                    <a:pt x="203549" y="71914"/>
                    <a:pt x="189071" y="56674"/>
                  </a:cubicBezTo>
                  <a:cubicBezTo>
                    <a:pt x="174593" y="41338"/>
                    <a:pt x="154877" y="33718"/>
                    <a:pt x="130016" y="33718"/>
                  </a:cubicBezTo>
                  <a:cubicBezTo>
                    <a:pt x="106490" y="33718"/>
                    <a:pt x="86296" y="41338"/>
                    <a:pt x="69437" y="56674"/>
                  </a:cubicBezTo>
                  <a:close/>
                </a:path>
              </a:pathLst>
            </a:custGeom>
            <a:solidFill>
              <a:schemeClr val="dk1"/>
            </a:solidFill>
            <a:ln>
              <a:noFill/>
            </a:ln>
          </p:spPr>
          <p:txBody>
            <a:bodyPr spcFirstLastPara="1" wrap="square" lIns="91410" tIns="45688" rIns="91410" bIns="45688" anchor="ctr" anchorCtr="0">
              <a:noAutofit/>
            </a:bodyPr>
            <a:lstStyle/>
            <a:p>
              <a:pPr>
                <a:buClr>
                  <a:srgbClr val="000000"/>
                </a:buClr>
                <a:buSzPts val="800"/>
              </a:pPr>
              <a:endParaRPr sz="1066" dirty="0">
                <a:solidFill>
                  <a:schemeClr val="dk1"/>
                </a:solidFill>
                <a:latin typeface="Arial"/>
                <a:ea typeface="Arial"/>
                <a:cs typeface="Arial"/>
                <a:sym typeface="Arial"/>
              </a:endParaRPr>
            </a:p>
          </p:txBody>
        </p:sp>
        <p:sp>
          <p:nvSpPr>
            <p:cNvPr id="6426" name="Google Shape;6426;p278"/>
            <p:cNvSpPr/>
            <p:nvPr/>
          </p:nvSpPr>
          <p:spPr>
            <a:xfrm>
              <a:off x="6308526" y="3008291"/>
              <a:ext cx="170812" cy="202779"/>
            </a:xfrm>
            <a:custGeom>
              <a:avLst/>
              <a:gdLst/>
              <a:ahLst/>
              <a:cxnLst/>
              <a:rect l="l" t="t" r="r" b="b"/>
              <a:pathLst>
                <a:path w="302323" h="358901" extrusionOk="0">
                  <a:moveTo>
                    <a:pt x="89535" y="334423"/>
                  </a:moveTo>
                  <a:cubicBezTo>
                    <a:pt x="62103" y="318135"/>
                    <a:pt x="40291" y="296132"/>
                    <a:pt x="24193" y="268510"/>
                  </a:cubicBezTo>
                  <a:cubicBezTo>
                    <a:pt x="8001" y="240887"/>
                    <a:pt x="0" y="211169"/>
                    <a:pt x="0" y="179165"/>
                  </a:cubicBezTo>
                  <a:cubicBezTo>
                    <a:pt x="0" y="147161"/>
                    <a:pt x="8096" y="117538"/>
                    <a:pt x="24193" y="90106"/>
                  </a:cubicBezTo>
                  <a:cubicBezTo>
                    <a:pt x="40386" y="62675"/>
                    <a:pt x="62103" y="40767"/>
                    <a:pt x="89535" y="24479"/>
                  </a:cubicBezTo>
                  <a:cubicBezTo>
                    <a:pt x="116967" y="8192"/>
                    <a:pt x="146304" y="0"/>
                    <a:pt x="177641" y="0"/>
                  </a:cubicBezTo>
                  <a:cubicBezTo>
                    <a:pt x="201168" y="0"/>
                    <a:pt x="223742" y="4667"/>
                    <a:pt x="245269" y="13906"/>
                  </a:cubicBezTo>
                  <a:cubicBezTo>
                    <a:pt x="266795" y="23146"/>
                    <a:pt x="285845" y="36195"/>
                    <a:pt x="302324" y="53054"/>
                  </a:cubicBezTo>
                  <a:lnTo>
                    <a:pt x="275558" y="80296"/>
                  </a:lnTo>
                  <a:cubicBezTo>
                    <a:pt x="262795" y="66484"/>
                    <a:pt x="247841" y="55721"/>
                    <a:pt x="230886" y="48006"/>
                  </a:cubicBezTo>
                  <a:cubicBezTo>
                    <a:pt x="213932" y="40291"/>
                    <a:pt x="196120" y="36385"/>
                    <a:pt x="177641" y="36385"/>
                  </a:cubicBezTo>
                  <a:cubicBezTo>
                    <a:pt x="153067" y="36385"/>
                    <a:pt x="130302" y="42863"/>
                    <a:pt x="109252" y="55817"/>
                  </a:cubicBezTo>
                  <a:cubicBezTo>
                    <a:pt x="88201" y="68771"/>
                    <a:pt x="71342" y="86296"/>
                    <a:pt x="58769" y="108299"/>
                  </a:cubicBezTo>
                  <a:cubicBezTo>
                    <a:pt x="46101" y="130302"/>
                    <a:pt x="39815" y="154019"/>
                    <a:pt x="39815" y="179260"/>
                  </a:cubicBezTo>
                  <a:cubicBezTo>
                    <a:pt x="39815" y="204502"/>
                    <a:pt x="46101" y="228600"/>
                    <a:pt x="58769" y="250412"/>
                  </a:cubicBezTo>
                  <a:cubicBezTo>
                    <a:pt x="71342" y="272320"/>
                    <a:pt x="88201" y="289750"/>
                    <a:pt x="109252" y="302895"/>
                  </a:cubicBezTo>
                  <a:cubicBezTo>
                    <a:pt x="130302" y="316039"/>
                    <a:pt x="153067" y="322612"/>
                    <a:pt x="177641" y="322612"/>
                  </a:cubicBezTo>
                  <a:cubicBezTo>
                    <a:pt x="196120" y="322612"/>
                    <a:pt x="213932" y="318706"/>
                    <a:pt x="230886" y="310991"/>
                  </a:cubicBezTo>
                  <a:cubicBezTo>
                    <a:pt x="247841" y="303276"/>
                    <a:pt x="262795" y="292513"/>
                    <a:pt x="275558" y="278701"/>
                  </a:cubicBezTo>
                  <a:lnTo>
                    <a:pt x="302324" y="305943"/>
                  </a:lnTo>
                  <a:cubicBezTo>
                    <a:pt x="285845" y="322421"/>
                    <a:pt x="266795" y="335375"/>
                    <a:pt x="245269" y="344805"/>
                  </a:cubicBezTo>
                  <a:cubicBezTo>
                    <a:pt x="223742" y="354235"/>
                    <a:pt x="201168" y="358902"/>
                    <a:pt x="177641" y="358902"/>
                  </a:cubicBezTo>
                  <a:cubicBezTo>
                    <a:pt x="146304" y="358902"/>
                    <a:pt x="116967" y="350710"/>
                    <a:pt x="89535" y="334423"/>
                  </a:cubicBezTo>
                  <a:close/>
                </a:path>
              </a:pathLst>
            </a:custGeom>
            <a:solidFill>
              <a:schemeClr val="dk1"/>
            </a:solidFill>
            <a:ln>
              <a:noFill/>
            </a:ln>
          </p:spPr>
          <p:txBody>
            <a:bodyPr spcFirstLastPara="1" wrap="square" lIns="91410" tIns="45688" rIns="91410" bIns="45688" anchor="ctr" anchorCtr="0">
              <a:noAutofit/>
            </a:bodyPr>
            <a:lstStyle/>
            <a:p>
              <a:pPr>
                <a:buClr>
                  <a:srgbClr val="000000"/>
                </a:buClr>
                <a:buSzPts val="800"/>
              </a:pPr>
              <a:endParaRPr sz="1066" dirty="0">
                <a:solidFill>
                  <a:schemeClr val="dk1"/>
                </a:solidFill>
                <a:latin typeface="Arial"/>
                <a:ea typeface="Arial"/>
                <a:cs typeface="Arial"/>
                <a:sym typeface="Arial"/>
              </a:endParaRPr>
            </a:p>
          </p:txBody>
        </p:sp>
        <p:sp>
          <p:nvSpPr>
            <p:cNvPr id="6427" name="Google Shape;6427;p278"/>
            <p:cNvSpPr/>
            <p:nvPr/>
          </p:nvSpPr>
          <p:spPr>
            <a:xfrm>
              <a:off x="6506555" y="3008294"/>
              <a:ext cx="21419" cy="199389"/>
            </a:xfrm>
            <a:custGeom>
              <a:avLst/>
              <a:gdLst/>
              <a:ahLst/>
              <a:cxnLst/>
              <a:rect l="l" t="t" r="r" b="b"/>
              <a:pathLst>
                <a:path w="37909" h="352901" extrusionOk="0">
                  <a:moveTo>
                    <a:pt x="0" y="0"/>
                  </a:moveTo>
                  <a:lnTo>
                    <a:pt x="37909" y="0"/>
                  </a:lnTo>
                  <a:lnTo>
                    <a:pt x="37909" y="352901"/>
                  </a:lnTo>
                  <a:lnTo>
                    <a:pt x="0" y="352901"/>
                  </a:lnTo>
                  <a:lnTo>
                    <a:pt x="0" y="0"/>
                  </a:lnTo>
                  <a:close/>
                </a:path>
              </a:pathLst>
            </a:custGeom>
            <a:solidFill>
              <a:schemeClr val="dk1"/>
            </a:solidFill>
            <a:ln>
              <a:noFill/>
            </a:ln>
          </p:spPr>
          <p:txBody>
            <a:bodyPr spcFirstLastPara="1" wrap="square" lIns="91410" tIns="45688" rIns="91410" bIns="45688" anchor="ctr" anchorCtr="0">
              <a:noAutofit/>
            </a:bodyPr>
            <a:lstStyle/>
            <a:p>
              <a:pPr>
                <a:buClr>
                  <a:srgbClr val="000000"/>
                </a:buClr>
                <a:buSzPts val="800"/>
              </a:pPr>
              <a:endParaRPr sz="1066" dirty="0">
                <a:solidFill>
                  <a:schemeClr val="dk1"/>
                </a:solidFill>
                <a:latin typeface="Arial"/>
                <a:ea typeface="Arial"/>
                <a:cs typeface="Arial"/>
                <a:sym typeface="Arial"/>
              </a:endParaRPr>
            </a:p>
          </p:txBody>
        </p:sp>
        <p:sp>
          <p:nvSpPr>
            <p:cNvPr id="6428" name="Google Shape;6428;p278"/>
            <p:cNvSpPr/>
            <p:nvPr/>
          </p:nvSpPr>
          <p:spPr>
            <a:xfrm>
              <a:off x="6558924" y="3056740"/>
              <a:ext cx="152084" cy="154237"/>
            </a:xfrm>
            <a:custGeom>
              <a:avLst/>
              <a:gdLst/>
              <a:ahLst/>
              <a:cxnLst/>
              <a:rect l="l" t="t" r="r" b="b"/>
              <a:pathLst>
                <a:path w="269176" h="272986" extrusionOk="0">
                  <a:moveTo>
                    <a:pt x="67437" y="254603"/>
                  </a:moveTo>
                  <a:cubicBezTo>
                    <a:pt x="46767" y="242316"/>
                    <a:pt x="30289" y="225647"/>
                    <a:pt x="18192" y="204597"/>
                  </a:cubicBezTo>
                  <a:cubicBezTo>
                    <a:pt x="6096" y="183547"/>
                    <a:pt x="0" y="160782"/>
                    <a:pt x="0" y="136207"/>
                  </a:cubicBezTo>
                  <a:cubicBezTo>
                    <a:pt x="0" y="111633"/>
                    <a:pt x="6096" y="88963"/>
                    <a:pt x="18192" y="68104"/>
                  </a:cubicBezTo>
                  <a:cubicBezTo>
                    <a:pt x="30289" y="47244"/>
                    <a:pt x="46672" y="30670"/>
                    <a:pt x="67437" y="18383"/>
                  </a:cubicBezTo>
                  <a:cubicBezTo>
                    <a:pt x="88106" y="6096"/>
                    <a:pt x="110585" y="0"/>
                    <a:pt x="134874" y="0"/>
                  </a:cubicBezTo>
                  <a:cubicBezTo>
                    <a:pt x="159163" y="0"/>
                    <a:pt x="181451" y="6191"/>
                    <a:pt x="202025" y="18383"/>
                  </a:cubicBezTo>
                  <a:cubicBezTo>
                    <a:pt x="222504" y="30670"/>
                    <a:pt x="238887" y="47244"/>
                    <a:pt x="250984" y="68104"/>
                  </a:cubicBezTo>
                  <a:cubicBezTo>
                    <a:pt x="263080" y="88963"/>
                    <a:pt x="269176" y="111728"/>
                    <a:pt x="269176" y="136207"/>
                  </a:cubicBezTo>
                  <a:cubicBezTo>
                    <a:pt x="269176" y="160687"/>
                    <a:pt x="263080" y="183547"/>
                    <a:pt x="250984" y="204597"/>
                  </a:cubicBezTo>
                  <a:cubicBezTo>
                    <a:pt x="238887" y="225647"/>
                    <a:pt x="222504" y="242316"/>
                    <a:pt x="202025" y="254603"/>
                  </a:cubicBezTo>
                  <a:cubicBezTo>
                    <a:pt x="181451" y="266890"/>
                    <a:pt x="159163" y="272986"/>
                    <a:pt x="134874" y="272986"/>
                  </a:cubicBezTo>
                  <a:cubicBezTo>
                    <a:pt x="110585" y="272986"/>
                    <a:pt x="88201" y="266890"/>
                    <a:pt x="67437" y="254603"/>
                  </a:cubicBezTo>
                  <a:close/>
                  <a:moveTo>
                    <a:pt x="182308" y="225266"/>
                  </a:moveTo>
                  <a:cubicBezTo>
                    <a:pt x="196786" y="216027"/>
                    <a:pt x="208312" y="203454"/>
                    <a:pt x="216884" y="187642"/>
                  </a:cubicBezTo>
                  <a:cubicBezTo>
                    <a:pt x="225457" y="171831"/>
                    <a:pt x="229743" y="154686"/>
                    <a:pt x="229743" y="136112"/>
                  </a:cubicBezTo>
                  <a:cubicBezTo>
                    <a:pt x="229743" y="117538"/>
                    <a:pt x="225457" y="100489"/>
                    <a:pt x="216884" y="84868"/>
                  </a:cubicBezTo>
                  <a:cubicBezTo>
                    <a:pt x="208312" y="69247"/>
                    <a:pt x="196786" y="56769"/>
                    <a:pt x="182308" y="47530"/>
                  </a:cubicBezTo>
                  <a:cubicBezTo>
                    <a:pt x="167830" y="38290"/>
                    <a:pt x="152019" y="33623"/>
                    <a:pt x="134874" y="33623"/>
                  </a:cubicBezTo>
                  <a:cubicBezTo>
                    <a:pt x="117729" y="33623"/>
                    <a:pt x="101822" y="38290"/>
                    <a:pt x="87154" y="47530"/>
                  </a:cubicBezTo>
                  <a:cubicBezTo>
                    <a:pt x="72485" y="56769"/>
                    <a:pt x="60865" y="69247"/>
                    <a:pt x="52292" y="84868"/>
                  </a:cubicBezTo>
                  <a:cubicBezTo>
                    <a:pt x="43720" y="100489"/>
                    <a:pt x="39433" y="117634"/>
                    <a:pt x="39433" y="136112"/>
                  </a:cubicBezTo>
                  <a:cubicBezTo>
                    <a:pt x="39433" y="154591"/>
                    <a:pt x="43720" y="171831"/>
                    <a:pt x="52292" y="187642"/>
                  </a:cubicBezTo>
                  <a:cubicBezTo>
                    <a:pt x="60865" y="203454"/>
                    <a:pt x="72485" y="216027"/>
                    <a:pt x="87154" y="225266"/>
                  </a:cubicBezTo>
                  <a:cubicBezTo>
                    <a:pt x="101822" y="234505"/>
                    <a:pt x="117729" y="239173"/>
                    <a:pt x="134874" y="239173"/>
                  </a:cubicBezTo>
                  <a:cubicBezTo>
                    <a:pt x="152019" y="239173"/>
                    <a:pt x="167830" y="234505"/>
                    <a:pt x="182308" y="225266"/>
                  </a:cubicBezTo>
                  <a:close/>
                </a:path>
              </a:pathLst>
            </a:custGeom>
            <a:solidFill>
              <a:schemeClr val="dk1"/>
            </a:solidFill>
            <a:ln>
              <a:noFill/>
            </a:ln>
          </p:spPr>
          <p:txBody>
            <a:bodyPr spcFirstLastPara="1" wrap="square" lIns="91410" tIns="45688" rIns="91410" bIns="45688" anchor="ctr" anchorCtr="0">
              <a:noAutofit/>
            </a:bodyPr>
            <a:lstStyle/>
            <a:p>
              <a:pPr>
                <a:buClr>
                  <a:srgbClr val="000000"/>
                </a:buClr>
                <a:buSzPts val="800"/>
              </a:pPr>
              <a:endParaRPr sz="1066" dirty="0">
                <a:solidFill>
                  <a:schemeClr val="dk1"/>
                </a:solidFill>
                <a:latin typeface="Arial"/>
                <a:ea typeface="Arial"/>
                <a:cs typeface="Arial"/>
                <a:sym typeface="Arial"/>
              </a:endParaRPr>
            </a:p>
          </p:txBody>
        </p:sp>
        <p:sp>
          <p:nvSpPr>
            <p:cNvPr id="6429" name="Google Shape;6429;p278"/>
            <p:cNvSpPr/>
            <p:nvPr/>
          </p:nvSpPr>
          <p:spPr>
            <a:xfrm>
              <a:off x="6738798" y="3060016"/>
              <a:ext cx="125284" cy="150954"/>
            </a:xfrm>
            <a:custGeom>
              <a:avLst/>
              <a:gdLst/>
              <a:ahLst/>
              <a:cxnLst/>
              <a:rect l="l" t="t" r="r" b="b"/>
              <a:pathLst>
                <a:path w="221741" h="267176" extrusionOk="0">
                  <a:moveTo>
                    <a:pt x="221647" y="190"/>
                  </a:moveTo>
                  <a:lnTo>
                    <a:pt x="221647" y="261175"/>
                  </a:lnTo>
                  <a:lnTo>
                    <a:pt x="183737" y="261175"/>
                  </a:lnTo>
                  <a:lnTo>
                    <a:pt x="183737" y="219742"/>
                  </a:lnTo>
                  <a:cubicBezTo>
                    <a:pt x="176022" y="233839"/>
                    <a:pt x="164402" y="245364"/>
                    <a:pt x="148876" y="254032"/>
                  </a:cubicBezTo>
                  <a:cubicBezTo>
                    <a:pt x="133350" y="262795"/>
                    <a:pt x="116396" y="267176"/>
                    <a:pt x="97917" y="267176"/>
                  </a:cubicBezTo>
                  <a:cubicBezTo>
                    <a:pt x="79438" y="267176"/>
                    <a:pt x="61722" y="262985"/>
                    <a:pt x="46958" y="254508"/>
                  </a:cubicBezTo>
                  <a:cubicBezTo>
                    <a:pt x="32099" y="246126"/>
                    <a:pt x="20574" y="234220"/>
                    <a:pt x="12382" y="218884"/>
                  </a:cubicBezTo>
                  <a:cubicBezTo>
                    <a:pt x="4096" y="203549"/>
                    <a:pt x="0" y="186023"/>
                    <a:pt x="0" y="166116"/>
                  </a:cubicBezTo>
                  <a:lnTo>
                    <a:pt x="0" y="0"/>
                  </a:lnTo>
                  <a:lnTo>
                    <a:pt x="37910" y="0"/>
                  </a:lnTo>
                  <a:lnTo>
                    <a:pt x="37910" y="161068"/>
                  </a:lnTo>
                  <a:cubicBezTo>
                    <a:pt x="37910" y="182594"/>
                    <a:pt x="44005" y="200025"/>
                    <a:pt x="56102" y="213360"/>
                  </a:cubicBezTo>
                  <a:cubicBezTo>
                    <a:pt x="68199" y="226695"/>
                    <a:pt x="83915" y="233267"/>
                    <a:pt x="103061" y="233267"/>
                  </a:cubicBezTo>
                  <a:cubicBezTo>
                    <a:pt x="117538" y="233267"/>
                    <a:pt x="130969" y="230219"/>
                    <a:pt x="143446" y="224218"/>
                  </a:cubicBezTo>
                  <a:cubicBezTo>
                    <a:pt x="155924" y="218122"/>
                    <a:pt x="165735" y="210026"/>
                    <a:pt x="172974" y="199739"/>
                  </a:cubicBezTo>
                  <a:cubicBezTo>
                    <a:pt x="180213" y="189452"/>
                    <a:pt x="183832" y="178308"/>
                    <a:pt x="183832" y="166211"/>
                  </a:cubicBezTo>
                  <a:lnTo>
                    <a:pt x="183832" y="95"/>
                  </a:lnTo>
                  <a:lnTo>
                    <a:pt x="221742" y="95"/>
                  </a:lnTo>
                  <a:close/>
                </a:path>
              </a:pathLst>
            </a:custGeom>
            <a:solidFill>
              <a:schemeClr val="dk1"/>
            </a:solidFill>
            <a:ln>
              <a:noFill/>
            </a:ln>
          </p:spPr>
          <p:txBody>
            <a:bodyPr spcFirstLastPara="1" wrap="square" lIns="91410" tIns="45688" rIns="91410" bIns="45688" anchor="ctr" anchorCtr="0">
              <a:noAutofit/>
            </a:bodyPr>
            <a:lstStyle/>
            <a:p>
              <a:pPr>
                <a:buClr>
                  <a:srgbClr val="000000"/>
                </a:buClr>
                <a:buSzPts val="800"/>
              </a:pPr>
              <a:endParaRPr sz="1066" dirty="0">
                <a:solidFill>
                  <a:schemeClr val="dk1"/>
                </a:solidFill>
                <a:latin typeface="Arial"/>
                <a:ea typeface="Arial"/>
                <a:cs typeface="Arial"/>
                <a:sym typeface="Arial"/>
              </a:endParaRPr>
            </a:p>
          </p:txBody>
        </p:sp>
        <p:sp>
          <p:nvSpPr>
            <p:cNvPr id="6430" name="Google Shape;6430;p278"/>
            <p:cNvSpPr/>
            <p:nvPr/>
          </p:nvSpPr>
          <p:spPr>
            <a:xfrm>
              <a:off x="6896222" y="3008294"/>
              <a:ext cx="142882" cy="202833"/>
            </a:xfrm>
            <a:custGeom>
              <a:avLst/>
              <a:gdLst/>
              <a:ahLst/>
              <a:cxnLst/>
              <a:rect l="l" t="t" r="r" b="b"/>
              <a:pathLst>
                <a:path w="252888" h="358997" extrusionOk="0">
                  <a:moveTo>
                    <a:pt x="252889" y="0"/>
                  </a:moveTo>
                  <a:lnTo>
                    <a:pt x="252889" y="352901"/>
                  </a:lnTo>
                  <a:lnTo>
                    <a:pt x="214979" y="352901"/>
                  </a:lnTo>
                  <a:lnTo>
                    <a:pt x="214979" y="303943"/>
                  </a:lnTo>
                  <a:cubicBezTo>
                    <a:pt x="204883" y="321469"/>
                    <a:pt x="191643" y="334994"/>
                    <a:pt x="175355" y="344614"/>
                  </a:cubicBezTo>
                  <a:cubicBezTo>
                    <a:pt x="159068" y="354235"/>
                    <a:pt x="140589" y="358997"/>
                    <a:pt x="120110" y="358997"/>
                  </a:cubicBezTo>
                  <a:cubicBezTo>
                    <a:pt x="97536" y="358997"/>
                    <a:pt x="77153" y="353187"/>
                    <a:pt x="58769" y="341567"/>
                  </a:cubicBezTo>
                  <a:cubicBezTo>
                    <a:pt x="40386" y="329946"/>
                    <a:pt x="26003" y="313754"/>
                    <a:pt x="15621" y="292894"/>
                  </a:cubicBezTo>
                  <a:cubicBezTo>
                    <a:pt x="5144" y="272034"/>
                    <a:pt x="0" y="248507"/>
                    <a:pt x="0" y="222218"/>
                  </a:cubicBezTo>
                  <a:cubicBezTo>
                    <a:pt x="0" y="195929"/>
                    <a:pt x="5239" y="172498"/>
                    <a:pt x="15621" y="151829"/>
                  </a:cubicBezTo>
                  <a:cubicBezTo>
                    <a:pt x="26098" y="131159"/>
                    <a:pt x="40481" y="114967"/>
                    <a:pt x="58769" y="103346"/>
                  </a:cubicBezTo>
                  <a:cubicBezTo>
                    <a:pt x="77153" y="91726"/>
                    <a:pt x="97536" y="85916"/>
                    <a:pt x="120110" y="85916"/>
                  </a:cubicBezTo>
                  <a:cubicBezTo>
                    <a:pt x="140589" y="85916"/>
                    <a:pt x="159068" y="90678"/>
                    <a:pt x="175355" y="100298"/>
                  </a:cubicBezTo>
                  <a:cubicBezTo>
                    <a:pt x="191643" y="109918"/>
                    <a:pt x="204883" y="123444"/>
                    <a:pt x="214979" y="140970"/>
                  </a:cubicBezTo>
                  <a:lnTo>
                    <a:pt x="214979" y="95"/>
                  </a:lnTo>
                  <a:lnTo>
                    <a:pt x="252889" y="95"/>
                  </a:lnTo>
                  <a:close/>
                  <a:moveTo>
                    <a:pt x="172593" y="311944"/>
                  </a:moveTo>
                  <a:cubicBezTo>
                    <a:pt x="186023" y="303181"/>
                    <a:pt x="196501" y="290989"/>
                    <a:pt x="203930" y="275368"/>
                  </a:cubicBezTo>
                  <a:cubicBezTo>
                    <a:pt x="211360" y="259747"/>
                    <a:pt x="215074" y="241935"/>
                    <a:pt x="215074" y="222123"/>
                  </a:cubicBezTo>
                  <a:cubicBezTo>
                    <a:pt x="215074" y="202311"/>
                    <a:pt x="211360" y="184595"/>
                    <a:pt x="203930" y="169164"/>
                  </a:cubicBezTo>
                  <a:cubicBezTo>
                    <a:pt x="196501" y="153734"/>
                    <a:pt x="186119" y="141542"/>
                    <a:pt x="172593" y="132779"/>
                  </a:cubicBezTo>
                  <a:cubicBezTo>
                    <a:pt x="159163" y="124016"/>
                    <a:pt x="144018" y="119634"/>
                    <a:pt x="127159" y="119634"/>
                  </a:cubicBezTo>
                  <a:cubicBezTo>
                    <a:pt x="110299" y="119634"/>
                    <a:pt x="95250" y="124016"/>
                    <a:pt x="82010" y="132779"/>
                  </a:cubicBezTo>
                  <a:cubicBezTo>
                    <a:pt x="68675" y="141542"/>
                    <a:pt x="58388" y="153638"/>
                    <a:pt x="50959" y="169164"/>
                  </a:cubicBezTo>
                  <a:cubicBezTo>
                    <a:pt x="43529" y="184690"/>
                    <a:pt x="39814" y="202311"/>
                    <a:pt x="39814" y="222123"/>
                  </a:cubicBezTo>
                  <a:cubicBezTo>
                    <a:pt x="39814" y="241935"/>
                    <a:pt x="43529" y="259747"/>
                    <a:pt x="50959" y="275368"/>
                  </a:cubicBezTo>
                  <a:cubicBezTo>
                    <a:pt x="58388" y="290989"/>
                    <a:pt x="68675" y="303181"/>
                    <a:pt x="82010" y="311944"/>
                  </a:cubicBezTo>
                  <a:cubicBezTo>
                    <a:pt x="95345" y="320707"/>
                    <a:pt x="110395" y="325088"/>
                    <a:pt x="127159" y="325088"/>
                  </a:cubicBezTo>
                  <a:cubicBezTo>
                    <a:pt x="143923" y="325088"/>
                    <a:pt x="159163" y="320707"/>
                    <a:pt x="172593" y="311944"/>
                  </a:cubicBezTo>
                  <a:close/>
                </a:path>
              </a:pathLst>
            </a:custGeom>
            <a:solidFill>
              <a:schemeClr val="dk1"/>
            </a:solidFill>
            <a:ln>
              <a:noFill/>
            </a:ln>
          </p:spPr>
          <p:txBody>
            <a:bodyPr spcFirstLastPara="1" wrap="square" lIns="91410" tIns="45688" rIns="91410" bIns="45688" anchor="ctr" anchorCtr="0">
              <a:noAutofit/>
            </a:bodyPr>
            <a:lstStyle/>
            <a:p>
              <a:pPr>
                <a:buClr>
                  <a:srgbClr val="000000"/>
                </a:buClr>
                <a:buSzPts val="800"/>
              </a:pPr>
              <a:endParaRPr sz="1066" dirty="0">
                <a:solidFill>
                  <a:schemeClr val="dk1"/>
                </a:solidFill>
                <a:latin typeface="Arial"/>
                <a:ea typeface="Arial"/>
                <a:cs typeface="Arial"/>
                <a:sym typeface="Arial"/>
              </a:endParaRPr>
            </a:p>
          </p:txBody>
        </p:sp>
        <p:sp>
          <p:nvSpPr>
            <p:cNvPr id="6431" name="Google Shape;6431;p278"/>
            <p:cNvSpPr/>
            <p:nvPr/>
          </p:nvSpPr>
          <p:spPr>
            <a:xfrm>
              <a:off x="5366031" y="3333983"/>
              <a:ext cx="140622" cy="195945"/>
            </a:xfrm>
            <a:custGeom>
              <a:avLst/>
              <a:gdLst/>
              <a:ahLst/>
              <a:cxnLst/>
              <a:rect l="l" t="t" r="r" b="b"/>
              <a:pathLst>
                <a:path w="248888" h="346805" extrusionOk="0">
                  <a:moveTo>
                    <a:pt x="39910" y="37338"/>
                  </a:moveTo>
                  <a:lnTo>
                    <a:pt x="39910" y="151447"/>
                  </a:lnTo>
                  <a:lnTo>
                    <a:pt x="228219" y="151447"/>
                  </a:lnTo>
                  <a:lnTo>
                    <a:pt x="228219" y="188785"/>
                  </a:lnTo>
                  <a:lnTo>
                    <a:pt x="39910" y="188785"/>
                  </a:lnTo>
                  <a:lnTo>
                    <a:pt x="39910" y="346805"/>
                  </a:lnTo>
                  <a:lnTo>
                    <a:pt x="0" y="346805"/>
                  </a:lnTo>
                  <a:lnTo>
                    <a:pt x="0" y="0"/>
                  </a:lnTo>
                  <a:lnTo>
                    <a:pt x="248888" y="0"/>
                  </a:lnTo>
                  <a:lnTo>
                    <a:pt x="248888" y="37338"/>
                  </a:lnTo>
                  <a:lnTo>
                    <a:pt x="39910" y="37338"/>
                  </a:lnTo>
                  <a:close/>
                </a:path>
              </a:pathLst>
            </a:custGeom>
            <a:solidFill>
              <a:schemeClr val="dk1"/>
            </a:solidFill>
            <a:ln>
              <a:noFill/>
            </a:ln>
          </p:spPr>
          <p:txBody>
            <a:bodyPr spcFirstLastPara="1" wrap="square" lIns="91410" tIns="45688" rIns="91410" bIns="45688" anchor="ctr" anchorCtr="0">
              <a:noAutofit/>
            </a:bodyPr>
            <a:lstStyle/>
            <a:p>
              <a:pPr>
                <a:buClr>
                  <a:srgbClr val="000000"/>
                </a:buClr>
                <a:buSzPts val="800"/>
              </a:pPr>
              <a:endParaRPr sz="1066" dirty="0">
                <a:solidFill>
                  <a:schemeClr val="dk1"/>
                </a:solidFill>
                <a:latin typeface="Arial"/>
                <a:ea typeface="Arial"/>
                <a:cs typeface="Arial"/>
                <a:sym typeface="Arial"/>
              </a:endParaRPr>
            </a:p>
          </p:txBody>
        </p:sp>
        <p:sp>
          <p:nvSpPr>
            <p:cNvPr id="6432" name="Google Shape;6432;p278"/>
            <p:cNvSpPr/>
            <p:nvPr/>
          </p:nvSpPr>
          <p:spPr>
            <a:xfrm>
              <a:off x="5521357" y="3378995"/>
              <a:ext cx="152084" cy="154237"/>
            </a:xfrm>
            <a:custGeom>
              <a:avLst/>
              <a:gdLst/>
              <a:ahLst/>
              <a:cxnLst/>
              <a:rect l="l" t="t" r="r" b="b"/>
              <a:pathLst>
                <a:path w="269176" h="272986" extrusionOk="0">
                  <a:moveTo>
                    <a:pt x="67437" y="254603"/>
                  </a:moveTo>
                  <a:cubicBezTo>
                    <a:pt x="46768" y="242316"/>
                    <a:pt x="30290" y="225647"/>
                    <a:pt x="18193" y="204597"/>
                  </a:cubicBezTo>
                  <a:cubicBezTo>
                    <a:pt x="6096" y="183547"/>
                    <a:pt x="0" y="160782"/>
                    <a:pt x="0" y="136207"/>
                  </a:cubicBezTo>
                  <a:cubicBezTo>
                    <a:pt x="0" y="111633"/>
                    <a:pt x="6096" y="88963"/>
                    <a:pt x="18193" y="68104"/>
                  </a:cubicBezTo>
                  <a:cubicBezTo>
                    <a:pt x="30290" y="47244"/>
                    <a:pt x="46673" y="30670"/>
                    <a:pt x="67437" y="18383"/>
                  </a:cubicBezTo>
                  <a:cubicBezTo>
                    <a:pt x="88106" y="6096"/>
                    <a:pt x="110585" y="0"/>
                    <a:pt x="134874" y="0"/>
                  </a:cubicBezTo>
                  <a:cubicBezTo>
                    <a:pt x="159163" y="0"/>
                    <a:pt x="181451" y="6191"/>
                    <a:pt x="202025" y="18383"/>
                  </a:cubicBezTo>
                  <a:cubicBezTo>
                    <a:pt x="222504" y="30670"/>
                    <a:pt x="238887" y="47244"/>
                    <a:pt x="250984" y="68104"/>
                  </a:cubicBezTo>
                  <a:cubicBezTo>
                    <a:pt x="263081" y="88963"/>
                    <a:pt x="269177" y="111728"/>
                    <a:pt x="269177" y="136207"/>
                  </a:cubicBezTo>
                  <a:cubicBezTo>
                    <a:pt x="269177" y="160687"/>
                    <a:pt x="263081" y="183547"/>
                    <a:pt x="250984" y="204597"/>
                  </a:cubicBezTo>
                  <a:cubicBezTo>
                    <a:pt x="238887" y="225647"/>
                    <a:pt x="222504" y="242316"/>
                    <a:pt x="202025" y="254603"/>
                  </a:cubicBezTo>
                  <a:cubicBezTo>
                    <a:pt x="181451" y="266890"/>
                    <a:pt x="159163" y="272986"/>
                    <a:pt x="134874" y="272986"/>
                  </a:cubicBezTo>
                  <a:cubicBezTo>
                    <a:pt x="110585" y="272986"/>
                    <a:pt x="88202" y="266890"/>
                    <a:pt x="67437" y="254603"/>
                  </a:cubicBezTo>
                  <a:close/>
                  <a:moveTo>
                    <a:pt x="182309" y="225266"/>
                  </a:moveTo>
                  <a:cubicBezTo>
                    <a:pt x="196787" y="216027"/>
                    <a:pt x="208312" y="203454"/>
                    <a:pt x="216884" y="187642"/>
                  </a:cubicBezTo>
                  <a:cubicBezTo>
                    <a:pt x="225457" y="171831"/>
                    <a:pt x="229743" y="154686"/>
                    <a:pt x="229743" y="136112"/>
                  </a:cubicBezTo>
                  <a:cubicBezTo>
                    <a:pt x="229743" y="117538"/>
                    <a:pt x="225457" y="100489"/>
                    <a:pt x="216884" y="84868"/>
                  </a:cubicBezTo>
                  <a:cubicBezTo>
                    <a:pt x="208312" y="69247"/>
                    <a:pt x="196787" y="56769"/>
                    <a:pt x="182309" y="47530"/>
                  </a:cubicBezTo>
                  <a:cubicBezTo>
                    <a:pt x="167831" y="38290"/>
                    <a:pt x="152019" y="33623"/>
                    <a:pt x="134874" y="33623"/>
                  </a:cubicBezTo>
                  <a:cubicBezTo>
                    <a:pt x="117729" y="33623"/>
                    <a:pt x="101822" y="38290"/>
                    <a:pt x="87154" y="47530"/>
                  </a:cubicBezTo>
                  <a:cubicBezTo>
                    <a:pt x="72485" y="56769"/>
                    <a:pt x="60865" y="69247"/>
                    <a:pt x="52292" y="84868"/>
                  </a:cubicBezTo>
                  <a:cubicBezTo>
                    <a:pt x="43720" y="100489"/>
                    <a:pt x="39433" y="117634"/>
                    <a:pt x="39433" y="136112"/>
                  </a:cubicBezTo>
                  <a:cubicBezTo>
                    <a:pt x="39433" y="154591"/>
                    <a:pt x="43720" y="171831"/>
                    <a:pt x="52292" y="187642"/>
                  </a:cubicBezTo>
                  <a:cubicBezTo>
                    <a:pt x="60865" y="203454"/>
                    <a:pt x="72485" y="216027"/>
                    <a:pt x="87154" y="225266"/>
                  </a:cubicBezTo>
                  <a:cubicBezTo>
                    <a:pt x="101822" y="234505"/>
                    <a:pt x="117729" y="239173"/>
                    <a:pt x="134874" y="239173"/>
                  </a:cubicBezTo>
                  <a:cubicBezTo>
                    <a:pt x="152019" y="239173"/>
                    <a:pt x="167831" y="234505"/>
                    <a:pt x="182309" y="225266"/>
                  </a:cubicBezTo>
                  <a:close/>
                </a:path>
              </a:pathLst>
            </a:custGeom>
            <a:solidFill>
              <a:schemeClr val="dk1"/>
            </a:solidFill>
            <a:ln>
              <a:noFill/>
            </a:ln>
          </p:spPr>
          <p:txBody>
            <a:bodyPr spcFirstLastPara="1" wrap="square" lIns="91410" tIns="45688" rIns="91410" bIns="45688" anchor="ctr" anchorCtr="0">
              <a:noAutofit/>
            </a:bodyPr>
            <a:lstStyle/>
            <a:p>
              <a:pPr>
                <a:buClr>
                  <a:srgbClr val="000000"/>
                </a:buClr>
                <a:buSzPts val="800"/>
              </a:pPr>
              <a:endParaRPr sz="1066" dirty="0">
                <a:solidFill>
                  <a:schemeClr val="dk1"/>
                </a:solidFill>
                <a:latin typeface="Arial"/>
                <a:ea typeface="Arial"/>
                <a:cs typeface="Arial"/>
                <a:sym typeface="Arial"/>
              </a:endParaRPr>
            </a:p>
          </p:txBody>
        </p:sp>
        <p:sp>
          <p:nvSpPr>
            <p:cNvPr id="6433" name="Google Shape;6433;p278"/>
            <p:cNvSpPr/>
            <p:nvPr/>
          </p:nvSpPr>
          <p:spPr>
            <a:xfrm>
              <a:off x="5701231" y="3382271"/>
              <a:ext cx="125284" cy="150954"/>
            </a:xfrm>
            <a:custGeom>
              <a:avLst/>
              <a:gdLst/>
              <a:ahLst/>
              <a:cxnLst/>
              <a:rect l="l" t="t" r="r" b="b"/>
              <a:pathLst>
                <a:path w="221741" h="267176" extrusionOk="0">
                  <a:moveTo>
                    <a:pt x="221647" y="190"/>
                  </a:moveTo>
                  <a:lnTo>
                    <a:pt x="221647" y="261175"/>
                  </a:lnTo>
                  <a:lnTo>
                    <a:pt x="183737" y="261175"/>
                  </a:lnTo>
                  <a:lnTo>
                    <a:pt x="183737" y="219742"/>
                  </a:lnTo>
                  <a:cubicBezTo>
                    <a:pt x="176022" y="233839"/>
                    <a:pt x="164401" y="245364"/>
                    <a:pt x="148876" y="254032"/>
                  </a:cubicBezTo>
                  <a:cubicBezTo>
                    <a:pt x="133350" y="262795"/>
                    <a:pt x="116396" y="267176"/>
                    <a:pt x="97917" y="267176"/>
                  </a:cubicBezTo>
                  <a:cubicBezTo>
                    <a:pt x="79438" y="267176"/>
                    <a:pt x="61722" y="262985"/>
                    <a:pt x="46958" y="254508"/>
                  </a:cubicBezTo>
                  <a:cubicBezTo>
                    <a:pt x="32099" y="246126"/>
                    <a:pt x="20574" y="234220"/>
                    <a:pt x="12383" y="218884"/>
                  </a:cubicBezTo>
                  <a:cubicBezTo>
                    <a:pt x="4096" y="203549"/>
                    <a:pt x="0" y="186023"/>
                    <a:pt x="0" y="166116"/>
                  </a:cubicBezTo>
                  <a:lnTo>
                    <a:pt x="0" y="0"/>
                  </a:lnTo>
                  <a:lnTo>
                    <a:pt x="37909" y="0"/>
                  </a:lnTo>
                  <a:lnTo>
                    <a:pt x="37909" y="161068"/>
                  </a:lnTo>
                  <a:cubicBezTo>
                    <a:pt x="37909" y="182594"/>
                    <a:pt x="44005" y="200025"/>
                    <a:pt x="56102" y="213360"/>
                  </a:cubicBezTo>
                  <a:cubicBezTo>
                    <a:pt x="68199" y="226695"/>
                    <a:pt x="83915" y="233267"/>
                    <a:pt x="103060" y="233267"/>
                  </a:cubicBezTo>
                  <a:cubicBezTo>
                    <a:pt x="117538" y="233267"/>
                    <a:pt x="130969" y="230219"/>
                    <a:pt x="143446" y="224218"/>
                  </a:cubicBezTo>
                  <a:cubicBezTo>
                    <a:pt x="155924" y="218122"/>
                    <a:pt x="165735" y="210026"/>
                    <a:pt x="172974" y="199739"/>
                  </a:cubicBezTo>
                  <a:cubicBezTo>
                    <a:pt x="180213" y="189452"/>
                    <a:pt x="183833" y="178308"/>
                    <a:pt x="183833" y="166211"/>
                  </a:cubicBezTo>
                  <a:lnTo>
                    <a:pt x="183833" y="95"/>
                  </a:lnTo>
                  <a:lnTo>
                    <a:pt x="221742" y="95"/>
                  </a:lnTo>
                  <a:close/>
                </a:path>
              </a:pathLst>
            </a:custGeom>
            <a:solidFill>
              <a:schemeClr val="dk1"/>
            </a:solidFill>
            <a:ln>
              <a:noFill/>
            </a:ln>
          </p:spPr>
          <p:txBody>
            <a:bodyPr spcFirstLastPara="1" wrap="square" lIns="91410" tIns="45688" rIns="91410" bIns="45688" anchor="ctr" anchorCtr="0">
              <a:noAutofit/>
            </a:bodyPr>
            <a:lstStyle/>
            <a:p>
              <a:pPr>
                <a:buClr>
                  <a:srgbClr val="000000"/>
                </a:buClr>
                <a:buSzPts val="800"/>
              </a:pPr>
              <a:endParaRPr sz="1066" dirty="0">
                <a:solidFill>
                  <a:schemeClr val="dk1"/>
                </a:solidFill>
                <a:latin typeface="Arial"/>
                <a:ea typeface="Arial"/>
                <a:cs typeface="Arial"/>
                <a:sym typeface="Arial"/>
              </a:endParaRPr>
            </a:p>
          </p:txBody>
        </p:sp>
        <p:sp>
          <p:nvSpPr>
            <p:cNvPr id="6434" name="Google Shape;6434;p278"/>
            <p:cNvSpPr/>
            <p:nvPr/>
          </p:nvSpPr>
          <p:spPr>
            <a:xfrm>
              <a:off x="5867786" y="3378944"/>
              <a:ext cx="125284" cy="150901"/>
            </a:xfrm>
            <a:custGeom>
              <a:avLst/>
              <a:gdLst/>
              <a:ahLst/>
              <a:cxnLst/>
              <a:rect l="l" t="t" r="r" b="b"/>
              <a:pathLst>
                <a:path w="221741" h="267081" extrusionOk="0">
                  <a:moveTo>
                    <a:pt x="174784" y="12573"/>
                  </a:moveTo>
                  <a:cubicBezTo>
                    <a:pt x="189548" y="20955"/>
                    <a:pt x="201073" y="32861"/>
                    <a:pt x="209359" y="48196"/>
                  </a:cubicBezTo>
                  <a:cubicBezTo>
                    <a:pt x="217646" y="63532"/>
                    <a:pt x="221742" y="81058"/>
                    <a:pt x="221742" y="100965"/>
                  </a:cubicBezTo>
                  <a:lnTo>
                    <a:pt x="221742" y="267081"/>
                  </a:lnTo>
                  <a:lnTo>
                    <a:pt x="183833" y="267081"/>
                  </a:lnTo>
                  <a:lnTo>
                    <a:pt x="183833" y="106013"/>
                  </a:lnTo>
                  <a:cubicBezTo>
                    <a:pt x="183833" y="84487"/>
                    <a:pt x="177737" y="67056"/>
                    <a:pt x="165640" y="53721"/>
                  </a:cubicBezTo>
                  <a:cubicBezTo>
                    <a:pt x="153543" y="40386"/>
                    <a:pt x="137827" y="33814"/>
                    <a:pt x="118682" y="33814"/>
                  </a:cubicBezTo>
                  <a:cubicBezTo>
                    <a:pt x="104204" y="33814"/>
                    <a:pt x="90773" y="36862"/>
                    <a:pt x="78296" y="42863"/>
                  </a:cubicBezTo>
                  <a:cubicBezTo>
                    <a:pt x="65818" y="48958"/>
                    <a:pt x="56007" y="57055"/>
                    <a:pt x="48768" y="67342"/>
                  </a:cubicBezTo>
                  <a:cubicBezTo>
                    <a:pt x="41529" y="77629"/>
                    <a:pt x="37909" y="88773"/>
                    <a:pt x="37909" y="100870"/>
                  </a:cubicBezTo>
                  <a:lnTo>
                    <a:pt x="37909" y="266986"/>
                  </a:lnTo>
                  <a:lnTo>
                    <a:pt x="0" y="266986"/>
                  </a:lnTo>
                  <a:lnTo>
                    <a:pt x="0" y="6001"/>
                  </a:lnTo>
                  <a:lnTo>
                    <a:pt x="37909" y="6001"/>
                  </a:lnTo>
                  <a:lnTo>
                    <a:pt x="37909" y="47434"/>
                  </a:lnTo>
                  <a:cubicBezTo>
                    <a:pt x="45625" y="33338"/>
                    <a:pt x="57245" y="21908"/>
                    <a:pt x="72771" y="13145"/>
                  </a:cubicBezTo>
                  <a:cubicBezTo>
                    <a:pt x="88202" y="4382"/>
                    <a:pt x="105251" y="0"/>
                    <a:pt x="123730" y="0"/>
                  </a:cubicBezTo>
                  <a:cubicBezTo>
                    <a:pt x="142208" y="0"/>
                    <a:pt x="159925" y="4191"/>
                    <a:pt x="174688" y="12668"/>
                  </a:cubicBezTo>
                  <a:close/>
                </a:path>
              </a:pathLst>
            </a:custGeom>
            <a:solidFill>
              <a:schemeClr val="dk1"/>
            </a:solidFill>
            <a:ln>
              <a:noFill/>
            </a:ln>
          </p:spPr>
          <p:txBody>
            <a:bodyPr spcFirstLastPara="1" wrap="square" lIns="91410" tIns="45688" rIns="91410" bIns="45688" anchor="ctr" anchorCtr="0">
              <a:noAutofit/>
            </a:bodyPr>
            <a:lstStyle/>
            <a:p>
              <a:pPr>
                <a:buClr>
                  <a:srgbClr val="000000"/>
                </a:buClr>
                <a:buSzPts val="800"/>
              </a:pPr>
              <a:endParaRPr sz="1066" dirty="0">
                <a:solidFill>
                  <a:schemeClr val="dk1"/>
                </a:solidFill>
                <a:latin typeface="Arial"/>
                <a:ea typeface="Arial"/>
                <a:cs typeface="Arial"/>
                <a:sym typeface="Arial"/>
              </a:endParaRPr>
            </a:p>
          </p:txBody>
        </p:sp>
        <p:sp>
          <p:nvSpPr>
            <p:cNvPr id="6435" name="Google Shape;6435;p278"/>
            <p:cNvSpPr/>
            <p:nvPr/>
          </p:nvSpPr>
          <p:spPr>
            <a:xfrm>
              <a:off x="6023115" y="3330552"/>
              <a:ext cx="142882" cy="202833"/>
            </a:xfrm>
            <a:custGeom>
              <a:avLst/>
              <a:gdLst/>
              <a:ahLst/>
              <a:cxnLst/>
              <a:rect l="l" t="t" r="r" b="b"/>
              <a:pathLst>
                <a:path w="252888" h="358997" extrusionOk="0">
                  <a:moveTo>
                    <a:pt x="252889" y="0"/>
                  </a:moveTo>
                  <a:lnTo>
                    <a:pt x="252889" y="352901"/>
                  </a:lnTo>
                  <a:lnTo>
                    <a:pt x="214979" y="352901"/>
                  </a:lnTo>
                  <a:lnTo>
                    <a:pt x="214979" y="303943"/>
                  </a:lnTo>
                  <a:cubicBezTo>
                    <a:pt x="204883" y="321469"/>
                    <a:pt x="191643" y="334994"/>
                    <a:pt x="175355" y="344614"/>
                  </a:cubicBezTo>
                  <a:cubicBezTo>
                    <a:pt x="159068" y="354235"/>
                    <a:pt x="140589" y="358997"/>
                    <a:pt x="120110" y="358997"/>
                  </a:cubicBezTo>
                  <a:cubicBezTo>
                    <a:pt x="97536" y="358997"/>
                    <a:pt x="77153" y="353187"/>
                    <a:pt x="58769" y="341567"/>
                  </a:cubicBezTo>
                  <a:cubicBezTo>
                    <a:pt x="40386" y="329946"/>
                    <a:pt x="26003" y="313754"/>
                    <a:pt x="15621" y="292894"/>
                  </a:cubicBezTo>
                  <a:cubicBezTo>
                    <a:pt x="5144" y="272034"/>
                    <a:pt x="0" y="248507"/>
                    <a:pt x="0" y="222218"/>
                  </a:cubicBezTo>
                  <a:cubicBezTo>
                    <a:pt x="0" y="195929"/>
                    <a:pt x="5239" y="172498"/>
                    <a:pt x="15621" y="151829"/>
                  </a:cubicBezTo>
                  <a:cubicBezTo>
                    <a:pt x="26099" y="131159"/>
                    <a:pt x="40481" y="114967"/>
                    <a:pt x="58769" y="103346"/>
                  </a:cubicBezTo>
                  <a:cubicBezTo>
                    <a:pt x="77153" y="91726"/>
                    <a:pt x="97536" y="85916"/>
                    <a:pt x="120110" y="85916"/>
                  </a:cubicBezTo>
                  <a:cubicBezTo>
                    <a:pt x="140589" y="85916"/>
                    <a:pt x="159068" y="90678"/>
                    <a:pt x="175355" y="100298"/>
                  </a:cubicBezTo>
                  <a:cubicBezTo>
                    <a:pt x="191643" y="109918"/>
                    <a:pt x="204883" y="123444"/>
                    <a:pt x="214979" y="140970"/>
                  </a:cubicBezTo>
                  <a:lnTo>
                    <a:pt x="214979" y="95"/>
                  </a:lnTo>
                  <a:lnTo>
                    <a:pt x="252889" y="95"/>
                  </a:lnTo>
                  <a:close/>
                  <a:moveTo>
                    <a:pt x="172688" y="311944"/>
                  </a:moveTo>
                  <a:cubicBezTo>
                    <a:pt x="186119" y="303181"/>
                    <a:pt x="196596" y="290989"/>
                    <a:pt x="204025" y="275368"/>
                  </a:cubicBezTo>
                  <a:cubicBezTo>
                    <a:pt x="211455" y="259747"/>
                    <a:pt x="215170" y="241935"/>
                    <a:pt x="215170" y="222123"/>
                  </a:cubicBezTo>
                  <a:cubicBezTo>
                    <a:pt x="215170" y="202311"/>
                    <a:pt x="211455" y="184595"/>
                    <a:pt x="204025" y="169164"/>
                  </a:cubicBezTo>
                  <a:cubicBezTo>
                    <a:pt x="196596" y="153734"/>
                    <a:pt x="186214" y="141542"/>
                    <a:pt x="172688" y="132779"/>
                  </a:cubicBezTo>
                  <a:cubicBezTo>
                    <a:pt x="159258" y="124016"/>
                    <a:pt x="144113" y="119634"/>
                    <a:pt x="127254" y="119634"/>
                  </a:cubicBezTo>
                  <a:cubicBezTo>
                    <a:pt x="110395" y="119634"/>
                    <a:pt x="95345" y="124016"/>
                    <a:pt x="82106" y="132779"/>
                  </a:cubicBezTo>
                  <a:cubicBezTo>
                    <a:pt x="68771" y="141542"/>
                    <a:pt x="58483" y="153638"/>
                    <a:pt x="51054" y="169164"/>
                  </a:cubicBezTo>
                  <a:cubicBezTo>
                    <a:pt x="43625" y="184690"/>
                    <a:pt x="39910" y="202311"/>
                    <a:pt x="39910" y="222123"/>
                  </a:cubicBezTo>
                  <a:cubicBezTo>
                    <a:pt x="39910" y="241935"/>
                    <a:pt x="43625" y="259747"/>
                    <a:pt x="51054" y="275368"/>
                  </a:cubicBezTo>
                  <a:cubicBezTo>
                    <a:pt x="58483" y="290989"/>
                    <a:pt x="68771" y="303181"/>
                    <a:pt x="82106" y="311944"/>
                  </a:cubicBezTo>
                  <a:cubicBezTo>
                    <a:pt x="95441" y="320707"/>
                    <a:pt x="110490" y="325088"/>
                    <a:pt x="127254" y="325088"/>
                  </a:cubicBezTo>
                  <a:cubicBezTo>
                    <a:pt x="144018" y="325088"/>
                    <a:pt x="159258" y="320707"/>
                    <a:pt x="172688" y="311944"/>
                  </a:cubicBezTo>
                  <a:close/>
                </a:path>
              </a:pathLst>
            </a:custGeom>
            <a:solidFill>
              <a:schemeClr val="dk1"/>
            </a:solidFill>
            <a:ln>
              <a:noFill/>
            </a:ln>
          </p:spPr>
          <p:txBody>
            <a:bodyPr spcFirstLastPara="1" wrap="square" lIns="91410" tIns="45688" rIns="91410" bIns="45688" anchor="ctr" anchorCtr="0">
              <a:noAutofit/>
            </a:bodyPr>
            <a:lstStyle/>
            <a:p>
              <a:pPr>
                <a:buClr>
                  <a:srgbClr val="000000"/>
                </a:buClr>
                <a:buSzPts val="800"/>
              </a:pPr>
              <a:endParaRPr sz="1066" dirty="0">
                <a:solidFill>
                  <a:schemeClr val="dk1"/>
                </a:solidFill>
                <a:latin typeface="Arial"/>
                <a:ea typeface="Arial"/>
                <a:cs typeface="Arial"/>
                <a:sym typeface="Arial"/>
              </a:endParaRPr>
            </a:p>
          </p:txBody>
        </p:sp>
        <p:sp>
          <p:nvSpPr>
            <p:cNvPr id="6436" name="Google Shape;6436;p278"/>
            <p:cNvSpPr/>
            <p:nvPr/>
          </p:nvSpPr>
          <p:spPr>
            <a:xfrm>
              <a:off x="6195202" y="3378944"/>
              <a:ext cx="127275" cy="154291"/>
            </a:xfrm>
            <a:custGeom>
              <a:avLst/>
              <a:gdLst/>
              <a:ahLst/>
              <a:cxnLst/>
              <a:rect l="l" t="t" r="r" b="b"/>
              <a:pathLst>
                <a:path w="225266" h="273081" extrusionOk="0">
                  <a:moveTo>
                    <a:pt x="198215" y="29528"/>
                  </a:moveTo>
                  <a:cubicBezTo>
                    <a:pt x="216217" y="49244"/>
                    <a:pt x="225266" y="75343"/>
                    <a:pt x="225266" y="108013"/>
                  </a:cubicBezTo>
                  <a:lnTo>
                    <a:pt x="225266" y="266986"/>
                  </a:lnTo>
                  <a:lnTo>
                    <a:pt x="187357" y="266986"/>
                  </a:lnTo>
                  <a:lnTo>
                    <a:pt x="187357" y="226124"/>
                  </a:lnTo>
                  <a:cubicBezTo>
                    <a:pt x="178308" y="240983"/>
                    <a:pt x="165259" y="252508"/>
                    <a:pt x="148209" y="260699"/>
                  </a:cubicBezTo>
                  <a:cubicBezTo>
                    <a:pt x="131254" y="268986"/>
                    <a:pt x="113633" y="273082"/>
                    <a:pt x="95440" y="273082"/>
                  </a:cubicBezTo>
                  <a:cubicBezTo>
                    <a:pt x="67532" y="273082"/>
                    <a:pt x="44577" y="265462"/>
                    <a:pt x="26765" y="250317"/>
                  </a:cubicBezTo>
                  <a:cubicBezTo>
                    <a:pt x="8954" y="235172"/>
                    <a:pt x="0" y="214979"/>
                    <a:pt x="0" y="189738"/>
                  </a:cubicBezTo>
                  <a:cubicBezTo>
                    <a:pt x="0" y="172879"/>
                    <a:pt x="4572" y="157829"/>
                    <a:pt x="13906" y="144590"/>
                  </a:cubicBezTo>
                  <a:cubicBezTo>
                    <a:pt x="23146" y="131254"/>
                    <a:pt x="35623" y="121063"/>
                    <a:pt x="51244" y="113824"/>
                  </a:cubicBezTo>
                  <a:cubicBezTo>
                    <a:pt x="66865" y="106585"/>
                    <a:pt x="84010" y="102965"/>
                    <a:pt x="102489" y="102965"/>
                  </a:cubicBezTo>
                  <a:cubicBezTo>
                    <a:pt x="128778" y="102965"/>
                    <a:pt x="156972" y="107823"/>
                    <a:pt x="187262" y="117634"/>
                  </a:cubicBezTo>
                  <a:lnTo>
                    <a:pt x="187262" y="108013"/>
                  </a:lnTo>
                  <a:cubicBezTo>
                    <a:pt x="187262" y="86773"/>
                    <a:pt x="181832" y="68866"/>
                    <a:pt x="171069" y="54292"/>
                  </a:cubicBezTo>
                  <a:cubicBezTo>
                    <a:pt x="160306" y="39624"/>
                    <a:pt x="142113" y="32290"/>
                    <a:pt x="116586" y="32290"/>
                  </a:cubicBezTo>
                  <a:cubicBezTo>
                    <a:pt x="104775" y="32290"/>
                    <a:pt x="92773" y="34385"/>
                    <a:pt x="80486" y="38576"/>
                  </a:cubicBezTo>
                  <a:cubicBezTo>
                    <a:pt x="68199" y="42767"/>
                    <a:pt x="54864" y="48578"/>
                    <a:pt x="40386" y="56007"/>
                  </a:cubicBezTo>
                  <a:lnTo>
                    <a:pt x="25241" y="25241"/>
                  </a:lnTo>
                  <a:cubicBezTo>
                    <a:pt x="58864" y="8382"/>
                    <a:pt x="90202" y="0"/>
                    <a:pt x="119158" y="0"/>
                  </a:cubicBezTo>
                  <a:cubicBezTo>
                    <a:pt x="153829" y="0"/>
                    <a:pt x="180118" y="9811"/>
                    <a:pt x="198120" y="29528"/>
                  </a:cubicBezTo>
                  <a:close/>
                  <a:moveTo>
                    <a:pt x="155353" y="225362"/>
                  </a:moveTo>
                  <a:cubicBezTo>
                    <a:pt x="172021" y="215741"/>
                    <a:pt x="182689" y="202406"/>
                    <a:pt x="187452" y="185261"/>
                  </a:cubicBezTo>
                  <a:lnTo>
                    <a:pt x="187452" y="145352"/>
                  </a:lnTo>
                  <a:cubicBezTo>
                    <a:pt x="161830" y="138303"/>
                    <a:pt x="135636" y="134779"/>
                    <a:pt x="108680" y="134779"/>
                  </a:cubicBezTo>
                  <a:cubicBezTo>
                    <a:pt x="88773" y="134779"/>
                    <a:pt x="71914" y="139827"/>
                    <a:pt x="57912" y="149924"/>
                  </a:cubicBezTo>
                  <a:cubicBezTo>
                    <a:pt x="43910" y="160020"/>
                    <a:pt x="36957" y="172784"/>
                    <a:pt x="36957" y="188309"/>
                  </a:cubicBezTo>
                  <a:cubicBezTo>
                    <a:pt x="36957" y="203835"/>
                    <a:pt x="43053" y="216694"/>
                    <a:pt x="55340" y="225933"/>
                  </a:cubicBezTo>
                  <a:cubicBezTo>
                    <a:pt x="67627" y="235172"/>
                    <a:pt x="83153" y="239840"/>
                    <a:pt x="102013" y="239840"/>
                  </a:cubicBezTo>
                  <a:cubicBezTo>
                    <a:pt x="120872" y="239840"/>
                    <a:pt x="138589" y="235077"/>
                    <a:pt x="155258" y="225457"/>
                  </a:cubicBezTo>
                  <a:close/>
                </a:path>
              </a:pathLst>
            </a:custGeom>
            <a:solidFill>
              <a:schemeClr val="dk1"/>
            </a:solidFill>
            <a:ln>
              <a:noFill/>
            </a:ln>
          </p:spPr>
          <p:txBody>
            <a:bodyPr spcFirstLastPara="1" wrap="square" lIns="91410" tIns="45688" rIns="91410" bIns="45688" anchor="ctr" anchorCtr="0">
              <a:noAutofit/>
            </a:bodyPr>
            <a:lstStyle/>
            <a:p>
              <a:pPr>
                <a:buClr>
                  <a:srgbClr val="000000"/>
                </a:buClr>
                <a:buSzPts val="800"/>
              </a:pPr>
              <a:endParaRPr sz="1066" dirty="0">
                <a:solidFill>
                  <a:schemeClr val="dk1"/>
                </a:solidFill>
                <a:latin typeface="Arial"/>
                <a:ea typeface="Arial"/>
                <a:cs typeface="Arial"/>
                <a:sym typeface="Arial"/>
              </a:endParaRPr>
            </a:p>
          </p:txBody>
        </p:sp>
        <p:sp>
          <p:nvSpPr>
            <p:cNvPr id="6437" name="Google Shape;6437;p278"/>
            <p:cNvSpPr/>
            <p:nvPr/>
          </p:nvSpPr>
          <p:spPr>
            <a:xfrm>
              <a:off x="6340809" y="3341938"/>
              <a:ext cx="86429" cy="191370"/>
            </a:xfrm>
            <a:custGeom>
              <a:avLst/>
              <a:gdLst/>
              <a:ahLst/>
              <a:cxnLst/>
              <a:rect l="l" t="t" r="r" b="b"/>
              <a:pathLst>
                <a:path w="152971" h="338708" extrusionOk="0">
                  <a:moveTo>
                    <a:pt x="152971" y="322040"/>
                  </a:moveTo>
                  <a:cubicBezTo>
                    <a:pt x="138875" y="333184"/>
                    <a:pt x="122682" y="338709"/>
                    <a:pt x="104489" y="338709"/>
                  </a:cubicBezTo>
                  <a:cubicBezTo>
                    <a:pt x="86296" y="338709"/>
                    <a:pt x="70771" y="332518"/>
                    <a:pt x="58769" y="320040"/>
                  </a:cubicBezTo>
                  <a:cubicBezTo>
                    <a:pt x="46863" y="307562"/>
                    <a:pt x="40862" y="291560"/>
                    <a:pt x="40862" y="272129"/>
                  </a:cubicBezTo>
                  <a:lnTo>
                    <a:pt x="40862" y="105537"/>
                  </a:lnTo>
                  <a:lnTo>
                    <a:pt x="0" y="105537"/>
                  </a:lnTo>
                  <a:lnTo>
                    <a:pt x="0" y="71723"/>
                  </a:lnTo>
                  <a:lnTo>
                    <a:pt x="40862" y="71723"/>
                  </a:lnTo>
                  <a:lnTo>
                    <a:pt x="40862" y="0"/>
                  </a:lnTo>
                  <a:lnTo>
                    <a:pt x="78772" y="0"/>
                  </a:lnTo>
                  <a:lnTo>
                    <a:pt x="78772" y="71723"/>
                  </a:lnTo>
                  <a:lnTo>
                    <a:pt x="142875" y="71723"/>
                  </a:lnTo>
                  <a:lnTo>
                    <a:pt x="142875" y="105537"/>
                  </a:lnTo>
                  <a:lnTo>
                    <a:pt x="78772" y="105537"/>
                  </a:lnTo>
                  <a:lnTo>
                    <a:pt x="78772" y="272129"/>
                  </a:lnTo>
                  <a:cubicBezTo>
                    <a:pt x="78772" y="281559"/>
                    <a:pt x="81534" y="289370"/>
                    <a:pt x="87058" y="295561"/>
                  </a:cubicBezTo>
                  <a:cubicBezTo>
                    <a:pt x="92583" y="301752"/>
                    <a:pt x="99250" y="304895"/>
                    <a:pt x="106966" y="304895"/>
                  </a:cubicBezTo>
                  <a:cubicBezTo>
                    <a:pt x="112681" y="304895"/>
                    <a:pt x="117919" y="303848"/>
                    <a:pt x="122587" y="301847"/>
                  </a:cubicBezTo>
                  <a:cubicBezTo>
                    <a:pt x="127254" y="299847"/>
                    <a:pt x="131159" y="297275"/>
                    <a:pt x="134207" y="294323"/>
                  </a:cubicBezTo>
                  <a:lnTo>
                    <a:pt x="152876" y="322136"/>
                  </a:lnTo>
                  <a:close/>
                </a:path>
              </a:pathLst>
            </a:custGeom>
            <a:solidFill>
              <a:schemeClr val="dk1"/>
            </a:solidFill>
            <a:ln>
              <a:noFill/>
            </a:ln>
          </p:spPr>
          <p:txBody>
            <a:bodyPr spcFirstLastPara="1" wrap="square" lIns="91410" tIns="45688" rIns="91410" bIns="45688" anchor="ctr" anchorCtr="0">
              <a:noAutofit/>
            </a:bodyPr>
            <a:lstStyle/>
            <a:p>
              <a:pPr>
                <a:buClr>
                  <a:srgbClr val="000000"/>
                </a:buClr>
                <a:buSzPts val="800"/>
              </a:pPr>
              <a:endParaRPr sz="1066" dirty="0">
                <a:solidFill>
                  <a:schemeClr val="dk1"/>
                </a:solidFill>
                <a:latin typeface="Arial"/>
                <a:ea typeface="Arial"/>
                <a:cs typeface="Arial"/>
                <a:sym typeface="Arial"/>
              </a:endParaRPr>
            </a:p>
          </p:txBody>
        </p:sp>
        <p:sp>
          <p:nvSpPr>
            <p:cNvPr id="6438" name="Google Shape;6438;p278"/>
            <p:cNvSpPr/>
            <p:nvPr/>
          </p:nvSpPr>
          <p:spPr>
            <a:xfrm>
              <a:off x="6446993" y="3327437"/>
              <a:ext cx="28253" cy="202510"/>
            </a:xfrm>
            <a:custGeom>
              <a:avLst/>
              <a:gdLst/>
              <a:ahLst/>
              <a:cxnLst/>
              <a:rect l="l" t="t" r="r" b="b"/>
              <a:pathLst>
                <a:path w="50006" h="358425" extrusionOk="0">
                  <a:moveTo>
                    <a:pt x="7334" y="42386"/>
                  </a:moveTo>
                  <a:cubicBezTo>
                    <a:pt x="2476" y="37338"/>
                    <a:pt x="0" y="31433"/>
                    <a:pt x="0" y="24765"/>
                  </a:cubicBezTo>
                  <a:cubicBezTo>
                    <a:pt x="0" y="18097"/>
                    <a:pt x="2476" y="12192"/>
                    <a:pt x="7334" y="7334"/>
                  </a:cubicBezTo>
                  <a:cubicBezTo>
                    <a:pt x="12192" y="2476"/>
                    <a:pt x="18193" y="0"/>
                    <a:pt x="25241" y="0"/>
                  </a:cubicBezTo>
                  <a:cubicBezTo>
                    <a:pt x="32290" y="0"/>
                    <a:pt x="37814" y="2476"/>
                    <a:pt x="42672" y="7334"/>
                  </a:cubicBezTo>
                  <a:cubicBezTo>
                    <a:pt x="47530" y="12192"/>
                    <a:pt x="50006" y="18002"/>
                    <a:pt x="50006" y="24765"/>
                  </a:cubicBezTo>
                  <a:cubicBezTo>
                    <a:pt x="50006" y="31528"/>
                    <a:pt x="47530" y="37433"/>
                    <a:pt x="42672" y="42386"/>
                  </a:cubicBezTo>
                  <a:cubicBezTo>
                    <a:pt x="37814" y="47434"/>
                    <a:pt x="32004" y="50006"/>
                    <a:pt x="25241" y="50006"/>
                  </a:cubicBezTo>
                  <a:cubicBezTo>
                    <a:pt x="18193" y="50006"/>
                    <a:pt x="12192" y="47434"/>
                    <a:pt x="7334" y="42386"/>
                  </a:cubicBezTo>
                  <a:close/>
                  <a:moveTo>
                    <a:pt x="6096" y="97441"/>
                  </a:moveTo>
                  <a:lnTo>
                    <a:pt x="44005" y="97441"/>
                  </a:lnTo>
                  <a:lnTo>
                    <a:pt x="44005" y="358426"/>
                  </a:lnTo>
                  <a:lnTo>
                    <a:pt x="6096" y="358426"/>
                  </a:lnTo>
                  <a:lnTo>
                    <a:pt x="6096" y="97441"/>
                  </a:lnTo>
                  <a:close/>
                </a:path>
              </a:pathLst>
            </a:custGeom>
            <a:solidFill>
              <a:schemeClr val="dk1"/>
            </a:solidFill>
            <a:ln>
              <a:noFill/>
            </a:ln>
          </p:spPr>
          <p:txBody>
            <a:bodyPr spcFirstLastPara="1" wrap="square" lIns="91410" tIns="45688" rIns="91410" bIns="45688" anchor="ctr" anchorCtr="0">
              <a:noAutofit/>
            </a:bodyPr>
            <a:lstStyle/>
            <a:p>
              <a:pPr>
                <a:buClr>
                  <a:srgbClr val="000000"/>
                </a:buClr>
                <a:buSzPts val="800"/>
              </a:pPr>
              <a:endParaRPr sz="1066" dirty="0">
                <a:solidFill>
                  <a:schemeClr val="dk1"/>
                </a:solidFill>
                <a:latin typeface="Arial"/>
                <a:ea typeface="Arial"/>
                <a:cs typeface="Arial"/>
                <a:sym typeface="Arial"/>
              </a:endParaRPr>
            </a:p>
          </p:txBody>
        </p:sp>
        <p:sp>
          <p:nvSpPr>
            <p:cNvPr id="6439" name="Google Shape;6439;p278"/>
            <p:cNvSpPr/>
            <p:nvPr/>
          </p:nvSpPr>
          <p:spPr>
            <a:xfrm>
              <a:off x="6502045" y="3379000"/>
              <a:ext cx="152084" cy="154237"/>
            </a:xfrm>
            <a:custGeom>
              <a:avLst/>
              <a:gdLst/>
              <a:ahLst/>
              <a:cxnLst/>
              <a:rect l="l" t="t" r="r" b="b"/>
              <a:pathLst>
                <a:path w="269176" h="272986" extrusionOk="0">
                  <a:moveTo>
                    <a:pt x="67437" y="254603"/>
                  </a:moveTo>
                  <a:cubicBezTo>
                    <a:pt x="46768" y="242316"/>
                    <a:pt x="30289" y="225647"/>
                    <a:pt x="18193" y="204597"/>
                  </a:cubicBezTo>
                  <a:cubicBezTo>
                    <a:pt x="6096" y="183547"/>
                    <a:pt x="0" y="160782"/>
                    <a:pt x="0" y="136207"/>
                  </a:cubicBezTo>
                  <a:cubicBezTo>
                    <a:pt x="0" y="111633"/>
                    <a:pt x="6096" y="88963"/>
                    <a:pt x="18193" y="68104"/>
                  </a:cubicBezTo>
                  <a:cubicBezTo>
                    <a:pt x="30289" y="47244"/>
                    <a:pt x="46672" y="30670"/>
                    <a:pt x="67437" y="18383"/>
                  </a:cubicBezTo>
                  <a:cubicBezTo>
                    <a:pt x="88106" y="6096"/>
                    <a:pt x="110585" y="0"/>
                    <a:pt x="134874" y="0"/>
                  </a:cubicBezTo>
                  <a:cubicBezTo>
                    <a:pt x="159163" y="0"/>
                    <a:pt x="181451" y="6191"/>
                    <a:pt x="202025" y="18383"/>
                  </a:cubicBezTo>
                  <a:cubicBezTo>
                    <a:pt x="222504" y="30670"/>
                    <a:pt x="238887" y="47244"/>
                    <a:pt x="250984" y="68104"/>
                  </a:cubicBezTo>
                  <a:cubicBezTo>
                    <a:pt x="263080" y="88963"/>
                    <a:pt x="269176" y="111728"/>
                    <a:pt x="269176" y="136207"/>
                  </a:cubicBezTo>
                  <a:cubicBezTo>
                    <a:pt x="269176" y="160687"/>
                    <a:pt x="263080" y="183547"/>
                    <a:pt x="250984" y="204597"/>
                  </a:cubicBezTo>
                  <a:cubicBezTo>
                    <a:pt x="238887" y="225647"/>
                    <a:pt x="222504" y="242316"/>
                    <a:pt x="202025" y="254603"/>
                  </a:cubicBezTo>
                  <a:cubicBezTo>
                    <a:pt x="181451" y="266890"/>
                    <a:pt x="159163" y="272986"/>
                    <a:pt x="134874" y="272986"/>
                  </a:cubicBezTo>
                  <a:cubicBezTo>
                    <a:pt x="110585" y="272986"/>
                    <a:pt x="88201" y="266890"/>
                    <a:pt x="67437" y="254603"/>
                  </a:cubicBezTo>
                  <a:close/>
                  <a:moveTo>
                    <a:pt x="182213" y="225266"/>
                  </a:moveTo>
                  <a:cubicBezTo>
                    <a:pt x="196691" y="216027"/>
                    <a:pt x="208216" y="203454"/>
                    <a:pt x="216789" y="187642"/>
                  </a:cubicBezTo>
                  <a:cubicBezTo>
                    <a:pt x="225362" y="171831"/>
                    <a:pt x="229648" y="154686"/>
                    <a:pt x="229648" y="136112"/>
                  </a:cubicBezTo>
                  <a:cubicBezTo>
                    <a:pt x="229648" y="117538"/>
                    <a:pt x="225362" y="100489"/>
                    <a:pt x="216789" y="84868"/>
                  </a:cubicBezTo>
                  <a:cubicBezTo>
                    <a:pt x="208216" y="69247"/>
                    <a:pt x="196691" y="56769"/>
                    <a:pt x="182213" y="47530"/>
                  </a:cubicBezTo>
                  <a:cubicBezTo>
                    <a:pt x="167735" y="38290"/>
                    <a:pt x="151924" y="33623"/>
                    <a:pt x="134779" y="33623"/>
                  </a:cubicBezTo>
                  <a:cubicBezTo>
                    <a:pt x="117634" y="33623"/>
                    <a:pt x="101727" y="38290"/>
                    <a:pt x="87058" y="47530"/>
                  </a:cubicBezTo>
                  <a:cubicBezTo>
                    <a:pt x="72390" y="56769"/>
                    <a:pt x="60770" y="69247"/>
                    <a:pt x="52197" y="84868"/>
                  </a:cubicBezTo>
                  <a:cubicBezTo>
                    <a:pt x="43624" y="100489"/>
                    <a:pt x="39338" y="117634"/>
                    <a:pt x="39338" y="136112"/>
                  </a:cubicBezTo>
                  <a:cubicBezTo>
                    <a:pt x="39338" y="154591"/>
                    <a:pt x="43624" y="171831"/>
                    <a:pt x="52197" y="187642"/>
                  </a:cubicBezTo>
                  <a:cubicBezTo>
                    <a:pt x="60770" y="203454"/>
                    <a:pt x="72390" y="216027"/>
                    <a:pt x="87058" y="225266"/>
                  </a:cubicBezTo>
                  <a:cubicBezTo>
                    <a:pt x="101727" y="234505"/>
                    <a:pt x="117634" y="239173"/>
                    <a:pt x="134779" y="239173"/>
                  </a:cubicBezTo>
                  <a:cubicBezTo>
                    <a:pt x="151924" y="239173"/>
                    <a:pt x="167735" y="234505"/>
                    <a:pt x="182213" y="225266"/>
                  </a:cubicBezTo>
                  <a:close/>
                </a:path>
              </a:pathLst>
            </a:custGeom>
            <a:solidFill>
              <a:schemeClr val="dk1"/>
            </a:solidFill>
            <a:ln>
              <a:noFill/>
            </a:ln>
          </p:spPr>
          <p:txBody>
            <a:bodyPr spcFirstLastPara="1" wrap="square" lIns="91410" tIns="45688" rIns="91410" bIns="45688" anchor="ctr" anchorCtr="0">
              <a:noAutofit/>
            </a:bodyPr>
            <a:lstStyle/>
            <a:p>
              <a:pPr>
                <a:buClr>
                  <a:srgbClr val="000000"/>
                </a:buClr>
                <a:buSzPts val="800"/>
              </a:pPr>
              <a:endParaRPr sz="1066" dirty="0">
                <a:solidFill>
                  <a:schemeClr val="dk1"/>
                </a:solidFill>
                <a:latin typeface="Arial"/>
                <a:ea typeface="Arial"/>
                <a:cs typeface="Arial"/>
                <a:sym typeface="Arial"/>
              </a:endParaRPr>
            </a:p>
          </p:txBody>
        </p:sp>
        <p:sp>
          <p:nvSpPr>
            <p:cNvPr id="6440" name="Google Shape;6440;p278"/>
            <p:cNvSpPr/>
            <p:nvPr/>
          </p:nvSpPr>
          <p:spPr>
            <a:xfrm>
              <a:off x="6684606" y="3378946"/>
              <a:ext cx="125284" cy="150901"/>
            </a:xfrm>
            <a:custGeom>
              <a:avLst/>
              <a:gdLst/>
              <a:ahLst/>
              <a:cxnLst/>
              <a:rect l="l" t="t" r="r" b="b"/>
              <a:pathLst>
                <a:path w="221741" h="267081" extrusionOk="0">
                  <a:moveTo>
                    <a:pt x="174784" y="12573"/>
                  </a:moveTo>
                  <a:cubicBezTo>
                    <a:pt x="189547" y="20955"/>
                    <a:pt x="201073" y="32861"/>
                    <a:pt x="209360" y="48196"/>
                  </a:cubicBezTo>
                  <a:cubicBezTo>
                    <a:pt x="217646" y="63532"/>
                    <a:pt x="221742" y="81058"/>
                    <a:pt x="221742" y="100965"/>
                  </a:cubicBezTo>
                  <a:lnTo>
                    <a:pt x="221742" y="267081"/>
                  </a:lnTo>
                  <a:lnTo>
                    <a:pt x="183832" y="267081"/>
                  </a:lnTo>
                  <a:lnTo>
                    <a:pt x="183832" y="106013"/>
                  </a:lnTo>
                  <a:cubicBezTo>
                    <a:pt x="183832" y="84487"/>
                    <a:pt x="177737" y="67056"/>
                    <a:pt x="165640" y="53721"/>
                  </a:cubicBezTo>
                  <a:cubicBezTo>
                    <a:pt x="153543" y="40386"/>
                    <a:pt x="137827" y="33814"/>
                    <a:pt x="118681" y="33814"/>
                  </a:cubicBezTo>
                  <a:cubicBezTo>
                    <a:pt x="104204" y="33814"/>
                    <a:pt x="90773" y="36862"/>
                    <a:pt x="78296" y="42863"/>
                  </a:cubicBezTo>
                  <a:cubicBezTo>
                    <a:pt x="65818" y="48958"/>
                    <a:pt x="56007" y="57055"/>
                    <a:pt x="48768" y="67342"/>
                  </a:cubicBezTo>
                  <a:cubicBezTo>
                    <a:pt x="41529" y="77629"/>
                    <a:pt x="37910" y="88773"/>
                    <a:pt x="37910" y="100870"/>
                  </a:cubicBezTo>
                  <a:lnTo>
                    <a:pt x="37910" y="266986"/>
                  </a:lnTo>
                  <a:lnTo>
                    <a:pt x="0" y="266986"/>
                  </a:lnTo>
                  <a:lnTo>
                    <a:pt x="0" y="6001"/>
                  </a:lnTo>
                  <a:lnTo>
                    <a:pt x="37910" y="6001"/>
                  </a:lnTo>
                  <a:lnTo>
                    <a:pt x="37910" y="47434"/>
                  </a:lnTo>
                  <a:cubicBezTo>
                    <a:pt x="45625" y="33338"/>
                    <a:pt x="57245" y="21908"/>
                    <a:pt x="72771" y="13145"/>
                  </a:cubicBezTo>
                  <a:cubicBezTo>
                    <a:pt x="88202" y="4382"/>
                    <a:pt x="105251" y="0"/>
                    <a:pt x="123730" y="0"/>
                  </a:cubicBezTo>
                  <a:cubicBezTo>
                    <a:pt x="142208" y="0"/>
                    <a:pt x="159925" y="4191"/>
                    <a:pt x="174688" y="12668"/>
                  </a:cubicBezTo>
                  <a:close/>
                </a:path>
              </a:pathLst>
            </a:custGeom>
            <a:solidFill>
              <a:schemeClr val="dk1"/>
            </a:solidFill>
            <a:ln>
              <a:noFill/>
            </a:ln>
          </p:spPr>
          <p:txBody>
            <a:bodyPr spcFirstLastPara="1" wrap="square" lIns="91410" tIns="45688" rIns="91410" bIns="45688" anchor="ctr" anchorCtr="0">
              <a:noAutofit/>
            </a:bodyPr>
            <a:lstStyle/>
            <a:p>
              <a:pPr>
                <a:buClr>
                  <a:srgbClr val="000000"/>
                </a:buClr>
                <a:buSzPts val="800"/>
              </a:pPr>
              <a:endParaRPr sz="1066" dirty="0">
                <a:solidFill>
                  <a:schemeClr val="dk1"/>
                </a:solidFill>
                <a:latin typeface="Arial"/>
                <a:ea typeface="Arial"/>
                <a:cs typeface="Arial"/>
                <a:sym typeface="Arial"/>
              </a:endParaRPr>
            </a:p>
          </p:txBody>
        </p:sp>
      </p:grpSp>
      <p:grpSp>
        <p:nvGrpSpPr>
          <p:cNvPr id="6441" name="Google Shape;6441;p278"/>
          <p:cNvGrpSpPr/>
          <p:nvPr/>
        </p:nvGrpSpPr>
        <p:grpSpPr>
          <a:xfrm>
            <a:off x="5739871" y="2308236"/>
            <a:ext cx="732447" cy="580198"/>
            <a:chOff x="5814796" y="2412598"/>
            <a:chExt cx="550303" cy="436003"/>
          </a:xfrm>
        </p:grpSpPr>
        <p:sp>
          <p:nvSpPr>
            <p:cNvPr id="6442" name="Google Shape;6442;p278"/>
            <p:cNvSpPr/>
            <p:nvPr/>
          </p:nvSpPr>
          <p:spPr>
            <a:xfrm>
              <a:off x="5814796" y="2412598"/>
              <a:ext cx="550303" cy="436003"/>
            </a:xfrm>
            <a:custGeom>
              <a:avLst/>
              <a:gdLst/>
              <a:ahLst/>
              <a:cxnLst/>
              <a:rect l="l" t="t" r="r" b="b"/>
              <a:pathLst>
                <a:path w="1028604" h="814959" extrusionOk="0">
                  <a:moveTo>
                    <a:pt x="933069" y="257747"/>
                  </a:moveTo>
                  <a:cubicBezTo>
                    <a:pt x="893540" y="218218"/>
                    <a:pt x="844868" y="189548"/>
                    <a:pt x="791718" y="174498"/>
                  </a:cubicBezTo>
                  <a:cubicBezTo>
                    <a:pt x="727901" y="66580"/>
                    <a:pt x="611410" y="0"/>
                    <a:pt x="485584" y="0"/>
                  </a:cubicBezTo>
                  <a:cubicBezTo>
                    <a:pt x="390620" y="0"/>
                    <a:pt x="301276" y="36957"/>
                    <a:pt x="234124" y="104108"/>
                  </a:cubicBezTo>
                  <a:cubicBezTo>
                    <a:pt x="190690" y="147542"/>
                    <a:pt x="159258" y="201263"/>
                    <a:pt x="142970" y="259747"/>
                  </a:cubicBezTo>
                  <a:cubicBezTo>
                    <a:pt x="54578" y="314135"/>
                    <a:pt x="0" y="411194"/>
                    <a:pt x="0" y="515207"/>
                  </a:cubicBezTo>
                  <a:cubicBezTo>
                    <a:pt x="0" y="595313"/>
                    <a:pt x="31147" y="670560"/>
                    <a:pt x="87820" y="727139"/>
                  </a:cubicBezTo>
                  <a:cubicBezTo>
                    <a:pt x="114967" y="754285"/>
                    <a:pt x="146399" y="775526"/>
                    <a:pt x="180594" y="790385"/>
                  </a:cubicBezTo>
                  <a:cubicBezTo>
                    <a:pt x="193357" y="795909"/>
                    <a:pt x="206502" y="800576"/>
                    <a:pt x="220027" y="804291"/>
                  </a:cubicBezTo>
                  <a:cubicBezTo>
                    <a:pt x="220027" y="804291"/>
                    <a:pt x="220027" y="804291"/>
                    <a:pt x="220027" y="804291"/>
                  </a:cubicBezTo>
                  <a:lnTo>
                    <a:pt x="254413" y="769906"/>
                  </a:lnTo>
                  <a:cubicBezTo>
                    <a:pt x="254413" y="769906"/>
                    <a:pt x="254413" y="769906"/>
                    <a:pt x="254413" y="769906"/>
                  </a:cubicBezTo>
                  <a:lnTo>
                    <a:pt x="558546" y="465773"/>
                  </a:lnTo>
                  <a:lnTo>
                    <a:pt x="558546" y="581787"/>
                  </a:lnTo>
                  <a:cubicBezTo>
                    <a:pt x="558546" y="593122"/>
                    <a:pt x="567785" y="602361"/>
                    <a:pt x="579120" y="602361"/>
                  </a:cubicBezTo>
                  <a:cubicBezTo>
                    <a:pt x="590455" y="602361"/>
                    <a:pt x="599694" y="593122"/>
                    <a:pt x="599694" y="581787"/>
                  </a:cubicBezTo>
                  <a:lnTo>
                    <a:pt x="599694" y="416147"/>
                  </a:lnTo>
                  <a:lnTo>
                    <a:pt x="599694" y="416147"/>
                  </a:lnTo>
                  <a:lnTo>
                    <a:pt x="599694" y="395573"/>
                  </a:lnTo>
                  <a:lnTo>
                    <a:pt x="413480" y="395573"/>
                  </a:lnTo>
                  <a:cubicBezTo>
                    <a:pt x="402145" y="395573"/>
                    <a:pt x="392906" y="404813"/>
                    <a:pt x="392906" y="416147"/>
                  </a:cubicBezTo>
                  <a:cubicBezTo>
                    <a:pt x="392906" y="427482"/>
                    <a:pt x="402145" y="436721"/>
                    <a:pt x="413480" y="436721"/>
                  </a:cubicBezTo>
                  <a:lnTo>
                    <a:pt x="529495" y="436721"/>
                  </a:lnTo>
                  <a:lnTo>
                    <a:pt x="208788" y="757428"/>
                  </a:lnTo>
                  <a:cubicBezTo>
                    <a:pt x="174688" y="744665"/>
                    <a:pt x="143446" y="724662"/>
                    <a:pt x="116967" y="698087"/>
                  </a:cubicBezTo>
                  <a:cubicBezTo>
                    <a:pt x="68104" y="649224"/>
                    <a:pt x="41243" y="584264"/>
                    <a:pt x="41243" y="515207"/>
                  </a:cubicBezTo>
                  <a:cubicBezTo>
                    <a:pt x="41243" y="423005"/>
                    <a:pt x="90964" y="337090"/>
                    <a:pt x="171069" y="290989"/>
                  </a:cubicBezTo>
                  <a:lnTo>
                    <a:pt x="178594" y="286607"/>
                  </a:lnTo>
                  <a:lnTo>
                    <a:pt x="180689" y="278130"/>
                  </a:lnTo>
                  <a:cubicBezTo>
                    <a:pt x="194405" y="223552"/>
                    <a:pt x="222980" y="173450"/>
                    <a:pt x="263271" y="133160"/>
                  </a:cubicBezTo>
                  <a:cubicBezTo>
                    <a:pt x="322707" y="73724"/>
                    <a:pt x="401669" y="41053"/>
                    <a:pt x="485584" y="41053"/>
                  </a:cubicBezTo>
                  <a:cubicBezTo>
                    <a:pt x="599503" y="41053"/>
                    <a:pt x="704755" y="102775"/>
                    <a:pt x="760190" y="202121"/>
                  </a:cubicBezTo>
                  <a:lnTo>
                    <a:pt x="764476" y="209836"/>
                  </a:lnTo>
                  <a:lnTo>
                    <a:pt x="773049" y="212027"/>
                  </a:lnTo>
                  <a:cubicBezTo>
                    <a:pt x="822293" y="224504"/>
                    <a:pt x="867537" y="250412"/>
                    <a:pt x="903922" y="286798"/>
                  </a:cubicBezTo>
                  <a:cubicBezTo>
                    <a:pt x="957834" y="340709"/>
                    <a:pt x="987457" y="412337"/>
                    <a:pt x="987457" y="488537"/>
                  </a:cubicBezTo>
                  <a:cubicBezTo>
                    <a:pt x="987457" y="564737"/>
                    <a:pt x="957739" y="636365"/>
                    <a:pt x="903922" y="690277"/>
                  </a:cubicBezTo>
                  <a:cubicBezTo>
                    <a:pt x="850011" y="744188"/>
                    <a:pt x="778383" y="773811"/>
                    <a:pt x="702183" y="773811"/>
                  </a:cubicBezTo>
                  <a:lnTo>
                    <a:pt x="341281" y="773811"/>
                  </a:lnTo>
                  <a:lnTo>
                    <a:pt x="300133" y="814959"/>
                  </a:lnTo>
                  <a:lnTo>
                    <a:pt x="702183" y="814959"/>
                  </a:lnTo>
                  <a:cubicBezTo>
                    <a:pt x="789337" y="814959"/>
                    <a:pt x="871347" y="781050"/>
                    <a:pt x="932974" y="719328"/>
                  </a:cubicBezTo>
                  <a:cubicBezTo>
                    <a:pt x="994600" y="657701"/>
                    <a:pt x="1028605" y="575691"/>
                    <a:pt x="1028605" y="488537"/>
                  </a:cubicBezTo>
                  <a:cubicBezTo>
                    <a:pt x="1028605" y="401384"/>
                    <a:pt x="994696" y="319373"/>
                    <a:pt x="932974" y="257747"/>
                  </a:cubicBezTo>
                  <a:close/>
                </a:path>
              </a:pathLst>
            </a:custGeom>
            <a:solidFill>
              <a:srgbClr val="0098C7"/>
            </a:solidFill>
            <a:ln>
              <a:noFill/>
            </a:ln>
          </p:spPr>
          <p:txBody>
            <a:bodyPr spcFirstLastPara="1" wrap="square" lIns="91410" tIns="45688" rIns="91410" bIns="45688" anchor="ctr" anchorCtr="0">
              <a:noAutofit/>
            </a:bodyPr>
            <a:lstStyle/>
            <a:p>
              <a:pPr>
                <a:buClr>
                  <a:srgbClr val="000000"/>
                </a:buClr>
                <a:buSzPts val="800"/>
              </a:pPr>
              <a:endParaRPr sz="1066" dirty="0">
                <a:solidFill>
                  <a:schemeClr val="dk1"/>
                </a:solidFill>
                <a:latin typeface="Arial"/>
                <a:ea typeface="Arial"/>
                <a:cs typeface="Arial"/>
                <a:sym typeface="Arial"/>
              </a:endParaRPr>
            </a:p>
          </p:txBody>
        </p:sp>
        <p:sp>
          <p:nvSpPr>
            <p:cNvPr id="6443" name="Google Shape;6443;p278"/>
            <p:cNvSpPr/>
            <p:nvPr/>
          </p:nvSpPr>
          <p:spPr>
            <a:xfrm>
              <a:off x="5877965" y="2475767"/>
              <a:ext cx="423722" cy="309422"/>
            </a:xfrm>
            <a:custGeom>
              <a:avLst/>
              <a:gdLst/>
              <a:ahLst/>
              <a:cxnLst/>
              <a:rect l="l" t="t" r="r" b="b"/>
              <a:pathLst>
                <a:path w="792003" h="578358" extrusionOk="0">
                  <a:moveTo>
                    <a:pt x="592550" y="162401"/>
                  </a:moveTo>
                  <a:cubicBezTo>
                    <a:pt x="560546" y="66008"/>
                    <a:pt x="470154" y="0"/>
                    <a:pt x="367284" y="0"/>
                  </a:cubicBezTo>
                  <a:cubicBezTo>
                    <a:pt x="241268" y="0"/>
                    <a:pt x="137922" y="98679"/>
                    <a:pt x="130397" y="222790"/>
                  </a:cubicBezTo>
                  <a:cubicBezTo>
                    <a:pt x="53912" y="245174"/>
                    <a:pt x="0" y="315849"/>
                    <a:pt x="0" y="396907"/>
                  </a:cubicBezTo>
                  <a:cubicBezTo>
                    <a:pt x="0" y="462248"/>
                    <a:pt x="34766" y="519684"/>
                    <a:pt x="86773" y="551593"/>
                  </a:cubicBezTo>
                  <a:lnTo>
                    <a:pt x="116967" y="521399"/>
                  </a:lnTo>
                  <a:cubicBezTo>
                    <a:pt x="72009" y="497967"/>
                    <a:pt x="41148" y="451009"/>
                    <a:pt x="41148" y="396907"/>
                  </a:cubicBezTo>
                  <a:cubicBezTo>
                    <a:pt x="41148" y="329851"/>
                    <a:pt x="88868" y="272034"/>
                    <a:pt x="154496" y="259175"/>
                  </a:cubicBezTo>
                  <a:lnTo>
                    <a:pt x="171260" y="255937"/>
                  </a:lnTo>
                  <a:lnTo>
                    <a:pt x="171069" y="238792"/>
                  </a:lnTo>
                  <a:cubicBezTo>
                    <a:pt x="171069" y="238792"/>
                    <a:pt x="171069" y="237839"/>
                    <a:pt x="171069" y="237363"/>
                  </a:cubicBezTo>
                  <a:lnTo>
                    <a:pt x="171069" y="237173"/>
                  </a:lnTo>
                  <a:cubicBezTo>
                    <a:pt x="171069" y="128969"/>
                    <a:pt x="259080" y="41053"/>
                    <a:pt x="367189" y="41053"/>
                  </a:cubicBezTo>
                  <a:cubicBezTo>
                    <a:pt x="456629" y="41053"/>
                    <a:pt x="534734" y="101441"/>
                    <a:pt x="557117" y="188024"/>
                  </a:cubicBezTo>
                  <a:lnTo>
                    <a:pt x="561213" y="204026"/>
                  </a:lnTo>
                  <a:lnTo>
                    <a:pt x="578358" y="203359"/>
                  </a:lnTo>
                  <a:cubicBezTo>
                    <a:pt x="580168" y="203359"/>
                    <a:pt x="582073" y="203264"/>
                    <a:pt x="583883" y="203264"/>
                  </a:cubicBezTo>
                  <a:cubicBezTo>
                    <a:pt x="675894" y="203264"/>
                    <a:pt x="750856" y="278130"/>
                    <a:pt x="750856" y="370237"/>
                  </a:cubicBezTo>
                  <a:cubicBezTo>
                    <a:pt x="750856" y="462344"/>
                    <a:pt x="675989" y="537210"/>
                    <a:pt x="583883" y="537210"/>
                  </a:cubicBezTo>
                  <a:lnTo>
                    <a:pt x="341281" y="537210"/>
                  </a:lnTo>
                  <a:lnTo>
                    <a:pt x="300133" y="578358"/>
                  </a:lnTo>
                  <a:lnTo>
                    <a:pt x="583883" y="578358"/>
                  </a:lnTo>
                  <a:cubicBezTo>
                    <a:pt x="698659" y="578358"/>
                    <a:pt x="792004" y="485013"/>
                    <a:pt x="792004" y="370237"/>
                  </a:cubicBezTo>
                  <a:cubicBezTo>
                    <a:pt x="792004" y="255461"/>
                    <a:pt x="703231" y="166783"/>
                    <a:pt x="592360" y="162306"/>
                  </a:cubicBezTo>
                  <a:close/>
                </a:path>
              </a:pathLst>
            </a:custGeom>
            <a:solidFill>
              <a:srgbClr val="005C8A"/>
            </a:solidFill>
            <a:ln>
              <a:noFill/>
            </a:ln>
          </p:spPr>
          <p:txBody>
            <a:bodyPr spcFirstLastPara="1" wrap="square" lIns="91410" tIns="45688" rIns="91410" bIns="45688" anchor="ctr" anchorCtr="0">
              <a:noAutofit/>
            </a:bodyPr>
            <a:lstStyle/>
            <a:p>
              <a:pPr>
                <a:buClr>
                  <a:srgbClr val="000000"/>
                </a:buClr>
                <a:buSzPts val="800"/>
              </a:pPr>
              <a:endParaRPr sz="1066" dirty="0">
                <a:solidFill>
                  <a:schemeClr val="dk1"/>
                </a:solidFill>
                <a:latin typeface="Arial"/>
                <a:ea typeface="Arial"/>
                <a:cs typeface="Arial"/>
                <a:sym typeface="Arial"/>
              </a:endParaRPr>
            </a:p>
          </p:txBody>
        </p:sp>
      </p:grpSp>
      <p:sp>
        <p:nvSpPr>
          <p:cNvPr id="6444" name="Google Shape;6444;p278"/>
          <p:cNvSpPr>
            <a:spLocks noChangeAspect="1"/>
          </p:cNvSpPr>
          <p:nvPr/>
        </p:nvSpPr>
        <p:spPr>
          <a:xfrm>
            <a:off x="4751856" y="1527043"/>
            <a:ext cx="2718036" cy="2783314"/>
          </a:xfrm>
          <a:custGeom>
            <a:avLst/>
            <a:gdLst/>
            <a:ahLst/>
            <a:cxnLst/>
            <a:rect l="l" t="t" r="r" b="b"/>
            <a:pathLst>
              <a:path w="3172286" h="3248472" extrusionOk="0">
                <a:moveTo>
                  <a:pt x="1586144" y="78900"/>
                </a:moveTo>
                <a:cubicBezTo>
                  <a:pt x="1431299" y="78900"/>
                  <a:pt x="1281951" y="102436"/>
                  <a:pt x="1141482" y="146127"/>
                </a:cubicBezTo>
                <a:lnTo>
                  <a:pt x="1104280" y="159743"/>
                </a:lnTo>
                <a:lnTo>
                  <a:pt x="1098012" y="190792"/>
                </a:lnTo>
                <a:cubicBezTo>
                  <a:pt x="1081345" y="230197"/>
                  <a:pt x="1042327" y="257846"/>
                  <a:pt x="996850" y="257846"/>
                </a:cubicBezTo>
                <a:cubicBezTo>
                  <a:pt x="981692" y="257846"/>
                  <a:pt x="967250" y="254774"/>
                  <a:pt x="954115" y="249218"/>
                </a:cubicBezTo>
                <a:lnTo>
                  <a:pt x="929261" y="232461"/>
                </a:lnTo>
                <a:lnTo>
                  <a:pt x="873386" y="259377"/>
                </a:lnTo>
                <a:cubicBezTo>
                  <a:pt x="661509" y="374475"/>
                  <a:pt x="480562" y="539293"/>
                  <a:pt x="346202" y="738172"/>
                </a:cubicBezTo>
                <a:lnTo>
                  <a:pt x="305609" y="804990"/>
                </a:lnTo>
                <a:lnTo>
                  <a:pt x="323459" y="831465"/>
                </a:lnTo>
                <a:cubicBezTo>
                  <a:pt x="329015" y="844600"/>
                  <a:pt x="332087" y="859041"/>
                  <a:pt x="332087" y="874200"/>
                </a:cubicBezTo>
                <a:cubicBezTo>
                  <a:pt x="332087" y="934835"/>
                  <a:pt x="282933" y="983989"/>
                  <a:pt x="222298" y="983989"/>
                </a:cubicBezTo>
                <a:lnTo>
                  <a:pt x="213165" y="982145"/>
                </a:lnTo>
                <a:lnTo>
                  <a:pt x="208334" y="992173"/>
                </a:lnTo>
                <a:cubicBezTo>
                  <a:pt x="132667" y="1171071"/>
                  <a:pt x="90825" y="1367759"/>
                  <a:pt x="90825" y="1574219"/>
                </a:cubicBezTo>
                <a:cubicBezTo>
                  <a:pt x="90825" y="1625834"/>
                  <a:pt x="93440" y="1676839"/>
                  <a:pt x="98545" y="1727107"/>
                </a:cubicBezTo>
                <a:lnTo>
                  <a:pt x="120436" y="1870546"/>
                </a:lnTo>
                <a:lnTo>
                  <a:pt x="152524" y="1877024"/>
                </a:lnTo>
                <a:cubicBezTo>
                  <a:pt x="191929" y="1893691"/>
                  <a:pt x="219578" y="1932709"/>
                  <a:pt x="219578" y="1978185"/>
                </a:cubicBezTo>
                <a:cubicBezTo>
                  <a:pt x="219578" y="2008503"/>
                  <a:pt x="207289" y="2035950"/>
                  <a:pt x="187421" y="2055818"/>
                </a:cubicBezTo>
                <a:lnTo>
                  <a:pt x="174708" y="2064390"/>
                </a:lnTo>
                <a:lnTo>
                  <a:pt x="208334" y="2156265"/>
                </a:lnTo>
                <a:cubicBezTo>
                  <a:pt x="284002" y="2335162"/>
                  <a:pt x="393494" y="2496270"/>
                  <a:pt x="528794" y="2631569"/>
                </a:cubicBezTo>
                <a:lnTo>
                  <a:pt x="561300" y="2661113"/>
                </a:lnTo>
                <a:lnTo>
                  <a:pt x="561461" y="2661005"/>
                </a:lnTo>
                <a:cubicBezTo>
                  <a:pt x="574596" y="2655449"/>
                  <a:pt x="589037" y="2652377"/>
                  <a:pt x="604196" y="2652377"/>
                </a:cubicBezTo>
                <a:cubicBezTo>
                  <a:pt x="664831" y="2652377"/>
                  <a:pt x="713985" y="2701531"/>
                  <a:pt x="713985" y="2762166"/>
                </a:cubicBezTo>
                <a:lnTo>
                  <a:pt x="709601" y="2783879"/>
                </a:lnTo>
                <a:lnTo>
                  <a:pt x="750097" y="2814161"/>
                </a:lnTo>
                <a:cubicBezTo>
                  <a:pt x="948976" y="2948521"/>
                  <a:pt x="1181915" y="3036293"/>
                  <a:pt x="1433257" y="3061818"/>
                </a:cubicBezTo>
                <a:lnTo>
                  <a:pt x="1512801" y="3065835"/>
                </a:lnTo>
                <a:lnTo>
                  <a:pt x="1516027" y="3061051"/>
                </a:lnTo>
                <a:cubicBezTo>
                  <a:pt x="1535895" y="3041183"/>
                  <a:pt x="1563342" y="3028894"/>
                  <a:pt x="1593659" y="3028894"/>
                </a:cubicBezTo>
                <a:cubicBezTo>
                  <a:pt x="1623977" y="3028894"/>
                  <a:pt x="1651424" y="3041183"/>
                  <a:pt x="1671292" y="3061051"/>
                </a:cubicBezTo>
                <a:lnTo>
                  <a:pt x="1674023" y="3065101"/>
                </a:lnTo>
                <a:lnTo>
                  <a:pt x="1739032" y="3061818"/>
                </a:lnTo>
                <a:cubicBezTo>
                  <a:pt x="1990373" y="3036293"/>
                  <a:pt x="2223313" y="2948521"/>
                  <a:pt x="2422191" y="2814161"/>
                </a:cubicBezTo>
                <a:lnTo>
                  <a:pt x="2462685" y="2783881"/>
                </a:lnTo>
                <a:lnTo>
                  <a:pt x="2458301" y="2762166"/>
                </a:lnTo>
                <a:cubicBezTo>
                  <a:pt x="2458301" y="2701531"/>
                  <a:pt x="2507455" y="2652377"/>
                  <a:pt x="2568090" y="2652377"/>
                </a:cubicBezTo>
                <a:cubicBezTo>
                  <a:pt x="2583249" y="2652377"/>
                  <a:pt x="2597690" y="2655449"/>
                  <a:pt x="2610825" y="2661005"/>
                </a:cubicBezTo>
                <a:lnTo>
                  <a:pt x="2610987" y="2661114"/>
                </a:lnTo>
                <a:lnTo>
                  <a:pt x="2643494" y="2631569"/>
                </a:lnTo>
                <a:cubicBezTo>
                  <a:pt x="2778794" y="2496270"/>
                  <a:pt x="2888286" y="2335162"/>
                  <a:pt x="2963954" y="2156265"/>
                </a:cubicBezTo>
                <a:lnTo>
                  <a:pt x="2997580" y="2064391"/>
                </a:lnTo>
                <a:lnTo>
                  <a:pt x="2984865" y="2055818"/>
                </a:lnTo>
                <a:cubicBezTo>
                  <a:pt x="2964997" y="2035950"/>
                  <a:pt x="2952708" y="2008503"/>
                  <a:pt x="2952708" y="1978185"/>
                </a:cubicBezTo>
                <a:cubicBezTo>
                  <a:pt x="2952708" y="1932709"/>
                  <a:pt x="2980357" y="1893691"/>
                  <a:pt x="3019762" y="1877024"/>
                </a:cubicBezTo>
                <a:lnTo>
                  <a:pt x="3051852" y="1870545"/>
                </a:lnTo>
                <a:lnTo>
                  <a:pt x="3073743" y="1727107"/>
                </a:lnTo>
                <a:cubicBezTo>
                  <a:pt x="3078848" y="1676839"/>
                  <a:pt x="3081463" y="1625834"/>
                  <a:pt x="3081463" y="1574219"/>
                </a:cubicBezTo>
                <a:cubicBezTo>
                  <a:pt x="3081463" y="1367759"/>
                  <a:pt x="3039621" y="1171071"/>
                  <a:pt x="2963954" y="992173"/>
                </a:cubicBezTo>
                <a:lnTo>
                  <a:pt x="2959123" y="982145"/>
                </a:lnTo>
                <a:lnTo>
                  <a:pt x="2949988" y="983989"/>
                </a:lnTo>
                <a:cubicBezTo>
                  <a:pt x="2889353" y="983989"/>
                  <a:pt x="2840199" y="934835"/>
                  <a:pt x="2840199" y="874200"/>
                </a:cubicBezTo>
                <a:cubicBezTo>
                  <a:pt x="2840199" y="859041"/>
                  <a:pt x="2843271" y="844600"/>
                  <a:pt x="2848827" y="831465"/>
                </a:cubicBezTo>
                <a:lnTo>
                  <a:pt x="2866678" y="804988"/>
                </a:lnTo>
                <a:lnTo>
                  <a:pt x="2826086" y="738172"/>
                </a:lnTo>
                <a:cubicBezTo>
                  <a:pt x="2691726" y="539293"/>
                  <a:pt x="2510779" y="374475"/>
                  <a:pt x="2298902" y="259377"/>
                </a:cubicBezTo>
                <a:lnTo>
                  <a:pt x="2243027" y="232460"/>
                </a:lnTo>
                <a:lnTo>
                  <a:pt x="2218171" y="249218"/>
                </a:lnTo>
                <a:cubicBezTo>
                  <a:pt x="2205036" y="254774"/>
                  <a:pt x="2190595" y="257846"/>
                  <a:pt x="2175436" y="257846"/>
                </a:cubicBezTo>
                <a:cubicBezTo>
                  <a:pt x="2129960" y="257846"/>
                  <a:pt x="2090942" y="230197"/>
                  <a:pt x="2074275" y="190792"/>
                </a:cubicBezTo>
                <a:lnTo>
                  <a:pt x="2068006" y="159742"/>
                </a:lnTo>
                <a:lnTo>
                  <a:pt x="2030806" y="146127"/>
                </a:lnTo>
                <a:cubicBezTo>
                  <a:pt x="1890338" y="102436"/>
                  <a:pt x="1740990" y="78900"/>
                  <a:pt x="1586144" y="78900"/>
                </a:cubicBezTo>
                <a:close/>
                <a:moveTo>
                  <a:pt x="1586144" y="0"/>
                </a:moveTo>
                <a:cubicBezTo>
                  <a:pt x="1749160" y="0"/>
                  <a:pt x="1906388" y="24778"/>
                  <a:pt x="2054269" y="70774"/>
                </a:cubicBezTo>
                <a:lnTo>
                  <a:pt x="2088998" y="83485"/>
                </a:lnTo>
                <a:lnTo>
                  <a:pt x="2097804" y="70424"/>
                </a:lnTo>
                <a:cubicBezTo>
                  <a:pt x="2117672" y="50557"/>
                  <a:pt x="2145119" y="38268"/>
                  <a:pt x="2175436" y="38268"/>
                </a:cubicBezTo>
                <a:cubicBezTo>
                  <a:pt x="2236071" y="38268"/>
                  <a:pt x="2285225" y="87422"/>
                  <a:pt x="2285225" y="148057"/>
                </a:cubicBezTo>
                <a:lnTo>
                  <a:pt x="2282054" y="163767"/>
                </a:lnTo>
                <a:lnTo>
                  <a:pt x="2336510" y="190000"/>
                </a:lnTo>
                <a:cubicBezTo>
                  <a:pt x="2559567" y="311171"/>
                  <a:pt x="2750062" y="484686"/>
                  <a:pt x="2891511" y="694058"/>
                </a:cubicBezTo>
                <a:lnTo>
                  <a:pt x="2935971" y="767241"/>
                </a:lnTo>
                <a:lnTo>
                  <a:pt x="2949988" y="764411"/>
                </a:lnTo>
                <a:cubicBezTo>
                  <a:pt x="3010623" y="764411"/>
                  <a:pt x="3059777" y="813565"/>
                  <a:pt x="3059777" y="874200"/>
                </a:cubicBezTo>
                <a:cubicBezTo>
                  <a:pt x="3059777" y="889359"/>
                  <a:pt x="3056705" y="903800"/>
                  <a:pt x="3051150" y="916935"/>
                </a:cubicBezTo>
                <a:lnTo>
                  <a:pt x="3030184" y="948032"/>
                </a:lnTo>
                <a:lnTo>
                  <a:pt x="3036653" y="961462"/>
                </a:lnTo>
                <a:cubicBezTo>
                  <a:pt x="3116313" y="1149799"/>
                  <a:pt x="3160363" y="1356865"/>
                  <a:pt x="3160363" y="1574219"/>
                </a:cubicBezTo>
                <a:cubicBezTo>
                  <a:pt x="3160363" y="1682896"/>
                  <a:pt x="3149351" y="1789001"/>
                  <a:pt x="3128381" y="1891479"/>
                </a:cubicBezTo>
                <a:lnTo>
                  <a:pt x="3128128" y="1892461"/>
                </a:lnTo>
                <a:lnTo>
                  <a:pt x="3140130" y="1900552"/>
                </a:lnTo>
                <a:cubicBezTo>
                  <a:pt x="3159998" y="1920420"/>
                  <a:pt x="3172286" y="1947868"/>
                  <a:pt x="3172286" y="1978185"/>
                </a:cubicBezTo>
                <a:cubicBezTo>
                  <a:pt x="3172286" y="2023661"/>
                  <a:pt x="3144637" y="2062680"/>
                  <a:pt x="3105232" y="2079346"/>
                </a:cubicBezTo>
                <a:lnTo>
                  <a:pt x="3073718" y="2085709"/>
                </a:lnTo>
                <a:lnTo>
                  <a:pt x="3036653" y="2186976"/>
                </a:lnTo>
                <a:cubicBezTo>
                  <a:pt x="2956993" y="2375313"/>
                  <a:pt x="2841724" y="2544921"/>
                  <a:pt x="2699285" y="2687360"/>
                </a:cubicBezTo>
                <a:lnTo>
                  <a:pt x="2667255" y="2716471"/>
                </a:lnTo>
                <a:lnTo>
                  <a:pt x="2669252" y="2719431"/>
                </a:lnTo>
                <a:cubicBezTo>
                  <a:pt x="2674807" y="2732566"/>
                  <a:pt x="2677879" y="2747007"/>
                  <a:pt x="2677879" y="2762166"/>
                </a:cubicBezTo>
                <a:cubicBezTo>
                  <a:pt x="2677879" y="2822801"/>
                  <a:pt x="2628725" y="2871955"/>
                  <a:pt x="2568090" y="2871955"/>
                </a:cubicBezTo>
                <a:cubicBezTo>
                  <a:pt x="2552932" y="2871955"/>
                  <a:pt x="2538490" y="2868883"/>
                  <a:pt x="2525355" y="2863327"/>
                </a:cubicBezTo>
                <a:lnTo>
                  <a:pt x="2505736" y="2850100"/>
                </a:lnTo>
                <a:lnTo>
                  <a:pt x="2466305" y="2879586"/>
                </a:lnTo>
                <a:cubicBezTo>
                  <a:pt x="2256933" y="3021036"/>
                  <a:pt x="2011702" y="3113439"/>
                  <a:pt x="1747099" y="3140311"/>
                </a:cubicBezTo>
                <a:lnTo>
                  <a:pt x="1702667" y="3142554"/>
                </a:lnTo>
                <a:lnTo>
                  <a:pt x="1694821" y="3181418"/>
                </a:lnTo>
                <a:cubicBezTo>
                  <a:pt x="1678154" y="3220823"/>
                  <a:pt x="1639136" y="3248472"/>
                  <a:pt x="1593659" y="3248472"/>
                </a:cubicBezTo>
                <a:cubicBezTo>
                  <a:pt x="1548183" y="3248472"/>
                  <a:pt x="1509165" y="3220823"/>
                  <a:pt x="1492498" y="3181418"/>
                </a:cubicBezTo>
                <a:lnTo>
                  <a:pt x="1484807" y="3143321"/>
                </a:lnTo>
                <a:lnTo>
                  <a:pt x="1425190" y="3140311"/>
                </a:lnTo>
                <a:cubicBezTo>
                  <a:pt x="1160586" y="3113439"/>
                  <a:pt x="915356" y="3021036"/>
                  <a:pt x="705983" y="2879586"/>
                </a:cubicBezTo>
                <a:lnTo>
                  <a:pt x="666551" y="2850099"/>
                </a:lnTo>
                <a:lnTo>
                  <a:pt x="646931" y="2863327"/>
                </a:lnTo>
                <a:cubicBezTo>
                  <a:pt x="633796" y="2868883"/>
                  <a:pt x="619355" y="2871955"/>
                  <a:pt x="604196" y="2871955"/>
                </a:cubicBezTo>
                <a:cubicBezTo>
                  <a:pt x="543561" y="2871955"/>
                  <a:pt x="494407" y="2822801"/>
                  <a:pt x="494407" y="2762166"/>
                </a:cubicBezTo>
                <a:cubicBezTo>
                  <a:pt x="494407" y="2747007"/>
                  <a:pt x="497479" y="2732566"/>
                  <a:pt x="503035" y="2719431"/>
                </a:cubicBezTo>
                <a:lnTo>
                  <a:pt x="505031" y="2716470"/>
                </a:lnTo>
                <a:lnTo>
                  <a:pt x="473003" y="2687360"/>
                </a:lnTo>
                <a:cubicBezTo>
                  <a:pt x="330564" y="2544921"/>
                  <a:pt x="215295" y="2375313"/>
                  <a:pt x="135635" y="2186976"/>
                </a:cubicBezTo>
                <a:lnTo>
                  <a:pt x="98571" y="2085709"/>
                </a:lnTo>
                <a:lnTo>
                  <a:pt x="67054" y="2079346"/>
                </a:lnTo>
                <a:cubicBezTo>
                  <a:pt x="27649" y="2062680"/>
                  <a:pt x="0" y="2023661"/>
                  <a:pt x="0" y="1978185"/>
                </a:cubicBezTo>
                <a:cubicBezTo>
                  <a:pt x="0" y="1947868"/>
                  <a:pt x="12288" y="1920420"/>
                  <a:pt x="32156" y="1900552"/>
                </a:cubicBezTo>
                <a:lnTo>
                  <a:pt x="44159" y="1892460"/>
                </a:lnTo>
                <a:lnTo>
                  <a:pt x="43907" y="1891479"/>
                </a:lnTo>
                <a:cubicBezTo>
                  <a:pt x="22937" y="1789001"/>
                  <a:pt x="11925" y="1682896"/>
                  <a:pt x="11925" y="1574219"/>
                </a:cubicBezTo>
                <a:cubicBezTo>
                  <a:pt x="11925" y="1356865"/>
                  <a:pt x="55975" y="1149799"/>
                  <a:pt x="135635" y="961462"/>
                </a:cubicBezTo>
                <a:lnTo>
                  <a:pt x="142104" y="948034"/>
                </a:lnTo>
                <a:lnTo>
                  <a:pt x="121137" y="916935"/>
                </a:lnTo>
                <a:cubicBezTo>
                  <a:pt x="115581" y="903800"/>
                  <a:pt x="112509" y="889359"/>
                  <a:pt x="112509" y="874200"/>
                </a:cubicBezTo>
                <a:cubicBezTo>
                  <a:pt x="112509" y="813565"/>
                  <a:pt x="161663" y="764411"/>
                  <a:pt x="222298" y="764411"/>
                </a:cubicBezTo>
                <a:lnTo>
                  <a:pt x="236317" y="767241"/>
                </a:lnTo>
                <a:lnTo>
                  <a:pt x="280777" y="694058"/>
                </a:lnTo>
                <a:cubicBezTo>
                  <a:pt x="422226" y="484686"/>
                  <a:pt x="612721" y="311171"/>
                  <a:pt x="835778" y="190000"/>
                </a:cubicBezTo>
                <a:lnTo>
                  <a:pt x="890233" y="163768"/>
                </a:lnTo>
                <a:lnTo>
                  <a:pt x="887061" y="148057"/>
                </a:lnTo>
                <a:cubicBezTo>
                  <a:pt x="887061" y="87422"/>
                  <a:pt x="936215" y="38268"/>
                  <a:pt x="996850" y="38268"/>
                </a:cubicBezTo>
                <a:cubicBezTo>
                  <a:pt x="1027168" y="38268"/>
                  <a:pt x="1054615" y="50557"/>
                  <a:pt x="1074483" y="70424"/>
                </a:cubicBezTo>
                <a:lnTo>
                  <a:pt x="1083289" y="83486"/>
                </a:lnTo>
                <a:lnTo>
                  <a:pt x="1118020" y="70774"/>
                </a:lnTo>
                <a:cubicBezTo>
                  <a:pt x="1265900" y="24778"/>
                  <a:pt x="1423129" y="0"/>
                  <a:pt x="1586144" y="0"/>
                </a:cubicBezTo>
                <a:close/>
              </a:path>
            </a:pathLst>
          </a:custGeom>
          <a:gradFill>
            <a:gsLst>
              <a:gs pos="0">
                <a:srgbClr val="0C88BA"/>
              </a:gs>
              <a:gs pos="8000">
                <a:srgbClr val="0C88BA"/>
              </a:gs>
              <a:gs pos="87000">
                <a:srgbClr val="585999"/>
              </a:gs>
              <a:gs pos="100000">
                <a:srgbClr val="585999"/>
              </a:gs>
            </a:gsLst>
            <a:lin ang="2700006" scaled="0"/>
          </a:gradFill>
          <a:ln>
            <a:noFill/>
          </a:ln>
        </p:spPr>
        <p:txBody>
          <a:bodyPr spcFirstLastPara="1" wrap="square" lIns="91376" tIns="91376" rIns="91376" bIns="91376" anchor="ctr" anchorCtr="0">
            <a:noAutofit/>
          </a:bodyPr>
          <a:lstStyle/>
          <a:p>
            <a:pPr algn="ctr">
              <a:buClr>
                <a:srgbClr val="000000"/>
              </a:buClr>
              <a:buSzPts val="900"/>
            </a:pPr>
            <a:endParaRPr sz="1200" b="1" dirty="0">
              <a:solidFill>
                <a:schemeClr val="lt1"/>
              </a:solidFill>
              <a:latin typeface="Arial"/>
              <a:ea typeface="Arial"/>
              <a:cs typeface="Arial"/>
              <a:sym typeface="Arial"/>
            </a:endParaRPr>
          </a:p>
        </p:txBody>
      </p:sp>
      <p:grpSp>
        <p:nvGrpSpPr>
          <p:cNvPr id="6445" name="Google Shape;6445;p278"/>
          <p:cNvGrpSpPr/>
          <p:nvPr/>
        </p:nvGrpSpPr>
        <p:grpSpPr>
          <a:xfrm>
            <a:off x="7912000" y="3353335"/>
            <a:ext cx="3799411" cy="1093871"/>
            <a:chOff x="6033540" y="2210186"/>
            <a:chExt cx="2850300" cy="820617"/>
          </a:xfrm>
        </p:grpSpPr>
        <p:sp>
          <p:nvSpPr>
            <p:cNvPr id="6452" name="Google Shape;6452;p278"/>
            <p:cNvSpPr/>
            <p:nvPr/>
          </p:nvSpPr>
          <p:spPr>
            <a:xfrm>
              <a:off x="6033540" y="2406861"/>
              <a:ext cx="2850300" cy="553500"/>
            </a:xfrm>
            <a:prstGeom prst="roundRect">
              <a:avLst>
                <a:gd name="adj" fmla="val 0"/>
              </a:avLst>
            </a:prstGeom>
            <a:solidFill>
              <a:schemeClr val="lt1"/>
            </a:solidFill>
            <a:ln>
              <a:noFill/>
            </a:ln>
          </p:spPr>
          <p:txBody>
            <a:bodyPr spcFirstLastPara="1" wrap="square" lIns="91376" tIns="182819" rIns="91376" bIns="0" anchor="t" anchorCtr="0">
              <a:noAutofit/>
            </a:bodyPr>
            <a:lstStyle/>
            <a:p>
              <a:pPr algn="ctr">
                <a:lnSpc>
                  <a:spcPct val="90000"/>
                </a:lnSpc>
                <a:spcBef>
                  <a:spcPts val="667"/>
                </a:spcBef>
                <a:buClr>
                  <a:srgbClr val="000000"/>
                </a:buClr>
                <a:buSzPts val="800"/>
              </a:pPr>
              <a:r>
                <a:rPr lang="en" sz="1066" b="1" dirty="0">
                  <a:solidFill>
                    <a:srgbClr val="535B9A"/>
                  </a:solidFill>
                  <a:latin typeface="Arial"/>
                  <a:ea typeface="Arial"/>
                  <a:cs typeface="Arial"/>
                  <a:sym typeface="Arial"/>
                </a:rPr>
                <a:t>Network Observability </a:t>
              </a:r>
              <a:br>
                <a:rPr lang="en" sz="1066" b="1" dirty="0">
                  <a:solidFill>
                    <a:srgbClr val="535B9A"/>
                  </a:solidFill>
                  <a:latin typeface="Arial"/>
                  <a:ea typeface="Arial"/>
                  <a:cs typeface="Arial"/>
                  <a:sym typeface="Arial"/>
                </a:rPr>
              </a:br>
              <a:r>
                <a:rPr lang="en" sz="1066" b="1" dirty="0">
                  <a:solidFill>
                    <a:srgbClr val="535B9A"/>
                  </a:solidFill>
                  <a:latin typeface="Arial"/>
                  <a:ea typeface="Arial"/>
                  <a:cs typeface="Arial"/>
                  <a:sym typeface="Arial"/>
                </a:rPr>
                <a:t>by Broadcom</a:t>
              </a:r>
              <a:r>
                <a:rPr lang="en" sz="933" dirty="0">
                  <a:solidFill>
                    <a:schemeClr val="dk1"/>
                  </a:solidFill>
                  <a:latin typeface="Arial"/>
                  <a:ea typeface="Arial"/>
                  <a:cs typeface="Arial"/>
                  <a:sym typeface="Arial"/>
                </a:rPr>
                <a:t>  </a:t>
              </a:r>
              <a:endParaRPr sz="1466" dirty="0">
                <a:solidFill>
                  <a:srgbClr val="000000"/>
                </a:solidFill>
                <a:latin typeface="Arial"/>
                <a:ea typeface="Arial"/>
                <a:cs typeface="Arial"/>
                <a:sym typeface="Arial"/>
              </a:endParaRPr>
            </a:p>
          </p:txBody>
        </p:sp>
        <p:sp>
          <p:nvSpPr>
            <p:cNvPr id="6446" name="Google Shape;6446;p278"/>
            <p:cNvSpPr/>
            <p:nvPr/>
          </p:nvSpPr>
          <p:spPr>
            <a:xfrm>
              <a:off x="6093804" y="2240903"/>
              <a:ext cx="2769000" cy="789900"/>
            </a:xfrm>
            <a:prstGeom prst="round2SameRect">
              <a:avLst>
                <a:gd name="adj1" fmla="val 8679"/>
                <a:gd name="adj2" fmla="val 0"/>
              </a:avLst>
            </a:prstGeom>
            <a:noFill/>
            <a:ln w="9525" cap="flat" cmpd="sng">
              <a:solidFill>
                <a:srgbClr val="505E9C"/>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dirty="0">
                <a:solidFill>
                  <a:schemeClr val="lt1"/>
                </a:solidFill>
                <a:latin typeface="Arial"/>
                <a:ea typeface="Arial"/>
                <a:cs typeface="Arial"/>
                <a:sym typeface="Arial"/>
              </a:endParaRPr>
            </a:p>
          </p:txBody>
        </p:sp>
        <p:grpSp>
          <p:nvGrpSpPr>
            <p:cNvPr id="6448" name="Google Shape;6448;p278"/>
            <p:cNvGrpSpPr/>
            <p:nvPr/>
          </p:nvGrpSpPr>
          <p:grpSpPr>
            <a:xfrm>
              <a:off x="6233718" y="2210186"/>
              <a:ext cx="2489389" cy="308475"/>
              <a:chOff x="8266376" y="2302414"/>
              <a:chExt cx="3318300" cy="411300"/>
            </a:xfrm>
          </p:grpSpPr>
          <p:sp>
            <p:nvSpPr>
              <p:cNvPr id="6449" name="Google Shape;6449;p278"/>
              <p:cNvSpPr/>
              <p:nvPr/>
            </p:nvSpPr>
            <p:spPr>
              <a:xfrm>
                <a:off x="8266376" y="2302414"/>
                <a:ext cx="3318300" cy="411300"/>
              </a:xfrm>
              <a:prstGeom prst="roundRect">
                <a:avLst>
                  <a:gd name="adj" fmla="val 50000"/>
                </a:avLst>
              </a:prstGeom>
              <a:solidFill>
                <a:srgbClr val="505E9C"/>
              </a:solidFill>
              <a:ln>
                <a:noFill/>
              </a:ln>
            </p:spPr>
            <p:txBody>
              <a:bodyPr spcFirstLastPara="1" wrap="square" lIns="0" tIns="0" rIns="0" bIns="0" anchor="ctr" anchorCtr="0">
                <a:noAutofit/>
              </a:bodyPr>
              <a:lstStyle/>
              <a:p>
                <a:pPr algn="ctr">
                  <a:lnSpc>
                    <a:spcPct val="90000"/>
                  </a:lnSpc>
                  <a:buClr>
                    <a:srgbClr val="000000"/>
                  </a:buClr>
                  <a:buSzPts val="1100"/>
                </a:pPr>
                <a:r>
                  <a:rPr lang="en" sz="1466" dirty="0">
                    <a:solidFill>
                      <a:srgbClr val="FFFFFF"/>
                    </a:solidFill>
                    <a:latin typeface="Arial"/>
                    <a:ea typeface="Arial"/>
                    <a:cs typeface="Arial"/>
                    <a:sym typeface="Arial"/>
                  </a:rPr>
                  <a:t>Network O</a:t>
                </a:r>
                <a:r>
                  <a:rPr lang="en" sz="1466" dirty="0">
                    <a:solidFill>
                      <a:srgbClr val="FFFFFF"/>
                    </a:solidFill>
                  </a:rPr>
                  <a:t>bservability</a:t>
                </a:r>
                <a:endParaRPr sz="1466" dirty="0">
                  <a:solidFill>
                    <a:srgbClr val="000000"/>
                  </a:solidFill>
                  <a:latin typeface="Arial"/>
                  <a:ea typeface="Arial"/>
                  <a:cs typeface="Arial"/>
                  <a:sym typeface="Arial"/>
                </a:endParaRPr>
              </a:p>
            </p:txBody>
          </p:sp>
          <p:sp>
            <p:nvSpPr>
              <p:cNvPr id="6450" name="Google Shape;6450;p278"/>
              <p:cNvSpPr/>
              <p:nvPr/>
            </p:nvSpPr>
            <p:spPr>
              <a:xfrm>
                <a:off x="11187626" y="2321064"/>
                <a:ext cx="374100" cy="374100"/>
              </a:xfrm>
              <a:prstGeom prst="ellipse">
                <a:avLst/>
              </a:prstGeom>
              <a:solidFill>
                <a:schemeClr val="lt1"/>
              </a:solidFill>
              <a:ln>
                <a:noFill/>
              </a:ln>
            </p:spPr>
            <p:txBody>
              <a:bodyPr spcFirstLastPara="1" wrap="square" lIns="0" tIns="0" rIns="0" bIns="0" anchor="ctr" anchorCtr="0">
                <a:noAutofit/>
              </a:bodyPr>
              <a:lstStyle/>
              <a:p>
                <a:pPr algn="ctr">
                  <a:lnSpc>
                    <a:spcPct val="90000"/>
                  </a:lnSpc>
                  <a:buClr>
                    <a:srgbClr val="000000"/>
                  </a:buClr>
                  <a:buSzPts val="1100"/>
                </a:pPr>
                <a:endParaRPr sz="1466" dirty="0">
                  <a:solidFill>
                    <a:srgbClr val="FFFFFF"/>
                  </a:solidFill>
                  <a:latin typeface="Arial"/>
                  <a:ea typeface="Arial"/>
                  <a:cs typeface="Arial"/>
                  <a:sym typeface="Arial"/>
                </a:endParaRPr>
              </a:p>
            </p:txBody>
          </p:sp>
          <p:sp>
            <p:nvSpPr>
              <p:cNvPr id="6451" name="Google Shape;6451;p278"/>
              <p:cNvSpPr/>
              <p:nvPr/>
            </p:nvSpPr>
            <p:spPr>
              <a:xfrm>
                <a:off x="11245851" y="2358970"/>
                <a:ext cx="264826" cy="283549"/>
              </a:xfrm>
              <a:custGeom>
                <a:avLst/>
                <a:gdLst/>
                <a:ahLst/>
                <a:cxnLst/>
                <a:rect l="l" t="t" r="r" b="b"/>
                <a:pathLst>
                  <a:path w="615874" h="659417" extrusionOk="0">
                    <a:moveTo>
                      <a:pt x="241372" y="551717"/>
                    </a:moveTo>
                    <a:cubicBezTo>
                      <a:pt x="271113" y="551717"/>
                      <a:pt x="295222" y="575826"/>
                      <a:pt x="295222" y="605567"/>
                    </a:cubicBezTo>
                    <a:cubicBezTo>
                      <a:pt x="295222" y="635308"/>
                      <a:pt x="271113" y="659417"/>
                      <a:pt x="241372" y="659417"/>
                    </a:cubicBezTo>
                    <a:cubicBezTo>
                      <a:pt x="211631" y="659417"/>
                      <a:pt x="187522" y="635308"/>
                      <a:pt x="187522" y="605567"/>
                    </a:cubicBezTo>
                    <a:cubicBezTo>
                      <a:pt x="187522" y="575826"/>
                      <a:pt x="211631" y="551717"/>
                      <a:pt x="241372" y="551717"/>
                    </a:cubicBezTo>
                    <a:close/>
                    <a:moveTo>
                      <a:pt x="422014" y="464089"/>
                    </a:moveTo>
                    <a:cubicBezTo>
                      <a:pt x="451876" y="464089"/>
                      <a:pt x="475864" y="488077"/>
                      <a:pt x="475864" y="517939"/>
                    </a:cubicBezTo>
                    <a:cubicBezTo>
                      <a:pt x="475864" y="547801"/>
                      <a:pt x="451876" y="571789"/>
                      <a:pt x="422014" y="571789"/>
                    </a:cubicBezTo>
                    <a:cubicBezTo>
                      <a:pt x="392152" y="571789"/>
                      <a:pt x="368164" y="547801"/>
                      <a:pt x="368164" y="517939"/>
                    </a:cubicBezTo>
                    <a:cubicBezTo>
                      <a:pt x="368164" y="488077"/>
                      <a:pt x="392152" y="464089"/>
                      <a:pt x="422014" y="464089"/>
                    </a:cubicBezTo>
                    <a:close/>
                    <a:moveTo>
                      <a:pt x="52752" y="378403"/>
                    </a:moveTo>
                    <a:cubicBezTo>
                      <a:pt x="59781" y="378265"/>
                      <a:pt x="66971" y="379520"/>
                      <a:pt x="73947" y="382335"/>
                    </a:cubicBezTo>
                    <a:cubicBezTo>
                      <a:pt x="101851" y="393105"/>
                      <a:pt x="115558" y="424436"/>
                      <a:pt x="104299" y="452340"/>
                    </a:cubicBezTo>
                    <a:cubicBezTo>
                      <a:pt x="93529" y="480244"/>
                      <a:pt x="62198" y="493951"/>
                      <a:pt x="34294" y="482692"/>
                    </a:cubicBezTo>
                    <a:cubicBezTo>
                      <a:pt x="6390" y="471922"/>
                      <a:pt x="-7318" y="440591"/>
                      <a:pt x="3942" y="412687"/>
                    </a:cubicBezTo>
                    <a:cubicBezTo>
                      <a:pt x="12020" y="391759"/>
                      <a:pt x="31663" y="378817"/>
                      <a:pt x="52752" y="378403"/>
                    </a:cubicBezTo>
                    <a:close/>
                    <a:moveTo>
                      <a:pt x="249450" y="303884"/>
                    </a:moveTo>
                    <a:cubicBezTo>
                      <a:pt x="239536" y="307066"/>
                      <a:pt x="230847" y="314042"/>
                      <a:pt x="225706" y="324078"/>
                    </a:cubicBezTo>
                    <a:cubicBezTo>
                      <a:pt x="215426" y="344150"/>
                      <a:pt x="223258" y="368627"/>
                      <a:pt x="243330" y="378907"/>
                    </a:cubicBezTo>
                    <a:cubicBezTo>
                      <a:pt x="244309" y="379397"/>
                      <a:pt x="245288" y="379397"/>
                      <a:pt x="246267" y="379397"/>
                    </a:cubicBezTo>
                    <a:cubicBezTo>
                      <a:pt x="248225" y="379397"/>
                      <a:pt x="250673" y="377928"/>
                      <a:pt x="251652" y="375970"/>
                    </a:cubicBezTo>
                    <a:cubicBezTo>
                      <a:pt x="253610" y="373033"/>
                      <a:pt x="252142" y="369117"/>
                      <a:pt x="249204" y="367648"/>
                    </a:cubicBezTo>
                    <a:cubicBezTo>
                      <a:pt x="235008" y="360305"/>
                      <a:pt x="229623" y="343171"/>
                      <a:pt x="236966" y="328974"/>
                    </a:cubicBezTo>
                    <a:cubicBezTo>
                      <a:pt x="244309" y="314777"/>
                      <a:pt x="261933" y="309392"/>
                      <a:pt x="275640" y="316735"/>
                    </a:cubicBezTo>
                    <a:cubicBezTo>
                      <a:pt x="282493" y="320162"/>
                      <a:pt x="287389" y="326037"/>
                      <a:pt x="289837" y="333380"/>
                    </a:cubicBezTo>
                    <a:cubicBezTo>
                      <a:pt x="292284" y="340233"/>
                      <a:pt x="291305" y="348066"/>
                      <a:pt x="287878" y="354920"/>
                    </a:cubicBezTo>
                    <a:cubicBezTo>
                      <a:pt x="285920" y="357857"/>
                      <a:pt x="287389" y="361773"/>
                      <a:pt x="290326" y="363242"/>
                    </a:cubicBezTo>
                    <a:lnTo>
                      <a:pt x="298226" y="360918"/>
                    </a:lnTo>
                    <a:lnTo>
                      <a:pt x="298159" y="361773"/>
                    </a:lnTo>
                    <a:lnTo>
                      <a:pt x="298648" y="360794"/>
                    </a:lnTo>
                    <a:lnTo>
                      <a:pt x="298226" y="360918"/>
                    </a:lnTo>
                    <a:lnTo>
                      <a:pt x="300607" y="330442"/>
                    </a:lnTo>
                    <a:cubicBezTo>
                      <a:pt x="297180" y="320162"/>
                      <a:pt x="290326" y="311350"/>
                      <a:pt x="280535" y="306455"/>
                    </a:cubicBezTo>
                    <a:cubicBezTo>
                      <a:pt x="270500" y="301314"/>
                      <a:pt x="259363" y="300702"/>
                      <a:pt x="249450" y="303884"/>
                    </a:cubicBezTo>
                    <a:close/>
                    <a:moveTo>
                      <a:pt x="562024" y="285405"/>
                    </a:moveTo>
                    <a:cubicBezTo>
                      <a:pt x="591886" y="285405"/>
                      <a:pt x="615874" y="309393"/>
                      <a:pt x="615874" y="339255"/>
                    </a:cubicBezTo>
                    <a:cubicBezTo>
                      <a:pt x="615874" y="369117"/>
                      <a:pt x="591886" y="393105"/>
                      <a:pt x="562024" y="393105"/>
                    </a:cubicBezTo>
                    <a:cubicBezTo>
                      <a:pt x="532162" y="393105"/>
                      <a:pt x="508174" y="369117"/>
                      <a:pt x="508174" y="339255"/>
                    </a:cubicBezTo>
                    <a:cubicBezTo>
                      <a:pt x="508174" y="309393"/>
                      <a:pt x="532162" y="285405"/>
                      <a:pt x="562024" y="285405"/>
                    </a:cubicBezTo>
                    <a:close/>
                    <a:moveTo>
                      <a:pt x="392641" y="201692"/>
                    </a:moveTo>
                    <a:lnTo>
                      <a:pt x="402432" y="212462"/>
                    </a:lnTo>
                    <a:lnTo>
                      <a:pt x="314803" y="289810"/>
                    </a:lnTo>
                    <a:cubicBezTo>
                      <a:pt x="329000" y="303517"/>
                      <a:pt x="337812" y="322120"/>
                      <a:pt x="337812" y="343171"/>
                    </a:cubicBezTo>
                    <a:cubicBezTo>
                      <a:pt x="337812" y="363242"/>
                      <a:pt x="329979" y="381355"/>
                      <a:pt x="317251" y="394573"/>
                    </a:cubicBezTo>
                    <a:lnTo>
                      <a:pt x="370122" y="448912"/>
                    </a:lnTo>
                    <a:lnTo>
                      <a:pt x="368653" y="448423"/>
                    </a:lnTo>
                    <a:lnTo>
                      <a:pt x="358373" y="458703"/>
                    </a:lnTo>
                    <a:lnTo>
                      <a:pt x="305013" y="403874"/>
                    </a:lnTo>
                    <a:cubicBezTo>
                      <a:pt x="292774" y="412686"/>
                      <a:pt x="278087" y="417581"/>
                      <a:pt x="262422" y="417581"/>
                    </a:cubicBezTo>
                    <a:cubicBezTo>
                      <a:pt x="261933" y="417581"/>
                      <a:pt x="260464" y="417581"/>
                      <a:pt x="260464" y="417581"/>
                    </a:cubicBezTo>
                    <a:lnTo>
                      <a:pt x="252631" y="531156"/>
                    </a:lnTo>
                    <a:lnTo>
                      <a:pt x="237945" y="530177"/>
                    </a:lnTo>
                    <a:lnTo>
                      <a:pt x="245778" y="415623"/>
                    </a:lnTo>
                    <a:cubicBezTo>
                      <a:pt x="224238" y="410728"/>
                      <a:pt x="206124" y="396042"/>
                      <a:pt x="196333" y="376460"/>
                    </a:cubicBezTo>
                    <a:lnTo>
                      <a:pt x="133672" y="411217"/>
                    </a:lnTo>
                    <a:lnTo>
                      <a:pt x="126818" y="398489"/>
                    </a:lnTo>
                    <a:lnTo>
                      <a:pt x="191438" y="363242"/>
                    </a:lnTo>
                    <a:cubicBezTo>
                      <a:pt x="189480" y="356878"/>
                      <a:pt x="188501" y="350514"/>
                      <a:pt x="188501" y="343660"/>
                    </a:cubicBezTo>
                    <a:cubicBezTo>
                      <a:pt x="188501" y="324078"/>
                      <a:pt x="196333" y="305965"/>
                      <a:pt x="209062" y="292747"/>
                    </a:cubicBezTo>
                    <a:lnTo>
                      <a:pt x="172346" y="251136"/>
                    </a:lnTo>
                    <a:lnTo>
                      <a:pt x="183116" y="241345"/>
                    </a:lnTo>
                    <a:lnTo>
                      <a:pt x="219832" y="282957"/>
                    </a:lnTo>
                    <a:cubicBezTo>
                      <a:pt x="232070" y="274634"/>
                      <a:pt x="246757" y="269249"/>
                      <a:pt x="262912" y="269249"/>
                    </a:cubicBezTo>
                    <a:cubicBezTo>
                      <a:pt x="278087" y="269249"/>
                      <a:pt x="291305" y="273655"/>
                      <a:pt x="303054" y="280998"/>
                    </a:cubicBezTo>
                    <a:close/>
                    <a:moveTo>
                      <a:pt x="463625" y="103294"/>
                    </a:moveTo>
                    <a:cubicBezTo>
                      <a:pt x="493487" y="103294"/>
                      <a:pt x="517475" y="127282"/>
                      <a:pt x="517475" y="157144"/>
                    </a:cubicBezTo>
                    <a:cubicBezTo>
                      <a:pt x="517475" y="175257"/>
                      <a:pt x="507684" y="190433"/>
                      <a:pt x="493977" y="200224"/>
                    </a:cubicBezTo>
                    <a:lnTo>
                      <a:pt x="534120" y="269739"/>
                    </a:lnTo>
                    <a:lnTo>
                      <a:pt x="521391" y="277083"/>
                    </a:lnTo>
                    <a:lnTo>
                      <a:pt x="481249" y="207078"/>
                    </a:lnTo>
                    <a:cubicBezTo>
                      <a:pt x="475864" y="209036"/>
                      <a:pt x="469989" y="210504"/>
                      <a:pt x="463625" y="210504"/>
                    </a:cubicBezTo>
                    <a:lnTo>
                      <a:pt x="463625" y="210994"/>
                    </a:lnTo>
                    <a:cubicBezTo>
                      <a:pt x="433763" y="210994"/>
                      <a:pt x="409775" y="187006"/>
                      <a:pt x="409775" y="157144"/>
                    </a:cubicBezTo>
                    <a:cubicBezTo>
                      <a:pt x="409775" y="127282"/>
                      <a:pt x="433763" y="103294"/>
                      <a:pt x="463625" y="103294"/>
                    </a:cubicBezTo>
                    <a:close/>
                    <a:moveTo>
                      <a:pt x="217384" y="103294"/>
                    </a:moveTo>
                    <a:lnTo>
                      <a:pt x="227175" y="114554"/>
                    </a:lnTo>
                    <a:lnTo>
                      <a:pt x="176262" y="158613"/>
                    </a:lnTo>
                    <a:cubicBezTo>
                      <a:pt x="180668" y="166445"/>
                      <a:pt x="184095" y="175257"/>
                      <a:pt x="184095" y="185048"/>
                    </a:cubicBezTo>
                    <a:cubicBezTo>
                      <a:pt x="184095" y="214910"/>
                      <a:pt x="160107" y="238898"/>
                      <a:pt x="130245" y="238898"/>
                    </a:cubicBezTo>
                    <a:lnTo>
                      <a:pt x="129755" y="238409"/>
                    </a:lnTo>
                    <a:cubicBezTo>
                      <a:pt x="99893" y="238409"/>
                      <a:pt x="75905" y="214421"/>
                      <a:pt x="75905" y="184559"/>
                    </a:cubicBezTo>
                    <a:cubicBezTo>
                      <a:pt x="75905" y="154696"/>
                      <a:pt x="99893" y="130709"/>
                      <a:pt x="129755" y="130709"/>
                    </a:cubicBezTo>
                    <a:cubicBezTo>
                      <a:pt x="144441" y="130709"/>
                      <a:pt x="157659" y="136583"/>
                      <a:pt x="167450" y="146374"/>
                    </a:cubicBezTo>
                    <a:close/>
                    <a:moveTo>
                      <a:pt x="287389" y="0"/>
                    </a:moveTo>
                    <a:cubicBezTo>
                      <a:pt x="317251" y="0"/>
                      <a:pt x="341239" y="23988"/>
                      <a:pt x="341239" y="53850"/>
                    </a:cubicBezTo>
                    <a:cubicBezTo>
                      <a:pt x="341239" y="83712"/>
                      <a:pt x="317251" y="107700"/>
                      <a:pt x="287389" y="107700"/>
                    </a:cubicBezTo>
                    <a:cubicBezTo>
                      <a:pt x="257527" y="107700"/>
                      <a:pt x="233539" y="83712"/>
                      <a:pt x="233539" y="53850"/>
                    </a:cubicBezTo>
                    <a:cubicBezTo>
                      <a:pt x="233539" y="23988"/>
                      <a:pt x="257527" y="0"/>
                      <a:pt x="287389" y="0"/>
                    </a:cubicBezTo>
                    <a:close/>
                  </a:path>
                </a:pathLst>
              </a:custGeom>
              <a:solidFill>
                <a:srgbClr val="505E9C"/>
              </a:solidFill>
              <a:ln>
                <a:noFill/>
              </a:ln>
            </p:spPr>
            <p:txBody>
              <a:bodyPr spcFirstLastPara="1" wrap="square" lIns="0" tIns="0" rIns="0" bIns="0" anchor="ctr" anchorCtr="0">
                <a:noAutofit/>
              </a:bodyPr>
              <a:lstStyle/>
              <a:p>
                <a:pPr algn="ctr">
                  <a:lnSpc>
                    <a:spcPct val="90000"/>
                  </a:lnSpc>
                  <a:buClr>
                    <a:srgbClr val="000000"/>
                  </a:buClr>
                  <a:buSzPts val="1100"/>
                </a:pPr>
                <a:endParaRPr sz="1466" dirty="0">
                  <a:solidFill>
                    <a:srgbClr val="FFFFFF"/>
                  </a:solidFill>
                  <a:latin typeface="Arial"/>
                  <a:ea typeface="Arial"/>
                  <a:cs typeface="Arial"/>
                  <a:sym typeface="Arial"/>
                </a:endParaRPr>
              </a:p>
            </p:txBody>
          </p:sp>
        </p:grpSp>
        <p:grpSp>
          <p:nvGrpSpPr>
            <p:cNvPr id="6453" name="Google Shape;6453;p278"/>
            <p:cNvGrpSpPr/>
            <p:nvPr/>
          </p:nvGrpSpPr>
          <p:grpSpPr>
            <a:xfrm>
              <a:off x="6190570" y="2835690"/>
              <a:ext cx="2479116" cy="141975"/>
              <a:chOff x="4441917" y="5666198"/>
              <a:chExt cx="3304607" cy="189300"/>
            </a:xfrm>
          </p:grpSpPr>
          <p:cxnSp>
            <p:nvCxnSpPr>
              <p:cNvPr id="6454" name="Google Shape;6454;p278"/>
              <p:cNvCxnSpPr/>
              <p:nvPr/>
            </p:nvCxnSpPr>
            <p:spPr>
              <a:xfrm>
                <a:off x="4475294" y="5760557"/>
                <a:ext cx="3184200" cy="0"/>
              </a:xfrm>
              <a:prstGeom prst="straightConnector1">
                <a:avLst/>
              </a:prstGeom>
              <a:noFill/>
              <a:ln w="9525" cap="rnd" cmpd="sng">
                <a:solidFill>
                  <a:schemeClr val="accent5"/>
                </a:solidFill>
                <a:prstDash val="solid"/>
                <a:miter lim="800000"/>
                <a:headEnd type="none" w="sm" len="sm"/>
                <a:tailEnd type="none" w="sm" len="sm"/>
              </a:ln>
            </p:spPr>
          </p:cxnSp>
          <p:grpSp>
            <p:nvGrpSpPr>
              <p:cNvPr id="6455" name="Google Shape;6455;p278"/>
              <p:cNvGrpSpPr/>
              <p:nvPr/>
            </p:nvGrpSpPr>
            <p:grpSpPr>
              <a:xfrm>
                <a:off x="4441917" y="5666198"/>
                <a:ext cx="3304607" cy="189300"/>
                <a:chOff x="908260" y="5666198"/>
                <a:chExt cx="10372275" cy="189300"/>
              </a:xfrm>
            </p:grpSpPr>
            <p:sp>
              <p:nvSpPr>
                <p:cNvPr id="6456" name="Google Shape;6456;p278"/>
                <p:cNvSpPr/>
                <p:nvPr/>
              </p:nvSpPr>
              <p:spPr>
                <a:xfrm>
                  <a:off x="908260" y="5666198"/>
                  <a:ext cx="3428400" cy="189300"/>
                </a:xfrm>
                <a:prstGeom prst="rect">
                  <a:avLst/>
                </a:prstGeom>
                <a:gradFill>
                  <a:gsLst>
                    <a:gs pos="0">
                      <a:srgbClr val="FFFFFF">
                        <a:alpha val="0"/>
                      </a:srgbClr>
                    </a:gs>
                    <a:gs pos="99000">
                      <a:schemeClr val="lt1"/>
                    </a:gs>
                    <a:gs pos="100000">
                      <a:schemeClr val="lt1"/>
                    </a:gs>
                  </a:gsLst>
                  <a:lin ang="10800025" scaled="0"/>
                </a:gradFill>
                <a:ln>
                  <a:noFill/>
                </a:ln>
              </p:spPr>
              <p:txBody>
                <a:bodyPr spcFirstLastPara="1" wrap="square" lIns="91410" tIns="45688" rIns="91410" bIns="45688" anchor="ctr" anchorCtr="0">
                  <a:noAutofit/>
                </a:bodyPr>
                <a:lstStyle/>
                <a:p>
                  <a:pPr algn="ctr">
                    <a:buClr>
                      <a:srgbClr val="000000"/>
                    </a:buClr>
                    <a:buSzPts val="900"/>
                  </a:pPr>
                  <a:endParaRPr sz="1200" dirty="0">
                    <a:solidFill>
                      <a:schemeClr val="lt1"/>
                    </a:solidFill>
                    <a:latin typeface="Arial"/>
                    <a:ea typeface="Arial"/>
                    <a:cs typeface="Arial"/>
                    <a:sym typeface="Arial"/>
                  </a:endParaRPr>
                </a:p>
              </p:txBody>
            </p:sp>
            <p:sp>
              <p:nvSpPr>
                <p:cNvPr id="6457" name="Google Shape;6457;p278"/>
                <p:cNvSpPr/>
                <p:nvPr/>
              </p:nvSpPr>
              <p:spPr>
                <a:xfrm>
                  <a:off x="7852135" y="5666198"/>
                  <a:ext cx="3428400" cy="189300"/>
                </a:xfrm>
                <a:prstGeom prst="rect">
                  <a:avLst/>
                </a:prstGeom>
                <a:gradFill>
                  <a:gsLst>
                    <a:gs pos="0">
                      <a:srgbClr val="FFFFFF">
                        <a:alpha val="0"/>
                      </a:srgbClr>
                    </a:gs>
                    <a:gs pos="99000">
                      <a:schemeClr val="lt1"/>
                    </a:gs>
                    <a:gs pos="100000">
                      <a:schemeClr val="lt1"/>
                    </a:gs>
                  </a:gsLst>
                  <a:lin ang="0" scaled="0"/>
                </a:gradFill>
                <a:ln>
                  <a:noFill/>
                </a:ln>
              </p:spPr>
              <p:txBody>
                <a:bodyPr spcFirstLastPara="1" wrap="square" lIns="91410" tIns="45688" rIns="91410" bIns="45688" anchor="ctr" anchorCtr="0">
                  <a:noAutofit/>
                </a:bodyPr>
                <a:lstStyle/>
                <a:p>
                  <a:pPr algn="ctr">
                    <a:buClr>
                      <a:srgbClr val="000000"/>
                    </a:buClr>
                    <a:buSzPts val="900"/>
                  </a:pPr>
                  <a:endParaRPr sz="1200" dirty="0">
                    <a:solidFill>
                      <a:schemeClr val="lt1"/>
                    </a:solidFill>
                    <a:latin typeface="Arial"/>
                    <a:ea typeface="Arial"/>
                    <a:cs typeface="Arial"/>
                    <a:sym typeface="Arial"/>
                  </a:endParaRPr>
                </a:p>
              </p:txBody>
            </p:sp>
          </p:grpSp>
        </p:grpSp>
      </p:grpSp>
      <p:grpSp>
        <p:nvGrpSpPr>
          <p:cNvPr id="6458" name="Google Shape;6458;p278"/>
          <p:cNvGrpSpPr/>
          <p:nvPr/>
        </p:nvGrpSpPr>
        <p:grpSpPr>
          <a:xfrm>
            <a:off x="398995" y="3314461"/>
            <a:ext cx="3914214" cy="1496633"/>
            <a:chOff x="134015" y="2210186"/>
            <a:chExt cx="2936425" cy="1122767"/>
          </a:xfrm>
        </p:grpSpPr>
        <p:sp>
          <p:nvSpPr>
            <p:cNvPr id="6459" name="Google Shape;6459;p278"/>
            <p:cNvSpPr/>
            <p:nvPr/>
          </p:nvSpPr>
          <p:spPr>
            <a:xfrm>
              <a:off x="260688" y="2249357"/>
              <a:ext cx="2769000" cy="977700"/>
            </a:xfrm>
            <a:prstGeom prst="roundRect">
              <a:avLst>
                <a:gd name="adj" fmla="val 7011"/>
              </a:avLst>
            </a:prstGeom>
            <a:noFill/>
            <a:ln w="9525" cap="flat" cmpd="sng">
              <a:solidFill>
                <a:srgbClr val="2479AF"/>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dirty="0">
                <a:solidFill>
                  <a:schemeClr val="lt1"/>
                </a:solidFill>
                <a:latin typeface="Arial"/>
                <a:ea typeface="Arial"/>
                <a:cs typeface="Arial"/>
                <a:sym typeface="Arial"/>
              </a:endParaRPr>
            </a:p>
          </p:txBody>
        </p:sp>
        <p:sp>
          <p:nvSpPr>
            <p:cNvPr id="6460" name="Google Shape;6460;p278"/>
            <p:cNvSpPr/>
            <p:nvPr/>
          </p:nvSpPr>
          <p:spPr>
            <a:xfrm>
              <a:off x="220140" y="2355253"/>
              <a:ext cx="2850300" cy="977700"/>
            </a:xfrm>
            <a:prstGeom prst="rect">
              <a:avLst/>
            </a:prstGeom>
            <a:gradFill>
              <a:gsLst>
                <a:gs pos="0">
                  <a:srgbClr val="FFFFFF">
                    <a:alpha val="0"/>
                  </a:srgbClr>
                </a:gs>
                <a:gs pos="72000">
                  <a:schemeClr val="lt1"/>
                </a:gs>
                <a:gs pos="100000">
                  <a:schemeClr val="lt1"/>
                </a:gs>
              </a:gsLst>
              <a:lin ang="5400012" scaled="0"/>
            </a:gradFill>
            <a:ln>
              <a:noFill/>
            </a:ln>
          </p:spPr>
          <p:txBody>
            <a:bodyPr spcFirstLastPara="1" wrap="square" lIns="91410" tIns="45688" rIns="91410" bIns="45688" anchor="ctr" anchorCtr="0">
              <a:noAutofit/>
            </a:bodyPr>
            <a:lstStyle/>
            <a:p>
              <a:pPr algn="ctr">
                <a:buClr>
                  <a:srgbClr val="000000"/>
                </a:buClr>
                <a:buSzPts val="900"/>
              </a:pPr>
              <a:endParaRPr sz="1200" dirty="0">
                <a:solidFill>
                  <a:schemeClr val="lt1"/>
                </a:solidFill>
                <a:latin typeface="Arial"/>
                <a:ea typeface="Arial"/>
                <a:cs typeface="Arial"/>
                <a:sym typeface="Arial"/>
              </a:endParaRPr>
            </a:p>
          </p:txBody>
        </p:sp>
        <p:grpSp>
          <p:nvGrpSpPr>
            <p:cNvPr id="6461" name="Google Shape;6461;p278"/>
            <p:cNvGrpSpPr/>
            <p:nvPr/>
          </p:nvGrpSpPr>
          <p:grpSpPr>
            <a:xfrm>
              <a:off x="400566" y="2210186"/>
              <a:ext cx="2489389" cy="308475"/>
              <a:chOff x="576977" y="2302414"/>
              <a:chExt cx="3318300" cy="411300"/>
            </a:xfrm>
          </p:grpSpPr>
          <p:sp>
            <p:nvSpPr>
              <p:cNvPr id="6462" name="Google Shape;6462;p278"/>
              <p:cNvSpPr/>
              <p:nvPr/>
            </p:nvSpPr>
            <p:spPr>
              <a:xfrm>
                <a:off x="576977" y="2302414"/>
                <a:ext cx="3318300" cy="411300"/>
              </a:xfrm>
              <a:prstGeom prst="roundRect">
                <a:avLst>
                  <a:gd name="adj" fmla="val 50000"/>
                </a:avLst>
              </a:prstGeom>
              <a:solidFill>
                <a:srgbClr val="2479AF"/>
              </a:solidFill>
              <a:ln>
                <a:noFill/>
              </a:ln>
            </p:spPr>
            <p:txBody>
              <a:bodyPr spcFirstLastPara="1" wrap="square" lIns="0" tIns="0" rIns="0" bIns="0" anchor="ctr" anchorCtr="0">
                <a:noAutofit/>
              </a:bodyPr>
              <a:lstStyle/>
              <a:p>
                <a:pPr algn="ctr">
                  <a:lnSpc>
                    <a:spcPct val="90000"/>
                  </a:lnSpc>
                  <a:buClr>
                    <a:srgbClr val="000000"/>
                  </a:buClr>
                  <a:buSzPts val="1100"/>
                </a:pPr>
                <a:r>
                  <a:rPr lang="en" sz="1466" dirty="0">
                    <a:solidFill>
                      <a:srgbClr val="FFFFFF"/>
                    </a:solidFill>
                    <a:latin typeface="Arial"/>
                    <a:ea typeface="Arial"/>
                    <a:cs typeface="Arial"/>
                    <a:sym typeface="Arial"/>
                  </a:rPr>
                  <a:t>Advanced Security</a:t>
                </a:r>
                <a:endParaRPr sz="1466" dirty="0">
                  <a:solidFill>
                    <a:srgbClr val="000000"/>
                  </a:solidFill>
                  <a:latin typeface="Arial"/>
                  <a:ea typeface="Arial"/>
                  <a:cs typeface="Arial"/>
                  <a:sym typeface="Arial"/>
                </a:endParaRPr>
              </a:p>
            </p:txBody>
          </p:sp>
          <p:sp>
            <p:nvSpPr>
              <p:cNvPr id="6463" name="Google Shape;6463;p278"/>
              <p:cNvSpPr/>
              <p:nvPr/>
            </p:nvSpPr>
            <p:spPr>
              <a:xfrm>
                <a:off x="595681" y="2321064"/>
                <a:ext cx="374100" cy="374100"/>
              </a:xfrm>
              <a:prstGeom prst="ellipse">
                <a:avLst/>
              </a:prstGeom>
              <a:solidFill>
                <a:schemeClr val="lt1"/>
              </a:solidFill>
              <a:ln>
                <a:noFill/>
              </a:ln>
            </p:spPr>
            <p:txBody>
              <a:bodyPr spcFirstLastPara="1" wrap="square" lIns="0" tIns="0" rIns="0" bIns="0" anchor="ctr" anchorCtr="0">
                <a:noAutofit/>
              </a:bodyPr>
              <a:lstStyle/>
              <a:p>
                <a:pPr algn="ctr">
                  <a:lnSpc>
                    <a:spcPct val="90000"/>
                  </a:lnSpc>
                  <a:buClr>
                    <a:srgbClr val="000000"/>
                  </a:buClr>
                  <a:buSzPts val="1100"/>
                </a:pPr>
                <a:endParaRPr sz="1466" dirty="0">
                  <a:solidFill>
                    <a:srgbClr val="FFFFFF"/>
                  </a:solidFill>
                  <a:latin typeface="Arial"/>
                  <a:ea typeface="Arial"/>
                  <a:cs typeface="Arial"/>
                  <a:sym typeface="Arial"/>
                </a:endParaRPr>
              </a:p>
            </p:txBody>
          </p:sp>
          <p:sp>
            <p:nvSpPr>
              <p:cNvPr id="6464" name="Google Shape;6464;p278"/>
              <p:cNvSpPr/>
              <p:nvPr/>
            </p:nvSpPr>
            <p:spPr>
              <a:xfrm>
                <a:off x="656856" y="2359265"/>
                <a:ext cx="251246" cy="296891"/>
              </a:xfrm>
              <a:custGeom>
                <a:avLst/>
                <a:gdLst/>
                <a:ahLst/>
                <a:cxnLst/>
                <a:rect l="l" t="t" r="r" b="b"/>
                <a:pathLst>
                  <a:path w="591167" h="698566" extrusionOk="0">
                    <a:moveTo>
                      <a:pt x="295583" y="370656"/>
                    </a:moveTo>
                    <a:cubicBezTo>
                      <a:pt x="282790" y="370656"/>
                      <a:pt x="272405" y="381041"/>
                      <a:pt x="272405" y="393835"/>
                    </a:cubicBezTo>
                    <a:cubicBezTo>
                      <a:pt x="272405" y="401711"/>
                      <a:pt x="276318" y="408635"/>
                      <a:pt x="282339" y="412849"/>
                    </a:cubicBezTo>
                    <a:lnTo>
                      <a:pt x="282339" y="433569"/>
                    </a:lnTo>
                    <a:cubicBezTo>
                      <a:pt x="282339" y="440894"/>
                      <a:pt x="288259" y="446814"/>
                      <a:pt x="295583" y="446814"/>
                    </a:cubicBezTo>
                    <a:cubicBezTo>
                      <a:pt x="302908" y="446814"/>
                      <a:pt x="308828" y="440894"/>
                      <a:pt x="308828" y="433569"/>
                    </a:cubicBezTo>
                    <a:lnTo>
                      <a:pt x="308828" y="412849"/>
                    </a:lnTo>
                    <a:cubicBezTo>
                      <a:pt x="314849" y="408685"/>
                      <a:pt x="318762" y="401711"/>
                      <a:pt x="318762" y="393835"/>
                    </a:cubicBezTo>
                    <a:cubicBezTo>
                      <a:pt x="318762" y="381041"/>
                      <a:pt x="308377" y="370656"/>
                      <a:pt x="295583" y="370656"/>
                    </a:cubicBezTo>
                    <a:close/>
                    <a:moveTo>
                      <a:pt x="295583" y="327560"/>
                    </a:moveTo>
                    <a:cubicBezTo>
                      <a:pt x="341288" y="327560"/>
                      <a:pt x="378364" y="364636"/>
                      <a:pt x="378364" y="410340"/>
                    </a:cubicBezTo>
                    <a:cubicBezTo>
                      <a:pt x="378364" y="456045"/>
                      <a:pt x="341288" y="493121"/>
                      <a:pt x="295583" y="493121"/>
                    </a:cubicBezTo>
                    <a:cubicBezTo>
                      <a:pt x="249879" y="493121"/>
                      <a:pt x="212803" y="456045"/>
                      <a:pt x="212803" y="410340"/>
                    </a:cubicBezTo>
                    <a:cubicBezTo>
                      <a:pt x="212803" y="364636"/>
                      <a:pt x="249828" y="327560"/>
                      <a:pt x="295583" y="327560"/>
                    </a:cubicBezTo>
                    <a:close/>
                    <a:moveTo>
                      <a:pt x="295584" y="208557"/>
                    </a:moveTo>
                    <a:cubicBezTo>
                      <a:pt x="319364" y="208557"/>
                      <a:pt x="338630" y="227822"/>
                      <a:pt x="338630" y="251603"/>
                    </a:cubicBezTo>
                    <a:lnTo>
                      <a:pt x="338630" y="302676"/>
                    </a:lnTo>
                    <a:cubicBezTo>
                      <a:pt x="325335" y="297308"/>
                      <a:pt x="310785" y="294398"/>
                      <a:pt x="295584" y="294398"/>
                    </a:cubicBezTo>
                    <a:cubicBezTo>
                      <a:pt x="280382" y="294398"/>
                      <a:pt x="265833" y="297358"/>
                      <a:pt x="252538" y="302676"/>
                    </a:cubicBezTo>
                    <a:lnTo>
                      <a:pt x="252538" y="251603"/>
                    </a:lnTo>
                    <a:cubicBezTo>
                      <a:pt x="252538" y="227822"/>
                      <a:pt x="271803" y="208557"/>
                      <a:pt x="295584" y="208557"/>
                    </a:cubicBezTo>
                    <a:close/>
                    <a:moveTo>
                      <a:pt x="295533" y="175444"/>
                    </a:moveTo>
                    <a:cubicBezTo>
                      <a:pt x="253491" y="175444"/>
                      <a:pt x="219375" y="209510"/>
                      <a:pt x="219375" y="251602"/>
                    </a:cubicBezTo>
                    <a:lnTo>
                      <a:pt x="219375" y="322944"/>
                    </a:lnTo>
                    <a:cubicBezTo>
                      <a:pt x="195043" y="344216"/>
                      <a:pt x="179641" y="375472"/>
                      <a:pt x="179641" y="410340"/>
                    </a:cubicBezTo>
                    <a:cubicBezTo>
                      <a:pt x="179641" y="458390"/>
                      <a:pt x="208849" y="499583"/>
                      <a:pt x="250460" y="517176"/>
                    </a:cubicBezTo>
                    <a:lnTo>
                      <a:pt x="295533" y="526273"/>
                    </a:lnTo>
                    <a:lnTo>
                      <a:pt x="295483" y="526283"/>
                    </a:lnTo>
                    <a:lnTo>
                      <a:pt x="295583" y="526283"/>
                    </a:lnTo>
                    <a:lnTo>
                      <a:pt x="295533" y="526273"/>
                    </a:lnTo>
                    <a:lnTo>
                      <a:pt x="340628" y="517169"/>
                    </a:lnTo>
                    <a:cubicBezTo>
                      <a:pt x="382246" y="499564"/>
                      <a:pt x="411426" y="458353"/>
                      <a:pt x="411426" y="410340"/>
                    </a:cubicBezTo>
                    <a:cubicBezTo>
                      <a:pt x="411426" y="375472"/>
                      <a:pt x="396024" y="344216"/>
                      <a:pt x="371691" y="322944"/>
                    </a:cubicBezTo>
                    <a:lnTo>
                      <a:pt x="371691" y="251602"/>
                    </a:lnTo>
                    <a:cubicBezTo>
                      <a:pt x="371691" y="209560"/>
                      <a:pt x="337576" y="175444"/>
                      <a:pt x="295533" y="175444"/>
                    </a:cubicBezTo>
                    <a:close/>
                    <a:moveTo>
                      <a:pt x="295583" y="0"/>
                    </a:moveTo>
                    <a:cubicBezTo>
                      <a:pt x="295583" y="0"/>
                      <a:pt x="406459" y="77613"/>
                      <a:pt x="581602" y="77613"/>
                    </a:cubicBezTo>
                    <a:cubicBezTo>
                      <a:pt x="653596" y="566619"/>
                      <a:pt x="295583" y="698566"/>
                      <a:pt x="295583" y="698566"/>
                    </a:cubicBezTo>
                    <a:cubicBezTo>
                      <a:pt x="295583" y="698566"/>
                      <a:pt x="-62429" y="566619"/>
                      <a:pt x="9565" y="77613"/>
                    </a:cubicBezTo>
                    <a:cubicBezTo>
                      <a:pt x="184658" y="77613"/>
                      <a:pt x="295583" y="0"/>
                      <a:pt x="295583" y="0"/>
                    </a:cubicBezTo>
                    <a:close/>
                  </a:path>
                </a:pathLst>
              </a:custGeom>
              <a:solidFill>
                <a:srgbClr val="2479AF"/>
              </a:solidFill>
              <a:ln>
                <a:noFill/>
              </a:ln>
            </p:spPr>
            <p:txBody>
              <a:bodyPr spcFirstLastPara="1" wrap="square" lIns="0" tIns="0" rIns="0" bIns="0" anchor="ctr" anchorCtr="0">
                <a:noAutofit/>
              </a:bodyPr>
              <a:lstStyle/>
              <a:p>
                <a:pPr algn="ctr">
                  <a:lnSpc>
                    <a:spcPct val="90000"/>
                  </a:lnSpc>
                  <a:buClr>
                    <a:srgbClr val="000000"/>
                  </a:buClr>
                  <a:buSzPts val="1100"/>
                </a:pPr>
                <a:endParaRPr sz="1466" dirty="0">
                  <a:solidFill>
                    <a:srgbClr val="FFFFFF"/>
                  </a:solidFill>
                  <a:latin typeface="Arial"/>
                  <a:ea typeface="Arial"/>
                  <a:cs typeface="Arial"/>
                  <a:sym typeface="Arial"/>
                </a:endParaRPr>
              </a:p>
            </p:txBody>
          </p:sp>
        </p:grpSp>
        <p:grpSp>
          <p:nvGrpSpPr>
            <p:cNvPr id="6465" name="Google Shape;6465;p278"/>
            <p:cNvGrpSpPr/>
            <p:nvPr/>
          </p:nvGrpSpPr>
          <p:grpSpPr>
            <a:xfrm>
              <a:off x="416917" y="2835690"/>
              <a:ext cx="2479116" cy="141975"/>
              <a:chOff x="4441917" y="5666198"/>
              <a:chExt cx="3304607" cy="189300"/>
            </a:xfrm>
          </p:grpSpPr>
          <p:cxnSp>
            <p:nvCxnSpPr>
              <p:cNvPr id="6466" name="Google Shape;6466;p278"/>
              <p:cNvCxnSpPr/>
              <p:nvPr/>
            </p:nvCxnSpPr>
            <p:spPr>
              <a:xfrm>
                <a:off x="4475294" y="5760557"/>
                <a:ext cx="3184200" cy="0"/>
              </a:xfrm>
              <a:prstGeom prst="straightConnector1">
                <a:avLst/>
              </a:prstGeom>
              <a:noFill/>
              <a:ln w="9525" cap="rnd" cmpd="sng">
                <a:solidFill>
                  <a:schemeClr val="accent5"/>
                </a:solidFill>
                <a:prstDash val="solid"/>
                <a:miter lim="800000"/>
                <a:headEnd type="none" w="sm" len="sm"/>
                <a:tailEnd type="none" w="sm" len="sm"/>
              </a:ln>
            </p:spPr>
          </p:cxnSp>
          <p:grpSp>
            <p:nvGrpSpPr>
              <p:cNvPr id="6467" name="Google Shape;6467;p278"/>
              <p:cNvGrpSpPr/>
              <p:nvPr/>
            </p:nvGrpSpPr>
            <p:grpSpPr>
              <a:xfrm>
                <a:off x="4441917" y="5666198"/>
                <a:ext cx="3304607" cy="189300"/>
                <a:chOff x="908260" y="5666198"/>
                <a:chExt cx="10372275" cy="189300"/>
              </a:xfrm>
            </p:grpSpPr>
            <p:sp>
              <p:nvSpPr>
                <p:cNvPr id="6468" name="Google Shape;6468;p278"/>
                <p:cNvSpPr/>
                <p:nvPr/>
              </p:nvSpPr>
              <p:spPr>
                <a:xfrm>
                  <a:off x="908260" y="5666198"/>
                  <a:ext cx="3428400" cy="189300"/>
                </a:xfrm>
                <a:prstGeom prst="rect">
                  <a:avLst/>
                </a:prstGeom>
                <a:gradFill>
                  <a:gsLst>
                    <a:gs pos="0">
                      <a:srgbClr val="FFFFFF">
                        <a:alpha val="0"/>
                      </a:srgbClr>
                    </a:gs>
                    <a:gs pos="99000">
                      <a:schemeClr val="lt1"/>
                    </a:gs>
                    <a:gs pos="100000">
                      <a:schemeClr val="lt1"/>
                    </a:gs>
                  </a:gsLst>
                  <a:lin ang="10800025" scaled="0"/>
                </a:gradFill>
                <a:ln>
                  <a:noFill/>
                </a:ln>
              </p:spPr>
              <p:txBody>
                <a:bodyPr spcFirstLastPara="1" wrap="square" lIns="91410" tIns="45688" rIns="91410" bIns="45688" anchor="ctr" anchorCtr="0">
                  <a:noAutofit/>
                </a:bodyPr>
                <a:lstStyle/>
                <a:p>
                  <a:pPr algn="ctr">
                    <a:buClr>
                      <a:srgbClr val="000000"/>
                    </a:buClr>
                    <a:buSzPts val="900"/>
                  </a:pPr>
                  <a:endParaRPr sz="1200" dirty="0">
                    <a:solidFill>
                      <a:schemeClr val="lt1"/>
                    </a:solidFill>
                    <a:latin typeface="Arial"/>
                    <a:ea typeface="Arial"/>
                    <a:cs typeface="Arial"/>
                    <a:sym typeface="Arial"/>
                  </a:endParaRPr>
                </a:p>
              </p:txBody>
            </p:sp>
            <p:sp>
              <p:nvSpPr>
                <p:cNvPr id="6469" name="Google Shape;6469;p278"/>
                <p:cNvSpPr/>
                <p:nvPr/>
              </p:nvSpPr>
              <p:spPr>
                <a:xfrm>
                  <a:off x="7852135" y="5666198"/>
                  <a:ext cx="3428400" cy="189300"/>
                </a:xfrm>
                <a:prstGeom prst="rect">
                  <a:avLst/>
                </a:prstGeom>
                <a:gradFill>
                  <a:gsLst>
                    <a:gs pos="0">
                      <a:srgbClr val="FFFFFF">
                        <a:alpha val="0"/>
                      </a:srgbClr>
                    </a:gs>
                    <a:gs pos="99000">
                      <a:schemeClr val="lt1"/>
                    </a:gs>
                    <a:gs pos="100000">
                      <a:schemeClr val="lt1"/>
                    </a:gs>
                  </a:gsLst>
                  <a:lin ang="0" scaled="0"/>
                </a:gradFill>
                <a:ln>
                  <a:noFill/>
                </a:ln>
              </p:spPr>
              <p:txBody>
                <a:bodyPr spcFirstLastPara="1" wrap="square" lIns="91410" tIns="45688" rIns="91410" bIns="45688" anchor="ctr" anchorCtr="0">
                  <a:noAutofit/>
                </a:bodyPr>
                <a:lstStyle/>
                <a:p>
                  <a:pPr algn="ctr">
                    <a:buClr>
                      <a:srgbClr val="000000"/>
                    </a:buClr>
                    <a:buSzPts val="900"/>
                  </a:pPr>
                  <a:endParaRPr sz="1200" dirty="0">
                    <a:solidFill>
                      <a:schemeClr val="lt1"/>
                    </a:solidFill>
                    <a:latin typeface="Arial"/>
                    <a:ea typeface="Arial"/>
                    <a:cs typeface="Arial"/>
                    <a:sym typeface="Arial"/>
                  </a:endParaRPr>
                </a:p>
              </p:txBody>
            </p:sp>
          </p:grpSp>
        </p:grpSp>
        <p:sp>
          <p:nvSpPr>
            <p:cNvPr id="6470" name="Google Shape;6470;p278"/>
            <p:cNvSpPr/>
            <p:nvPr/>
          </p:nvSpPr>
          <p:spPr>
            <a:xfrm>
              <a:off x="134015" y="2477563"/>
              <a:ext cx="1330200" cy="252600"/>
            </a:xfrm>
            <a:prstGeom prst="roundRect">
              <a:avLst>
                <a:gd name="adj" fmla="val 0"/>
              </a:avLst>
            </a:prstGeom>
            <a:noFill/>
            <a:ln>
              <a:noFill/>
            </a:ln>
          </p:spPr>
          <p:txBody>
            <a:bodyPr spcFirstLastPara="1" wrap="square" lIns="91376" tIns="182819" rIns="91376" bIns="0" anchor="t" anchorCtr="0">
              <a:noAutofit/>
            </a:bodyPr>
            <a:lstStyle/>
            <a:p>
              <a:pPr algn="ctr">
                <a:lnSpc>
                  <a:spcPct val="90000"/>
                </a:lnSpc>
                <a:buClr>
                  <a:srgbClr val="000000"/>
                </a:buClr>
                <a:buSzPts val="800"/>
              </a:pPr>
              <a:r>
                <a:rPr lang="en" sz="1066" b="1" dirty="0">
                  <a:solidFill>
                    <a:srgbClr val="4B619F"/>
                  </a:solidFill>
                  <a:latin typeface="Arial"/>
                  <a:ea typeface="Arial"/>
                  <a:cs typeface="Arial"/>
                  <a:sym typeface="Arial"/>
                </a:rPr>
                <a:t>VMware vDefend</a:t>
              </a:r>
              <a:br>
                <a:rPr lang="en" sz="1066" b="1" dirty="0">
                  <a:solidFill>
                    <a:srgbClr val="4B619F"/>
                  </a:solidFill>
                  <a:latin typeface="Arial"/>
                  <a:ea typeface="Arial"/>
                  <a:cs typeface="Arial"/>
                  <a:sym typeface="Arial"/>
                </a:rPr>
              </a:br>
              <a:r>
                <a:rPr lang="en" sz="1066" b="1" dirty="0">
                  <a:solidFill>
                    <a:srgbClr val="4B619F"/>
                  </a:solidFill>
                  <a:latin typeface="Arial"/>
                  <a:ea typeface="Arial"/>
                  <a:cs typeface="Arial"/>
                  <a:sym typeface="Arial"/>
                </a:rPr>
                <a:t>Firewall</a:t>
              </a:r>
              <a:endParaRPr sz="1466" dirty="0">
                <a:solidFill>
                  <a:srgbClr val="000000"/>
                </a:solidFill>
                <a:latin typeface="Arial"/>
                <a:ea typeface="Arial"/>
                <a:cs typeface="Arial"/>
                <a:sym typeface="Arial"/>
              </a:endParaRPr>
            </a:p>
          </p:txBody>
        </p:sp>
        <p:sp>
          <p:nvSpPr>
            <p:cNvPr id="6471" name="Google Shape;6471;p278"/>
            <p:cNvSpPr/>
            <p:nvPr/>
          </p:nvSpPr>
          <p:spPr>
            <a:xfrm>
              <a:off x="1391642" y="2477563"/>
              <a:ext cx="1330200" cy="252600"/>
            </a:xfrm>
            <a:prstGeom prst="roundRect">
              <a:avLst>
                <a:gd name="adj" fmla="val 0"/>
              </a:avLst>
            </a:prstGeom>
            <a:noFill/>
            <a:ln>
              <a:noFill/>
            </a:ln>
          </p:spPr>
          <p:txBody>
            <a:bodyPr spcFirstLastPara="1" wrap="square" lIns="91376" tIns="182819" rIns="91376" bIns="0" anchor="t" anchorCtr="0">
              <a:noAutofit/>
            </a:bodyPr>
            <a:lstStyle/>
            <a:p>
              <a:pPr algn="ctr">
                <a:lnSpc>
                  <a:spcPct val="90000"/>
                </a:lnSpc>
                <a:buClr>
                  <a:srgbClr val="000000"/>
                </a:buClr>
                <a:buSzPts val="800"/>
              </a:pPr>
              <a:r>
                <a:rPr lang="en" sz="1066" b="1" dirty="0">
                  <a:solidFill>
                    <a:srgbClr val="4B619F"/>
                  </a:solidFill>
                  <a:latin typeface="Arial"/>
                  <a:ea typeface="Arial"/>
                  <a:cs typeface="Arial"/>
                  <a:sym typeface="Arial"/>
                </a:rPr>
                <a:t>VMware vDefend</a:t>
              </a:r>
              <a:br>
                <a:rPr lang="en" sz="1066" b="1" dirty="0">
                  <a:solidFill>
                    <a:srgbClr val="4B619F"/>
                  </a:solidFill>
                  <a:latin typeface="Arial"/>
                  <a:ea typeface="Arial"/>
                  <a:cs typeface="Arial"/>
                  <a:sym typeface="Arial"/>
                </a:rPr>
              </a:br>
              <a:r>
                <a:rPr lang="en" sz="1066" b="1" dirty="0">
                  <a:solidFill>
                    <a:srgbClr val="4B619F"/>
                  </a:solidFill>
                  <a:latin typeface="Arial"/>
                  <a:ea typeface="Arial"/>
                  <a:cs typeface="Arial"/>
                  <a:sym typeface="Arial"/>
                </a:rPr>
                <a:t>Firewall w/ATP</a:t>
              </a:r>
              <a:endParaRPr sz="1466" dirty="0">
                <a:solidFill>
                  <a:srgbClr val="000000"/>
                </a:solidFill>
                <a:latin typeface="Arial"/>
                <a:ea typeface="Arial"/>
                <a:cs typeface="Arial"/>
                <a:sym typeface="Arial"/>
              </a:endParaRPr>
            </a:p>
          </p:txBody>
        </p:sp>
      </p:grpSp>
      <p:grpSp>
        <p:nvGrpSpPr>
          <p:cNvPr id="6472" name="Google Shape;6472;p278"/>
          <p:cNvGrpSpPr/>
          <p:nvPr/>
        </p:nvGrpSpPr>
        <p:grpSpPr>
          <a:xfrm>
            <a:off x="3988830" y="5122657"/>
            <a:ext cx="4210903" cy="1605157"/>
            <a:chOff x="2992402" y="3842323"/>
            <a:chExt cx="3159000" cy="1204181"/>
          </a:xfrm>
        </p:grpSpPr>
        <p:sp>
          <p:nvSpPr>
            <p:cNvPr id="6473" name="Google Shape;6473;p278"/>
            <p:cNvSpPr/>
            <p:nvPr/>
          </p:nvSpPr>
          <p:spPr>
            <a:xfrm>
              <a:off x="3187399" y="4010909"/>
              <a:ext cx="2769000" cy="929100"/>
            </a:xfrm>
            <a:prstGeom prst="roundRect">
              <a:avLst>
                <a:gd name="adj" fmla="val 11051"/>
              </a:avLst>
            </a:prstGeom>
            <a:noFill/>
            <a:ln w="9525" cap="flat" cmpd="sng">
              <a:solidFill>
                <a:srgbClr val="4B619F"/>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dirty="0">
                <a:solidFill>
                  <a:schemeClr val="lt1"/>
                </a:solidFill>
                <a:latin typeface="Arial"/>
                <a:ea typeface="Arial"/>
                <a:cs typeface="Arial"/>
                <a:sym typeface="Arial"/>
              </a:endParaRPr>
            </a:p>
          </p:txBody>
        </p:sp>
        <p:sp>
          <p:nvSpPr>
            <p:cNvPr id="6474" name="Google Shape;6474;p278"/>
            <p:cNvSpPr/>
            <p:nvPr/>
          </p:nvSpPr>
          <p:spPr>
            <a:xfrm>
              <a:off x="2992402" y="4044803"/>
              <a:ext cx="3159000" cy="1001700"/>
            </a:xfrm>
            <a:prstGeom prst="rect">
              <a:avLst/>
            </a:prstGeom>
            <a:gradFill>
              <a:gsLst>
                <a:gs pos="0">
                  <a:srgbClr val="FFFFFF">
                    <a:alpha val="0"/>
                  </a:srgbClr>
                </a:gs>
                <a:gs pos="72000">
                  <a:schemeClr val="lt1"/>
                </a:gs>
                <a:gs pos="100000">
                  <a:schemeClr val="lt1"/>
                </a:gs>
              </a:gsLst>
              <a:lin ang="5400012" scaled="0"/>
            </a:gradFill>
            <a:ln>
              <a:noFill/>
            </a:ln>
          </p:spPr>
          <p:txBody>
            <a:bodyPr spcFirstLastPara="1" wrap="square" lIns="91410" tIns="45688" rIns="91410" bIns="45688" anchor="ctr" anchorCtr="0">
              <a:noAutofit/>
            </a:bodyPr>
            <a:lstStyle/>
            <a:p>
              <a:pPr algn="ctr">
                <a:buClr>
                  <a:srgbClr val="000000"/>
                </a:buClr>
                <a:buSzPts val="900"/>
              </a:pPr>
              <a:r>
                <a:rPr lang="en" sz="1200" dirty="0">
                  <a:solidFill>
                    <a:schemeClr val="lt1"/>
                  </a:solidFill>
                  <a:latin typeface="Arial"/>
                  <a:ea typeface="Arial"/>
                  <a:cs typeface="Arial"/>
                  <a:sym typeface="Arial"/>
                </a:rPr>
                <a:t>/</a:t>
              </a:r>
              <a:endParaRPr sz="1466" dirty="0">
                <a:solidFill>
                  <a:srgbClr val="000000"/>
                </a:solidFill>
                <a:latin typeface="Arial"/>
                <a:ea typeface="Arial"/>
                <a:cs typeface="Arial"/>
                <a:sym typeface="Arial"/>
              </a:endParaRPr>
            </a:p>
          </p:txBody>
        </p:sp>
        <p:grpSp>
          <p:nvGrpSpPr>
            <p:cNvPr id="6475" name="Google Shape;6475;p278"/>
            <p:cNvGrpSpPr/>
            <p:nvPr/>
          </p:nvGrpSpPr>
          <p:grpSpPr>
            <a:xfrm>
              <a:off x="3326970" y="3842323"/>
              <a:ext cx="2490064" cy="308475"/>
              <a:chOff x="4665350" y="5123097"/>
              <a:chExt cx="3319200" cy="411300"/>
            </a:xfrm>
          </p:grpSpPr>
          <p:sp>
            <p:nvSpPr>
              <p:cNvPr id="6476" name="Google Shape;6476;p278"/>
              <p:cNvSpPr/>
              <p:nvPr/>
            </p:nvSpPr>
            <p:spPr>
              <a:xfrm>
                <a:off x="4665350" y="5123097"/>
                <a:ext cx="3319200" cy="411300"/>
              </a:xfrm>
              <a:prstGeom prst="roundRect">
                <a:avLst>
                  <a:gd name="adj" fmla="val 50000"/>
                </a:avLst>
              </a:prstGeom>
              <a:solidFill>
                <a:srgbClr val="4B619F"/>
              </a:solidFill>
              <a:ln>
                <a:noFill/>
              </a:ln>
            </p:spPr>
            <p:txBody>
              <a:bodyPr spcFirstLastPara="1" wrap="square" lIns="0" tIns="0" rIns="0" bIns="0" anchor="ctr" anchorCtr="0">
                <a:noAutofit/>
              </a:bodyPr>
              <a:lstStyle/>
              <a:p>
                <a:pPr algn="ctr">
                  <a:lnSpc>
                    <a:spcPct val="90000"/>
                  </a:lnSpc>
                  <a:buClr>
                    <a:srgbClr val="000000"/>
                  </a:buClr>
                  <a:buSzPts val="1100"/>
                </a:pPr>
                <a:r>
                  <a:rPr lang="en" sz="1466" dirty="0">
                    <a:solidFill>
                      <a:srgbClr val="FFFFFF"/>
                    </a:solidFill>
                    <a:latin typeface="Arial"/>
                    <a:ea typeface="Arial"/>
                    <a:cs typeface="Arial"/>
                    <a:sym typeface="Arial"/>
                  </a:rPr>
                  <a:t>Application Services</a:t>
                </a:r>
                <a:endParaRPr sz="1466" dirty="0">
                  <a:solidFill>
                    <a:srgbClr val="000000"/>
                  </a:solidFill>
                  <a:latin typeface="Arial"/>
                  <a:ea typeface="Arial"/>
                  <a:cs typeface="Arial"/>
                  <a:sym typeface="Arial"/>
                </a:endParaRPr>
              </a:p>
            </p:txBody>
          </p:sp>
          <p:sp>
            <p:nvSpPr>
              <p:cNvPr id="6477" name="Google Shape;6477;p278"/>
              <p:cNvSpPr/>
              <p:nvPr/>
            </p:nvSpPr>
            <p:spPr>
              <a:xfrm>
                <a:off x="4684055" y="5141747"/>
                <a:ext cx="374100" cy="374100"/>
              </a:xfrm>
              <a:prstGeom prst="ellipse">
                <a:avLst/>
              </a:prstGeom>
              <a:solidFill>
                <a:schemeClr val="lt1"/>
              </a:solidFill>
              <a:ln>
                <a:noFill/>
              </a:ln>
            </p:spPr>
            <p:txBody>
              <a:bodyPr spcFirstLastPara="1" wrap="square" lIns="0" tIns="0" rIns="0" bIns="0" anchor="ctr" anchorCtr="0">
                <a:noAutofit/>
              </a:bodyPr>
              <a:lstStyle/>
              <a:p>
                <a:pPr algn="ctr">
                  <a:lnSpc>
                    <a:spcPct val="90000"/>
                  </a:lnSpc>
                  <a:buClr>
                    <a:srgbClr val="000000"/>
                  </a:buClr>
                  <a:buSzPts val="1100"/>
                </a:pPr>
                <a:endParaRPr sz="1466" dirty="0">
                  <a:solidFill>
                    <a:srgbClr val="FFFFFF"/>
                  </a:solidFill>
                  <a:latin typeface="Arial"/>
                  <a:ea typeface="Arial"/>
                  <a:cs typeface="Arial"/>
                  <a:sym typeface="Arial"/>
                </a:endParaRPr>
              </a:p>
            </p:txBody>
          </p:sp>
          <p:sp>
            <p:nvSpPr>
              <p:cNvPr id="6478" name="Google Shape;6478;p278"/>
              <p:cNvSpPr/>
              <p:nvPr/>
            </p:nvSpPr>
            <p:spPr>
              <a:xfrm>
                <a:off x="4744386" y="5201618"/>
                <a:ext cx="255224" cy="255043"/>
              </a:xfrm>
              <a:custGeom>
                <a:avLst/>
                <a:gdLst/>
                <a:ahLst/>
                <a:cxnLst/>
                <a:rect l="l" t="t" r="r" b="b"/>
                <a:pathLst>
                  <a:path w="308428" h="308209" extrusionOk="0">
                    <a:moveTo>
                      <a:pt x="67832" y="113712"/>
                    </a:moveTo>
                    <a:lnTo>
                      <a:pt x="77711" y="137201"/>
                    </a:lnTo>
                    <a:lnTo>
                      <a:pt x="57954" y="137201"/>
                    </a:lnTo>
                    <a:close/>
                    <a:moveTo>
                      <a:pt x="185277" y="109761"/>
                    </a:moveTo>
                    <a:lnTo>
                      <a:pt x="198229" y="109761"/>
                    </a:lnTo>
                    <a:cubicBezTo>
                      <a:pt x="201741" y="109761"/>
                      <a:pt x="204595" y="110639"/>
                      <a:pt x="206790" y="112176"/>
                    </a:cubicBezTo>
                    <a:cubicBezTo>
                      <a:pt x="208985" y="113712"/>
                      <a:pt x="210083" y="116127"/>
                      <a:pt x="210083" y="118761"/>
                    </a:cubicBezTo>
                    <a:cubicBezTo>
                      <a:pt x="210083" y="121396"/>
                      <a:pt x="208985" y="123591"/>
                      <a:pt x="206790" y="125347"/>
                    </a:cubicBezTo>
                    <a:lnTo>
                      <a:pt x="206790" y="125567"/>
                    </a:lnTo>
                    <a:cubicBezTo>
                      <a:pt x="204595" y="127103"/>
                      <a:pt x="201741" y="127981"/>
                      <a:pt x="198229" y="127981"/>
                    </a:cubicBezTo>
                    <a:lnTo>
                      <a:pt x="185277" y="127981"/>
                    </a:lnTo>
                    <a:close/>
                    <a:moveTo>
                      <a:pt x="122713" y="109761"/>
                    </a:moveTo>
                    <a:lnTo>
                      <a:pt x="135665" y="109761"/>
                    </a:lnTo>
                    <a:cubicBezTo>
                      <a:pt x="139177" y="109761"/>
                      <a:pt x="142031" y="110639"/>
                      <a:pt x="144226" y="112176"/>
                    </a:cubicBezTo>
                    <a:cubicBezTo>
                      <a:pt x="146421" y="113712"/>
                      <a:pt x="147519" y="116127"/>
                      <a:pt x="147519" y="118761"/>
                    </a:cubicBezTo>
                    <a:cubicBezTo>
                      <a:pt x="147519" y="121396"/>
                      <a:pt x="146421" y="123591"/>
                      <a:pt x="144226" y="125347"/>
                    </a:cubicBezTo>
                    <a:lnTo>
                      <a:pt x="144226" y="125567"/>
                    </a:lnTo>
                    <a:cubicBezTo>
                      <a:pt x="142031" y="127103"/>
                      <a:pt x="139177" y="127981"/>
                      <a:pt x="135665" y="127981"/>
                    </a:cubicBezTo>
                    <a:lnTo>
                      <a:pt x="122713" y="127981"/>
                    </a:lnTo>
                    <a:close/>
                    <a:moveTo>
                      <a:pt x="175398" y="100322"/>
                    </a:moveTo>
                    <a:lnTo>
                      <a:pt x="175179" y="100541"/>
                    </a:lnTo>
                    <a:lnTo>
                      <a:pt x="175179" y="156300"/>
                    </a:lnTo>
                    <a:lnTo>
                      <a:pt x="185277" y="156300"/>
                    </a:lnTo>
                    <a:lnTo>
                      <a:pt x="185277" y="137640"/>
                    </a:lnTo>
                    <a:lnTo>
                      <a:pt x="199546" y="137640"/>
                    </a:lnTo>
                    <a:cubicBezTo>
                      <a:pt x="203277" y="137640"/>
                      <a:pt x="206790" y="136762"/>
                      <a:pt x="210083" y="135226"/>
                    </a:cubicBezTo>
                    <a:cubicBezTo>
                      <a:pt x="213156" y="133689"/>
                      <a:pt x="215790" y="131494"/>
                      <a:pt x="217546" y="128640"/>
                    </a:cubicBezTo>
                    <a:cubicBezTo>
                      <a:pt x="219302" y="125786"/>
                      <a:pt x="220181" y="122713"/>
                      <a:pt x="220181" y="118981"/>
                    </a:cubicBezTo>
                    <a:cubicBezTo>
                      <a:pt x="220181" y="115249"/>
                      <a:pt x="219302" y="112176"/>
                      <a:pt x="217546" y="109322"/>
                    </a:cubicBezTo>
                    <a:cubicBezTo>
                      <a:pt x="215790" y="106468"/>
                      <a:pt x="213375" y="104273"/>
                      <a:pt x="210083" y="102736"/>
                    </a:cubicBezTo>
                    <a:cubicBezTo>
                      <a:pt x="207009" y="101200"/>
                      <a:pt x="203497" y="100322"/>
                      <a:pt x="199546" y="100322"/>
                    </a:cubicBezTo>
                    <a:close/>
                    <a:moveTo>
                      <a:pt x="112834" y="100322"/>
                    </a:moveTo>
                    <a:lnTo>
                      <a:pt x="112615" y="100541"/>
                    </a:lnTo>
                    <a:lnTo>
                      <a:pt x="112615" y="156300"/>
                    </a:lnTo>
                    <a:lnTo>
                      <a:pt x="122713" y="156300"/>
                    </a:lnTo>
                    <a:lnTo>
                      <a:pt x="122713" y="137640"/>
                    </a:lnTo>
                    <a:lnTo>
                      <a:pt x="136982" y="137640"/>
                    </a:lnTo>
                    <a:cubicBezTo>
                      <a:pt x="140714" y="137640"/>
                      <a:pt x="144226" y="136762"/>
                      <a:pt x="147519" y="135226"/>
                    </a:cubicBezTo>
                    <a:cubicBezTo>
                      <a:pt x="150592" y="133689"/>
                      <a:pt x="153226" y="131494"/>
                      <a:pt x="154983" y="128640"/>
                    </a:cubicBezTo>
                    <a:cubicBezTo>
                      <a:pt x="156739" y="125786"/>
                      <a:pt x="157617" y="122713"/>
                      <a:pt x="157617" y="118981"/>
                    </a:cubicBezTo>
                    <a:cubicBezTo>
                      <a:pt x="157617" y="115249"/>
                      <a:pt x="156739" y="112176"/>
                      <a:pt x="154983" y="109322"/>
                    </a:cubicBezTo>
                    <a:cubicBezTo>
                      <a:pt x="153226" y="106468"/>
                      <a:pt x="150812" y="104273"/>
                      <a:pt x="147519" y="102736"/>
                    </a:cubicBezTo>
                    <a:cubicBezTo>
                      <a:pt x="144445" y="101200"/>
                      <a:pt x="140933" y="100322"/>
                      <a:pt x="136982" y="100322"/>
                    </a:cubicBezTo>
                    <a:close/>
                    <a:moveTo>
                      <a:pt x="62125" y="100102"/>
                    </a:moveTo>
                    <a:lnTo>
                      <a:pt x="38855" y="155861"/>
                    </a:lnTo>
                    <a:lnTo>
                      <a:pt x="50051" y="155861"/>
                    </a:lnTo>
                    <a:lnTo>
                      <a:pt x="54441" y="145324"/>
                    </a:lnTo>
                    <a:lnTo>
                      <a:pt x="81004" y="145324"/>
                    </a:lnTo>
                    <a:lnTo>
                      <a:pt x="85394" y="155861"/>
                    </a:lnTo>
                    <a:lnTo>
                      <a:pt x="96590" y="155861"/>
                    </a:lnTo>
                    <a:lnTo>
                      <a:pt x="73320" y="100102"/>
                    </a:lnTo>
                    <a:close/>
                    <a:moveTo>
                      <a:pt x="265402" y="48734"/>
                    </a:moveTo>
                    <a:lnTo>
                      <a:pt x="265402" y="245206"/>
                    </a:lnTo>
                    <a:cubicBezTo>
                      <a:pt x="265402" y="256402"/>
                      <a:pt x="256402" y="265402"/>
                      <a:pt x="245206" y="265402"/>
                    </a:cubicBezTo>
                    <a:lnTo>
                      <a:pt x="48734" y="265402"/>
                    </a:lnTo>
                    <a:lnTo>
                      <a:pt x="48734" y="279891"/>
                    </a:lnTo>
                    <a:cubicBezTo>
                      <a:pt x="48734" y="285818"/>
                      <a:pt x="53563" y="290867"/>
                      <a:pt x="59710" y="290867"/>
                    </a:cubicBezTo>
                    <a:lnTo>
                      <a:pt x="279891" y="290867"/>
                    </a:lnTo>
                    <a:cubicBezTo>
                      <a:pt x="285818" y="290867"/>
                      <a:pt x="290867" y="286037"/>
                      <a:pt x="290867" y="279891"/>
                    </a:cubicBezTo>
                    <a:lnTo>
                      <a:pt x="290867" y="59710"/>
                    </a:lnTo>
                    <a:cubicBezTo>
                      <a:pt x="290867" y="53783"/>
                      <a:pt x="286037" y="48734"/>
                      <a:pt x="279891" y="48734"/>
                    </a:cubicBezTo>
                    <a:close/>
                    <a:moveTo>
                      <a:pt x="20196" y="0"/>
                    </a:moveTo>
                    <a:lnTo>
                      <a:pt x="245206" y="0"/>
                    </a:lnTo>
                    <a:cubicBezTo>
                      <a:pt x="256402" y="0"/>
                      <a:pt x="265402" y="9000"/>
                      <a:pt x="265402" y="20196"/>
                    </a:cubicBezTo>
                    <a:lnTo>
                      <a:pt x="265402" y="31172"/>
                    </a:lnTo>
                    <a:lnTo>
                      <a:pt x="279891" y="31172"/>
                    </a:lnTo>
                    <a:lnTo>
                      <a:pt x="279891" y="31392"/>
                    </a:lnTo>
                    <a:cubicBezTo>
                      <a:pt x="295696" y="31392"/>
                      <a:pt x="308428" y="44124"/>
                      <a:pt x="308428" y="59930"/>
                    </a:cubicBezTo>
                    <a:lnTo>
                      <a:pt x="308428" y="279671"/>
                    </a:lnTo>
                    <a:cubicBezTo>
                      <a:pt x="308428" y="295477"/>
                      <a:pt x="295696" y="308209"/>
                      <a:pt x="279891" y="308209"/>
                    </a:cubicBezTo>
                    <a:lnTo>
                      <a:pt x="59710" y="308209"/>
                    </a:lnTo>
                    <a:cubicBezTo>
                      <a:pt x="43904" y="308209"/>
                      <a:pt x="31172" y="295477"/>
                      <a:pt x="31172" y="279671"/>
                    </a:cubicBezTo>
                    <a:lnTo>
                      <a:pt x="31172" y="265183"/>
                    </a:lnTo>
                    <a:lnTo>
                      <a:pt x="20196" y="265183"/>
                    </a:lnTo>
                    <a:cubicBezTo>
                      <a:pt x="9000" y="265183"/>
                      <a:pt x="0" y="256182"/>
                      <a:pt x="0" y="244987"/>
                    </a:cubicBezTo>
                    <a:lnTo>
                      <a:pt x="0" y="20196"/>
                    </a:lnTo>
                    <a:cubicBezTo>
                      <a:pt x="0" y="9000"/>
                      <a:pt x="9000" y="0"/>
                      <a:pt x="20196" y="0"/>
                    </a:cubicBezTo>
                    <a:close/>
                  </a:path>
                </a:pathLst>
              </a:custGeom>
              <a:solidFill>
                <a:srgbClr val="4B619F"/>
              </a:solidFill>
              <a:ln>
                <a:noFill/>
              </a:ln>
            </p:spPr>
            <p:txBody>
              <a:bodyPr spcFirstLastPara="1" wrap="square" lIns="0" tIns="0" rIns="0" bIns="0" anchor="ctr" anchorCtr="0">
                <a:noAutofit/>
              </a:bodyPr>
              <a:lstStyle/>
              <a:p>
                <a:pPr algn="ctr">
                  <a:lnSpc>
                    <a:spcPct val="90000"/>
                  </a:lnSpc>
                  <a:buClr>
                    <a:srgbClr val="000000"/>
                  </a:buClr>
                  <a:buSzPts val="1100"/>
                </a:pPr>
                <a:endParaRPr sz="1466" dirty="0">
                  <a:solidFill>
                    <a:srgbClr val="FFFFFF"/>
                  </a:solidFill>
                  <a:latin typeface="Arial"/>
                  <a:ea typeface="Arial"/>
                  <a:cs typeface="Arial"/>
                  <a:sym typeface="Arial"/>
                </a:endParaRPr>
              </a:p>
            </p:txBody>
          </p:sp>
        </p:grpSp>
        <p:sp>
          <p:nvSpPr>
            <p:cNvPr id="6479" name="Google Shape;6479;p278"/>
            <p:cNvSpPr/>
            <p:nvPr/>
          </p:nvSpPr>
          <p:spPr>
            <a:xfrm>
              <a:off x="3278084" y="4134913"/>
              <a:ext cx="1330200" cy="252600"/>
            </a:xfrm>
            <a:prstGeom prst="roundRect">
              <a:avLst>
                <a:gd name="adj" fmla="val 0"/>
              </a:avLst>
            </a:prstGeom>
            <a:noFill/>
            <a:ln>
              <a:noFill/>
            </a:ln>
          </p:spPr>
          <p:txBody>
            <a:bodyPr spcFirstLastPara="1" wrap="square" lIns="91376" tIns="182819" rIns="91376" bIns="0" anchor="t" anchorCtr="0">
              <a:noAutofit/>
            </a:bodyPr>
            <a:lstStyle/>
            <a:p>
              <a:pPr algn="ctr">
                <a:lnSpc>
                  <a:spcPct val="90000"/>
                </a:lnSpc>
                <a:buClr>
                  <a:srgbClr val="000000"/>
                </a:buClr>
                <a:buSzPts val="800"/>
              </a:pPr>
              <a:r>
                <a:rPr lang="en" sz="1066" b="1" dirty="0">
                  <a:solidFill>
                    <a:srgbClr val="4B619F"/>
                  </a:solidFill>
                  <a:latin typeface="Arial"/>
                  <a:ea typeface="Arial"/>
                  <a:cs typeface="Arial"/>
                  <a:sym typeface="Arial"/>
                </a:rPr>
                <a:t>VMware Tanzu </a:t>
              </a:r>
              <a:br>
                <a:rPr lang="en" sz="1066" b="1" dirty="0">
                  <a:solidFill>
                    <a:srgbClr val="4B619F"/>
                  </a:solidFill>
                  <a:latin typeface="Arial"/>
                  <a:ea typeface="Arial"/>
                  <a:cs typeface="Arial"/>
                  <a:sym typeface="Arial"/>
                </a:rPr>
              </a:br>
              <a:r>
                <a:rPr lang="en" sz="1066" b="1" dirty="0">
                  <a:solidFill>
                    <a:srgbClr val="4B619F"/>
                  </a:solidFill>
                  <a:latin typeface="Arial"/>
                  <a:ea typeface="Arial"/>
                  <a:cs typeface="Arial"/>
                  <a:sym typeface="Arial"/>
                </a:rPr>
                <a:t>Platform</a:t>
              </a:r>
              <a:endParaRPr sz="1466" dirty="0">
                <a:solidFill>
                  <a:srgbClr val="000000"/>
                </a:solidFill>
                <a:latin typeface="Arial"/>
                <a:ea typeface="Arial"/>
                <a:cs typeface="Arial"/>
                <a:sym typeface="Arial"/>
              </a:endParaRPr>
            </a:p>
          </p:txBody>
        </p:sp>
        <p:grpSp>
          <p:nvGrpSpPr>
            <p:cNvPr id="6480" name="Google Shape;6480;p278"/>
            <p:cNvGrpSpPr/>
            <p:nvPr/>
          </p:nvGrpSpPr>
          <p:grpSpPr>
            <a:xfrm>
              <a:off x="3332326" y="4778790"/>
              <a:ext cx="2479116" cy="141975"/>
              <a:chOff x="4441917" y="5666198"/>
              <a:chExt cx="3304607" cy="189300"/>
            </a:xfrm>
          </p:grpSpPr>
          <p:cxnSp>
            <p:nvCxnSpPr>
              <p:cNvPr id="6481" name="Google Shape;6481;p278"/>
              <p:cNvCxnSpPr/>
              <p:nvPr/>
            </p:nvCxnSpPr>
            <p:spPr>
              <a:xfrm>
                <a:off x="4475294" y="5760557"/>
                <a:ext cx="3184200" cy="0"/>
              </a:xfrm>
              <a:prstGeom prst="straightConnector1">
                <a:avLst/>
              </a:prstGeom>
              <a:noFill/>
              <a:ln w="9525" cap="rnd" cmpd="sng">
                <a:solidFill>
                  <a:schemeClr val="accent5"/>
                </a:solidFill>
                <a:prstDash val="solid"/>
                <a:miter lim="800000"/>
                <a:headEnd type="none" w="sm" len="sm"/>
                <a:tailEnd type="none" w="sm" len="sm"/>
              </a:ln>
            </p:spPr>
          </p:cxnSp>
          <p:grpSp>
            <p:nvGrpSpPr>
              <p:cNvPr id="6482" name="Google Shape;6482;p278"/>
              <p:cNvGrpSpPr/>
              <p:nvPr/>
            </p:nvGrpSpPr>
            <p:grpSpPr>
              <a:xfrm>
                <a:off x="4441917" y="5666198"/>
                <a:ext cx="3304607" cy="189300"/>
                <a:chOff x="908260" y="5666198"/>
                <a:chExt cx="10372275" cy="189300"/>
              </a:xfrm>
            </p:grpSpPr>
            <p:sp>
              <p:nvSpPr>
                <p:cNvPr id="6483" name="Google Shape;6483;p278"/>
                <p:cNvSpPr/>
                <p:nvPr/>
              </p:nvSpPr>
              <p:spPr>
                <a:xfrm>
                  <a:off x="908260" y="5666198"/>
                  <a:ext cx="3428400" cy="189300"/>
                </a:xfrm>
                <a:prstGeom prst="rect">
                  <a:avLst/>
                </a:prstGeom>
                <a:gradFill>
                  <a:gsLst>
                    <a:gs pos="0">
                      <a:srgbClr val="FFFFFF">
                        <a:alpha val="0"/>
                      </a:srgbClr>
                    </a:gs>
                    <a:gs pos="99000">
                      <a:schemeClr val="lt1"/>
                    </a:gs>
                    <a:gs pos="100000">
                      <a:schemeClr val="lt1"/>
                    </a:gs>
                  </a:gsLst>
                  <a:lin ang="10800025" scaled="0"/>
                </a:gradFill>
                <a:ln>
                  <a:noFill/>
                </a:ln>
              </p:spPr>
              <p:txBody>
                <a:bodyPr spcFirstLastPara="1" wrap="square" lIns="91410" tIns="45688" rIns="91410" bIns="45688" anchor="ctr" anchorCtr="0">
                  <a:noAutofit/>
                </a:bodyPr>
                <a:lstStyle/>
                <a:p>
                  <a:pPr algn="ctr">
                    <a:buClr>
                      <a:srgbClr val="000000"/>
                    </a:buClr>
                    <a:buSzPts val="900"/>
                  </a:pPr>
                  <a:endParaRPr sz="1200" dirty="0">
                    <a:solidFill>
                      <a:schemeClr val="lt1"/>
                    </a:solidFill>
                    <a:latin typeface="Arial"/>
                    <a:ea typeface="Arial"/>
                    <a:cs typeface="Arial"/>
                    <a:sym typeface="Arial"/>
                  </a:endParaRPr>
                </a:p>
              </p:txBody>
            </p:sp>
            <p:sp>
              <p:nvSpPr>
                <p:cNvPr id="6484" name="Google Shape;6484;p278"/>
                <p:cNvSpPr/>
                <p:nvPr/>
              </p:nvSpPr>
              <p:spPr>
                <a:xfrm>
                  <a:off x="7852135" y="5666198"/>
                  <a:ext cx="3428400" cy="189300"/>
                </a:xfrm>
                <a:prstGeom prst="rect">
                  <a:avLst/>
                </a:prstGeom>
                <a:gradFill>
                  <a:gsLst>
                    <a:gs pos="0">
                      <a:srgbClr val="FFFFFF">
                        <a:alpha val="0"/>
                      </a:srgbClr>
                    </a:gs>
                    <a:gs pos="99000">
                      <a:schemeClr val="lt1"/>
                    </a:gs>
                    <a:gs pos="100000">
                      <a:schemeClr val="lt1"/>
                    </a:gs>
                  </a:gsLst>
                  <a:lin ang="0" scaled="0"/>
                </a:gradFill>
                <a:ln>
                  <a:noFill/>
                </a:ln>
              </p:spPr>
              <p:txBody>
                <a:bodyPr spcFirstLastPara="1" wrap="square" lIns="91410" tIns="45688" rIns="91410" bIns="45688" anchor="ctr" anchorCtr="0">
                  <a:noAutofit/>
                </a:bodyPr>
                <a:lstStyle/>
                <a:p>
                  <a:pPr algn="ctr">
                    <a:buClr>
                      <a:srgbClr val="000000"/>
                    </a:buClr>
                    <a:buSzPts val="900"/>
                  </a:pPr>
                  <a:endParaRPr sz="1200" dirty="0">
                    <a:solidFill>
                      <a:schemeClr val="lt1"/>
                    </a:solidFill>
                    <a:latin typeface="Arial"/>
                    <a:ea typeface="Arial"/>
                    <a:cs typeface="Arial"/>
                    <a:sym typeface="Arial"/>
                  </a:endParaRPr>
                </a:p>
              </p:txBody>
            </p:sp>
          </p:grpSp>
        </p:grpSp>
        <p:sp>
          <p:nvSpPr>
            <p:cNvPr id="6485" name="Google Shape;6485;p278"/>
            <p:cNvSpPr/>
            <p:nvPr/>
          </p:nvSpPr>
          <p:spPr>
            <a:xfrm>
              <a:off x="4392799" y="4134913"/>
              <a:ext cx="1330200" cy="252600"/>
            </a:xfrm>
            <a:prstGeom prst="roundRect">
              <a:avLst>
                <a:gd name="adj" fmla="val 0"/>
              </a:avLst>
            </a:prstGeom>
            <a:noFill/>
            <a:ln>
              <a:noFill/>
            </a:ln>
          </p:spPr>
          <p:txBody>
            <a:bodyPr spcFirstLastPara="1" wrap="square" lIns="91376" tIns="182819" rIns="91376" bIns="0" anchor="t" anchorCtr="0">
              <a:noAutofit/>
            </a:bodyPr>
            <a:lstStyle/>
            <a:p>
              <a:pPr algn="ctr">
                <a:lnSpc>
                  <a:spcPct val="90000"/>
                </a:lnSpc>
                <a:buClr>
                  <a:srgbClr val="000000"/>
                </a:buClr>
                <a:buSzPts val="800"/>
              </a:pPr>
              <a:r>
                <a:rPr lang="en" sz="1066" b="1" dirty="0">
                  <a:solidFill>
                    <a:srgbClr val="4B619F"/>
                  </a:solidFill>
                  <a:latin typeface="Arial"/>
                  <a:ea typeface="Arial"/>
                  <a:cs typeface="Arial"/>
                  <a:sym typeface="Arial"/>
                </a:rPr>
                <a:t>VMware Tanzu </a:t>
              </a:r>
              <a:br>
                <a:rPr lang="en" sz="1066" b="1" dirty="0">
                  <a:solidFill>
                    <a:srgbClr val="4B619F"/>
                  </a:solidFill>
                  <a:latin typeface="Arial"/>
                  <a:ea typeface="Arial"/>
                  <a:cs typeface="Arial"/>
                  <a:sym typeface="Arial"/>
                </a:rPr>
              </a:br>
              <a:r>
                <a:rPr lang="en" sz="1066" b="1" dirty="0">
                  <a:solidFill>
                    <a:srgbClr val="4B619F"/>
                  </a:solidFill>
                </a:rPr>
                <a:t>Spring Essentials</a:t>
              </a:r>
              <a:endParaRPr sz="1466" dirty="0">
                <a:solidFill>
                  <a:srgbClr val="000000"/>
                </a:solidFill>
                <a:latin typeface="Arial"/>
                <a:ea typeface="Arial"/>
                <a:cs typeface="Arial"/>
                <a:sym typeface="Arial"/>
              </a:endParaRPr>
            </a:p>
          </p:txBody>
        </p:sp>
        <p:sp>
          <p:nvSpPr>
            <p:cNvPr id="6486" name="Google Shape;6486;p278"/>
            <p:cNvSpPr/>
            <p:nvPr/>
          </p:nvSpPr>
          <p:spPr>
            <a:xfrm>
              <a:off x="3783199" y="4420663"/>
              <a:ext cx="1330200" cy="252600"/>
            </a:xfrm>
            <a:prstGeom prst="roundRect">
              <a:avLst>
                <a:gd name="adj" fmla="val 0"/>
              </a:avLst>
            </a:prstGeom>
            <a:noFill/>
            <a:ln>
              <a:noFill/>
            </a:ln>
          </p:spPr>
          <p:txBody>
            <a:bodyPr spcFirstLastPara="1" wrap="square" lIns="91376" tIns="182819" rIns="91376" bIns="0" anchor="t" anchorCtr="0">
              <a:noAutofit/>
            </a:bodyPr>
            <a:lstStyle/>
            <a:p>
              <a:pPr algn="ctr">
                <a:lnSpc>
                  <a:spcPct val="90000"/>
                </a:lnSpc>
                <a:buClr>
                  <a:srgbClr val="000000"/>
                </a:buClr>
                <a:buSzPts val="800"/>
              </a:pPr>
              <a:r>
                <a:rPr lang="en" sz="1066" b="1" dirty="0">
                  <a:solidFill>
                    <a:srgbClr val="4B619F"/>
                  </a:solidFill>
                  <a:latin typeface="Arial"/>
                  <a:ea typeface="Arial"/>
                  <a:cs typeface="Arial"/>
                  <a:sym typeface="Arial"/>
                </a:rPr>
                <a:t>VMware Tanzu </a:t>
              </a:r>
              <a:br>
                <a:rPr lang="en" sz="1066" b="1" dirty="0">
                  <a:solidFill>
                    <a:srgbClr val="4B619F"/>
                  </a:solidFill>
                  <a:latin typeface="Arial"/>
                  <a:ea typeface="Arial"/>
                  <a:cs typeface="Arial"/>
                  <a:sym typeface="Arial"/>
                </a:rPr>
              </a:br>
              <a:r>
                <a:rPr lang="en" sz="1066" b="1" dirty="0">
                  <a:solidFill>
                    <a:srgbClr val="4B619F"/>
                  </a:solidFill>
                </a:rPr>
                <a:t>App Catalog</a:t>
              </a:r>
              <a:endParaRPr sz="1466" dirty="0">
                <a:solidFill>
                  <a:srgbClr val="000000"/>
                </a:solidFill>
                <a:latin typeface="Arial"/>
                <a:ea typeface="Arial"/>
                <a:cs typeface="Arial"/>
                <a:sym typeface="Arial"/>
              </a:endParaRPr>
            </a:p>
          </p:txBody>
        </p:sp>
      </p:grpSp>
      <p:grpSp>
        <p:nvGrpSpPr>
          <p:cNvPr id="6487" name="Google Shape;6487;p278"/>
          <p:cNvGrpSpPr/>
          <p:nvPr/>
        </p:nvGrpSpPr>
        <p:grpSpPr>
          <a:xfrm>
            <a:off x="492634" y="1038376"/>
            <a:ext cx="3831042" cy="976412"/>
            <a:chOff x="260688" y="702115"/>
            <a:chExt cx="2874030" cy="732500"/>
          </a:xfrm>
        </p:grpSpPr>
        <p:sp>
          <p:nvSpPr>
            <p:cNvPr id="6488" name="Google Shape;6488;p278"/>
            <p:cNvSpPr/>
            <p:nvPr/>
          </p:nvSpPr>
          <p:spPr>
            <a:xfrm>
              <a:off x="298128" y="864918"/>
              <a:ext cx="2769000" cy="434700"/>
            </a:xfrm>
            <a:prstGeom prst="roundRect">
              <a:avLst>
                <a:gd name="adj" fmla="val 13379"/>
              </a:avLst>
            </a:prstGeom>
            <a:noFill/>
            <a:ln w="9525" cap="flat" cmpd="sng">
              <a:solidFill>
                <a:srgbClr val="1582B6"/>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dirty="0">
                <a:solidFill>
                  <a:schemeClr val="lt1"/>
                </a:solidFill>
                <a:latin typeface="Arial"/>
                <a:ea typeface="Arial"/>
                <a:cs typeface="Arial"/>
                <a:sym typeface="Arial"/>
              </a:endParaRPr>
            </a:p>
          </p:txBody>
        </p:sp>
        <p:sp>
          <p:nvSpPr>
            <p:cNvPr id="6489" name="Google Shape;6489;p278"/>
            <p:cNvSpPr/>
            <p:nvPr/>
          </p:nvSpPr>
          <p:spPr>
            <a:xfrm>
              <a:off x="260688" y="833387"/>
              <a:ext cx="2769000" cy="512700"/>
            </a:xfrm>
            <a:prstGeom prst="round2SameRect">
              <a:avLst>
                <a:gd name="adj1" fmla="val 13379"/>
                <a:gd name="adj2" fmla="val 0"/>
              </a:avLst>
            </a:prstGeom>
            <a:noFill/>
            <a:ln>
              <a:noFill/>
            </a:ln>
          </p:spPr>
          <p:txBody>
            <a:bodyPr spcFirstLastPara="1" wrap="square" lIns="91410" tIns="45688" rIns="91410" bIns="45688" anchor="t" anchorCtr="0">
              <a:noAutofit/>
            </a:bodyPr>
            <a:lstStyle/>
            <a:p>
              <a:pPr algn="ctr">
                <a:lnSpc>
                  <a:spcPct val="90000"/>
                </a:lnSpc>
                <a:spcBef>
                  <a:spcPts val="667"/>
                </a:spcBef>
                <a:buClr>
                  <a:srgbClr val="000000"/>
                </a:buClr>
                <a:buSzPts val="800"/>
              </a:pPr>
              <a:endParaRPr sz="1066" b="1" dirty="0">
                <a:solidFill>
                  <a:srgbClr val="535B9A"/>
                </a:solidFill>
                <a:latin typeface="Arial"/>
                <a:ea typeface="Arial"/>
                <a:cs typeface="Arial"/>
                <a:sym typeface="Arial"/>
              </a:endParaRPr>
            </a:p>
          </p:txBody>
        </p:sp>
        <p:sp>
          <p:nvSpPr>
            <p:cNvPr id="6490" name="Google Shape;6490;p278"/>
            <p:cNvSpPr/>
            <p:nvPr/>
          </p:nvSpPr>
          <p:spPr>
            <a:xfrm>
              <a:off x="284418" y="912007"/>
              <a:ext cx="2850300" cy="434700"/>
            </a:xfrm>
            <a:prstGeom prst="roundRect">
              <a:avLst>
                <a:gd name="adj" fmla="val 0"/>
              </a:avLst>
            </a:prstGeom>
            <a:solidFill>
              <a:schemeClr val="lt1"/>
            </a:solidFill>
            <a:ln>
              <a:noFill/>
            </a:ln>
          </p:spPr>
          <p:txBody>
            <a:bodyPr spcFirstLastPara="1" wrap="square" lIns="91376" tIns="182819" rIns="91376" bIns="0" anchor="t" anchorCtr="0">
              <a:noAutofit/>
            </a:bodyPr>
            <a:lstStyle/>
            <a:p>
              <a:pPr algn="ctr">
                <a:lnSpc>
                  <a:spcPct val="90000"/>
                </a:lnSpc>
                <a:spcBef>
                  <a:spcPts val="667"/>
                </a:spcBef>
                <a:buClr>
                  <a:srgbClr val="000000"/>
                </a:buClr>
                <a:buSzPts val="800"/>
              </a:pPr>
              <a:r>
                <a:rPr lang="en" sz="1066" b="1" dirty="0">
                  <a:solidFill>
                    <a:srgbClr val="535B9A"/>
                  </a:solidFill>
                  <a:latin typeface="Arial"/>
                  <a:ea typeface="Arial"/>
                  <a:cs typeface="Arial"/>
                  <a:sym typeface="Arial"/>
                </a:rPr>
                <a:t>VMware Private AI Foundation </a:t>
              </a:r>
              <a:br>
                <a:rPr lang="en" sz="1066" b="1" dirty="0">
                  <a:solidFill>
                    <a:srgbClr val="535B9A"/>
                  </a:solidFill>
                </a:rPr>
              </a:br>
              <a:r>
                <a:rPr lang="en" sz="1066" b="1" dirty="0">
                  <a:solidFill>
                    <a:srgbClr val="535B9A"/>
                  </a:solidFill>
                  <a:latin typeface="Arial"/>
                  <a:ea typeface="Arial"/>
                  <a:cs typeface="Arial"/>
                  <a:sym typeface="Arial"/>
                </a:rPr>
                <a:t>with NVIDIA</a:t>
              </a:r>
              <a:endParaRPr sz="1066" b="1" dirty="0">
                <a:solidFill>
                  <a:srgbClr val="535B9A"/>
                </a:solidFill>
                <a:latin typeface="Arial"/>
                <a:ea typeface="Arial"/>
                <a:cs typeface="Arial"/>
                <a:sym typeface="Arial"/>
              </a:endParaRPr>
            </a:p>
            <a:p>
              <a:pPr algn="ctr">
                <a:lnSpc>
                  <a:spcPct val="90000"/>
                </a:lnSpc>
                <a:spcBef>
                  <a:spcPts val="667"/>
                </a:spcBef>
                <a:buClr>
                  <a:srgbClr val="000000"/>
                </a:buClr>
                <a:buSzPts val="800"/>
              </a:pPr>
              <a:endParaRPr sz="1066" b="1" dirty="0">
                <a:solidFill>
                  <a:srgbClr val="535B9A"/>
                </a:solidFill>
                <a:latin typeface="Arial"/>
                <a:ea typeface="Arial"/>
                <a:cs typeface="Arial"/>
                <a:sym typeface="Arial"/>
              </a:endParaRPr>
            </a:p>
            <a:p>
              <a:pPr algn="ctr">
                <a:lnSpc>
                  <a:spcPct val="90000"/>
                </a:lnSpc>
                <a:spcBef>
                  <a:spcPts val="667"/>
                </a:spcBef>
                <a:buClr>
                  <a:srgbClr val="000000"/>
                </a:buClr>
                <a:buSzPts val="800"/>
              </a:pPr>
              <a:endParaRPr sz="1066" b="1" dirty="0">
                <a:solidFill>
                  <a:srgbClr val="535B9A"/>
                </a:solidFill>
                <a:latin typeface="Arial"/>
                <a:ea typeface="Arial"/>
                <a:cs typeface="Arial"/>
                <a:sym typeface="Arial"/>
              </a:endParaRPr>
            </a:p>
          </p:txBody>
        </p:sp>
        <p:grpSp>
          <p:nvGrpSpPr>
            <p:cNvPr id="6491" name="Google Shape;6491;p278"/>
            <p:cNvGrpSpPr/>
            <p:nvPr/>
          </p:nvGrpSpPr>
          <p:grpSpPr>
            <a:xfrm>
              <a:off x="400566" y="702115"/>
              <a:ext cx="2489389" cy="308475"/>
              <a:chOff x="576977" y="480838"/>
              <a:chExt cx="3318300" cy="411300"/>
            </a:xfrm>
          </p:grpSpPr>
          <p:sp>
            <p:nvSpPr>
              <p:cNvPr id="6492" name="Google Shape;6492;p278"/>
              <p:cNvSpPr/>
              <p:nvPr/>
            </p:nvSpPr>
            <p:spPr>
              <a:xfrm>
                <a:off x="576977" y="480838"/>
                <a:ext cx="3318300" cy="411300"/>
              </a:xfrm>
              <a:prstGeom prst="roundRect">
                <a:avLst>
                  <a:gd name="adj" fmla="val 50000"/>
                </a:avLst>
              </a:prstGeom>
              <a:solidFill>
                <a:srgbClr val="1582B6"/>
              </a:solidFill>
              <a:ln>
                <a:noFill/>
              </a:ln>
            </p:spPr>
            <p:txBody>
              <a:bodyPr spcFirstLastPara="1" wrap="square" lIns="0" tIns="0" rIns="0" bIns="0" anchor="ctr" anchorCtr="0">
                <a:noAutofit/>
              </a:bodyPr>
              <a:lstStyle/>
              <a:p>
                <a:pPr algn="ctr">
                  <a:lnSpc>
                    <a:spcPct val="90000"/>
                  </a:lnSpc>
                  <a:buClr>
                    <a:srgbClr val="000000"/>
                  </a:buClr>
                  <a:buSzPts val="1100"/>
                </a:pPr>
                <a:r>
                  <a:rPr lang="en" sz="1466" dirty="0">
                    <a:solidFill>
                      <a:srgbClr val="FFFFFF"/>
                    </a:solidFill>
                    <a:latin typeface="Arial"/>
                    <a:ea typeface="Arial"/>
                    <a:cs typeface="Arial"/>
                    <a:sym typeface="Arial"/>
                  </a:rPr>
                  <a:t>Private AI</a:t>
                </a:r>
                <a:endParaRPr sz="1466" dirty="0">
                  <a:solidFill>
                    <a:srgbClr val="000000"/>
                  </a:solidFill>
                  <a:latin typeface="Arial"/>
                  <a:ea typeface="Arial"/>
                  <a:cs typeface="Arial"/>
                  <a:sym typeface="Arial"/>
                </a:endParaRPr>
              </a:p>
            </p:txBody>
          </p:sp>
          <p:sp>
            <p:nvSpPr>
              <p:cNvPr id="6493" name="Google Shape;6493;p278"/>
              <p:cNvSpPr/>
              <p:nvPr/>
            </p:nvSpPr>
            <p:spPr>
              <a:xfrm>
                <a:off x="595681" y="499488"/>
                <a:ext cx="374100" cy="374100"/>
              </a:xfrm>
              <a:prstGeom prst="ellipse">
                <a:avLst/>
              </a:prstGeom>
              <a:solidFill>
                <a:schemeClr val="lt1"/>
              </a:solidFill>
              <a:ln>
                <a:noFill/>
              </a:ln>
            </p:spPr>
            <p:txBody>
              <a:bodyPr spcFirstLastPara="1" wrap="square" lIns="0" tIns="0" rIns="0" bIns="0" anchor="ctr" anchorCtr="0">
                <a:noAutofit/>
              </a:bodyPr>
              <a:lstStyle/>
              <a:p>
                <a:pPr algn="ctr">
                  <a:lnSpc>
                    <a:spcPct val="90000"/>
                  </a:lnSpc>
                  <a:buClr>
                    <a:srgbClr val="000000"/>
                  </a:buClr>
                  <a:buSzPts val="1100"/>
                </a:pPr>
                <a:endParaRPr sz="1466" dirty="0">
                  <a:solidFill>
                    <a:srgbClr val="FFFFFF"/>
                  </a:solidFill>
                  <a:latin typeface="Arial"/>
                  <a:ea typeface="Arial"/>
                  <a:cs typeface="Arial"/>
                  <a:sym typeface="Arial"/>
                </a:endParaRPr>
              </a:p>
            </p:txBody>
          </p:sp>
          <p:sp>
            <p:nvSpPr>
              <p:cNvPr id="6494" name="Google Shape;6494;p278"/>
              <p:cNvSpPr/>
              <p:nvPr/>
            </p:nvSpPr>
            <p:spPr>
              <a:xfrm>
                <a:off x="651218" y="556538"/>
                <a:ext cx="267049" cy="268779"/>
              </a:xfrm>
              <a:custGeom>
                <a:avLst/>
                <a:gdLst/>
                <a:ahLst/>
                <a:cxnLst/>
                <a:rect l="l" t="t" r="r" b="b"/>
                <a:pathLst>
                  <a:path w="628350" h="632420" extrusionOk="0">
                    <a:moveTo>
                      <a:pt x="217619" y="486558"/>
                    </a:moveTo>
                    <a:cubicBezTo>
                      <a:pt x="206298" y="486558"/>
                      <a:pt x="197346" y="495510"/>
                      <a:pt x="197346" y="506832"/>
                    </a:cubicBezTo>
                    <a:cubicBezTo>
                      <a:pt x="197346" y="518153"/>
                      <a:pt x="206561" y="527105"/>
                      <a:pt x="217619" y="527105"/>
                    </a:cubicBezTo>
                    <a:cubicBezTo>
                      <a:pt x="228940" y="527105"/>
                      <a:pt x="237893" y="518153"/>
                      <a:pt x="237893" y="506832"/>
                    </a:cubicBezTo>
                    <a:cubicBezTo>
                      <a:pt x="237893" y="495510"/>
                      <a:pt x="228940" y="486558"/>
                      <a:pt x="217619" y="486558"/>
                    </a:cubicBezTo>
                    <a:close/>
                    <a:moveTo>
                      <a:pt x="182075" y="362549"/>
                    </a:moveTo>
                    <a:cubicBezTo>
                      <a:pt x="170754" y="362549"/>
                      <a:pt x="161802" y="371501"/>
                      <a:pt x="161802" y="382822"/>
                    </a:cubicBezTo>
                    <a:cubicBezTo>
                      <a:pt x="161802" y="394144"/>
                      <a:pt x="171017" y="403095"/>
                      <a:pt x="182075" y="403095"/>
                    </a:cubicBezTo>
                    <a:cubicBezTo>
                      <a:pt x="193397" y="403095"/>
                      <a:pt x="202349" y="394144"/>
                      <a:pt x="202349" y="382822"/>
                    </a:cubicBezTo>
                    <a:cubicBezTo>
                      <a:pt x="202349" y="371501"/>
                      <a:pt x="193397" y="362549"/>
                      <a:pt x="182075" y="362549"/>
                    </a:cubicBezTo>
                    <a:close/>
                    <a:moveTo>
                      <a:pt x="466691" y="325162"/>
                    </a:moveTo>
                    <a:cubicBezTo>
                      <a:pt x="473537" y="325162"/>
                      <a:pt x="479065" y="330691"/>
                      <a:pt x="479065" y="337273"/>
                    </a:cubicBezTo>
                    <a:cubicBezTo>
                      <a:pt x="479065" y="340960"/>
                      <a:pt x="477486" y="344382"/>
                      <a:pt x="474590" y="346752"/>
                    </a:cubicBezTo>
                    <a:lnTo>
                      <a:pt x="474590" y="354124"/>
                    </a:lnTo>
                    <a:cubicBezTo>
                      <a:pt x="474590" y="357284"/>
                      <a:pt x="471957" y="359653"/>
                      <a:pt x="468797" y="359653"/>
                    </a:cubicBezTo>
                    <a:lnTo>
                      <a:pt x="464585" y="359653"/>
                    </a:lnTo>
                    <a:cubicBezTo>
                      <a:pt x="461425" y="359653"/>
                      <a:pt x="458792" y="357284"/>
                      <a:pt x="458792" y="354124"/>
                    </a:cubicBezTo>
                    <a:lnTo>
                      <a:pt x="458792" y="346752"/>
                    </a:lnTo>
                    <a:cubicBezTo>
                      <a:pt x="455896" y="344382"/>
                      <a:pt x="454316" y="343856"/>
                      <a:pt x="454316" y="337273"/>
                    </a:cubicBezTo>
                    <a:cubicBezTo>
                      <a:pt x="454316" y="330691"/>
                      <a:pt x="459845" y="325162"/>
                      <a:pt x="466691" y="325162"/>
                    </a:cubicBezTo>
                    <a:close/>
                    <a:moveTo>
                      <a:pt x="466691" y="301466"/>
                    </a:moveTo>
                    <a:cubicBezTo>
                      <a:pt x="442995" y="301466"/>
                      <a:pt x="423774" y="319896"/>
                      <a:pt x="423774" y="342539"/>
                    </a:cubicBezTo>
                    <a:cubicBezTo>
                      <a:pt x="423774" y="365182"/>
                      <a:pt x="442995" y="383612"/>
                      <a:pt x="466691" y="383612"/>
                    </a:cubicBezTo>
                    <a:cubicBezTo>
                      <a:pt x="490387" y="383612"/>
                      <a:pt x="509607" y="365182"/>
                      <a:pt x="509607" y="342539"/>
                    </a:cubicBezTo>
                    <a:cubicBezTo>
                      <a:pt x="509607" y="319896"/>
                      <a:pt x="490387" y="301466"/>
                      <a:pt x="466691" y="301466"/>
                    </a:cubicBezTo>
                    <a:close/>
                    <a:moveTo>
                      <a:pt x="464322" y="249335"/>
                    </a:moveTo>
                    <a:cubicBezTo>
                      <a:pt x="454579" y="249335"/>
                      <a:pt x="446944" y="258023"/>
                      <a:pt x="446944" y="268818"/>
                    </a:cubicBezTo>
                    <a:lnTo>
                      <a:pt x="447208" y="268818"/>
                    </a:lnTo>
                    <a:lnTo>
                      <a:pt x="447208" y="289091"/>
                    </a:lnTo>
                    <a:cubicBezTo>
                      <a:pt x="453526" y="286722"/>
                      <a:pt x="460109" y="285669"/>
                      <a:pt x="466954" y="285669"/>
                    </a:cubicBezTo>
                    <a:cubicBezTo>
                      <a:pt x="473800" y="285669"/>
                      <a:pt x="480382" y="286722"/>
                      <a:pt x="486701" y="289091"/>
                    </a:cubicBezTo>
                    <a:lnTo>
                      <a:pt x="486701" y="268818"/>
                    </a:lnTo>
                    <a:cubicBezTo>
                      <a:pt x="486701" y="258023"/>
                      <a:pt x="478802" y="249335"/>
                      <a:pt x="469324" y="249335"/>
                    </a:cubicBezTo>
                    <a:close/>
                    <a:moveTo>
                      <a:pt x="464058" y="233274"/>
                    </a:moveTo>
                    <a:lnTo>
                      <a:pt x="469060" y="233274"/>
                    </a:lnTo>
                    <a:cubicBezTo>
                      <a:pt x="487491" y="233274"/>
                      <a:pt x="502235" y="249072"/>
                      <a:pt x="502235" y="268555"/>
                    </a:cubicBezTo>
                    <a:lnTo>
                      <a:pt x="502235" y="297253"/>
                    </a:lnTo>
                    <a:lnTo>
                      <a:pt x="501972" y="297253"/>
                    </a:lnTo>
                    <a:cubicBezTo>
                      <a:pt x="516452" y="308049"/>
                      <a:pt x="525141" y="311208"/>
                      <a:pt x="525141" y="342539"/>
                    </a:cubicBezTo>
                    <a:cubicBezTo>
                      <a:pt x="525141" y="373871"/>
                      <a:pt x="498812" y="399410"/>
                      <a:pt x="466427" y="399410"/>
                    </a:cubicBezTo>
                    <a:cubicBezTo>
                      <a:pt x="434043" y="399410"/>
                      <a:pt x="407714" y="373871"/>
                      <a:pt x="407714" y="342539"/>
                    </a:cubicBezTo>
                    <a:cubicBezTo>
                      <a:pt x="407714" y="324899"/>
                      <a:pt x="416403" y="308049"/>
                      <a:pt x="430883" y="297253"/>
                    </a:cubicBezTo>
                    <a:lnTo>
                      <a:pt x="430883" y="268555"/>
                    </a:lnTo>
                    <a:cubicBezTo>
                      <a:pt x="430883" y="249072"/>
                      <a:pt x="445628" y="233274"/>
                      <a:pt x="464058" y="233274"/>
                    </a:cubicBezTo>
                    <a:close/>
                    <a:moveTo>
                      <a:pt x="466954" y="189568"/>
                    </a:moveTo>
                    <a:cubicBezTo>
                      <a:pt x="395866" y="189568"/>
                      <a:pt x="337942" y="247491"/>
                      <a:pt x="337942" y="318842"/>
                    </a:cubicBezTo>
                    <a:cubicBezTo>
                      <a:pt x="337942" y="390194"/>
                      <a:pt x="395866" y="448118"/>
                      <a:pt x="466954" y="448118"/>
                    </a:cubicBezTo>
                    <a:cubicBezTo>
                      <a:pt x="538042" y="448118"/>
                      <a:pt x="595965" y="390194"/>
                      <a:pt x="595965" y="318842"/>
                    </a:cubicBezTo>
                    <a:cubicBezTo>
                      <a:pt x="595965" y="247491"/>
                      <a:pt x="538042" y="189568"/>
                      <a:pt x="466954" y="189568"/>
                    </a:cubicBezTo>
                    <a:close/>
                    <a:moveTo>
                      <a:pt x="144688" y="173770"/>
                    </a:moveTo>
                    <a:cubicBezTo>
                      <a:pt x="133367" y="173770"/>
                      <a:pt x="124415" y="182722"/>
                      <a:pt x="124415" y="194043"/>
                    </a:cubicBezTo>
                    <a:cubicBezTo>
                      <a:pt x="124415" y="205365"/>
                      <a:pt x="133367" y="214317"/>
                      <a:pt x="144688" y="214317"/>
                    </a:cubicBezTo>
                    <a:cubicBezTo>
                      <a:pt x="156010" y="214317"/>
                      <a:pt x="164961" y="205365"/>
                      <a:pt x="164961" y="194043"/>
                    </a:cubicBezTo>
                    <a:cubicBezTo>
                      <a:pt x="164961" y="182722"/>
                      <a:pt x="155746" y="173770"/>
                      <a:pt x="144688" y="173770"/>
                    </a:cubicBezTo>
                    <a:close/>
                    <a:moveTo>
                      <a:pt x="144688" y="142702"/>
                    </a:moveTo>
                    <a:cubicBezTo>
                      <a:pt x="172860" y="142702"/>
                      <a:pt x="195766" y="171138"/>
                      <a:pt x="195766" y="193781"/>
                    </a:cubicBezTo>
                    <a:cubicBezTo>
                      <a:pt x="195766" y="216423"/>
                      <a:pt x="181022" y="235380"/>
                      <a:pt x="160749" y="242225"/>
                    </a:cubicBezTo>
                    <a:lnTo>
                      <a:pt x="160749" y="246438"/>
                    </a:lnTo>
                    <a:lnTo>
                      <a:pt x="322935" y="246438"/>
                    </a:lnTo>
                    <a:cubicBezTo>
                      <a:pt x="350317" y="192464"/>
                      <a:pt x="406135" y="157709"/>
                      <a:pt x="466954" y="157709"/>
                    </a:cubicBezTo>
                    <a:lnTo>
                      <a:pt x="467217" y="157709"/>
                    </a:lnTo>
                    <a:cubicBezTo>
                      <a:pt x="555946" y="157709"/>
                      <a:pt x="628350" y="230114"/>
                      <a:pt x="628350" y="319106"/>
                    </a:cubicBezTo>
                    <a:cubicBezTo>
                      <a:pt x="628350" y="408098"/>
                      <a:pt x="556209" y="480502"/>
                      <a:pt x="467217" y="480502"/>
                    </a:cubicBezTo>
                    <a:cubicBezTo>
                      <a:pt x="436412" y="480502"/>
                      <a:pt x="406397" y="471814"/>
                      <a:pt x="380595" y="455226"/>
                    </a:cubicBezTo>
                    <a:cubicBezTo>
                      <a:pt x="358479" y="441009"/>
                      <a:pt x="340048" y="421789"/>
                      <a:pt x="327148" y="399146"/>
                    </a:cubicBezTo>
                    <a:cubicBezTo>
                      <a:pt x="327148" y="399146"/>
                      <a:pt x="231047" y="399146"/>
                      <a:pt x="231047" y="399146"/>
                    </a:cubicBezTo>
                    <a:lnTo>
                      <a:pt x="230521" y="399146"/>
                    </a:lnTo>
                    <a:cubicBezTo>
                      <a:pt x="223675" y="419156"/>
                      <a:pt x="210247" y="433901"/>
                      <a:pt x="182075" y="433901"/>
                    </a:cubicBezTo>
                    <a:cubicBezTo>
                      <a:pt x="153903" y="433901"/>
                      <a:pt x="130997" y="410994"/>
                      <a:pt x="130997" y="382822"/>
                    </a:cubicBezTo>
                    <a:cubicBezTo>
                      <a:pt x="130997" y="354650"/>
                      <a:pt x="159432" y="331744"/>
                      <a:pt x="182075" y="331744"/>
                    </a:cubicBezTo>
                    <a:cubicBezTo>
                      <a:pt x="204718" y="331744"/>
                      <a:pt x="223675" y="346488"/>
                      <a:pt x="230521" y="366761"/>
                    </a:cubicBezTo>
                    <a:lnTo>
                      <a:pt x="312930" y="366761"/>
                    </a:lnTo>
                    <a:cubicBezTo>
                      <a:pt x="307927" y="351491"/>
                      <a:pt x="305558" y="333060"/>
                      <a:pt x="305558" y="319106"/>
                    </a:cubicBezTo>
                    <a:cubicBezTo>
                      <a:pt x="305558" y="305152"/>
                      <a:pt x="307401" y="291724"/>
                      <a:pt x="310823" y="278559"/>
                    </a:cubicBezTo>
                    <a:lnTo>
                      <a:pt x="128627" y="278559"/>
                    </a:lnTo>
                    <a:lnTo>
                      <a:pt x="128627" y="242225"/>
                    </a:lnTo>
                    <a:cubicBezTo>
                      <a:pt x="108354" y="235380"/>
                      <a:pt x="93610" y="221953"/>
                      <a:pt x="93610" y="193781"/>
                    </a:cubicBezTo>
                    <a:cubicBezTo>
                      <a:pt x="93610" y="165609"/>
                      <a:pt x="116516" y="142702"/>
                      <a:pt x="144688" y="142702"/>
                    </a:cubicBezTo>
                    <a:close/>
                    <a:moveTo>
                      <a:pt x="142319" y="94257"/>
                    </a:moveTo>
                    <a:cubicBezTo>
                      <a:pt x="142319" y="94257"/>
                      <a:pt x="143767" y="94422"/>
                      <a:pt x="145939" y="94669"/>
                    </a:cubicBezTo>
                    <a:lnTo>
                      <a:pt x="147846" y="94885"/>
                    </a:lnTo>
                    <a:lnTo>
                      <a:pt x="153904" y="95574"/>
                    </a:lnTo>
                    <a:cubicBezTo>
                      <a:pt x="159696" y="96232"/>
                      <a:pt x="165488" y="96890"/>
                      <a:pt x="165488" y="96890"/>
                    </a:cubicBezTo>
                    <a:lnTo>
                      <a:pt x="147846" y="94885"/>
                    </a:lnTo>
                    <a:close/>
                    <a:moveTo>
                      <a:pt x="517769" y="81620"/>
                    </a:moveTo>
                    <a:cubicBezTo>
                      <a:pt x="506447" y="81620"/>
                      <a:pt x="497495" y="90571"/>
                      <a:pt x="497495" y="101892"/>
                    </a:cubicBezTo>
                    <a:cubicBezTo>
                      <a:pt x="497495" y="113214"/>
                      <a:pt x="506447" y="122166"/>
                      <a:pt x="517769" y="122166"/>
                    </a:cubicBezTo>
                    <a:cubicBezTo>
                      <a:pt x="529090" y="122166"/>
                      <a:pt x="538042" y="113214"/>
                      <a:pt x="538042" y="101892"/>
                    </a:cubicBezTo>
                    <a:cubicBezTo>
                      <a:pt x="538042" y="90571"/>
                      <a:pt x="528827" y="81620"/>
                      <a:pt x="517769" y="81620"/>
                    </a:cubicBezTo>
                    <a:close/>
                    <a:moveTo>
                      <a:pt x="238156" y="0"/>
                    </a:moveTo>
                    <a:cubicBezTo>
                      <a:pt x="240263" y="0"/>
                      <a:pt x="242105" y="0"/>
                      <a:pt x="244212" y="0"/>
                    </a:cubicBezTo>
                    <a:cubicBezTo>
                      <a:pt x="277123" y="0"/>
                      <a:pt x="308981" y="12374"/>
                      <a:pt x="333466" y="35017"/>
                    </a:cubicBezTo>
                    <a:cubicBezTo>
                      <a:pt x="333466" y="35017"/>
                      <a:pt x="333466" y="35281"/>
                      <a:pt x="333466" y="35281"/>
                    </a:cubicBezTo>
                    <a:lnTo>
                      <a:pt x="336363" y="38177"/>
                    </a:lnTo>
                    <a:lnTo>
                      <a:pt x="338732" y="40546"/>
                    </a:lnTo>
                    <a:lnTo>
                      <a:pt x="338732" y="87149"/>
                    </a:lnTo>
                    <a:lnTo>
                      <a:pt x="468797" y="87149"/>
                    </a:lnTo>
                    <a:cubicBezTo>
                      <a:pt x="475116" y="66349"/>
                      <a:pt x="489333" y="51078"/>
                      <a:pt x="517505" y="51078"/>
                    </a:cubicBezTo>
                    <a:cubicBezTo>
                      <a:pt x="545677" y="51078"/>
                      <a:pt x="568584" y="73984"/>
                      <a:pt x="568584" y="102156"/>
                    </a:cubicBezTo>
                    <a:cubicBezTo>
                      <a:pt x="568584" y="130328"/>
                      <a:pt x="539621" y="153234"/>
                      <a:pt x="517505" y="153234"/>
                    </a:cubicBezTo>
                    <a:cubicBezTo>
                      <a:pt x="495389" y="153234"/>
                      <a:pt x="476696" y="139017"/>
                      <a:pt x="469587" y="119533"/>
                    </a:cubicBezTo>
                    <a:lnTo>
                      <a:pt x="338469" y="119533"/>
                    </a:lnTo>
                    <a:lnTo>
                      <a:pt x="338469" y="193254"/>
                    </a:lnTo>
                    <a:lnTo>
                      <a:pt x="306347" y="193254"/>
                    </a:lnTo>
                    <a:lnTo>
                      <a:pt x="306347" y="54764"/>
                    </a:lnTo>
                    <a:cubicBezTo>
                      <a:pt x="288444" y="40020"/>
                      <a:pt x="266591" y="32384"/>
                      <a:pt x="243158" y="32384"/>
                    </a:cubicBezTo>
                    <a:cubicBezTo>
                      <a:pt x="241842" y="32384"/>
                      <a:pt x="240263" y="32384"/>
                      <a:pt x="238946" y="32384"/>
                    </a:cubicBezTo>
                    <a:cubicBezTo>
                      <a:pt x="212090" y="33437"/>
                      <a:pt x="187341" y="45022"/>
                      <a:pt x="169174" y="64769"/>
                    </a:cubicBezTo>
                    <a:cubicBezTo>
                      <a:pt x="162856" y="71878"/>
                      <a:pt x="157589" y="79513"/>
                      <a:pt x="153377" y="87938"/>
                    </a:cubicBezTo>
                    <a:lnTo>
                      <a:pt x="166015" y="89255"/>
                    </a:lnTo>
                    <a:lnTo>
                      <a:pt x="173914" y="90045"/>
                    </a:lnTo>
                    <a:lnTo>
                      <a:pt x="173123" y="97943"/>
                    </a:lnTo>
                    <a:lnTo>
                      <a:pt x="171280" y="114268"/>
                    </a:lnTo>
                    <a:lnTo>
                      <a:pt x="170491" y="122166"/>
                    </a:lnTo>
                    <a:lnTo>
                      <a:pt x="162592" y="121376"/>
                    </a:lnTo>
                    <a:lnTo>
                      <a:pt x="130470" y="117690"/>
                    </a:lnTo>
                    <a:cubicBezTo>
                      <a:pt x="103089" y="117953"/>
                      <a:pt x="76496" y="129802"/>
                      <a:pt x="58066" y="150075"/>
                    </a:cubicBezTo>
                    <a:cubicBezTo>
                      <a:pt x="39899" y="169822"/>
                      <a:pt x="30684" y="195624"/>
                      <a:pt x="31737" y="222479"/>
                    </a:cubicBezTo>
                    <a:cubicBezTo>
                      <a:pt x="32790" y="249335"/>
                      <a:pt x="44375" y="274084"/>
                      <a:pt x="64122" y="292515"/>
                    </a:cubicBezTo>
                    <a:lnTo>
                      <a:pt x="64385" y="292515"/>
                    </a:lnTo>
                    <a:lnTo>
                      <a:pt x="100983" y="313314"/>
                    </a:lnTo>
                    <a:lnTo>
                      <a:pt x="107828" y="317264"/>
                    </a:lnTo>
                    <a:lnTo>
                      <a:pt x="103879" y="324109"/>
                    </a:lnTo>
                    <a:lnTo>
                      <a:pt x="95716" y="338327"/>
                    </a:lnTo>
                    <a:lnTo>
                      <a:pt x="91767" y="345172"/>
                    </a:lnTo>
                    <a:lnTo>
                      <a:pt x="84922" y="341223"/>
                    </a:lnTo>
                    <a:lnTo>
                      <a:pt x="57540" y="325689"/>
                    </a:lnTo>
                    <a:cubicBezTo>
                      <a:pt x="39899" y="345172"/>
                      <a:pt x="30684" y="370711"/>
                      <a:pt x="31737" y="397303"/>
                    </a:cubicBezTo>
                    <a:cubicBezTo>
                      <a:pt x="32790" y="424159"/>
                      <a:pt x="44375" y="448908"/>
                      <a:pt x="64122" y="467075"/>
                    </a:cubicBezTo>
                    <a:cubicBezTo>
                      <a:pt x="78340" y="479976"/>
                      <a:pt x="96507" y="488928"/>
                      <a:pt x="115726" y="492087"/>
                    </a:cubicBezTo>
                    <a:lnTo>
                      <a:pt x="121519" y="472867"/>
                    </a:lnTo>
                    <a:lnTo>
                      <a:pt x="123625" y="465232"/>
                    </a:lnTo>
                    <a:lnTo>
                      <a:pt x="131261" y="467338"/>
                    </a:lnTo>
                    <a:lnTo>
                      <a:pt x="147058" y="472078"/>
                    </a:lnTo>
                    <a:lnTo>
                      <a:pt x="154694" y="474184"/>
                    </a:lnTo>
                    <a:lnTo>
                      <a:pt x="152587" y="481819"/>
                    </a:lnTo>
                    <a:lnTo>
                      <a:pt x="143898" y="511044"/>
                    </a:lnTo>
                    <a:cubicBezTo>
                      <a:pt x="146268" y="535530"/>
                      <a:pt x="157589" y="558173"/>
                      <a:pt x="175757" y="574761"/>
                    </a:cubicBezTo>
                    <a:cubicBezTo>
                      <a:pt x="194186" y="591610"/>
                      <a:pt x="220516" y="601089"/>
                      <a:pt x="243685" y="601089"/>
                    </a:cubicBezTo>
                    <a:cubicBezTo>
                      <a:pt x="266855" y="601089"/>
                      <a:pt x="289234" y="593190"/>
                      <a:pt x="306874" y="578972"/>
                    </a:cubicBezTo>
                    <a:lnTo>
                      <a:pt x="306874" y="523682"/>
                    </a:lnTo>
                    <a:lnTo>
                      <a:pt x="265801" y="523682"/>
                    </a:lnTo>
                    <a:cubicBezTo>
                      <a:pt x="258956" y="543692"/>
                      <a:pt x="245792" y="558173"/>
                      <a:pt x="217619" y="558173"/>
                    </a:cubicBezTo>
                    <a:cubicBezTo>
                      <a:pt x="189448" y="558173"/>
                      <a:pt x="166541" y="535267"/>
                      <a:pt x="166541" y="507095"/>
                    </a:cubicBezTo>
                    <a:cubicBezTo>
                      <a:pt x="166541" y="478923"/>
                      <a:pt x="194977" y="456017"/>
                      <a:pt x="217619" y="456017"/>
                    </a:cubicBezTo>
                    <a:cubicBezTo>
                      <a:pt x="240263" y="456017"/>
                      <a:pt x="259482" y="470761"/>
                      <a:pt x="266064" y="491298"/>
                    </a:cubicBezTo>
                    <a:lnTo>
                      <a:pt x="306874" y="491298"/>
                    </a:lnTo>
                    <a:lnTo>
                      <a:pt x="306874" y="450488"/>
                    </a:lnTo>
                    <a:lnTo>
                      <a:pt x="314773" y="450488"/>
                    </a:lnTo>
                    <a:lnTo>
                      <a:pt x="315036" y="449961"/>
                    </a:lnTo>
                    <a:lnTo>
                      <a:pt x="339259" y="449961"/>
                    </a:lnTo>
                    <a:lnTo>
                      <a:pt x="339259" y="592401"/>
                    </a:lnTo>
                    <a:lnTo>
                      <a:pt x="336626" y="594770"/>
                    </a:lnTo>
                    <a:lnTo>
                      <a:pt x="333993" y="597140"/>
                    </a:lnTo>
                    <a:cubicBezTo>
                      <a:pt x="309770" y="619782"/>
                      <a:pt x="277386" y="632420"/>
                      <a:pt x="243948" y="632420"/>
                    </a:cubicBezTo>
                    <a:cubicBezTo>
                      <a:pt x="210511" y="632420"/>
                      <a:pt x="178652" y="620046"/>
                      <a:pt x="154167" y="597666"/>
                    </a:cubicBezTo>
                    <a:cubicBezTo>
                      <a:pt x="132840" y="578183"/>
                      <a:pt x="118359" y="552118"/>
                      <a:pt x="113357" y="523682"/>
                    </a:cubicBezTo>
                    <a:cubicBezTo>
                      <a:pt x="87028" y="519733"/>
                      <a:pt x="62279" y="507885"/>
                      <a:pt x="42795" y="489981"/>
                    </a:cubicBezTo>
                    <a:cubicBezTo>
                      <a:pt x="16730" y="466022"/>
                      <a:pt x="1722" y="433374"/>
                      <a:pt x="142" y="397830"/>
                    </a:cubicBezTo>
                    <a:cubicBezTo>
                      <a:pt x="-1437" y="363602"/>
                      <a:pt x="10147" y="330691"/>
                      <a:pt x="32790" y="304889"/>
                    </a:cubicBezTo>
                    <a:cubicBezTo>
                      <a:pt x="13044" y="282246"/>
                      <a:pt x="1459" y="253547"/>
                      <a:pt x="142" y="223006"/>
                    </a:cubicBezTo>
                    <a:cubicBezTo>
                      <a:pt x="-1437" y="187725"/>
                      <a:pt x="10938" y="153761"/>
                      <a:pt x="34897" y="127695"/>
                    </a:cubicBezTo>
                    <a:cubicBezTo>
                      <a:pt x="56750" y="103999"/>
                      <a:pt x="87555" y="88728"/>
                      <a:pt x="119676" y="85569"/>
                    </a:cubicBezTo>
                    <a:cubicBezTo>
                      <a:pt x="125732" y="69771"/>
                      <a:pt x="134683" y="55291"/>
                      <a:pt x="146268" y="42653"/>
                    </a:cubicBezTo>
                    <a:cubicBezTo>
                      <a:pt x="169964" y="16587"/>
                      <a:pt x="202875" y="1580"/>
                      <a:pt x="238156" y="0"/>
                    </a:cubicBezTo>
                    <a:close/>
                  </a:path>
                </a:pathLst>
              </a:custGeom>
              <a:solidFill>
                <a:srgbClr val="1582B6"/>
              </a:solidFill>
              <a:ln>
                <a:noFill/>
              </a:ln>
            </p:spPr>
            <p:txBody>
              <a:bodyPr spcFirstLastPara="1" wrap="square" lIns="0" tIns="0" rIns="0" bIns="0" anchor="ctr" anchorCtr="0">
                <a:noAutofit/>
              </a:bodyPr>
              <a:lstStyle/>
              <a:p>
                <a:pPr algn="ctr">
                  <a:lnSpc>
                    <a:spcPct val="90000"/>
                  </a:lnSpc>
                  <a:buClr>
                    <a:srgbClr val="000000"/>
                  </a:buClr>
                  <a:buSzPts val="1100"/>
                </a:pPr>
                <a:endParaRPr sz="1466" dirty="0">
                  <a:solidFill>
                    <a:srgbClr val="FFFFFF"/>
                  </a:solidFill>
                  <a:latin typeface="Arial"/>
                  <a:ea typeface="Arial"/>
                  <a:cs typeface="Arial"/>
                  <a:sym typeface="Arial"/>
                </a:endParaRPr>
              </a:p>
            </p:txBody>
          </p:sp>
        </p:grpSp>
        <p:grpSp>
          <p:nvGrpSpPr>
            <p:cNvPr id="6495" name="Google Shape;6495;p278"/>
            <p:cNvGrpSpPr/>
            <p:nvPr/>
          </p:nvGrpSpPr>
          <p:grpSpPr>
            <a:xfrm>
              <a:off x="474082" y="1292640"/>
              <a:ext cx="2479116" cy="141975"/>
              <a:chOff x="4441917" y="5666198"/>
              <a:chExt cx="3304607" cy="189300"/>
            </a:xfrm>
          </p:grpSpPr>
          <p:cxnSp>
            <p:nvCxnSpPr>
              <p:cNvPr id="6496" name="Google Shape;6496;p278"/>
              <p:cNvCxnSpPr/>
              <p:nvPr/>
            </p:nvCxnSpPr>
            <p:spPr>
              <a:xfrm>
                <a:off x="4475294" y="5760557"/>
                <a:ext cx="3184200" cy="0"/>
              </a:xfrm>
              <a:prstGeom prst="straightConnector1">
                <a:avLst/>
              </a:prstGeom>
              <a:noFill/>
              <a:ln w="9525" cap="rnd" cmpd="sng">
                <a:solidFill>
                  <a:schemeClr val="accent5"/>
                </a:solidFill>
                <a:prstDash val="solid"/>
                <a:miter lim="800000"/>
                <a:headEnd type="none" w="sm" len="sm"/>
                <a:tailEnd type="none" w="sm" len="sm"/>
              </a:ln>
            </p:spPr>
          </p:cxnSp>
          <p:grpSp>
            <p:nvGrpSpPr>
              <p:cNvPr id="6497" name="Google Shape;6497;p278"/>
              <p:cNvGrpSpPr/>
              <p:nvPr/>
            </p:nvGrpSpPr>
            <p:grpSpPr>
              <a:xfrm>
                <a:off x="4441917" y="5666198"/>
                <a:ext cx="3304607" cy="189300"/>
                <a:chOff x="908260" y="5666198"/>
                <a:chExt cx="10372275" cy="189300"/>
              </a:xfrm>
            </p:grpSpPr>
            <p:sp>
              <p:nvSpPr>
                <p:cNvPr id="6498" name="Google Shape;6498;p278"/>
                <p:cNvSpPr/>
                <p:nvPr/>
              </p:nvSpPr>
              <p:spPr>
                <a:xfrm>
                  <a:off x="908260" y="5666198"/>
                  <a:ext cx="3428400" cy="189300"/>
                </a:xfrm>
                <a:prstGeom prst="rect">
                  <a:avLst/>
                </a:prstGeom>
                <a:gradFill>
                  <a:gsLst>
                    <a:gs pos="0">
                      <a:srgbClr val="FFFFFF">
                        <a:alpha val="0"/>
                      </a:srgbClr>
                    </a:gs>
                    <a:gs pos="99000">
                      <a:schemeClr val="lt1"/>
                    </a:gs>
                    <a:gs pos="100000">
                      <a:schemeClr val="lt1"/>
                    </a:gs>
                  </a:gsLst>
                  <a:lin ang="10800025" scaled="0"/>
                </a:gradFill>
                <a:ln>
                  <a:noFill/>
                </a:ln>
              </p:spPr>
              <p:txBody>
                <a:bodyPr spcFirstLastPara="1" wrap="square" lIns="91410" tIns="45688" rIns="91410" bIns="45688" anchor="ctr" anchorCtr="0">
                  <a:noAutofit/>
                </a:bodyPr>
                <a:lstStyle/>
                <a:p>
                  <a:pPr algn="ctr">
                    <a:buClr>
                      <a:srgbClr val="000000"/>
                    </a:buClr>
                    <a:buSzPts val="900"/>
                  </a:pPr>
                  <a:endParaRPr sz="1200" dirty="0">
                    <a:solidFill>
                      <a:schemeClr val="lt1"/>
                    </a:solidFill>
                    <a:latin typeface="Arial"/>
                    <a:ea typeface="Arial"/>
                    <a:cs typeface="Arial"/>
                    <a:sym typeface="Arial"/>
                  </a:endParaRPr>
                </a:p>
              </p:txBody>
            </p:sp>
            <p:sp>
              <p:nvSpPr>
                <p:cNvPr id="6499" name="Google Shape;6499;p278"/>
                <p:cNvSpPr/>
                <p:nvPr/>
              </p:nvSpPr>
              <p:spPr>
                <a:xfrm>
                  <a:off x="7852135" y="5666198"/>
                  <a:ext cx="3428400" cy="189300"/>
                </a:xfrm>
                <a:prstGeom prst="rect">
                  <a:avLst/>
                </a:prstGeom>
                <a:gradFill>
                  <a:gsLst>
                    <a:gs pos="0">
                      <a:srgbClr val="FFFFFF">
                        <a:alpha val="0"/>
                      </a:srgbClr>
                    </a:gs>
                    <a:gs pos="99000">
                      <a:schemeClr val="lt1"/>
                    </a:gs>
                    <a:gs pos="100000">
                      <a:schemeClr val="lt1"/>
                    </a:gs>
                  </a:gsLst>
                  <a:lin ang="0" scaled="0"/>
                </a:gradFill>
                <a:ln>
                  <a:noFill/>
                </a:ln>
              </p:spPr>
              <p:txBody>
                <a:bodyPr spcFirstLastPara="1" wrap="square" lIns="91410" tIns="45688" rIns="91410" bIns="45688" anchor="ctr" anchorCtr="0">
                  <a:noAutofit/>
                </a:bodyPr>
                <a:lstStyle/>
                <a:p>
                  <a:pPr algn="ctr">
                    <a:buClr>
                      <a:srgbClr val="000000"/>
                    </a:buClr>
                    <a:buSzPts val="900"/>
                  </a:pPr>
                  <a:endParaRPr sz="1200" dirty="0">
                    <a:solidFill>
                      <a:schemeClr val="lt1"/>
                    </a:solidFill>
                    <a:latin typeface="Arial"/>
                    <a:ea typeface="Arial"/>
                    <a:cs typeface="Arial"/>
                    <a:sym typeface="Arial"/>
                  </a:endParaRPr>
                </a:p>
              </p:txBody>
            </p:sp>
          </p:grpSp>
        </p:grpSp>
      </p:grpSp>
      <p:grpSp>
        <p:nvGrpSpPr>
          <p:cNvPr id="6500" name="Google Shape;6500;p278"/>
          <p:cNvGrpSpPr/>
          <p:nvPr/>
        </p:nvGrpSpPr>
        <p:grpSpPr>
          <a:xfrm>
            <a:off x="438584" y="2162392"/>
            <a:ext cx="3799410" cy="969705"/>
            <a:chOff x="220140" y="1469147"/>
            <a:chExt cx="2850300" cy="727468"/>
          </a:xfrm>
        </p:grpSpPr>
        <p:sp>
          <p:nvSpPr>
            <p:cNvPr id="6501" name="Google Shape;6501;p278"/>
            <p:cNvSpPr/>
            <p:nvPr/>
          </p:nvSpPr>
          <p:spPr>
            <a:xfrm>
              <a:off x="260688" y="1562226"/>
              <a:ext cx="2769000" cy="512700"/>
            </a:xfrm>
            <a:prstGeom prst="roundRect">
              <a:avLst>
                <a:gd name="adj" fmla="val 13379"/>
              </a:avLst>
            </a:prstGeom>
            <a:noFill/>
            <a:ln w="9525" cap="flat" cmpd="sng">
              <a:solidFill>
                <a:srgbClr val="1582B6"/>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dirty="0">
                <a:solidFill>
                  <a:schemeClr val="lt1"/>
                </a:solidFill>
                <a:latin typeface="Arial"/>
                <a:ea typeface="Arial"/>
                <a:cs typeface="Arial"/>
                <a:sym typeface="Arial"/>
              </a:endParaRPr>
            </a:p>
          </p:txBody>
        </p:sp>
        <p:sp>
          <p:nvSpPr>
            <p:cNvPr id="6502" name="Google Shape;6502;p278"/>
            <p:cNvSpPr/>
            <p:nvPr/>
          </p:nvSpPr>
          <p:spPr>
            <a:xfrm>
              <a:off x="220140" y="1610972"/>
              <a:ext cx="2850300" cy="512700"/>
            </a:xfrm>
            <a:prstGeom prst="rect">
              <a:avLst/>
            </a:prstGeom>
            <a:gradFill>
              <a:gsLst>
                <a:gs pos="0">
                  <a:srgbClr val="FFFFFF">
                    <a:alpha val="0"/>
                  </a:srgbClr>
                </a:gs>
                <a:gs pos="47000">
                  <a:schemeClr val="lt1"/>
                </a:gs>
                <a:gs pos="100000">
                  <a:schemeClr val="lt1"/>
                </a:gs>
              </a:gsLst>
              <a:lin ang="5400012" scaled="0"/>
            </a:gradFill>
            <a:ln>
              <a:noFill/>
            </a:ln>
          </p:spPr>
          <p:txBody>
            <a:bodyPr spcFirstLastPara="1" wrap="square" lIns="91410" tIns="45688" rIns="91410" bIns="45688" anchor="ctr" anchorCtr="0">
              <a:noAutofit/>
            </a:bodyPr>
            <a:lstStyle/>
            <a:p>
              <a:pPr algn="ctr">
                <a:buClr>
                  <a:srgbClr val="000000"/>
                </a:buClr>
                <a:buSzPts val="900"/>
              </a:pPr>
              <a:endParaRPr sz="1200" dirty="0">
                <a:solidFill>
                  <a:schemeClr val="lt1"/>
                </a:solidFill>
                <a:latin typeface="Arial"/>
                <a:ea typeface="Arial"/>
                <a:cs typeface="Arial"/>
                <a:sym typeface="Arial"/>
              </a:endParaRPr>
            </a:p>
          </p:txBody>
        </p:sp>
        <p:grpSp>
          <p:nvGrpSpPr>
            <p:cNvPr id="6503" name="Google Shape;6503;p278"/>
            <p:cNvGrpSpPr/>
            <p:nvPr/>
          </p:nvGrpSpPr>
          <p:grpSpPr>
            <a:xfrm>
              <a:off x="400566" y="1469147"/>
              <a:ext cx="2489389" cy="308475"/>
              <a:chOff x="576977" y="1351148"/>
              <a:chExt cx="3318300" cy="411300"/>
            </a:xfrm>
          </p:grpSpPr>
          <p:sp>
            <p:nvSpPr>
              <p:cNvPr id="6504" name="Google Shape;6504;p278"/>
              <p:cNvSpPr/>
              <p:nvPr/>
            </p:nvSpPr>
            <p:spPr>
              <a:xfrm>
                <a:off x="576977" y="1351148"/>
                <a:ext cx="3318300" cy="411300"/>
              </a:xfrm>
              <a:prstGeom prst="roundRect">
                <a:avLst>
                  <a:gd name="adj" fmla="val 50000"/>
                </a:avLst>
              </a:prstGeom>
              <a:solidFill>
                <a:srgbClr val="1582B6"/>
              </a:solidFill>
              <a:ln>
                <a:noFill/>
              </a:ln>
            </p:spPr>
            <p:txBody>
              <a:bodyPr spcFirstLastPara="1" wrap="square" lIns="0" tIns="0" rIns="0" bIns="0" anchor="ctr" anchorCtr="0">
                <a:noAutofit/>
              </a:bodyPr>
              <a:lstStyle/>
              <a:p>
                <a:pPr algn="ctr">
                  <a:lnSpc>
                    <a:spcPct val="90000"/>
                  </a:lnSpc>
                  <a:buClr>
                    <a:srgbClr val="000000"/>
                  </a:buClr>
                  <a:buSzPts val="1100"/>
                </a:pPr>
                <a:r>
                  <a:rPr lang="en" sz="1466" dirty="0">
                    <a:solidFill>
                      <a:srgbClr val="FFFFFF"/>
                    </a:solidFill>
                    <a:latin typeface="Arial"/>
                    <a:ea typeface="Arial"/>
                    <a:cs typeface="Arial"/>
                    <a:sym typeface="Arial"/>
                  </a:rPr>
                  <a:t>     DR and Ransomware Recovery</a:t>
                </a:r>
                <a:endParaRPr sz="1466" dirty="0">
                  <a:solidFill>
                    <a:srgbClr val="000000"/>
                  </a:solidFill>
                  <a:latin typeface="Arial"/>
                  <a:ea typeface="Arial"/>
                  <a:cs typeface="Arial"/>
                  <a:sym typeface="Arial"/>
                </a:endParaRPr>
              </a:p>
            </p:txBody>
          </p:sp>
          <p:sp>
            <p:nvSpPr>
              <p:cNvPr id="6505" name="Google Shape;6505;p278"/>
              <p:cNvSpPr/>
              <p:nvPr/>
            </p:nvSpPr>
            <p:spPr>
              <a:xfrm>
                <a:off x="595681" y="1369798"/>
                <a:ext cx="374100" cy="374100"/>
              </a:xfrm>
              <a:prstGeom prst="ellipse">
                <a:avLst/>
              </a:prstGeom>
              <a:solidFill>
                <a:schemeClr val="lt1"/>
              </a:solidFill>
              <a:ln>
                <a:noFill/>
              </a:ln>
            </p:spPr>
            <p:txBody>
              <a:bodyPr spcFirstLastPara="1" wrap="square" lIns="0" tIns="0" rIns="0" bIns="0" anchor="ctr" anchorCtr="0">
                <a:noAutofit/>
              </a:bodyPr>
              <a:lstStyle/>
              <a:p>
                <a:pPr algn="ctr">
                  <a:lnSpc>
                    <a:spcPct val="90000"/>
                  </a:lnSpc>
                  <a:buClr>
                    <a:srgbClr val="000000"/>
                  </a:buClr>
                  <a:buSzPts val="1100"/>
                </a:pPr>
                <a:endParaRPr sz="1466" dirty="0">
                  <a:solidFill>
                    <a:srgbClr val="FFFFFF"/>
                  </a:solidFill>
                  <a:latin typeface="Arial"/>
                  <a:ea typeface="Arial"/>
                  <a:cs typeface="Arial"/>
                  <a:sym typeface="Arial"/>
                </a:endParaRPr>
              </a:p>
            </p:txBody>
          </p:sp>
          <p:sp>
            <p:nvSpPr>
              <p:cNvPr id="6506" name="Google Shape;6506;p278"/>
              <p:cNvSpPr/>
              <p:nvPr/>
            </p:nvSpPr>
            <p:spPr>
              <a:xfrm>
                <a:off x="666456" y="1439731"/>
                <a:ext cx="232818" cy="234506"/>
              </a:xfrm>
              <a:custGeom>
                <a:avLst/>
                <a:gdLst/>
                <a:ahLst/>
                <a:cxnLst/>
                <a:rect l="l" t="t" r="r" b="b"/>
                <a:pathLst>
                  <a:path w="281351" h="283391" extrusionOk="0">
                    <a:moveTo>
                      <a:pt x="179133" y="60686"/>
                    </a:moveTo>
                    <a:lnTo>
                      <a:pt x="143623" y="121084"/>
                    </a:lnTo>
                    <a:lnTo>
                      <a:pt x="186964" y="136705"/>
                    </a:lnTo>
                    <a:lnTo>
                      <a:pt x="104041" y="223646"/>
                    </a:lnTo>
                    <a:lnTo>
                      <a:pt x="150294" y="146202"/>
                    </a:lnTo>
                    <a:lnTo>
                      <a:pt x="105274" y="129187"/>
                    </a:lnTo>
                    <a:close/>
                    <a:moveTo>
                      <a:pt x="16796" y="11531"/>
                    </a:moveTo>
                    <a:lnTo>
                      <a:pt x="33568" y="40582"/>
                    </a:lnTo>
                    <a:lnTo>
                      <a:pt x="25206" y="40582"/>
                    </a:lnTo>
                    <a:lnTo>
                      <a:pt x="25206" y="266571"/>
                    </a:lnTo>
                    <a:lnTo>
                      <a:pt x="241248" y="266571"/>
                    </a:lnTo>
                    <a:lnTo>
                      <a:pt x="241248" y="283391"/>
                    </a:lnTo>
                    <a:lnTo>
                      <a:pt x="8386" y="283391"/>
                    </a:lnTo>
                    <a:lnTo>
                      <a:pt x="8386" y="40582"/>
                    </a:lnTo>
                    <a:lnTo>
                      <a:pt x="0" y="40582"/>
                    </a:lnTo>
                    <a:close/>
                    <a:moveTo>
                      <a:pt x="48391" y="0"/>
                    </a:moveTo>
                    <a:lnTo>
                      <a:pt x="272989" y="0"/>
                    </a:lnTo>
                    <a:lnTo>
                      <a:pt x="272989" y="227717"/>
                    </a:lnTo>
                    <a:lnTo>
                      <a:pt x="281351" y="227717"/>
                    </a:lnTo>
                    <a:lnTo>
                      <a:pt x="264579" y="256768"/>
                    </a:lnTo>
                    <a:lnTo>
                      <a:pt x="247783" y="227717"/>
                    </a:lnTo>
                    <a:lnTo>
                      <a:pt x="256169" y="227717"/>
                    </a:lnTo>
                    <a:lnTo>
                      <a:pt x="256169" y="16820"/>
                    </a:lnTo>
                    <a:lnTo>
                      <a:pt x="48391" y="16820"/>
                    </a:lnTo>
                    <a:close/>
                  </a:path>
                </a:pathLst>
              </a:custGeom>
              <a:solidFill>
                <a:srgbClr val="1582B6"/>
              </a:solidFill>
              <a:ln>
                <a:noFill/>
              </a:ln>
            </p:spPr>
            <p:txBody>
              <a:bodyPr spcFirstLastPara="1" wrap="square" lIns="0" tIns="0" rIns="0" bIns="0" anchor="ctr" anchorCtr="0">
                <a:noAutofit/>
              </a:bodyPr>
              <a:lstStyle/>
              <a:p>
                <a:pPr algn="ctr">
                  <a:lnSpc>
                    <a:spcPct val="90000"/>
                  </a:lnSpc>
                  <a:buClr>
                    <a:srgbClr val="000000"/>
                  </a:buClr>
                  <a:buSzPts val="1100"/>
                </a:pPr>
                <a:endParaRPr sz="1466" dirty="0">
                  <a:solidFill>
                    <a:srgbClr val="FFFFFF"/>
                  </a:solidFill>
                  <a:latin typeface="Arial"/>
                  <a:ea typeface="Arial"/>
                  <a:cs typeface="Arial"/>
                  <a:sym typeface="Arial"/>
                </a:endParaRPr>
              </a:p>
            </p:txBody>
          </p:sp>
        </p:grpSp>
        <p:sp>
          <p:nvSpPr>
            <p:cNvPr id="6507" name="Google Shape;6507;p278"/>
            <p:cNvSpPr/>
            <p:nvPr/>
          </p:nvSpPr>
          <p:spPr>
            <a:xfrm>
              <a:off x="1000126" y="1796644"/>
              <a:ext cx="1377000" cy="162600"/>
            </a:xfrm>
            <a:prstGeom prst="roundRect">
              <a:avLst>
                <a:gd name="adj" fmla="val 0"/>
              </a:avLst>
            </a:prstGeom>
            <a:noFill/>
            <a:ln>
              <a:noFill/>
            </a:ln>
          </p:spPr>
          <p:txBody>
            <a:bodyPr spcFirstLastPara="1" wrap="square" lIns="91376" tIns="91376" rIns="91376" bIns="0" anchor="t" anchorCtr="0">
              <a:noAutofit/>
            </a:bodyPr>
            <a:lstStyle/>
            <a:p>
              <a:pPr algn="ctr">
                <a:lnSpc>
                  <a:spcPct val="90000"/>
                </a:lnSpc>
                <a:buClr>
                  <a:srgbClr val="000000"/>
                </a:buClr>
                <a:buSzPts val="800"/>
              </a:pPr>
              <a:r>
                <a:rPr lang="en" sz="1066" b="1" dirty="0">
                  <a:solidFill>
                    <a:srgbClr val="535B9A"/>
                  </a:solidFill>
                  <a:latin typeface="Arial"/>
                  <a:ea typeface="Arial"/>
                  <a:cs typeface="Arial"/>
                  <a:sym typeface="Arial"/>
                </a:rPr>
                <a:t>VMware Live Recovery</a:t>
              </a:r>
              <a:endParaRPr sz="1066" b="1" dirty="0">
                <a:solidFill>
                  <a:srgbClr val="535B9A"/>
                </a:solidFill>
                <a:latin typeface="Arial"/>
                <a:ea typeface="Arial"/>
                <a:cs typeface="Arial"/>
                <a:sym typeface="Arial"/>
              </a:endParaRPr>
            </a:p>
          </p:txBody>
        </p:sp>
        <p:grpSp>
          <p:nvGrpSpPr>
            <p:cNvPr id="6508" name="Google Shape;6508;p278"/>
            <p:cNvGrpSpPr/>
            <p:nvPr/>
          </p:nvGrpSpPr>
          <p:grpSpPr>
            <a:xfrm>
              <a:off x="416917" y="2054640"/>
              <a:ext cx="2479116" cy="141975"/>
              <a:chOff x="4441917" y="5666198"/>
              <a:chExt cx="3304607" cy="189300"/>
            </a:xfrm>
          </p:grpSpPr>
          <p:cxnSp>
            <p:nvCxnSpPr>
              <p:cNvPr id="6509" name="Google Shape;6509;p278"/>
              <p:cNvCxnSpPr/>
              <p:nvPr/>
            </p:nvCxnSpPr>
            <p:spPr>
              <a:xfrm>
                <a:off x="4475294" y="5760557"/>
                <a:ext cx="3184200" cy="0"/>
              </a:xfrm>
              <a:prstGeom prst="straightConnector1">
                <a:avLst/>
              </a:prstGeom>
              <a:noFill/>
              <a:ln w="9525" cap="rnd" cmpd="sng">
                <a:solidFill>
                  <a:schemeClr val="accent5"/>
                </a:solidFill>
                <a:prstDash val="solid"/>
                <a:miter lim="800000"/>
                <a:headEnd type="none" w="sm" len="sm"/>
                <a:tailEnd type="none" w="sm" len="sm"/>
              </a:ln>
            </p:spPr>
          </p:cxnSp>
          <p:grpSp>
            <p:nvGrpSpPr>
              <p:cNvPr id="6510" name="Google Shape;6510;p278"/>
              <p:cNvGrpSpPr/>
              <p:nvPr/>
            </p:nvGrpSpPr>
            <p:grpSpPr>
              <a:xfrm>
                <a:off x="4441917" y="5666198"/>
                <a:ext cx="3304607" cy="189300"/>
                <a:chOff x="908260" y="5666198"/>
                <a:chExt cx="10372275" cy="189300"/>
              </a:xfrm>
            </p:grpSpPr>
            <p:sp>
              <p:nvSpPr>
                <p:cNvPr id="6511" name="Google Shape;6511;p278"/>
                <p:cNvSpPr/>
                <p:nvPr/>
              </p:nvSpPr>
              <p:spPr>
                <a:xfrm>
                  <a:off x="908260" y="5666198"/>
                  <a:ext cx="3428400" cy="189300"/>
                </a:xfrm>
                <a:prstGeom prst="rect">
                  <a:avLst/>
                </a:prstGeom>
                <a:gradFill>
                  <a:gsLst>
                    <a:gs pos="0">
                      <a:srgbClr val="FFFFFF">
                        <a:alpha val="0"/>
                      </a:srgbClr>
                    </a:gs>
                    <a:gs pos="99000">
                      <a:schemeClr val="lt1"/>
                    </a:gs>
                    <a:gs pos="100000">
                      <a:schemeClr val="lt1"/>
                    </a:gs>
                  </a:gsLst>
                  <a:lin ang="10800025" scaled="0"/>
                </a:gradFill>
                <a:ln>
                  <a:noFill/>
                </a:ln>
              </p:spPr>
              <p:txBody>
                <a:bodyPr spcFirstLastPara="1" wrap="square" lIns="91410" tIns="45688" rIns="91410" bIns="45688" anchor="ctr" anchorCtr="0">
                  <a:noAutofit/>
                </a:bodyPr>
                <a:lstStyle/>
                <a:p>
                  <a:pPr algn="ctr">
                    <a:buClr>
                      <a:srgbClr val="000000"/>
                    </a:buClr>
                    <a:buSzPts val="900"/>
                  </a:pPr>
                  <a:endParaRPr sz="1200" dirty="0">
                    <a:solidFill>
                      <a:schemeClr val="lt1"/>
                    </a:solidFill>
                    <a:latin typeface="Arial"/>
                    <a:ea typeface="Arial"/>
                    <a:cs typeface="Arial"/>
                    <a:sym typeface="Arial"/>
                  </a:endParaRPr>
                </a:p>
              </p:txBody>
            </p:sp>
            <p:sp>
              <p:nvSpPr>
                <p:cNvPr id="6512" name="Google Shape;6512;p278"/>
                <p:cNvSpPr/>
                <p:nvPr/>
              </p:nvSpPr>
              <p:spPr>
                <a:xfrm>
                  <a:off x="7852135" y="5666198"/>
                  <a:ext cx="3428400" cy="189300"/>
                </a:xfrm>
                <a:prstGeom prst="rect">
                  <a:avLst/>
                </a:prstGeom>
                <a:gradFill>
                  <a:gsLst>
                    <a:gs pos="0">
                      <a:srgbClr val="FFFFFF">
                        <a:alpha val="0"/>
                      </a:srgbClr>
                    </a:gs>
                    <a:gs pos="99000">
                      <a:schemeClr val="lt1"/>
                    </a:gs>
                    <a:gs pos="100000">
                      <a:schemeClr val="lt1"/>
                    </a:gs>
                  </a:gsLst>
                  <a:lin ang="0" scaled="0"/>
                </a:gradFill>
                <a:ln>
                  <a:noFill/>
                </a:ln>
              </p:spPr>
              <p:txBody>
                <a:bodyPr spcFirstLastPara="1" wrap="square" lIns="91410" tIns="45688" rIns="91410" bIns="45688" anchor="ctr" anchorCtr="0">
                  <a:noAutofit/>
                </a:bodyPr>
                <a:lstStyle/>
                <a:p>
                  <a:pPr algn="ctr">
                    <a:buClr>
                      <a:srgbClr val="000000"/>
                    </a:buClr>
                    <a:buSzPts val="900"/>
                  </a:pPr>
                  <a:endParaRPr sz="1200" dirty="0">
                    <a:solidFill>
                      <a:schemeClr val="lt1"/>
                    </a:solidFill>
                    <a:latin typeface="Arial"/>
                    <a:ea typeface="Arial"/>
                    <a:cs typeface="Arial"/>
                    <a:sym typeface="Arial"/>
                  </a:endParaRPr>
                </a:p>
              </p:txBody>
            </p:sp>
          </p:grpSp>
        </p:grpSp>
      </p:grpSp>
      <p:grpSp>
        <p:nvGrpSpPr>
          <p:cNvPr id="6513" name="Google Shape;6513;p278"/>
          <p:cNvGrpSpPr/>
          <p:nvPr/>
        </p:nvGrpSpPr>
        <p:grpSpPr>
          <a:xfrm>
            <a:off x="7938281" y="1038377"/>
            <a:ext cx="3799410" cy="999562"/>
            <a:chOff x="6053257" y="702115"/>
            <a:chExt cx="2850300" cy="749867"/>
          </a:xfrm>
        </p:grpSpPr>
        <p:sp>
          <p:nvSpPr>
            <p:cNvPr id="6514" name="Google Shape;6514;p278"/>
            <p:cNvSpPr/>
            <p:nvPr/>
          </p:nvSpPr>
          <p:spPr>
            <a:xfrm>
              <a:off x="6071781" y="864918"/>
              <a:ext cx="2769000" cy="434700"/>
            </a:xfrm>
            <a:prstGeom prst="roundRect">
              <a:avLst>
                <a:gd name="adj" fmla="val 13379"/>
              </a:avLst>
            </a:prstGeom>
            <a:noFill/>
            <a:ln w="9525" cap="flat" cmpd="sng">
              <a:solidFill>
                <a:srgbClr val="1582B6"/>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dirty="0">
                <a:solidFill>
                  <a:schemeClr val="lt1"/>
                </a:solidFill>
                <a:latin typeface="Arial"/>
                <a:ea typeface="Arial"/>
                <a:cs typeface="Arial"/>
                <a:sym typeface="Arial"/>
              </a:endParaRPr>
            </a:p>
          </p:txBody>
        </p:sp>
        <p:sp>
          <p:nvSpPr>
            <p:cNvPr id="6515" name="Google Shape;6515;p278"/>
            <p:cNvSpPr/>
            <p:nvPr/>
          </p:nvSpPr>
          <p:spPr>
            <a:xfrm>
              <a:off x="6093804" y="833387"/>
              <a:ext cx="2769000" cy="512700"/>
            </a:xfrm>
            <a:prstGeom prst="round2SameRect">
              <a:avLst>
                <a:gd name="adj1" fmla="val 13379"/>
                <a:gd name="adj2" fmla="val 0"/>
              </a:avLst>
            </a:prstGeom>
            <a:noFill/>
            <a:ln>
              <a:noFill/>
            </a:ln>
          </p:spPr>
          <p:txBody>
            <a:bodyPr spcFirstLastPara="1" wrap="square" lIns="91410" tIns="45688" rIns="91410" bIns="45688" anchor="t" anchorCtr="0">
              <a:noAutofit/>
            </a:bodyPr>
            <a:lstStyle/>
            <a:p>
              <a:pPr algn="ctr">
                <a:lnSpc>
                  <a:spcPct val="90000"/>
                </a:lnSpc>
                <a:spcBef>
                  <a:spcPts val="667"/>
                </a:spcBef>
                <a:buClr>
                  <a:srgbClr val="000000"/>
                </a:buClr>
                <a:buSzPts val="800"/>
              </a:pPr>
              <a:endParaRPr sz="1066" b="1" dirty="0">
                <a:solidFill>
                  <a:srgbClr val="535B9A"/>
                </a:solidFill>
                <a:latin typeface="Arial"/>
                <a:ea typeface="Arial"/>
                <a:cs typeface="Arial"/>
                <a:sym typeface="Arial"/>
              </a:endParaRPr>
            </a:p>
          </p:txBody>
        </p:sp>
        <p:sp>
          <p:nvSpPr>
            <p:cNvPr id="6516" name="Google Shape;6516;p278"/>
            <p:cNvSpPr/>
            <p:nvPr/>
          </p:nvSpPr>
          <p:spPr>
            <a:xfrm>
              <a:off x="6053257" y="939282"/>
              <a:ext cx="2850300" cy="512700"/>
            </a:xfrm>
            <a:prstGeom prst="rect">
              <a:avLst/>
            </a:prstGeom>
            <a:solidFill>
              <a:schemeClr val="lt1"/>
            </a:solidFill>
            <a:ln>
              <a:noFill/>
            </a:ln>
          </p:spPr>
          <p:txBody>
            <a:bodyPr spcFirstLastPara="1" wrap="square" lIns="91410" tIns="45688" rIns="91410" bIns="45688" anchor="t" anchorCtr="0">
              <a:noAutofit/>
            </a:bodyPr>
            <a:lstStyle/>
            <a:p>
              <a:pPr algn="ctr">
                <a:lnSpc>
                  <a:spcPct val="90000"/>
                </a:lnSpc>
                <a:spcBef>
                  <a:spcPts val="667"/>
                </a:spcBef>
                <a:buClr>
                  <a:srgbClr val="000000"/>
                </a:buClr>
                <a:buSzPts val="800"/>
              </a:pPr>
              <a:endParaRPr sz="1066" b="1" dirty="0">
                <a:solidFill>
                  <a:srgbClr val="535B9A"/>
                </a:solidFill>
                <a:latin typeface="Arial"/>
                <a:ea typeface="Arial"/>
                <a:cs typeface="Arial"/>
                <a:sym typeface="Arial"/>
              </a:endParaRPr>
            </a:p>
          </p:txBody>
        </p:sp>
        <p:grpSp>
          <p:nvGrpSpPr>
            <p:cNvPr id="6517" name="Google Shape;6517;p278"/>
            <p:cNvGrpSpPr/>
            <p:nvPr/>
          </p:nvGrpSpPr>
          <p:grpSpPr>
            <a:xfrm>
              <a:off x="6233718" y="702115"/>
              <a:ext cx="2489389" cy="308475"/>
              <a:chOff x="8266376" y="480838"/>
              <a:chExt cx="3318300" cy="411300"/>
            </a:xfrm>
          </p:grpSpPr>
          <p:sp>
            <p:nvSpPr>
              <p:cNvPr id="6518" name="Google Shape;6518;p278"/>
              <p:cNvSpPr/>
              <p:nvPr/>
            </p:nvSpPr>
            <p:spPr>
              <a:xfrm>
                <a:off x="8266376" y="480838"/>
                <a:ext cx="3318300" cy="411300"/>
              </a:xfrm>
              <a:prstGeom prst="roundRect">
                <a:avLst>
                  <a:gd name="adj" fmla="val 50000"/>
                </a:avLst>
              </a:prstGeom>
              <a:solidFill>
                <a:srgbClr val="2877AE"/>
              </a:solidFill>
              <a:ln>
                <a:noFill/>
              </a:ln>
            </p:spPr>
            <p:txBody>
              <a:bodyPr spcFirstLastPara="1" wrap="square" lIns="0" tIns="0" rIns="0" bIns="0" anchor="ctr" anchorCtr="0">
                <a:noAutofit/>
              </a:bodyPr>
              <a:lstStyle/>
              <a:p>
                <a:pPr algn="ctr">
                  <a:lnSpc>
                    <a:spcPct val="90000"/>
                  </a:lnSpc>
                  <a:buClr>
                    <a:srgbClr val="000000"/>
                  </a:buClr>
                  <a:buSzPts val="1100"/>
                </a:pPr>
                <a:r>
                  <a:rPr lang="en" sz="1466" dirty="0">
                    <a:solidFill>
                      <a:srgbClr val="FFFFFF"/>
                    </a:solidFill>
                    <a:latin typeface="Arial"/>
                    <a:ea typeface="Arial"/>
                    <a:cs typeface="Arial"/>
                    <a:sym typeface="Arial"/>
                  </a:rPr>
                  <a:t>Secure Access</a:t>
                </a:r>
                <a:endParaRPr sz="1466" dirty="0">
                  <a:solidFill>
                    <a:srgbClr val="000000"/>
                  </a:solidFill>
                  <a:latin typeface="Arial"/>
                  <a:ea typeface="Arial"/>
                  <a:cs typeface="Arial"/>
                  <a:sym typeface="Arial"/>
                </a:endParaRPr>
              </a:p>
            </p:txBody>
          </p:sp>
          <p:grpSp>
            <p:nvGrpSpPr>
              <p:cNvPr id="6519" name="Google Shape;6519;p278"/>
              <p:cNvGrpSpPr/>
              <p:nvPr/>
            </p:nvGrpSpPr>
            <p:grpSpPr>
              <a:xfrm>
                <a:off x="11187626" y="499488"/>
                <a:ext cx="374100" cy="374100"/>
                <a:chOff x="11187626" y="499488"/>
                <a:chExt cx="374100" cy="374100"/>
              </a:xfrm>
            </p:grpSpPr>
            <p:sp>
              <p:nvSpPr>
                <p:cNvPr id="6520" name="Google Shape;6520;p278"/>
                <p:cNvSpPr/>
                <p:nvPr/>
              </p:nvSpPr>
              <p:spPr>
                <a:xfrm>
                  <a:off x="11187626" y="499488"/>
                  <a:ext cx="374100" cy="374100"/>
                </a:xfrm>
                <a:prstGeom prst="ellipse">
                  <a:avLst/>
                </a:prstGeom>
                <a:solidFill>
                  <a:schemeClr val="lt1"/>
                </a:solidFill>
                <a:ln>
                  <a:noFill/>
                </a:ln>
              </p:spPr>
              <p:txBody>
                <a:bodyPr spcFirstLastPara="1" wrap="square" lIns="0" tIns="0" rIns="0" bIns="0" anchor="ctr" anchorCtr="0">
                  <a:noAutofit/>
                </a:bodyPr>
                <a:lstStyle/>
                <a:p>
                  <a:pPr algn="ctr">
                    <a:lnSpc>
                      <a:spcPct val="90000"/>
                    </a:lnSpc>
                    <a:buClr>
                      <a:srgbClr val="000000"/>
                    </a:buClr>
                    <a:buSzPts val="1100"/>
                  </a:pPr>
                  <a:endParaRPr sz="1466" dirty="0">
                    <a:solidFill>
                      <a:srgbClr val="FFFFFF"/>
                    </a:solidFill>
                    <a:latin typeface="Arial"/>
                    <a:ea typeface="Arial"/>
                    <a:cs typeface="Arial"/>
                    <a:sym typeface="Arial"/>
                  </a:endParaRPr>
                </a:p>
              </p:txBody>
            </p:sp>
            <p:sp>
              <p:nvSpPr>
                <p:cNvPr id="6521" name="Google Shape;6521;p278"/>
                <p:cNvSpPr/>
                <p:nvPr/>
              </p:nvSpPr>
              <p:spPr>
                <a:xfrm>
                  <a:off x="11251758" y="553670"/>
                  <a:ext cx="246122" cy="266048"/>
                </a:xfrm>
                <a:custGeom>
                  <a:avLst/>
                  <a:gdLst/>
                  <a:ahLst/>
                  <a:cxnLst/>
                  <a:rect l="l" t="t" r="r" b="b"/>
                  <a:pathLst>
                    <a:path w="297428" h="321508" extrusionOk="0">
                      <a:moveTo>
                        <a:pt x="140700" y="240342"/>
                      </a:moveTo>
                      <a:lnTo>
                        <a:pt x="156704" y="240342"/>
                      </a:lnTo>
                      <a:lnTo>
                        <a:pt x="156704" y="321508"/>
                      </a:lnTo>
                      <a:lnTo>
                        <a:pt x="140700" y="321508"/>
                      </a:lnTo>
                      <a:close/>
                      <a:moveTo>
                        <a:pt x="47167" y="234535"/>
                      </a:moveTo>
                      <a:lnTo>
                        <a:pt x="63171" y="234535"/>
                      </a:lnTo>
                      <a:lnTo>
                        <a:pt x="63171" y="286641"/>
                      </a:lnTo>
                      <a:lnTo>
                        <a:pt x="47167" y="286641"/>
                      </a:lnTo>
                      <a:close/>
                      <a:moveTo>
                        <a:pt x="94311" y="176576"/>
                      </a:moveTo>
                      <a:lnTo>
                        <a:pt x="110315" y="176576"/>
                      </a:lnTo>
                      <a:lnTo>
                        <a:pt x="110315" y="308476"/>
                      </a:lnTo>
                      <a:lnTo>
                        <a:pt x="94311" y="308476"/>
                      </a:lnTo>
                      <a:close/>
                      <a:moveTo>
                        <a:pt x="187067" y="159176"/>
                      </a:moveTo>
                      <a:lnTo>
                        <a:pt x="203071" y="159176"/>
                      </a:lnTo>
                      <a:lnTo>
                        <a:pt x="203071" y="308475"/>
                      </a:lnTo>
                      <a:lnTo>
                        <a:pt x="187067" y="308475"/>
                      </a:lnTo>
                      <a:close/>
                      <a:moveTo>
                        <a:pt x="0" y="148705"/>
                      </a:moveTo>
                      <a:lnTo>
                        <a:pt x="16004" y="148705"/>
                      </a:lnTo>
                      <a:lnTo>
                        <a:pt x="16004" y="234306"/>
                      </a:lnTo>
                      <a:lnTo>
                        <a:pt x="0" y="234306"/>
                      </a:lnTo>
                      <a:close/>
                      <a:moveTo>
                        <a:pt x="140700" y="144681"/>
                      </a:moveTo>
                      <a:lnTo>
                        <a:pt x="156704" y="144681"/>
                      </a:lnTo>
                      <a:lnTo>
                        <a:pt x="156704" y="225847"/>
                      </a:lnTo>
                      <a:lnTo>
                        <a:pt x="140700" y="225847"/>
                      </a:lnTo>
                      <a:close/>
                      <a:moveTo>
                        <a:pt x="148703" y="94312"/>
                      </a:moveTo>
                      <a:cubicBezTo>
                        <a:pt x="174150" y="94312"/>
                        <a:pt x="195916" y="111597"/>
                        <a:pt x="201677" y="136336"/>
                      </a:cubicBezTo>
                      <a:lnTo>
                        <a:pt x="186084" y="139971"/>
                      </a:lnTo>
                      <a:cubicBezTo>
                        <a:pt x="182015" y="122526"/>
                        <a:pt x="166650" y="110340"/>
                        <a:pt x="148703" y="110340"/>
                      </a:cubicBezTo>
                      <a:cubicBezTo>
                        <a:pt x="127531" y="110340"/>
                        <a:pt x="110315" y="127579"/>
                        <a:pt x="110315" y="148728"/>
                      </a:cubicBezTo>
                      <a:lnTo>
                        <a:pt x="110315" y="154558"/>
                      </a:lnTo>
                      <a:lnTo>
                        <a:pt x="94311" y="154558"/>
                      </a:lnTo>
                      <a:lnTo>
                        <a:pt x="94311" y="148728"/>
                      </a:lnTo>
                      <a:cubicBezTo>
                        <a:pt x="94311" y="118730"/>
                        <a:pt x="118706" y="94335"/>
                        <a:pt x="148703" y="94335"/>
                      </a:cubicBezTo>
                      <a:close/>
                      <a:moveTo>
                        <a:pt x="196945" y="59354"/>
                      </a:moveTo>
                      <a:cubicBezTo>
                        <a:pt x="229845" y="77188"/>
                        <a:pt x="250261" y="111414"/>
                        <a:pt x="250261" y="148705"/>
                      </a:cubicBezTo>
                      <a:lnTo>
                        <a:pt x="250261" y="286709"/>
                      </a:lnTo>
                      <a:lnTo>
                        <a:pt x="234257" y="286709"/>
                      </a:lnTo>
                      <a:lnTo>
                        <a:pt x="234257" y="148705"/>
                      </a:lnTo>
                      <a:cubicBezTo>
                        <a:pt x="234257" y="117290"/>
                        <a:pt x="217041" y="88459"/>
                        <a:pt x="189331" y="73438"/>
                      </a:cubicBezTo>
                      <a:lnTo>
                        <a:pt x="196945" y="59377"/>
                      </a:lnTo>
                      <a:close/>
                      <a:moveTo>
                        <a:pt x="148703" y="47168"/>
                      </a:moveTo>
                      <a:cubicBezTo>
                        <a:pt x="157482" y="47168"/>
                        <a:pt x="166216" y="48288"/>
                        <a:pt x="174652" y="50529"/>
                      </a:cubicBezTo>
                      <a:lnTo>
                        <a:pt x="170560" y="66008"/>
                      </a:lnTo>
                      <a:cubicBezTo>
                        <a:pt x="163472" y="64133"/>
                        <a:pt x="156110" y="63172"/>
                        <a:pt x="148703" y="63172"/>
                      </a:cubicBezTo>
                      <a:cubicBezTo>
                        <a:pt x="101536" y="63172"/>
                        <a:pt x="63171" y="101538"/>
                        <a:pt x="63171" y="148705"/>
                      </a:cubicBezTo>
                      <a:lnTo>
                        <a:pt x="63171" y="212563"/>
                      </a:lnTo>
                      <a:lnTo>
                        <a:pt x="47167" y="212563"/>
                      </a:lnTo>
                      <a:lnTo>
                        <a:pt x="47167" y="148705"/>
                      </a:lnTo>
                      <a:cubicBezTo>
                        <a:pt x="47167" y="92712"/>
                        <a:pt x="92710" y="47168"/>
                        <a:pt x="148703" y="47168"/>
                      </a:cubicBezTo>
                      <a:close/>
                      <a:moveTo>
                        <a:pt x="216126" y="16187"/>
                      </a:moveTo>
                      <a:lnTo>
                        <a:pt x="216149" y="16187"/>
                      </a:lnTo>
                      <a:cubicBezTo>
                        <a:pt x="266289" y="41771"/>
                        <a:pt x="297428" y="92551"/>
                        <a:pt x="297428" y="148704"/>
                      </a:cubicBezTo>
                      <a:lnTo>
                        <a:pt x="297428" y="234534"/>
                      </a:lnTo>
                      <a:lnTo>
                        <a:pt x="281424" y="234534"/>
                      </a:lnTo>
                      <a:lnTo>
                        <a:pt x="281424" y="148704"/>
                      </a:lnTo>
                      <a:cubicBezTo>
                        <a:pt x="281424" y="98610"/>
                        <a:pt x="253622" y="53294"/>
                        <a:pt x="208856" y="30431"/>
                      </a:cubicBezTo>
                      <a:close/>
                      <a:moveTo>
                        <a:pt x="148703" y="0"/>
                      </a:moveTo>
                      <a:cubicBezTo>
                        <a:pt x="162832" y="0"/>
                        <a:pt x="176825" y="1989"/>
                        <a:pt x="190291" y="5922"/>
                      </a:cubicBezTo>
                      <a:lnTo>
                        <a:pt x="185810" y="21286"/>
                      </a:lnTo>
                      <a:cubicBezTo>
                        <a:pt x="173807" y="17788"/>
                        <a:pt x="161323" y="16004"/>
                        <a:pt x="148703" y="16004"/>
                      </a:cubicBezTo>
                      <a:lnTo>
                        <a:pt x="148726" y="16027"/>
                      </a:lnTo>
                      <a:cubicBezTo>
                        <a:pt x="83451" y="16027"/>
                        <a:pt x="28373" y="62738"/>
                        <a:pt x="17788" y="127099"/>
                      </a:cubicBezTo>
                      <a:lnTo>
                        <a:pt x="1989" y="124493"/>
                      </a:lnTo>
                      <a:cubicBezTo>
                        <a:pt x="7636" y="90129"/>
                        <a:pt x="25424" y="58622"/>
                        <a:pt x="52037" y="35804"/>
                      </a:cubicBezTo>
                      <a:cubicBezTo>
                        <a:pt x="78947" y="12712"/>
                        <a:pt x="113288" y="0"/>
                        <a:pt x="148703" y="0"/>
                      </a:cubicBezTo>
                      <a:close/>
                    </a:path>
                  </a:pathLst>
                </a:custGeom>
                <a:solidFill>
                  <a:srgbClr val="2877AE"/>
                </a:solidFill>
                <a:ln>
                  <a:noFill/>
                </a:ln>
              </p:spPr>
              <p:txBody>
                <a:bodyPr spcFirstLastPara="1" wrap="square" lIns="0" tIns="0" rIns="0" bIns="0" anchor="ctr" anchorCtr="0">
                  <a:noAutofit/>
                </a:bodyPr>
                <a:lstStyle/>
                <a:p>
                  <a:pPr algn="ctr">
                    <a:lnSpc>
                      <a:spcPct val="90000"/>
                    </a:lnSpc>
                    <a:buClr>
                      <a:srgbClr val="000000"/>
                    </a:buClr>
                    <a:buSzPts val="1100"/>
                  </a:pPr>
                  <a:endParaRPr sz="1466" dirty="0">
                    <a:solidFill>
                      <a:srgbClr val="FFFFFF"/>
                    </a:solidFill>
                    <a:latin typeface="Arial"/>
                    <a:ea typeface="Arial"/>
                    <a:cs typeface="Arial"/>
                    <a:sym typeface="Arial"/>
                  </a:endParaRPr>
                </a:p>
              </p:txBody>
            </p:sp>
          </p:grpSp>
        </p:grpSp>
        <p:sp>
          <p:nvSpPr>
            <p:cNvPr id="6522" name="Google Shape;6522;p278"/>
            <p:cNvSpPr/>
            <p:nvPr/>
          </p:nvSpPr>
          <p:spPr>
            <a:xfrm>
              <a:off x="6325197" y="889284"/>
              <a:ext cx="1134300" cy="231900"/>
            </a:xfrm>
            <a:prstGeom prst="roundRect">
              <a:avLst>
                <a:gd name="adj" fmla="val 0"/>
              </a:avLst>
            </a:prstGeom>
            <a:noFill/>
            <a:ln>
              <a:noFill/>
            </a:ln>
          </p:spPr>
          <p:txBody>
            <a:bodyPr spcFirstLastPara="1" wrap="square" lIns="91376" tIns="182819" rIns="91376" bIns="0" anchor="t" anchorCtr="0">
              <a:noAutofit/>
            </a:bodyPr>
            <a:lstStyle/>
            <a:p>
              <a:pPr algn="ctr">
                <a:lnSpc>
                  <a:spcPct val="90000"/>
                </a:lnSpc>
                <a:spcBef>
                  <a:spcPts val="667"/>
                </a:spcBef>
                <a:buClr>
                  <a:srgbClr val="000000"/>
                </a:buClr>
                <a:buSzPts val="800"/>
              </a:pPr>
              <a:r>
                <a:rPr lang="en" sz="1066" b="1" dirty="0">
                  <a:solidFill>
                    <a:srgbClr val="535B9A"/>
                  </a:solidFill>
                  <a:latin typeface="Arial"/>
                  <a:ea typeface="Arial"/>
                  <a:cs typeface="Arial"/>
                  <a:sym typeface="Arial"/>
                </a:rPr>
                <a:t>Identity Access Management </a:t>
              </a:r>
              <a:endParaRPr sz="1066" b="1" dirty="0">
                <a:solidFill>
                  <a:srgbClr val="535B9A"/>
                </a:solidFill>
                <a:latin typeface="Arial"/>
                <a:ea typeface="Arial"/>
                <a:cs typeface="Arial"/>
                <a:sym typeface="Arial"/>
              </a:endParaRPr>
            </a:p>
          </p:txBody>
        </p:sp>
        <p:sp>
          <p:nvSpPr>
            <p:cNvPr id="6523" name="Google Shape;6523;p278"/>
            <p:cNvSpPr/>
            <p:nvPr/>
          </p:nvSpPr>
          <p:spPr>
            <a:xfrm>
              <a:off x="7612607" y="940031"/>
              <a:ext cx="1134300" cy="231900"/>
            </a:xfrm>
            <a:prstGeom prst="roundRect">
              <a:avLst>
                <a:gd name="adj" fmla="val 0"/>
              </a:avLst>
            </a:prstGeom>
            <a:noFill/>
            <a:ln>
              <a:noFill/>
            </a:ln>
          </p:spPr>
          <p:txBody>
            <a:bodyPr spcFirstLastPara="1" wrap="square" lIns="91376" tIns="182819" rIns="91376" bIns="0" anchor="t" anchorCtr="0">
              <a:noAutofit/>
            </a:bodyPr>
            <a:lstStyle/>
            <a:p>
              <a:pPr algn="ctr">
                <a:lnSpc>
                  <a:spcPct val="90000"/>
                </a:lnSpc>
                <a:buClr>
                  <a:srgbClr val="000000"/>
                </a:buClr>
                <a:buSzPts val="800"/>
              </a:pPr>
              <a:r>
                <a:rPr lang="en" sz="1066" b="1" dirty="0">
                  <a:solidFill>
                    <a:srgbClr val="535B9A"/>
                  </a:solidFill>
                  <a:latin typeface="Arial"/>
                  <a:ea typeface="Arial"/>
                  <a:cs typeface="Arial"/>
                  <a:sym typeface="Arial"/>
                </a:rPr>
                <a:t>Privileged Access Management</a:t>
              </a:r>
              <a:r>
                <a:rPr lang="en" sz="933" dirty="0">
                  <a:solidFill>
                    <a:schemeClr val="dk1"/>
                  </a:solidFill>
                  <a:latin typeface="Arial"/>
                  <a:ea typeface="Arial"/>
                  <a:cs typeface="Arial"/>
                  <a:sym typeface="Arial"/>
                </a:rPr>
                <a:t> </a:t>
              </a:r>
              <a:endParaRPr sz="1466" dirty="0">
                <a:solidFill>
                  <a:srgbClr val="000000"/>
                </a:solidFill>
                <a:latin typeface="Arial"/>
                <a:ea typeface="Arial"/>
                <a:cs typeface="Arial"/>
                <a:sym typeface="Arial"/>
              </a:endParaRPr>
            </a:p>
          </p:txBody>
        </p:sp>
        <p:grpSp>
          <p:nvGrpSpPr>
            <p:cNvPr id="6524" name="Google Shape;6524;p278"/>
            <p:cNvGrpSpPr/>
            <p:nvPr/>
          </p:nvGrpSpPr>
          <p:grpSpPr>
            <a:xfrm>
              <a:off x="6247735" y="1292640"/>
              <a:ext cx="2479116" cy="141975"/>
              <a:chOff x="4441917" y="5666198"/>
              <a:chExt cx="3304607" cy="189300"/>
            </a:xfrm>
          </p:grpSpPr>
          <p:cxnSp>
            <p:nvCxnSpPr>
              <p:cNvPr id="6525" name="Google Shape;6525;p278"/>
              <p:cNvCxnSpPr/>
              <p:nvPr/>
            </p:nvCxnSpPr>
            <p:spPr>
              <a:xfrm>
                <a:off x="4475294" y="5760557"/>
                <a:ext cx="3184200" cy="0"/>
              </a:xfrm>
              <a:prstGeom prst="straightConnector1">
                <a:avLst/>
              </a:prstGeom>
              <a:noFill/>
              <a:ln w="9525" cap="rnd" cmpd="sng">
                <a:solidFill>
                  <a:schemeClr val="accent5"/>
                </a:solidFill>
                <a:prstDash val="solid"/>
                <a:miter lim="800000"/>
                <a:headEnd type="none" w="sm" len="sm"/>
                <a:tailEnd type="none" w="sm" len="sm"/>
              </a:ln>
            </p:spPr>
          </p:cxnSp>
          <p:grpSp>
            <p:nvGrpSpPr>
              <p:cNvPr id="6526" name="Google Shape;6526;p278"/>
              <p:cNvGrpSpPr/>
              <p:nvPr/>
            </p:nvGrpSpPr>
            <p:grpSpPr>
              <a:xfrm>
                <a:off x="4441917" y="5666198"/>
                <a:ext cx="3304607" cy="189300"/>
                <a:chOff x="908260" y="5666198"/>
                <a:chExt cx="10372275" cy="189300"/>
              </a:xfrm>
            </p:grpSpPr>
            <p:sp>
              <p:nvSpPr>
                <p:cNvPr id="6527" name="Google Shape;6527;p278"/>
                <p:cNvSpPr/>
                <p:nvPr/>
              </p:nvSpPr>
              <p:spPr>
                <a:xfrm>
                  <a:off x="908260" y="5666198"/>
                  <a:ext cx="3428400" cy="189300"/>
                </a:xfrm>
                <a:prstGeom prst="rect">
                  <a:avLst/>
                </a:prstGeom>
                <a:gradFill>
                  <a:gsLst>
                    <a:gs pos="0">
                      <a:srgbClr val="FFFFFF">
                        <a:alpha val="0"/>
                      </a:srgbClr>
                    </a:gs>
                    <a:gs pos="99000">
                      <a:schemeClr val="lt1"/>
                    </a:gs>
                    <a:gs pos="100000">
                      <a:schemeClr val="lt1"/>
                    </a:gs>
                  </a:gsLst>
                  <a:lin ang="10800025" scaled="0"/>
                </a:gradFill>
                <a:ln>
                  <a:noFill/>
                </a:ln>
              </p:spPr>
              <p:txBody>
                <a:bodyPr spcFirstLastPara="1" wrap="square" lIns="91410" tIns="45688" rIns="91410" bIns="45688" anchor="ctr" anchorCtr="0">
                  <a:noAutofit/>
                </a:bodyPr>
                <a:lstStyle/>
                <a:p>
                  <a:pPr algn="ctr">
                    <a:buClr>
                      <a:srgbClr val="000000"/>
                    </a:buClr>
                    <a:buSzPts val="900"/>
                  </a:pPr>
                  <a:endParaRPr sz="1200" dirty="0">
                    <a:solidFill>
                      <a:schemeClr val="lt1"/>
                    </a:solidFill>
                    <a:latin typeface="Arial"/>
                    <a:ea typeface="Arial"/>
                    <a:cs typeface="Arial"/>
                    <a:sym typeface="Arial"/>
                  </a:endParaRPr>
                </a:p>
              </p:txBody>
            </p:sp>
            <p:sp>
              <p:nvSpPr>
                <p:cNvPr id="6528" name="Google Shape;6528;p278"/>
                <p:cNvSpPr/>
                <p:nvPr/>
              </p:nvSpPr>
              <p:spPr>
                <a:xfrm>
                  <a:off x="7852135" y="5666198"/>
                  <a:ext cx="3428400" cy="189300"/>
                </a:xfrm>
                <a:prstGeom prst="rect">
                  <a:avLst/>
                </a:prstGeom>
                <a:gradFill>
                  <a:gsLst>
                    <a:gs pos="0">
                      <a:srgbClr val="FFFFFF">
                        <a:alpha val="0"/>
                      </a:srgbClr>
                    </a:gs>
                    <a:gs pos="99000">
                      <a:schemeClr val="lt1"/>
                    </a:gs>
                    <a:gs pos="100000">
                      <a:schemeClr val="lt1"/>
                    </a:gs>
                  </a:gsLst>
                  <a:lin ang="0" scaled="0"/>
                </a:gradFill>
                <a:ln>
                  <a:noFill/>
                </a:ln>
              </p:spPr>
              <p:txBody>
                <a:bodyPr spcFirstLastPara="1" wrap="square" lIns="91410" tIns="45688" rIns="91410" bIns="45688" anchor="ctr" anchorCtr="0">
                  <a:noAutofit/>
                </a:bodyPr>
                <a:lstStyle/>
                <a:p>
                  <a:pPr algn="ctr">
                    <a:buClr>
                      <a:srgbClr val="000000"/>
                    </a:buClr>
                    <a:buSzPts val="900"/>
                  </a:pPr>
                  <a:endParaRPr sz="1200" dirty="0">
                    <a:solidFill>
                      <a:schemeClr val="lt1"/>
                    </a:solidFill>
                    <a:latin typeface="Arial"/>
                    <a:ea typeface="Arial"/>
                    <a:cs typeface="Arial"/>
                    <a:sym typeface="Arial"/>
                  </a:endParaRPr>
                </a:p>
              </p:txBody>
            </p:sp>
          </p:grpSp>
        </p:grpSp>
      </p:grpSp>
      <p:grpSp>
        <p:nvGrpSpPr>
          <p:cNvPr id="6529" name="Google Shape;6529;p278"/>
          <p:cNvGrpSpPr/>
          <p:nvPr/>
        </p:nvGrpSpPr>
        <p:grpSpPr>
          <a:xfrm>
            <a:off x="7934949" y="4401536"/>
            <a:ext cx="3961368" cy="1702393"/>
            <a:chOff x="6050757" y="3377542"/>
            <a:chExt cx="2971800" cy="1277127"/>
          </a:xfrm>
        </p:grpSpPr>
        <p:sp>
          <p:nvSpPr>
            <p:cNvPr id="6530" name="Google Shape;6530;p278"/>
            <p:cNvSpPr/>
            <p:nvPr/>
          </p:nvSpPr>
          <p:spPr>
            <a:xfrm>
              <a:off x="6107378" y="3614546"/>
              <a:ext cx="2769000" cy="877500"/>
            </a:xfrm>
            <a:prstGeom prst="roundRect">
              <a:avLst>
                <a:gd name="adj" fmla="val 7814"/>
              </a:avLst>
            </a:prstGeom>
            <a:noFill/>
            <a:ln w="9525" cap="flat" cmpd="sng">
              <a:solidFill>
                <a:srgbClr val="535B9A"/>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dirty="0">
                <a:solidFill>
                  <a:schemeClr val="lt1"/>
                </a:solidFill>
                <a:latin typeface="Arial"/>
                <a:ea typeface="Arial"/>
                <a:cs typeface="Arial"/>
                <a:sym typeface="Arial"/>
              </a:endParaRPr>
            </a:p>
          </p:txBody>
        </p:sp>
        <p:sp>
          <p:nvSpPr>
            <p:cNvPr id="6531" name="Google Shape;6531;p278"/>
            <p:cNvSpPr/>
            <p:nvPr/>
          </p:nvSpPr>
          <p:spPr>
            <a:xfrm>
              <a:off x="6066830" y="3377542"/>
              <a:ext cx="2850300" cy="877500"/>
            </a:xfrm>
            <a:prstGeom prst="rect">
              <a:avLst/>
            </a:prstGeom>
            <a:gradFill>
              <a:gsLst>
                <a:gs pos="0">
                  <a:srgbClr val="FFFFFF">
                    <a:alpha val="0"/>
                  </a:srgbClr>
                </a:gs>
                <a:gs pos="72000">
                  <a:schemeClr val="lt1"/>
                </a:gs>
                <a:gs pos="100000">
                  <a:schemeClr val="lt1"/>
                </a:gs>
              </a:gsLst>
              <a:lin ang="5400012" scaled="0"/>
            </a:gradFill>
            <a:ln>
              <a:noFill/>
            </a:ln>
          </p:spPr>
          <p:txBody>
            <a:bodyPr spcFirstLastPara="1" wrap="square" lIns="91410" tIns="45688" rIns="91410" bIns="45688" anchor="ctr" anchorCtr="0">
              <a:noAutofit/>
            </a:bodyPr>
            <a:lstStyle/>
            <a:p>
              <a:pPr algn="ctr">
                <a:buClr>
                  <a:srgbClr val="000000"/>
                </a:buClr>
                <a:buSzPts val="900"/>
              </a:pPr>
              <a:endParaRPr sz="1200" dirty="0">
                <a:solidFill>
                  <a:schemeClr val="lt1"/>
                </a:solidFill>
                <a:latin typeface="Arial"/>
                <a:ea typeface="Arial"/>
                <a:cs typeface="Arial"/>
                <a:sym typeface="Arial"/>
              </a:endParaRPr>
            </a:p>
          </p:txBody>
        </p:sp>
        <p:cxnSp>
          <p:nvCxnSpPr>
            <p:cNvPr id="6532" name="Google Shape;6532;p278"/>
            <p:cNvCxnSpPr/>
            <p:nvPr/>
          </p:nvCxnSpPr>
          <p:spPr>
            <a:xfrm rot="10800000">
              <a:off x="6362548" y="3681819"/>
              <a:ext cx="2253900" cy="0"/>
            </a:xfrm>
            <a:prstGeom prst="straightConnector1">
              <a:avLst/>
            </a:prstGeom>
            <a:noFill/>
            <a:ln w="9525" cap="rnd" cmpd="sng">
              <a:solidFill>
                <a:srgbClr val="195787"/>
              </a:solidFill>
              <a:prstDash val="solid"/>
              <a:miter lim="800000"/>
              <a:headEnd type="none" w="sm" len="sm"/>
              <a:tailEnd type="none" w="sm" len="sm"/>
            </a:ln>
          </p:spPr>
        </p:cxnSp>
        <p:sp>
          <p:nvSpPr>
            <p:cNvPr id="6533" name="Google Shape;6533;p278"/>
            <p:cNvSpPr/>
            <p:nvPr/>
          </p:nvSpPr>
          <p:spPr>
            <a:xfrm>
              <a:off x="6050757" y="4261669"/>
              <a:ext cx="2971800" cy="3930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10" tIns="91410" rIns="91410" bIns="91410" anchor="ctr" anchorCtr="0">
              <a:noAutofit/>
            </a:bodyPr>
            <a:lstStyle/>
            <a:p>
              <a:pPr algn="ctr">
                <a:buClr>
                  <a:srgbClr val="000000"/>
                </a:buClr>
                <a:buSzPts val="1100"/>
              </a:pPr>
              <a:endParaRPr sz="1466" dirty="0">
                <a:solidFill>
                  <a:srgbClr val="000000"/>
                </a:solidFill>
                <a:latin typeface="Arial"/>
                <a:ea typeface="Arial"/>
                <a:cs typeface="Arial"/>
                <a:sym typeface="Arial"/>
              </a:endParaRPr>
            </a:p>
          </p:txBody>
        </p:sp>
        <p:grpSp>
          <p:nvGrpSpPr>
            <p:cNvPr id="6534" name="Google Shape;6534;p278"/>
            <p:cNvGrpSpPr/>
            <p:nvPr/>
          </p:nvGrpSpPr>
          <p:grpSpPr>
            <a:xfrm>
              <a:off x="6133406" y="4321590"/>
              <a:ext cx="2479116" cy="141975"/>
              <a:chOff x="4441917" y="5666198"/>
              <a:chExt cx="3304607" cy="189300"/>
            </a:xfrm>
          </p:grpSpPr>
          <p:cxnSp>
            <p:nvCxnSpPr>
              <p:cNvPr id="6535" name="Google Shape;6535;p278"/>
              <p:cNvCxnSpPr/>
              <p:nvPr/>
            </p:nvCxnSpPr>
            <p:spPr>
              <a:xfrm>
                <a:off x="4475294" y="5760557"/>
                <a:ext cx="3184200" cy="0"/>
              </a:xfrm>
              <a:prstGeom prst="straightConnector1">
                <a:avLst/>
              </a:prstGeom>
              <a:noFill/>
              <a:ln w="9525" cap="rnd" cmpd="sng">
                <a:solidFill>
                  <a:schemeClr val="accent5"/>
                </a:solidFill>
                <a:prstDash val="solid"/>
                <a:miter lim="800000"/>
                <a:headEnd type="none" w="sm" len="sm"/>
                <a:tailEnd type="none" w="sm" len="sm"/>
              </a:ln>
            </p:spPr>
          </p:cxnSp>
          <p:grpSp>
            <p:nvGrpSpPr>
              <p:cNvPr id="6536" name="Google Shape;6536;p278"/>
              <p:cNvGrpSpPr/>
              <p:nvPr/>
            </p:nvGrpSpPr>
            <p:grpSpPr>
              <a:xfrm>
                <a:off x="4441917" y="5666198"/>
                <a:ext cx="3304607" cy="189300"/>
                <a:chOff x="908260" y="5666198"/>
                <a:chExt cx="10372275" cy="189300"/>
              </a:xfrm>
            </p:grpSpPr>
            <p:sp>
              <p:nvSpPr>
                <p:cNvPr id="6537" name="Google Shape;6537;p278"/>
                <p:cNvSpPr/>
                <p:nvPr/>
              </p:nvSpPr>
              <p:spPr>
                <a:xfrm>
                  <a:off x="908260" y="5666198"/>
                  <a:ext cx="3428400" cy="189300"/>
                </a:xfrm>
                <a:prstGeom prst="rect">
                  <a:avLst/>
                </a:prstGeom>
                <a:gradFill>
                  <a:gsLst>
                    <a:gs pos="0">
                      <a:srgbClr val="FFFFFF">
                        <a:alpha val="0"/>
                      </a:srgbClr>
                    </a:gs>
                    <a:gs pos="99000">
                      <a:schemeClr val="lt1"/>
                    </a:gs>
                    <a:gs pos="100000">
                      <a:schemeClr val="lt1"/>
                    </a:gs>
                  </a:gsLst>
                  <a:lin ang="10800025" scaled="0"/>
                </a:gradFill>
                <a:ln>
                  <a:noFill/>
                </a:ln>
              </p:spPr>
              <p:txBody>
                <a:bodyPr spcFirstLastPara="1" wrap="square" lIns="91410" tIns="45688" rIns="91410" bIns="45688" anchor="ctr" anchorCtr="0">
                  <a:noAutofit/>
                </a:bodyPr>
                <a:lstStyle/>
                <a:p>
                  <a:pPr algn="ctr">
                    <a:buClr>
                      <a:srgbClr val="000000"/>
                    </a:buClr>
                    <a:buSzPts val="900"/>
                  </a:pPr>
                  <a:endParaRPr sz="1200" dirty="0">
                    <a:solidFill>
                      <a:schemeClr val="lt1"/>
                    </a:solidFill>
                    <a:latin typeface="Arial"/>
                    <a:ea typeface="Arial"/>
                    <a:cs typeface="Arial"/>
                    <a:sym typeface="Arial"/>
                  </a:endParaRPr>
                </a:p>
              </p:txBody>
            </p:sp>
            <p:sp>
              <p:nvSpPr>
                <p:cNvPr id="6538" name="Google Shape;6538;p278"/>
                <p:cNvSpPr/>
                <p:nvPr/>
              </p:nvSpPr>
              <p:spPr>
                <a:xfrm>
                  <a:off x="7852135" y="5666198"/>
                  <a:ext cx="3428400" cy="189300"/>
                </a:xfrm>
                <a:prstGeom prst="rect">
                  <a:avLst/>
                </a:prstGeom>
                <a:gradFill>
                  <a:gsLst>
                    <a:gs pos="0">
                      <a:srgbClr val="FFFFFF">
                        <a:alpha val="0"/>
                      </a:srgbClr>
                    </a:gs>
                    <a:gs pos="99000">
                      <a:schemeClr val="lt1"/>
                    </a:gs>
                    <a:gs pos="100000">
                      <a:schemeClr val="lt1"/>
                    </a:gs>
                  </a:gsLst>
                  <a:lin ang="0" scaled="0"/>
                </a:gradFill>
                <a:ln>
                  <a:noFill/>
                </a:ln>
              </p:spPr>
              <p:txBody>
                <a:bodyPr spcFirstLastPara="1" wrap="square" lIns="91410" tIns="45688" rIns="91410" bIns="45688" anchor="ctr" anchorCtr="0">
                  <a:noAutofit/>
                </a:bodyPr>
                <a:lstStyle/>
                <a:p>
                  <a:pPr algn="ctr">
                    <a:buClr>
                      <a:srgbClr val="000000"/>
                    </a:buClr>
                    <a:buSzPts val="900"/>
                  </a:pPr>
                  <a:endParaRPr sz="1200" dirty="0">
                    <a:solidFill>
                      <a:schemeClr val="lt1"/>
                    </a:solidFill>
                    <a:latin typeface="Arial"/>
                    <a:ea typeface="Arial"/>
                    <a:cs typeface="Arial"/>
                    <a:sym typeface="Arial"/>
                  </a:endParaRPr>
                </a:p>
              </p:txBody>
            </p:sp>
          </p:grpSp>
        </p:grpSp>
        <p:sp>
          <p:nvSpPr>
            <p:cNvPr id="6539" name="Google Shape;6539;p278"/>
            <p:cNvSpPr/>
            <p:nvPr/>
          </p:nvSpPr>
          <p:spPr>
            <a:xfrm>
              <a:off x="7511219" y="3696002"/>
              <a:ext cx="1211100" cy="325500"/>
            </a:xfrm>
            <a:prstGeom prst="roundRect">
              <a:avLst>
                <a:gd name="adj" fmla="val 0"/>
              </a:avLst>
            </a:prstGeom>
            <a:noFill/>
            <a:ln>
              <a:noFill/>
            </a:ln>
          </p:spPr>
          <p:txBody>
            <a:bodyPr spcFirstLastPara="1" wrap="square" lIns="91376" tIns="182819" rIns="91376" bIns="0" anchor="t" anchorCtr="0">
              <a:noAutofit/>
            </a:bodyPr>
            <a:lstStyle/>
            <a:p>
              <a:pPr algn="ctr">
                <a:lnSpc>
                  <a:spcPct val="90000"/>
                </a:lnSpc>
                <a:buClr>
                  <a:srgbClr val="000000"/>
                </a:buClr>
                <a:buSzPts val="800"/>
              </a:pPr>
              <a:r>
                <a:rPr lang="en" sz="1066" b="1" dirty="0">
                  <a:solidFill>
                    <a:srgbClr val="535B9A"/>
                  </a:solidFill>
                </a:rPr>
                <a:t>VMware </a:t>
              </a:r>
              <a:r>
                <a:rPr lang="en" sz="1066" b="1" dirty="0">
                  <a:solidFill>
                    <a:srgbClr val="535B9A"/>
                  </a:solidFill>
                  <a:latin typeface="Arial"/>
                  <a:ea typeface="Arial"/>
                  <a:cs typeface="Arial"/>
                  <a:sym typeface="Arial"/>
                </a:rPr>
                <a:t>Tanzu </a:t>
              </a:r>
              <a:br>
                <a:rPr lang="en" sz="1066" b="1" dirty="0">
                  <a:solidFill>
                    <a:srgbClr val="535B9A"/>
                  </a:solidFill>
                  <a:latin typeface="Arial"/>
                  <a:ea typeface="Arial"/>
                  <a:cs typeface="Arial"/>
                  <a:sym typeface="Arial"/>
                </a:rPr>
              </a:br>
              <a:r>
                <a:rPr lang="en" sz="1066" b="1" dirty="0">
                  <a:solidFill>
                    <a:srgbClr val="535B9A"/>
                  </a:solidFill>
                  <a:latin typeface="Arial"/>
                  <a:ea typeface="Arial"/>
                  <a:cs typeface="Arial"/>
                  <a:sym typeface="Arial"/>
                </a:rPr>
                <a:t>Data Suite</a:t>
              </a:r>
              <a:endParaRPr sz="1066" dirty="0">
                <a:solidFill>
                  <a:schemeClr val="dk1"/>
                </a:solidFill>
                <a:latin typeface="Arial"/>
                <a:ea typeface="Arial"/>
                <a:cs typeface="Arial"/>
                <a:sym typeface="Arial"/>
              </a:endParaRPr>
            </a:p>
          </p:txBody>
        </p:sp>
        <p:sp>
          <p:nvSpPr>
            <p:cNvPr id="6540" name="Google Shape;6540;p278"/>
            <p:cNvSpPr/>
            <p:nvPr/>
          </p:nvSpPr>
          <p:spPr>
            <a:xfrm>
              <a:off x="6151058" y="3696002"/>
              <a:ext cx="1321800" cy="308400"/>
            </a:xfrm>
            <a:prstGeom prst="roundRect">
              <a:avLst>
                <a:gd name="adj" fmla="val 0"/>
              </a:avLst>
            </a:prstGeom>
            <a:noFill/>
            <a:ln>
              <a:noFill/>
            </a:ln>
          </p:spPr>
          <p:txBody>
            <a:bodyPr spcFirstLastPara="1" wrap="square" lIns="91376" tIns="182819" rIns="91376" bIns="0" anchor="t" anchorCtr="0">
              <a:noAutofit/>
            </a:bodyPr>
            <a:lstStyle/>
            <a:p>
              <a:pPr algn="ctr">
                <a:lnSpc>
                  <a:spcPct val="90000"/>
                </a:lnSpc>
                <a:buClr>
                  <a:srgbClr val="000000"/>
                </a:buClr>
                <a:buSzPts val="800"/>
              </a:pPr>
              <a:r>
                <a:rPr lang="en" sz="1066" b="1" dirty="0">
                  <a:solidFill>
                    <a:srgbClr val="535B9A"/>
                  </a:solidFill>
                </a:rPr>
                <a:t>VMware </a:t>
              </a:r>
              <a:r>
                <a:rPr lang="en" sz="1066" b="1" dirty="0">
                  <a:solidFill>
                    <a:srgbClr val="535B9A"/>
                  </a:solidFill>
                  <a:latin typeface="Arial"/>
                  <a:ea typeface="Arial"/>
                  <a:cs typeface="Arial"/>
                  <a:sym typeface="Arial"/>
                </a:rPr>
                <a:t>Data Services Manager </a:t>
              </a:r>
              <a:endParaRPr sz="1466" dirty="0">
                <a:solidFill>
                  <a:srgbClr val="000000"/>
                </a:solidFill>
                <a:latin typeface="Arial"/>
                <a:ea typeface="Arial"/>
                <a:cs typeface="Arial"/>
                <a:sym typeface="Arial"/>
              </a:endParaRPr>
            </a:p>
          </p:txBody>
        </p:sp>
        <p:grpSp>
          <p:nvGrpSpPr>
            <p:cNvPr id="6541" name="Google Shape;6541;p278"/>
            <p:cNvGrpSpPr/>
            <p:nvPr/>
          </p:nvGrpSpPr>
          <p:grpSpPr>
            <a:xfrm>
              <a:off x="6247290" y="3462935"/>
              <a:ext cx="2490064" cy="308475"/>
              <a:chOff x="8284468" y="3704731"/>
              <a:chExt cx="3319200" cy="411300"/>
            </a:xfrm>
          </p:grpSpPr>
          <p:sp>
            <p:nvSpPr>
              <p:cNvPr id="6542" name="Google Shape;6542;p278"/>
              <p:cNvSpPr/>
              <p:nvPr/>
            </p:nvSpPr>
            <p:spPr>
              <a:xfrm>
                <a:off x="8284468" y="3704731"/>
                <a:ext cx="3319200" cy="411300"/>
              </a:xfrm>
              <a:prstGeom prst="roundRect">
                <a:avLst>
                  <a:gd name="adj" fmla="val 50000"/>
                </a:avLst>
              </a:prstGeom>
              <a:solidFill>
                <a:srgbClr val="545B9A"/>
              </a:solidFill>
              <a:ln>
                <a:noFill/>
              </a:ln>
            </p:spPr>
            <p:txBody>
              <a:bodyPr spcFirstLastPara="1" wrap="square" lIns="0" tIns="0" rIns="0" bIns="0" anchor="ctr" anchorCtr="0">
                <a:noAutofit/>
              </a:bodyPr>
              <a:lstStyle/>
              <a:p>
                <a:pPr algn="ctr">
                  <a:lnSpc>
                    <a:spcPct val="90000"/>
                  </a:lnSpc>
                  <a:buClr>
                    <a:srgbClr val="000000"/>
                  </a:buClr>
                  <a:buSzPts val="1100"/>
                </a:pPr>
                <a:r>
                  <a:rPr lang="en" sz="1466" dirty="0">
                    <a:solidFill>
                      <a:srgbClr val="FFFFFF"/>
                    </a:solidFill>
                    <a:latin typeface="Arial"/>
                    <a:ea typeface="Arial"/>
                    <a:cs typeface="Arial"/>
                    <a:sym typeface="Arial"/>
                  </a:rPr>
                  <a:t>Data Services</a:t>
                </a:r>
                <a:endParaRPr sz="1466" dirty="0">
                  <a:solidFill>
                    <a:srgbClr val="000000"/>
                  </a:solidFill>
                  <a:latin typeface="Arial"/>
                  <a:ea typeface="Arial"/>
                  <a:cs typeface="Arial"/>
                  <a:sym typeface="Arial"/>
                </a:endParaRPr>
              </a:p>
            </p:txBody>
          </p:sp>
          <p:sp>
            <p:nvSpPr>
              <p:cNvPr id="6543" name="Google Shape;6543;p278"/>
              <p:cNvSpPr/>
              <p:nvPr/>
            </p:nvSpPr>
            <p:spPr>
              <a:xfrm>
                <a:off x="11205719" y="3723381"/>
                <a:ext cx="374100" cy="374100"/>
              </a:xfrm>
              <a:prstGeom prst="ellipse">
                <a:avLst/>
              </a:prstGeom>
              <a:solidFill>
                <a:schemeClr val="lt1"/>
              </a:solidFill>
              <a:ln>
                <a:noFill/>
              </a:ln>
            </p:spPr>
            <p:txBody>
              <a:bodyPr spcFirstLastPara="1" wrap="square" lIns="0" tIns="0" rIns="0" bIns="0" anchor="ctr" anchorCtr="0">
                <a:noAutofit/>
              </a:bodyPr>
              <a:lstStyle/>
              <a:p>
                <a:pPr algn="ctr">
                  <a:lnSpc>
                    <a:spcPct val="90000"/>
                  </a:lnSpc>
                  <a:buClr>
                    <a:srgbClr val="000000"/>
                  </a:buClr>
                  <a:buSzPts val="1100"/>
                </a:pPr>
                <a:endParaRPr sz="1466" dirty="0">
                  <a:solidFill>
                    <a:srgbClr val="FFFFFF"/>
                  </a:solidFill>
                  <a:latin typeface="Arial"/>
                  <a:ea typeface="Arial"/>
                  <a:cs typeface="Arial"/>
                  <a:sym typeface="Arial"/>
                </a:endParaRPr>
              </a:p>
            </p:txBody>
          </p:sp>
          <p:sp>
            <p:nvSpPr>
              <p:cNvPr id="6544" name="Google Shape;6544;p278"/>
              <p:cNvSpPr/>
              <p:nvPr/>
            </p:nvSpPr>
            <p:spPr>
              <a:xfrm>
                <a:off x="11272209" y="3789862"/>
                <a:ext cx="241679" cy="241696"/>
              </a:xfrm>
              <a:custGeom>
                <a:avLst/>
                <a:gdLst/>
                <a:ahLst/>
                <a:cxnLst/>
                <a:rect l="l" t="t" r="r" b="b"/>
                <a:pathLst>
                  <a:path w="558795" h="558835" extrusionOk="0">
                    <a:moveTo>
                      <a:pt x="420277" y="382946"/>
                    </a:moveTo>
                    <a:cubicBezTo>
                      <a:pt x="424918" y="382946"/>
                      <a:pt x="429119" y="384386"/>
                      <a:pt x="432800" y="387227"/>
                    </a:cubicBezTo>
                    <a:cubicBezTo>
                      <a:pt x="436481" y="390068"/>
                      <a:pt x="439362" y="394069"/>
                      <a:pt x="441403" y="399191"/>
                    </a:cubicBezTo>
                    <a:cubicBezTo>
                      <a:pt x="443443" y="404352"/>
                      <a:pt x="444483" y="410154"/>
                      <a:pt x="444483" y="416715"/>
                    </a:cubicBezTo>
                    <a:cubicBezTo>
                      <a:pt x="444483" y="423277"/>
                      <a:pt x="443443" y="429119"/>
                      <a:pt x="441403" y="434240"/>
                    </a:cubicBezTo>
                    <a:cubicBezTo>
                      <a:pt x="439362" y="439362"/>
                      <a:pt x="436481" y="443403"/>
                      <a:pt x="432800" y="446284"/>
                    </a:cubicBezTo>
                    <a:cubicBezTo>
                      <a:pt x="429119" y="449204"/>
                      <a:pt x="424958" y="450645"/>
                      <a:pt x="420277" y="450645"/>
                    </a:cubicBezTo>
                    <a:cubicBezTo>
                      <a:pt x="415595" y="450645"/>
                      <a:pt x="411394" y="449164"/>
                      <a:pt x="407673" y="446284"/>
                    </a:cubicBezTo>
                    <a:cubicBezTo>
                      <a:pt x="403952" y="443403"/>
                      <a:pt x="401031" y="439402"/>
                      <a:pt x="398991" y="434240"/>
                    </a:cubicBezTo>
                    <a:cubicBezTo>
                      <a:pt x="396950" y="429079"/>
                      <a:pt x="395910" y="423277"/>
                      <a:pt x="395910" y="416715"/>
                    </a:cubicBezTo>
                    <a:cubicBezTo>
                      <a:pt x="395910" y="410154"/>
                      <a:pt x="396950" y="404312"/>
                      <a:pt x="398991" y="399191"/>
                    </a:cubicBezTo>
                    <a:cubicBezTo>
                      <a:pt x="401031" y="394069"/>
                      <a:pt x="403952" y="390068"/>
                      <a:pt x="407673" y="387227"/>
                    </a:cubicBezTo>
                    <a:cubicBezTo>
                      <a:pt x="411394" y="384386"/>
                      <a:pt x="415635" y="382946"/>
                      <a:pt x="420277" y="382946"/>
                    </a:cubicBezTo>
                    <a:close/>
                    <a:moveTo>
                      <a:pt x="247709" y="382946"/>
                    </a:moveTo>
                    <a:cubicBezTo>
                      <a:pt x="252350" y="382946"/>
                      <a:pt x="256551" y="384386"/>
                      <a:pt x="260232" y="387227"/>
                    </a:cubicBezTo>
                    <a:cubicBezTo>
                      <a:pt x="263913" y="390068"/>
                      <a:pt x="266794" y="394069"/>
                      <a:pt x="268835" y="399191"/>
                    </a:cubicBezTo>
                    <a:cubicBezTo>
                      <a:pt x="270875" y="404352"/>
                      <a:pt x="271915" y="410154"/>
                      <a:pt x="271915" y="416715"/>
                    </a:cubicBezTo>
                    <a:cubicBezTo>
                      <a:pt x="271915" y="423277"/>
                      <a:pt x="270875" y="429119"/>
                      <a:pt x="268835" y="434240"/>
                    </a:cubicBezTo>
                    <a:cubicBezTo>
                      <a:pt x="266794" y="439362"/>
                      <a:pt x="263913" y="443403"/>
                      <a:pt x="260232" y="446284"/>
                    </a:cubicBezTo>
                    <a:cubicBezTo>
                      <a:pt x="256551" y="449204"/>
                      <a:pt x="252390" y="450645"/>
                      <a:pt x="247709" y="450645"/>
                    </a:cubicBezTo>
                    <a:cubicBezTo>
                      <a:pt x="243027" y="450645"/>
                      <a:pt x="238826" y="449164"/>
                      <a:pt x="235105" y="446284"/>
                    </a:cubicBezTo>
                    <a:cubicBezTo>
                      <a:pt x="231384" y="443403"/>
                      <a:pt x="228463" y="439402"/>
                      <a:pt x="226423" y="434240"/>
                    </a:cubicBezTo>
                    <a:cubicBezTo>
                      <a:pt x="224382" y="429079"/>
                      <a:pt x="223342" y="423277"/>
                      <a:pt x="223342" y="416715"/>
                    </a:cubicBezTo>
                    <a:cubicBezTo>
                      <a:pt x="223342" y="410154"/>
                      <a:pt x="224382" y="404312"/>
                      <a:pt x="226423" y="399191"/>
                    </a:cubicBezTo>
                    <a:cubicBezTo>
                      <a:pt x="228463" y="394069"/>
                      <a:pt x="231384" y="390068"/>
                      <a:pt x="235105" y="387227"/>
                    </a:cubicBezTo>
                    <a:cubicBezTo>
                      <a:pt x="238826" y="384386"/>
                      <a:pt x="243067" y="382946"/>
                      <a:pt x="247709" y="382946"/>
                    </a:cubicBezTo>
                    <a:close/>
                    <a:moveTo>
                      <a:pt x="140359" y="382946"/>
                    </a:moveTo>
                    <a:cubicBezTo>
                      <a:pt x="145000" y="382946"/>
                      <a:pt x="149201" y="384386"/>
                      <a:pt x="152882" y="387227"/>
                    </a:cubicBezTo>
                    <a:cubicBezTo>
                      <a:pt x="156563" y="390068"/>
                      <a:pt x="159444" y="394029"/>
                      <a:pt x="161485" y="399191"/>
                    </a:cubicBezTo>
                    <a:cubicBezTo>
                      <a:pt x="163525" y="404352"/>
                      <a:pt x="164565" y="410154"/>
                      <a:pt x="164565" y="416715"/>
                    </a:cubicBezTo>
                    <a:cubicBezTo>
                      <a:pt x="164565" y="423277"/>
                      <a:pt x="163525" y="429119"/>
                      <a:pt x="161485" y="434240"/>
                    </a:cubicBezTo>
                    <a:cubicBezTo>
                      <a:pt x="159444" y="439362"/>
                      <a:pt x="156563" y="443403"/>
                      <a:pt x="152882" y="446284"/>
                    </a:cubicBezTo>
                    <a:cubicBezTo>
                      <a:pt x="149201" y="449204"/>
                      <a:pt x="145040" y="450645"/>
                      <a:pt x="140359" y="450645"/>
                    </a:cubicBezTo>
                    <a:cubicBezTo>
                      <a:pt x="135677" y="450645"/>
                      <a:pt x="131476" y="449164"/>
                      <a:pt x="127755" y="446284"/>
                    </a:cubicBezTo>
                    <a:cubicBezTo>
                      <a:pt x="124034" y="443403"/>
                      <a:pt x="121113" y="439362"/>
                      <a:pt x="119073" y="434240"/>
                    </a:cubicBezTo>
                    <a:cubicBezTo>
                      <a:pt x="117032" y="429079"/>
                      <a:pt x="115992" y="423277"/>
                      <a:pt x="115992" y="416715"/>
                    </a:cubicBezTo>
                    <a:cubicBezTo>
                      <a:pt x="115992" y="410154"/>
                      <a:pt x="117032" y="404312"/>
                      <a:pt x="119073" y="399191"/>
                    </a:cubicBezTo>
                    <a:cubicBezTo>
                      <a:pt x="121113" y="394069"/>
                      <a:pt x="124034" y="390068"/>
                      <a:pt x="127755" y="387227"/>
                    </a:cubicBezTo>
                    <a:cubicBezTo>
                      <a:pt x="131476" y="384386"/>
                      <a:pt x="135717" y="382946"/>
                      <a:pt x="140359" y="382946"/>
                    </a:cubicBezTo>
                    <a:close/>
                    <a:moveTo>
                      <a:pt x="335653" y="368662"/>
                    </a:moveTo>
                    <a:lnTo>
                      <a:pt x="308605" y="387027"/>
                    </a:lnTo>
                    <a:lnTo>
                      <a:pt x="315607" y="399350"/>
                    </a:lnTo>
                    <a:lnTo>
                      <a:pt x="332132" y="388828"/>
                    </a:lnTo>
                    <a:lnTo>
                      <a:pt x="332132" y="464889"/>
                    </a:lnTo>
                    <a:lnTo>
                      <a:pt x="349657" y="464889"/>
                    </a:lnTo>
                    <a:lnTo>
                      <a:pt x="349657" y="368662"/>
                    </a:lnTo>
                    <a:close/>
                    <a:moveTo>
                      <a:pt x="420236" y="366982"/>
                    </a:moveTo>
                    <a:cubicBezTo>
                      <a:pt x="412114" y="366982"/>
                      <a:pt x="404872" y="369102"/>
                      <a:pt x="398470" y="373343"/>
                    </a:cubicBezTo>
                    <a:cubicBezTo>
                      <a:pt x="392068" y="377584"/>
                      <a:pt x="387067" y="383466"/>
                      <a:pt x="383466" y="390988"/>
                    </a:cubicBezTo>
                    <a:cubicBezTo>
                      <a:pt x="379865" y="398510"/>
                      <a:pt x="378065" y="407113"/>
                      <a:pt x="378065" y="416715"/>
                    </a:cubicBezTo>
                    <a:cubicBezTo>
                      <a:pt x="378065" y="426318"/>
                      <a:pt x="379865" y="434920"/>
                      <a:pt x="383466" y="442482"/>
                    </a:cubicBezTo>
                    <a:cubicBezTo>
                      <a:pt x="387067" y="450044"/>
                      <a:pt x="392068" y="455966"/>
                      <a:pt x="398470" y="460207"/>
                    </a:cubicBezTo>
                    <a:cubicBezTo>
                      <a:pt x="404832" y="464448"/>
                      <a:pt x="412074" y="466569"/>
                      <a:pt x="420236" y="466569"/>
                    </a:cubicBezTo>
                    <a:cubicBezTo>
                      <a:pt x="428398" y="466569"/>
                      <a:pt x="435641" y="464448"/>
                      <a:pt x="442042" y="460207"/>
                    </a:cubicBezTo>
                    <a:cubicBezTo>
                      <a:pt x="448444" y="455966"/>
                      <a:pt x="453445" y="450044"/>
                      <a:pt x="457046" y="442482"/>
                    </a:cubicBezTo>
                    <a:cubicBezTo>
                      <a:pt x="460647" y="434920"/>
                      <a:pt x="462448" y="426358"/>
                      <a:pt x="462448" y="416715"/>
                    </a:cubicBezTo>
                    <a:cubicBezTo>
                      <a:pt x="462448" y="407073"/>
                      <a:pt x="460647" y="398510"/>
                      <a:pt x="457046" y="390988"/>
                    </a:cubicBezTo>
                    <a:cubicBezTo>
                      <a:pt x="453445" y="383466"/>
                      <a:pt x="448444" y="377584"/>
                      <a:pt x="442042" y="373343"/>
                    </a:cubicBezTo>
                    <a:cubicBezTo>
                      <a:pt x="435641" y="369102"/>
                      <a:pt x="428359" y="366982"/>
                      <a:pt x="420236" y="366982"/>
                    </a:cubicBezTo>
                    <a:close/>
                    <a:moveTo>
                      <a:pt x="247628" y="366982"/>
                    </a:moveTo>
                    <a:cubicBezTo>
                      <a:pt x="239506" y="366982"/>
                      <a:pt x="232264" y="369102"/>
                      <a:pt x="225862" y="373343"/>
                    </a:cubicBezTo>
                    <a:cubicBezTo>
                      <a:pt x="219461" y="377584"/>
                      <a:pt x="214459" y="383466"/>
                      <a:pt x="210858" y="390988"/>
                    </a:cubicBezTo>
                    <a:cubicBezTo>
                      <a:pt x="207257" y="398510"/>
                      <a:pt x="205457" y="407113"/>
                      <a:pt x="205457" y="416715"/>
                    </a:cubicBezTo>
                    <a:cubicBezTo>
                      <a:pt x="205457" y="426318"/>
                      <a:pt x="207257" y="434920"/>
                      <a:pt x="210858" y="442482"/>
                    </a:cubicBezTo>
                    <a:cubicBezTo>
                      <a:pt x="214459" y="450044"/>
                      <a:pt x="219461" y="455966"/>
                      <a:pt x="225862" y="460207"/>
                    </a:cubicBezTo>
                    <a:cubicBezTo>
                      <a:pt x="232224" y="464448"/>
                      <a:pt x="239466" y="466569"/>
                      <a:pt x="247628" y="466569"/>
                    </a:cubicBezTo>
                    <a:cubicBezTo>
                      <a:pt x="255791" y="466569"/>
                      <a:pt x="263033" y="464448"/>
                      <a:pt x="269435" y="460207"/>
                    </a:cubicBezTo>
                    <a:cubicBezTo>
                      <a:pt x="275836" y="455966"/>
                      <a:pt x="280838" y="450044"/>
                      <a:pt x="284439" y="442482"/>
                    </a:cubicBezTo>
                    <a:cubicBezTo>
                      <a:pt x="288040" y="434920"/>
                      <a:pt x="289840" y="426358"/>
                      <a:pt x="289840" y="416715"/>
                    </a:cubicBezTo>
                    <a:cubicBezTo>
                      <a:pt x="289840" y="407073"/>
                      <a:pt x="288040" y="398510"/>
                      <a:pt x="284439" y="390988"/>
                    </a:cubicBezTo>
                    <a:cubicBezTo>
                      <a:pt x="280838" y="383466"/>
                      <a:pt x="275836" y="377584"/>
                      <a:pt x="269435" y="373343"/>
                    </a:cubicBezTo>
                    <a:cubicBezTo>
                      <a:pt x="263033" y="369102"/>
                      <a:pt x="255751" y="366982"/>
                      <a:pt x="247628" y="366982"/>
                    </a:cubicBezTo>
                    <a:close/>
                    <a:moveTo>
                      <a:pt x="140319" y="366982"/>
                    </a:moveTo>
                    <a:cubicBezTo>
                      <a:pt x="132157" y="366982"/>
                      <a:pt x="124915" y="369102"/>
                      <a:pt x="118513" y="373343"/>
                    </a:cubicBezTo>
                    <a:cubicBezTo>
                      <a:pt x="112111" y="377584"/>
                      <a:pt x="107110" y="383466"/>
                      <a:pt x="103509" y="390988"/>
                    </a:cubicBezTo>
                    <a:cubicBezTo>
                      <a:pt x="99908" y="398510"/>
                      <a:pt x="98107" y="407113"/>
                      <a:pt x="98107" y="416715"/>
                    </a:cubicBezTo>
                    <a:cubicBezTo>
                      <a:pt x="98107" y="426318"/>
                      <a:pt x="99908" y="434920"/>
                      <a:pt x="103509" y="442482"/>
                    </a:cubicBezTo>
                    <a:cubicBezTo>
                      <a:pt x="107110" y="450044"/>
                      <a:pt x="112111" y="455966"/>
                      <a:pt x="118513" y="460207"/>
                    </a:cubicBezTo>
                    <a:cubicBezTo>
                      <a:pt x="124915" y="464448"/>
                      <a:pt x="132157" y="466569"/>
                      <a:pt x="140319" y="466569"/>
                    </a:cubicBezTo>
                    <a:cubicBezTo>
                      <a:pt x="148481" y="466569"/>
                      <a:pt x="155723" y="464448"/>
                      <a:pt x="162125" y="460207"/>
                    </a:cubicBezTo>
                    <a:cubicBezTo>
                      <a:pt x="168527" y="455966"/>
                      <a:pt x="173528" y="450044"/>
                      <a:pt x="177129" y="442482"/>
                    </a:cubicBezTo>
                    <a:cubicBezTo>
                      <a:pt x="180730" y="434920"/>
                      <a:pt x="182530" y="426358"/>
                      <a:pt x="182530" y="416715"/>
                    </a:cubicBezTo>
                    <a:cubicBezTo>
                      <a:pt x="182530" y="407073"/>
                      <a:pt x="180730" y="398510"/>
                      <a:pt x="177129" y="390988"/>
                    </a:cubicBezTo>
                    <a:cubicBezTo>
                      <a:pt x="173528" y="383466"/>
                      <a:pt x="168527" y="377584"/>
                      <a:pt x="162125" y="373343"/>
                    </a:cubicBezTo>
                    <a:cubicBezTo>
                      <a:pt x="155723" y="369102"/>
                      <a:pt x="148481" y="366982"/>
                      <a:pt x="140319" y="366982"/>
                    </a:cubicBezTo>
                    <a:close/>
                    <a:moveTo>
                      <a:pt x="345536" y="247669"/>
                    </a:moveTo>
                    <a:cubicBezTo>
                      <a:pt x="350177" y="247669"/>
                      <a:pt x="354378" y="249109"/>
                      <a:pt x="358059" y="251950"/>
                    </a:cubicBezTo>
                    <a:cubicBezTo>
                      <a:pt x="361740" y="254791"/>
                      <a:pt x="364621" y="258792"/>
                      <a:pt x="366662" y="263913"/>
                    </a:cubicBezTo>
                    <a:cubicBezTo>
                      <a:pt x="368702" y="269075"/>
                      <a:pt x="369742" y="274877"/>
                      <a:pt x="369742" y="281438"/>
                    </a:cubicBezTo>
                    <a:cubicBezTo>
                      <a:pt x="369742" y="288000"/>
                      <a:pt x="368702" y="293842"/>
                      <a:pt x="366662" y="298963"/>
                    </a:cubicBezTo>
                    <a:cubicBezTo>
                      <a:pt x="364621" y="304085"/>
                      <a:pt x="361740" y="308126"/>
                      <a:pt x="358059" y="311007"/>
                    </a:cubicBezTo>
                    <a:cubicBezTo>
                      <a:pt x="354378" y="313927"/>
                      <a:pt x="350217" y="315368"/>
                      <a:pt x="345536" y="315368"/>
                    </a:cubicBezTo>
                    <a:cubicBezTo>
                      <a:pt x="340854" y="315368"/>
                      <a:pt x="336653" y="313887"/>
                      <a:pt x="332932" y="311007"/>
                    </a:cubicBezTo>
                    <a:cubicBezTo>
                      <a:pt x="329211" y="308126"/>
                      <a:pt x="326290" y="304125"/>
                      <a:pt x="324250" y="298963"/>
                    </a:cubicBezTo>
                    <a:cubicBezTo>
                      <a:pt x="322209" y="293802"/>
                      <a:pt x="321169" y="288000"/>
                      <a:pt x="321169" y="281438"/>
                    </a:cubicBezTo>
                    <a:cubicBezTo>
                      <a:pt x="321169" y="274877"/>
                      <a:pt x="322209" y="269035"/>
                      <a:pt x="324250" y="263913"/>
                    </a:cubicBezTo>
                    <a:cubicBezTo>
                      <a:pt x="326290" y="258792"/>
                      <a:pt x="329211" y="254791"/>
                      <a:pt x="332932" y="251950"/>
                    </a:cubicBezTo>
                    <a:cubicBezTo>
                      <a:pt x="336653" y="249109"/>
                      <a:pt x="340894" y="247669"/>
                      <a:pt x="345536" y="247669"/>
                    </a:cubicBezTo>
                    <a:close/>
                    <a:moveTo>
                      <a:pt x="221422" y="247669"/>
                    </a:moveTo>
                    <a:cubicBezTo>
                      <a:pt x="226063" y="247669"/>
                      <a:pt x="230264" y="249109"/>
                      <a:pt x="233945" y="251950"/>
                    </a:cubicBezTo>
                    <a:cubicBezTo>
                      <a:pt x="237626" y="254791"/>
                      <a:pt x="240507" y="258792"/>
                      <a:pt x="242548" y="263913"/>
                    </a:cubicBezTo>
                    <a:cubicBezTo>
                      <a:pt x="244588" y="269075"/>
                      <a:pt x="245628" y="274877"/>
                      <a:pt x="245628" y="281438"/>
                    </a:cubicBezTo>
                    <a:cubicBezTo>
                      <a:pt x="245628" y="288000"/>
                      <a:pt x="244588" y="293842"/>
                      <a:pt x="242548" y="298963"/>
                    </a:cubicBezTo>
                    <a:cubicBezTo>
                      <a:pt x="240507" y="304085"/>
                      <a:pt x="237626" y="308126"/>
                      <a:pt x="233945" y="311007"/>
                    </a:cubicBezTo>
                    <a:cubicBezTo>
                      <a:pt x="230264" y="313927"/>
                      <a:pt x="226103" y="315368"/>
                      <a:pt x="221422" y="315368"/>
                    </a:cubicBezTo>
                    <a:cubicBezTo>
                      <a:pt x="216740" y="315368"/>
                      <a:pt x="212539" y="313887"/>
                      <a:pt x="208818" y="311007"/>
                    </a:cubicBezTo>
                    <a:cubicBezTo>
                      <a:pt x="205097" y="308126"/>
                      <a:pt x="202176" y="304125"/>
                      <a:pt x="200136" y="298963"/>
                    </a:cubicBezTo>
                    <a:cubicBezTo>
                      <a:pt x="198095" y="293802"/>
                      <a:pt x="197055" y="288000"/>
                      <a:pt x="197055" y="281438"/>
                    </a:cubicBezTo>
                    <a:cubicBezTo>
                      <a:pt x="197055" y="274877"/>
                      <a:pt x="198095" y="269035"/>
                      <a:pt x="200136" y="263913"/>
                    </a:cubicBezTo>
                    <a:cubicBezTo>
                      <a:pt x="202176" y="258792"/>
                      <a:pt x="205097" y="254791"/>
                      <a:pt x="208818" y="251950"/>
                    </a:cubicBezTo>
                    <a:cubicBezTo>
                      <a:pt x="212539" y="249109"/>
                      <a:pt x="216780" y="247669"/>
                      <a:pt x="221422" y="247669"/>
                    </a:cubicBezTo>
                    <a:close/>
                    <a:moveTo>
                      <a:pt x="449644" y="233385"/>
                    </a:moveTo>
                    <a:lnTo>
                      <a:pt x="422597" y="251750"/>
                    </a:lnTo>
                    <a:lnTo>
                      <a:pt x="429599" y="264073"/>
                    </a:lnTo>
                    <a:lnTo>
                      <a:pt x="446123" y="253550"/>
                    </a:lnTo>
                    <a:lnTo>
                      <a:pt x="446123" y="329611"/>
                    </a:lnTo>
                    <a:lnTo>
                      <a:pt x="463648" y="329611"/>
                    </a:lnTo>
                    <a:lnTo>
                      <a:pt x="463648" y="233385"/>
                    </a:lnTo>
                    <a:close/>
                    <a:moveTo>
                      <a:pt x="119953" y="233385"/>
                    </a:moveTo>
                    <a:lnTo>
                      <a:pt x="92906" y="251750"/>
                    </a:lnTo>
                    <a:lnTo>
                      <a:pt x="99908" y="264073"/>
                    </a:lnTo>
                    <a:lnTo>
                      <a:pt x="116432" y="253550"/>
                    </a:lnTo>
                    <a:lnTo>
                      <a:pt x="116432" y="329611"/>
                    </a:lnTo>
                    <a:lnTo>
                      <a:pt x="133957" y="329611"/>
                    </a:lnTo>
                    <a:lnTo>
                      <a:pt x="133957" y="233385"/>
                    </a:lnTo>
                    <a:close/>
                    <a:moveTo>
                      <a:pt x="345496" y="231704"/>
                    </a:moveTo>
                    <a:cubicBezTo>
                      <a:pt x="337373" y="231704"/>
                      <a:pt x="330131" y="233825"/>
                      <a:pt x="323730" y="238066"/>
                    </a:cubicBezTo>
                    <a:cubicBezTo>
                      <a:pt x="317328" y="242307"/>
                      <a:pt x="312326" y="248189"/>
                      <a:pt x="308725" y="255711"/>
                    </a:cubicBezTo>
                    <a:cubicBezTo>
                      <a:pt x="305124" y="263233"/>
                      <a:pt x="303324" y="271835"/>
                      <a:pt x="303324" y="281438"/>
                    </a:cubicBezTo>
                    <a:cubicBezTo>
                      <a:pt x="303324" y="291041"/>
                      <a:pt x="305124" y="299643"/>
                      <a:pt x="308725" y="307205"/>
                    </a:cubicBezTo>
                    <a:cubicBezTo>
                      <a:pt x="312326" y="314767"/>
                      <a:pt x="317328" y="320689"/>
                      <a:pt x="323730" y="324930"/>
                    </a:cubicBezTo>
                    <a:cubicBezTo>
                      <a:pt x="330091" y="329171"/>
                      <a:pt x="337333" y="331292"/>
                      <a:pt x="345496" y="331292"/>
                    </a:cubicBezTo>
                    <a:cubicBezTo>
                      <a:pt x="353658" y="331292"/>
                      <a:pt x="360900" y="329171"/>
                      <a:pt x="367302" y="324930"/>
                    </a:cubicBezTo>
                    <a:cubicBezTo>
                      <a:pt x="373703" y="320689"/>
                      <a:pt x="378705" y="314767"/>
                      <a:pt x="382306" y="307205"/>
                    </a:cubicBezTo>
                    <a:cubicBezTo>
                      <a:pt x="385907" y="299643"/>
                      <a:pt x="387707" y="291081"/>
                      <a:pt x="387707" y="281438"/>
                    </a:cubicBezTo>
                    <a:cubicBezTo>
                      <a:pt x="387707" y="271795"/>
                      <a:pt x="385907" y="263233"/>
                      <a:pt x="382306" y="255711"/>
                    </a:cubicBezTo>
                    <a:cubicBezTo>
                      <a:pt x="378705" y="248189"/>
                      <a:pt x="373703" y="242307"/>
                      <a:pt x="367302" y="238066"/>
                    </a:cubicBezTo>
                    <a:cubicBezTo>
                      <a:pt x="360900" y="233825"/>
                      <a:pt x="353618" y="231704"/>
                      <a:pt x="345496" y="231704"/>
                    </a:cubicBezTo>
                    <a:close/>
                    <a:moveTo>
                      <a:pt x="221381" y="231704"/>
                    </a:moveTo>
                    <a:cubicBezTo>
                      <a:pt x="213259" y="231704"/>
                      <a:pt x="206017" y="233825"/>
                      <a:pt x="199615" y="238066"/>
                    </a:cubicBezTo>
                    <a:cubicBezTo>
                      <a:pt x="193213" y="242307"/>
                      <a:pt x="188212" y="248189"/>
                      <a:pt x="184611" y="255711"/>
                    </a:cubicBezTo>
                    <a:cubicBezTo>
                      <a:pt x="181010" y="263233"/>
                      <a:pt x="179210" y="271835"/>
                      <a:pt x="179210" y="281438"/>
                    </a:cubicBezTo>
                    <a:cubicBezTo>
                      <a:pt x="179210" y="291041"/>
                      <a:pt x="181010" y="299643"/>
                      <a:pt x="184611" y="307205"/>
                    </a:cubicBezTo>
                    <a:cubicBezTo>
                      <a:pt x="188212" y="314767"/>
                      <a:pt x="193213" y="320689"/>
                      <a:pt x="199615" y="324930"/>
                    </a:cubicBezTo>
                    <a:cubicBezTo>
                      <a:pt x="205977" y="329171"/>
                      <a:pt x="213219" y="331292"/>
                      <a:pt x="221381" y="331292"/>
                    </a:cubicBezTo>
                    <a:cubicBezTo>
                      <a:pt x="229544" y="331292"/>
                      <a:pt x="236785" y="329171"/>
                      <a:pt x="243187" y="324930"/>
                    </a:cubicBezTo>
                    <a:cubicBezTo>
                      <a:pt x="249589" y="320689"/>
                      <a:pt x="254590" y="314767"/>
                      <a:pt x="258191" y="307205"/>
                    </a:cubicBezTo>
                    <a:cubicBezTo>
                      <a:pt x="261792" y="299643"/>
                      <a:pt x="263593" y="291081"/>
                      <a:pt x="263593" y="281438"/>
                    </a:cubicBezTo>
                    <a:cubicBezTo>
                      <a:pt x="263593" y="271795"/>
                      <a:pt x="261792" y="263233"/>
                      <a:pt x="258191" y="255711"/>
                    </a:cubicBezTo>
                    <a:cubicBezTo>
                      <a:pt x="254590" y="248189"/>
                      <a:pt x="249589" y="242307"/>
                      <a:pt x="243187" y="238066"/>
                    </a:cubicBezTo>
                    <a:cubicBezTo>
                      <a:pt x="236785" y="233825"/>
                      <a:pt x="229503" y="231704"/>
                      <a:pt x="221381" y="231704"/>
                    </a:cubicBezTo>
                    <a:close/>
                    <a:moveTo>
                      <a:pt x="343776" y="112391"/>
                    </a:moveTo>
                    <a:cubicBezTo>
                      <a:pt x="348417" y="112391"/>
                      <a:pt x="352618" y="113831"/>
                      <a:pt x="356299" y="116672"/>
                    </a:cubicBezTo>
                    <a:cubicBezTo>
                      <a:pt x="359980" y="119513"/>
                      <a:pt x="362861" y="123514"/>
                      <a:pt x="364902" y="128635"/>
                    </a:cubicBezTo>
                    <a:cubicBezTo>
                      <a:pt x="366942" y="133797"/>
                      <a:pt x="367982" y="139599"/>
                      <a:pt x="367982" y="146160"/>
                    </a:cubicBezTo>
                    <a:cubicBezTo>
                      <a:pt x="367982" y="152722"/>
                      <a:pt x="366942" y="158524"/>
                      <a:pt x="364902" y="163685"/>
                    </a:cubicBezTo>
                    <a:cubicBezTo>
                      <a:pt x="362861" y="168807"/>
                      <a:pt x="359980" y="172848"/>
                      <a:pt x="356299" y="175729"/>
                    </a:cubicBezTo>
                    <a:cubicBezTo>
                      <a:pt x="352618" y="178649"/>
                      <a:pt x="348457" y="180090"/>
                      <a:pt x="343776" y="180090"/>
                    </a:cubicBezTo>
                    <a:cubicBezTo>
                      <a:pt x="339094" y="180090"/>
                      <a:pt x="334893" y="178609"/>
                      <a:pt x="331172" y="175729"/>
                    </a:cubicBezTo>
                    <a:cubicBezTo>
                      <a:pt x="327451" y="172848"/>
                      <a:pt x="324530" y="168807"/>
                      <a:pt x="322490" y="163685"/>
                    </a:cubicBezTo>
                    <a:cubicBezTo>
                      <a:pt x="320449" y="158524"/>
                      <a:pt x="319409" y="152722"/>
                      <a:pt x="319409" y="146160"/>
                    </a:cubicBezTo>
                    <a:cubicBezTo>
                      <a:pt x="319409" y="139599"/>
                      <a:pt x="320449" y="133797"/>
                      <a:pt x="322490" y="128635"/>
                    </a:cubicBezTo>
                    <a:cubicBezTo>
                      <a:pt x="324530" y="123514"/>
                      <a:pt x="327451" y="119513"/>
                      <a:pt x="331172" y="116672"/>
                    </a:cubicBezTo>
                    <a:cubicBezTo>
                      <a:pt x="334893" y="113831"/>
                      <a:pt x="339134" y="112391"/>
                      <a:pt x="343776" y="112391"/>
                    </a:cubicBezTo>
                    <a:close/>
                    <a:moveTo>
                      <a:pt x="131957" y="112391"/>
                    </a:moveTo>
                    <a:cubicBezTo>
                      <a:pt x="136598" y="112391"/>
                      <a:pt x="140799" y="113831"/>
                      <a:pt x="144480" y="116672"/>
                    </a:cubicBezTo>
                    <a:cubicBezTo>
                      <a:pt x="148161" y="119513"/>
                      <a:pt x="151042" y="123514"/>
                      <a:pt x="153083" y="128635"/>
                    </a:cubicBezTo>
                    <a:cubicBezTo>
                      <a:pt x="155123" y="133797"/>
                      <a:pt x="156163" y="139599"/>
                      <a:pt x="156163" y="146160"/>
                    </a:cubicBezTo>
                    <a:cubicBezTo>
                      <a:pt x="156163" y="152722"/>
                      <a:pt x="155123" y="158524"/>
                      <a:pt x="153083" y="163685"/>
                    </a:cubicBezTo>
                    <a:cubicBezTo>
                      <a:pt x="151042" y="168807"/>
                      <a:pt x="148161" y="172848"/>
                      <a:pt x="144480" y="175729"/>
                    </a:cubicBezTo>
                    <a:cubicBezTo>
                      <a:pt x="140799" y="178649"/>
                      <a:pt x="136638" y="180090"/>
                      <a:pt x="131957" y="180090"/>
                    </a:cubicBezTo>
                    <a:cubicBezTo>
                      <a:pt x="127275" y="180090"/>
                      <a:pt x="123074" y="178609"/>
                      <a:pt x="119353" y="175729"/>
                    </a:cubicBezTo>
                    <a:cubicBezTo>
                      <a:pt x="115632" y="172848"/>
                      <a:pt x="112711" y="168807"/>
                      <a:pt x="110671" y="163685"/>
                    </a:cubicBezTo>
                    <a:cubicBezTo>
                      <a:pt x="108630" y="158524"/>
                      <a:pt x="107590" y="152722"/>
                      <a:pt x="107590" y="146160"/>
                    </a:cubicBezTo>
                    <a:cubicBezTo>
                      <a:pt x="107590" y="139599"/>
                      <a:pt x="108630" y="133797"/>
                      <a:pt x="110671" y="128635"/>
                    </a:cubicBezTo>
                    <a:cubicBezTo>
                      <a:pt x="112711" y="123514"/>
                      <a:pt x="115632" y="119513"/>
                      <a:pt x="119353" y="116672"/>
                    </a:cubicBezTo>
                    <a:cubicBezTo>
                      <a:pt x="123074" y="113831"/>
                      <a:pt x="127315" y="112391"/>
                      <a:pt x="131957" y="112391"/>
                    </a:cubicBezTo>
                    <a:close/>
                    <a:moveTo>
                      <a:pt x="451405" y="98107"/>
                    </a:moveTo>
                    <a:lnTo>
                      <a:pt x="424357" y="116472"/>
                    </a:lnTo>
                    <a:lnTo>
                      <a:pt x="431359" y="128796"/>
                    </a:lnTo>
                    <a:lnTo>
                      <a:pt x="447884" y="118313"/>
                    </a:lnTo>
                    <a:lnTo>
                      <a:pt x="447884" y="194374"/>
                    </a:lnTo>
                    <a:lnTo>
                      <a:pt x="465409" y="194374"/>
                    </a:lnTo>
                    <a:lnTo>
                      <a:pt x="465409" y="98107"/>
                    </a:lnTo>
                    <a:close/>
                    <a:moveTo>
                      <a:pt x="239546" y="98107"/>
                    </a:moveTo>
                    <a:lnTo>
                      <a:pt x="212499" y="116472"/>
                    </a:lnTo>
                    <a:lnTo>
                      <a:pt x="219501" y="128796"/>
                    </a:lnTo>
                    <a:lnTo>
                      <a:pt x="236025" y="118313"/>
                    </a:lnTo>
                    <a:lnTo>
                      <a:pt x="236025" y="194374"/>
                    </a:lnTo>
                    <a:lnTo>
                      <a:pt x="253550" y="194374"/>
                    </a:lnTo>
                    <a:lnTo>
                      <a:pt x="253550" y="98107"/>
                    </a:lnTo>
                    <a:close/>
                    <a:moveTo>
                      <a:pt x="343815" y="96427"/>
                    </a:moveTo>
                    <a:cubicBezTo>
                      <a:pt x="335653" y="96427"/>
                      <a:pt x="328411" y="98547"/>
                      <a:pt x="322009" y="102788"/>
                    </a:cubicBezTo>
                    <a:cubicBezTo>
                      <a:pt x="315607" y="107030"/>
                      <a:pt x="310606" y="112911"/>
                      <a:pt x="307005" y="120433"/>
                    </a:cubicBezTo>
                    <a:cubicBezTo>
                      <a:pt x="303404" y="127955"/>
                      <a:pt x="301603" y="136558"/>
                      <a:pt x="301603" y="146160"/>
                    </a:cubicBezTo>
                    <a:cubicBezTo>
                      <a:pt x="301603" y="155763"/>
                      <a:pt x="303404" y="164365"/>
                      <a:pt x="307005" y="171928"/>
                    </a:cubicBezTo>
                    <a:cubicBezTo>
                      <a:pt x="310606" y="179490"/>
                      <a:pt x="315607" y="185411"/>
                      <a:pt x="322009" y="189652"/>
                    </a:cubicBezTo>
                    <a:cubicBezTo>
                      <a:pt x="328411" y="193894"/>
                      <a:pt x="335653" y="196014"/>
                      <a:pt x="343815" y="196014"/>
                    </a:cubicBezTo>
                    <a:cubicBezTo>
                      <a:pt x="351977" y="196014"/>
                      <a:pt x="359219" y="193894"/>
                      <a:pt x="365621" y="189652"/>
                    </a:cubicBezTo>
                    <a:cubicBezTo>
                      <a:pt x="372023" y="185411"/>
                      <a:pt x="377024" y="179490"/>
                      <a:pt x="380625" y="171928"/>
                    </a:cubicBezTo>
                    <a:cubicBezTo>
                      <a:pt x="384226" y="164365"/>
                      <a:pt x="386027" y="155803"/>
                      <a:pt x="386027" y="146160"/>
                    </a:cubicBezTo>
                    <a:cubicBezTo>
                      <a:pt x="386027" y="136518"/>
                      <a:pt x="384226" y="127955"/>
                      <a:pt x="380625" y="120433"/>
                    </a:cubicBezTo>
                    <a:cubicBezTo>
                      <a:pt x="377024" y="112911"/>
                      <a:pt x="372023" y="107030"/>
                      <a:pt x="365621" y="102788"/>
                    </a:cubicBezTo>
                    <a:cubicBezTo>
                      <a:pt x="359219" y="98547"/>
                      <a:pt x="351977" y="96427"/>
                      <a:pt x="343815" y="96427"/>
                    </a:cubicBezTo>
                    <a:close/>
                    <a:moveTo>
                      <a:pt x="131997" y="96427"/>
                    </a:moveTo>
                    <a:cubicBezTo>
                      <a:pt x="123834" y="96427"/>
                      <a:pt x="116592" y="98547"/>
                      <a:pt x="110190" y="102788"/>
                    </a:cubicBezTo>
                    <a:cubicBezTo>
                      <a:pt x="103789" y="107030"/>
                      <a:pt x="98787" y="112911"/>
                      <a:pt x="95186" y="120433"/>
                    </a:cubicBezTo>
                    <a:cubicBezTo>
                      <a:pt x="91585" y="127955"/>
                      <a:pt x="89785" y="136558"/>
                      <a:pt x="89785" y="146160"/>
                    </a:cubicBezTo>
                    <a:cubicBezTo>
                      <a:pt x="89785" y="155763"/>
                      <a:pt x="91585" y="164365"/>
                      <a:pt x="95186" y="171928"/>
                    </a:cubicBezTo>
                    <a:cubicBezTo>
                      <a:pt x="98787" y="179490"/>
                      <a:pt x="103789" y="185411"/>
                      <a:pt x="110190" y="189652"/>
                    </a:cubicBezTo>
                    <a:cubicBezTo>
                      <a:pt x="116592" y="193894"/>
                      <a:pt x="123834" y="196014"/>
                      <a:pt x="131997" y="196014"/>
                    </a:cubicBezTo>
                    <a:cubicBezTo>
                      <a:pt x="140159" y="196014"/>
                      <a:pt x="147401" y="193894"/>
                      <a:pt x="153803" y="189652"/>
                    </a:cubicBezTo>
                    <a:cubicBezTo>
                      <a:pt x="160204" y="185411"/>
                      <a:pt x="165206" y="179490"/>
                      <a:pt x="168807" y="171928"/>
                    </a:cubicBezTo>
                    <a:cubicBezTo>
                      <a:pt x="172408" y="164365"/>
                      <a:pt x="174208" y="155803"/>
                      <a:pt x="174208" y="146160"/>
                    </a:cubicBezTo>
                    <a:cubicBezTo>
                      <a:pt x="174208" y="136518"/>
                      <a:pt x="172408" y="127955"/>
                      <a:pt x="168807" y="120433"/>
                    </a:cubicBezTo>
                    <a:cubicBezTo>
                      <a:pt x="165206" y="112911"/>
                      <a:pt x="160204" y="107030"/>
                      <a:pt x="153803" y="102788"/>
                    </a:cubicBezTo>
                    <a:cubicBezTo>
                      <a:pt x="147401" y="98547"/>
                      <a:pt x="140159" y="96427"/>
                      <a:pt x="131997" y="96427"/>
                    </a:cubicBezTo>
                    <a:close/>
                    <a:moveTo>
                      <a:pt x="516103" y="0"/>
                    </a:moveTo>
                    <a:cubicBezTo>
                      <a:pt x="539709" y="0"/>
                      <a:pt x="558795" y="19125"/>
                      <a:pt x="558795" y="42692"/>
                    </a:cubicBezTo>
                    <a:lnTo>
                      <a:pt x="558795" y="516143"/>
                    </a:lnTo>
                    <a:cubicBezTo>
                      <a:pt x="558795" y="539749"/>
                      <a:pt x="539669" y="558835"/>
                      <a:pt x="516103" y="558835"/>
                    </a:cubicBezTo>
                    <a:lnTo>
                      <a:pt x="42692" y="558835"/>
                    </a:lnTo>
                    <a:cubicBezTo>
                      <a:pt x="19085" y="558835"/>
                      <a:pt x="0" y="539709"/>
                      <a:pt x="0" y="516143"/>
                    </a:cubicBezTo>
                    <a:lnTo>
                      <a:pt x="0" y="42732"/>
                    </a:lnTo>
                    <a:cubicBezTo>
                      <a:pt x="0" y="19125"/>
                      <a:pt x="19125" y="40"/>
                      <a:pt x="42692" y="40"/>
                    </a:cubicBezTo>
                    <a:lnTo>
                      <a:pt x="516103" y="40"/>
                    </a:lnTo>
                    <a:close/>
                  </a:path>
                </a:pathLst>
              </a:custGeom>
              <a:solidFill>
                <a:srgbClr val="545B9A"/>
              </a:solidFill>
              <a:ln>
                <a:noFill/>
              </a:ln>
            </p:spPr>
            <p:txBody>
              <a:bodyPr spcFirstLastPara="1" wrap="square" lIns="0" tIns="0" rIns="0" bIns="0" anchor="ctr" anchorCtr="0">
                <a:noAutofit/>
              </a:bodyPr>
              <a:lstStyle/>
              <a:p>
                <a:pPr algn="ctr">
                  <a:lnSpc>
                    <a:spcPct val="90000"/>
                  </a:lnSpc>
                  <a:buClr>
                    <a:srgbClr val="000000"/>
                  </a:buClr>
                  <a:buSzPts val="1100"/>
                </a:pPr>
                <a:endParaRPr sz="1466" dirty="0">
                  <a:solidFill>
                    <a:srgbClr val="FFFFFF"/>
                  </a:solidFill>
                  <a:latin typeface="Arial"/>
                  <a:ea typeface="Arial"/>
                  <a:cs typeface="Arial"/>
                  <a:sym typeface="Arial"/>
                </a:endParaRPr>
              </a:p>
            </p:txBody>
          </p:sp>
        </p:grpSp>
        <p:sp>
          <p:nvSpPr>
            <p:cNvPr id="6545" name="Google Shape;6545;p278"/>
            <p:cNvSpPr/>
            <p:nvPr/>
          </p:nvSpPr>
          <p:spPr>
            <a:xfrm>
              <a:off x="6173684" y="3963463"/>
              <a:ext cx="1330200" cy="252600"/>
            </a:xfrm>
            <a:prstGeom prst="roundRect">
              <a:avLst>
                <a:gd name="adj" fmla="val 0"/>
              </a:avLst>
            </a:prstGeom>
            <a:noFill/>
            <a:ln>
              <a:noFill/>
            </a:ln>
          </p:spPr>
          <p:txBody>
            <a:bodyPr spcFirstLastPara="1" wrap="square" lIns="91376" tIns="182819" rIns="91376" bIns="0" anchor="t" anchorCtr="0">
              <a:noAutofit/>
            </a:bodyPr>
            <a:lstStyle/>
            <a:p>
              <a:pPr algn="ctr">
                <a:lnSpc>
                  <a:spcPct val="90000"/>
                </a:lnSpc>
                <a:buClr>
                  <a:srgbClr val="000000"/>
                </a:buClr>
                <a:buSzPts val="800"/>
              </a:pPr>
              <a:r>
                <a:rPr lang="en" sz="1066" b="1" dirty="0">
                  <a:solidFill>
                    <a:srgbClr val="4B619F"/>
                  </a:solidFill>
                  <a:latin typeface="Arial"/>
                  <a:ea typeface="Arial"/>
                  <a:cs typeface="Arial"/>
                  <a:sym typeface="Arial"/>
                </a:rPr>
                <a:t>VMware </a:t>
              </a:r>
              <a:r>
                <a:rPr lang="en" sz="1066" b="1" dirty="0">
                  <a:solidFill>
                    <a:srgbClr val="4B619F"/>
                  </a:solidFill>
                </a:rPr>
                <a:t>Data </a:t>
              </a:r>
              <a:br>
                <a:rPr lang="en" sz="1066" b="1" dirty="0">
                  <a:solidFill>
                    <a:srgbClr val="4B619F"/>
                  </a:solidFill>
                </a:rPr>
              </a:br>
              <a:r>
                <a:rPr lang="en" sz="1066" b="1" dirty="0">
                  <a:solidFill>
                    <a:srgbClr val="4B619F"/>
                  </a:solidFill>
                </a:rPr>
                <a:t>Services</a:t>
              </a:r>
              <a:endParaRPr sz="1466" dirty="0">
                <a:solidFill>
                  <a:srgbClr val="000000"/>
                </a:solidFill>
                <a:latin typeface="Arial"/>
                <a:ea typeface="Arial"/>
                <a:cs typeface="Arial"/>
                <a:sym typeface="Arial"/>
              </a:endParaRPr>
            </a:p>
          </p:txBody>
        </p:sp>
        <p:sp>
          <p:nvSpPr>
            <p:cNvPr id="6546" name="Google Shape;6546;p278"/>
            <p:cNvSpPr/>
            <p:nvPr/>
          </p:nvSpPr>
          <p:spPr>
            <a:xfrm>
              <a:off x="7469084" y="3963463"/>
              <a:ext cx="1330200" cy="252600"/>
            </a:xfrm>
            <a:prstGeom prst="roundRect">
              <a:avLst>
                <a:gd name="adj" fmla="val 0"/>
              </a:avLst>
            </a:prstGeom>
            <a:noFill/>
            <a:ln>
              <a:noFill/>
            </a:ln>
          </p:spPr>
          <p:txBody>
            <a:bodyPr spcFirstLastPara="1" wrap="square" lIns="91376" tIns="182819" rIns="91376" bIns="0" anchor="t" anchorCtr="0">
              <a:noAutofit/>
            </a:bodyPr>
            <a:lstStyle/>
            <a:p>
              <a:pPr algn="ctr">
                <a:lnSpc>
                  <a:spcPct val="90000"/>
                </a:lnSpc>
                <a:buClr>
                  <a:srgbClr val="000000"/>
                </a:buClr>
                <a:buSzPts val="800"/>
              </a:pPr>
              <a:r>
                <a:rPr lang="en" sz="1066" b="1" dirty="0">
                  <a:solidFill>
                    <a:srgbClr val="4B619F"/>
                  </a:solidFill>
                  <a:latin typeface="Arial"/>
                  <a:ea typeface="Arial"/>
                  <a:cs typeface="Arial"/>
                  <a:sym typeface="Arial"/>
                </a:rPr>
                <a:t>VMware Tanzu </a:t>
              </a:r>
              <a:br>
                <a:rPr lang="en" sz="1066" b="1" dirty="0">
                  <a:solidFill>
                    <a:srgbClr val="4B619F"/>
                  </a:solidFill>
                  <a:latin typeface="Arial"/>
                  <a:ea typeface="Arial"/>
                  <a:cs typeface="Arial"/>
                  <a:sym typeface="Arial"/>
                </a:rPr>
              </a:br>
              <a:r>
                <a:rPr lang="en" sz="1066" b="1" dirty="0">
                  <a:solidFill>
                    <a:srgbClr val="4B619F"/>
                  </a:solidFill>
                </a:rPr>
                <a:t>Rabbit MQ</a:t>
              </a:r>
              <a:endParaRPr sz="1466" dirty="0">
                <a:solidFill>
                  <a:srgbClr val="000000"/>
                </a:solidFill>
                <a:latin typeface="Arial"/>
                <a:ea typeface="Arial"/>
                <a:cs typeface="Arial"/>
                <a:sym typeface="Arial"/>
              </a:endParaRPr>
            </a:p>
          </p:txBody>
        </p:sp>
      </p:grpSp>
      <p:grpSp>
        <p:nvGrpSpPr>
          <p:cNvPr id="6547" name="Google Shape;6547;p278"/>
          <p:cNvGrpSpPr/>
          <p:nvPr/>
        </p:nvGrpSpPr>
        <p:grpSpPr>
          <a:xfrm>
            <a:off x="7938273" y="2162392"/>
            <a:ext cx="3799410" cy="969705"/>
            <a:chOff x="6053251" y="1469147"/>
            <a:chExt cx="2850300" cy="727468"/>
          </a:xfrm>
        </p:grpSpPr>
        <p:sp>
          <p:nvSpPr>
            <p:cNvPr id="6548" name="Google Shape;6548;p278"/>
            <p:cNvSpPr/>
            <p:nvPr/>
          </p:nvSpPr>
          <p:spPr>
            <a:xfrm>
              <a:off x="6093804" y="1618069"/>
              <a:ext cx="2769000" cy="512700"/>
            </a:xfrm>
            <a:prstGeom prst="round2SameRect">
              <a:avLst>
                <a:gd name="adj1" fmla="val 13379"/>
                <a:gd name="adj2" fmla="val 0"/>
              </a:avLst>
            </a:prstGeom>
            <a:noFill/>
            <a:ln w="9525" cap="flat" cmpd="sng">
              <a:solidFill>
                <a:srgbClr val="3D6AA5"/>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dirty="0">
                <a:solidFill>
                  <a:schemeClr val="lt1"/>
                </a:solidFill>
                <a:latin typeface="Arial"/>
                <a:ea typeface="Arial"/>
                <a:cs typeface="Arial"/>
                <a:sym typeface="Arial"/>
              </a:endParaRPr>
            </a:p>
          </p:txBody>
        </p:sp>
        <p:sp>
          <p:nvSpPr>
            <p:cNvPr id="6549" name="Google Shape;6549;p278"/>
            <p:cNvSpPr/>
            <p:nvPr/>
          </p:nvSpPr>
          <p:spPr>
            <a:xfrm>
              <a:off x="6053251" y="1609670"/>
              <a:ext cx="2850300" cy="570300"/>
            </a:xfrm>
            <a:prstGeom prst="rect">
              <a:avLst/>
            </a:prstGeom>
            <a:gradFill>
              <a:gsLst>
                <a:gs pos="0">
                  <a:srgbClr val="FFFFFF">
                    <a:alpha val="0"/>
                  </a:srgbClr>
                </a:gs>
                <a:gs pos="72000">
                  <a:schemeClr val="lt1"/>
                </a:gs>
                <a:gs pos="100000">
                  <a:schemeClr val="lt1"/>
                </a:gs>
              </a:gsLst>
              <a:lin ang="5400012" scaled="0"/>
            </a:gradFill>
            <a:ln>
              <a:noFill/>
            </a:ln>
          </p:spPr>
          <p:txBody>
            <a:bodyPr spcFirstLastPara="1" wrap="square" lIns="91410" tIns="45688" rIns="91410" bIns="45688" anchor="ctr" anchorCtr="0">
              <a:noAutofit/>
            </a:bodyPr>
            <a:lstStyle/>
            <a:p>
              <a:pPr algn="ctr">
                <a:buClr>
                  <a:srgbClr val="000000"/>
                </a:buClr>
                <a:buSzPts val="900"/>
              </a:pPr>
              <a:endParaRPr sz="1200" dirty="0">
                <a:solidFill>
                  <a:schemeClr val="lt1"/>
                </a:solidFill>
                <a:latin typeface="Arial"/>
                <a:ea typeface="Arial"/>
                <a:cs typeface="Arial"/>
                <a:sym typeface="Arial"/>
              </a:endParaRPr>
            </a:p>
          </p:txBody>
        </p:sp>
        <p:grpSp>
          <p:nvGrpSpPr>
            <p:cNvPr id="6550" name="Google Shape;6550;p278"/>
            <p:cNvGrpSpPr/>
            <p:nvPr/>
          </p:nvGrpSpPr>
          <p:grpSpPr>
            <a:xfrm>
              <a:off x="6233718" y="1469147"/>
              <a:ext cx="2489389" cy="308475"/>
              <a:chOff x="8266376" y="1351148"/>
              <a:chExt cx="3318300" cy="411300"/>
            </a:xfrm>
          </p:grpSpPr>
          <p:sp>
            <p:nvSpPr>
              <p:cNvPr id="6551" name="Google Shape;6551;p278"/>
              <p:cNvSpPr/>
              <p:nvPr/>
            </p:nvSpPr>
            <p:spPr>
              <a:xfrm>
                <a:off x="8266376" y="1351148"/>
                <a:ext cx="3318300" cy="411300"/>
              </a:xfrm>
              <a:prstGeom prst="roundRect">
                <a:avLst>
                  <a:gd name="adj" fmla="val 50000"/>
                </a:avLst>
              </a:prstGeom>
              <a:solidFill>
                <a:srgbClr val="3D6AA5"/>
              </a:solidFill>
              <a:ln>
                <a:noFill/>
              </a:ln>
            </p:spPr>
            <p:txBody>
              <a:bodyPr spcFirstLastPara="1" wrap="square" lIns="0" tIns="0" rIns="0" bIns="0" anchor="ctr" anchorCtr="0">
                <a:noAutofit/>
              </a:bodyPr>
              <a:lstStyle/>
              <a:p>
                <a:pPr algn="ctr">
                  <a:lnSpc>
                    <a:spcPct val="85000"/>
                  </a:lnSpc>
                  <a:buClr>
                    <a:srgbClr val="000000"/>
                  </a:buClr>
                  <a:buSzPts val="1000"/>
                </a:pPr>
                <a:r>
                  <a:rPr lang="en" sz="1333" dirty="0">
                    <a:solidFill>
                      <a:srgbClr val="FFFFFF"/>
                    </a:solidFill>
                    <a:latin typeface="Arial"/>
                    <a:ea typeface="Arial"/>
                    <a:cs typeface="Arial"/>
                    <a:sym typeface="Arial"/>
                  </a:rPr>
                  <a:t>Business Operations</a:t>
                </a:r>
                <a:endParaRPr sz="1466" dirty="0">
                  <a:solidFill>
                    <a:srgbClr val="000000"/>
                  </a:solidFill>
                  <a:latin typeface="Arial"/>
                  <a:ea typeface="Arial"/>
                  <a:cs typeface="Arial"/>
                  <a:sym typeface="Arial"/>
                </a:endParaRPr>
              </a:p>
            </p:txBody>
          </p:sp>
          <p:sp>
            <p:nvSpPr>
              <p:cNvPr id="6552" name="Google Shape;6552;p278"/>
              <p:cNvSpPr/>
              <p:nvPr/>
            </p:nvSpPr>
            <p:spPr>
              <a:xfrm>
                <a:off x="11187626" y="1369798"/>
                <a:ext cx="374100" cy="374100"/>
              </a:xfrm>
              <a:prstGeom prst="ellipse">
                <a:avLst/>
              </a:prstGeom>
              <a:solidFill>
                <a:schemeClr val="lt1"/>
              </a:solidFill>
              <a:ln>
                <a:noFill/>
              </a:ln>
            </p:spPr>
            <p:txBody>
              <a:bodyPr spcFirstLastPara="1" wrap="square" lIns="0" tIns="0" rIns="0" bIns="0" anchor="ctr" anchorCtr="0">
                <a:noAutofit/>
              </a:bodyPr>
              <a:lstStyle/>
              <a:p>
                <a:pPr algn="ctr">
                  <a:lnSpc>
                    <a:spcPct val="85000"/>
                  </a:lnSpc>
                  <a:buClr>
                    <a:srgbClr val="000000"/>
                  </a:buClr>
                  <a:buSzPts val="1000"/>
                </a:pPr>
                <a:endParaRPr sz="1333" dirty="0">
                  <a:solidFill>
                    <a:srgbClr val="FFFFFF"/>
                  </a:solidFill>
                  <a:latin typeface="Arial"/>
                  <a:ea typeface="Arial"/>
                  <a:cs typeface="Arial"/>
                  <a:sym typeface="Arial"/>
                </a:endParaRPr>
              </a:p>
            </p:txBody>
          </p:sp>
          <p:sp>
            <p:nvSpPr>
              <p:cNvPr id="6553" name="Google Shape;6553;p278"/>
              <p:cNvSpPr/>
              <p:nvPr/>
            </p:nvSpPr>
            <p:spPr>
              <a:xfrm>
                <a:off x="11225247" y="1415469"/>
                <a:ext cx="318180" cy="300157"/>
              </a:xfrm>
              <a:custGeom>
                <a:avLst/>
                <a:gdLst/>
                <a:ahLst/>
                <a:cxnLst/>
                <a:rect l="l" t="t" r="r" b="b"/>
                <a:pathLst>
                  <a:path w="384508" h="362727" extrusionOk="0">
                    <a:moveTo>
                      <a:pt x="175227" y="254349"/>
                    </a:moveTo>
                    <a:cubicBezTo>
                      <a:pt x="154627" y="262316"/>
                      <a:pt x="144422" y="285645"/>
                      <a:pt x="152471" y="306464"/>
                    </a:cubicBezTo>
                    <a:cubicBezTo>
                      <a:pt x="160521" y="327282"/>
                      <a:pt x="183741" y="337733"/>
                      <a:pt x="204341" y="329766"/>
                    </a:cubicBezTo>
                    <a:cubicBezTo>
                      <a:pt x="224969" y="321798"/>
                      <a:pt x="235147" y="298469"/>
                      <a:pt x="227097" y="277650"/>
                    </a:cubicBezTo>
                    <a:cubicBezTo>
                      <a:pt x="219075" y="256804"/>
                      <a:pt x="195828" y="246381"/>
                      <a:pt x="175227" y="254349"/>
                    </a:cubicBezTo>
                    <a:close/>
                    <a:moveTo>
                      <a:pt x="200249" y="221333"/>
                    </a:moveTo>
                    <a:lnTo>
                      <a:pt x="201121" y="221470"/>
                    </a:lnTo>
                    <a:cubicBezTo>
                      <a:pt x="205596" y="222206"/>
                      <a:pt x="210016" y="223407"/>
                      <a:pt x="214273" y="225016"/>
                    </a:cubicBezTo>
                    <a:lnTo>
                      <a:pt x="215119" y="225317"/>
                    </a:lnTo>
                    <a:lnTo>
                      <a:pt x="215610" y="241961"/>
                    </a:lnTo>
                    <a:cubicBezTo>
                      <a:pt x="218721" y="243598"/>
                      <a:pt x="221668" y="245508"/>
                      <a:pt x="224369" y="247664"/>
                    </a:cubicBezTo>
                    <a:lnTo>
                      <a:pt x="239567" y="241306"/>
                    </a:lnTo>
                    <a:lnTo>
                      <a:pt x="240194" y="241961"/>
                    </a:lnTo>
                    <a:cubicBezTo>
                      <a:pt x="241805" y="243598"/>
                      <a:pt x="243332" y="245344"/>
                      <a:pt x="244751" y="247090"/>
                    </a:cubicBezTo>
                    <a:cubicBezTo>
                      <a:pt x="246170" y="248837"/>
                      <a:pt x="247534" y="250719"/>
                      <a:pt x="248817" y="252629"/>
                    </a:cubicBezTo>
                    <a:lnTo>
                      <a:pt x="249308" y="253366"/>
                    </a:lnTo>
                    <a:lnTo>
                      <a:pt x="240010" y="267026"/>
                    </a:lnTo>
                    <a:lnTo>
                      <a:pt x="240003" y="267009"/>
                    </a:lnTo>
                    <a:lnTo>
                      <a:pt x="240003" y="267036"/>
                    </a:lnTo>
                    <a:lnTo>
                      <a:pt x="240010" y="267026"/>
                    </a:lnTo>
                    <a:lnTo>
                      <a:pt x="243769" y="276804"/>
                    </a:lnTo>
                    <a:lnTo>
                      <a:pt x="259867" y="280679"/>
                    </a:lnTo>
                    <a:lnTo>
                      <a:pt x="260004" y="281579"/>
                    </a:lnTo>
                    <a:cubicBezTo>
                      <a:pt x="260686" y="286082"/>
                      <a:pt x="260959" y="290693"/>
                      <a:pt x="260741" y="295250"/>
                    </a:cubicBezTo>
                    <a:lnTo>
                      <a:pt x="260741" y="296150"/>
                    </a:lnTo>
                    <a:lnTo>
                      <a:pt x="245188" y="301662"/>
                    </a:lnTo>
                    <a:cubicBezTo>
                      <a:pt x="244615" y="305072"/>
                      <a:pt x="243742" y="308456"/>
                      <a:pt x="242541" y="311757"/>
                    </a:cubicBezTo>
                    <a:lnTo>
                      <a:pt x="253373" y="324417"/>
                    </a:lnTo>
                    <a:lnTo>
                      <a:pt x="252964" y="325209"/>
                    </a:lnTo>
                    <a:cubicBezTo>
                      <a:pt x="250891" y="329247"/>
                      <a:pt x="248435" y="333094"/>
                      <a:pt x="245625" y="336669"/>
                    </a:cubicBezTo>
                    <a:lnTo>
                      <a:pt x="245079" y="337351"/>
                    </a:lnTo>
                    <a:lnTo>
                      <a:pt x="229226" y="332576"/>
                    </a:lnTo>
                    <a:cubicBezTo>
                      <a:pt x="227970" y="333776"/>
                      <a:pt x="226688" y="334950"/>
                      <a:pt x="225351" y="336041"/>
                    </a:cubicBezTo>
                    <a:cubicBezTo>
                      <a:pt x="224014" y="337105"/>
                      <a:pt x="222623" y="338142"/>
                      <a:pt x="221177" y="339124"/>
                    </a:cubicBezTo>
                    <a:lnTo>
                      <a:pt x="222596" y="355742"/>
                    </a:lnTo>
                    <a:lnTo>
                      <a:pt x="221804" y="356123"/>
                    </a:lnTo>
                    <a:cubicBezTo>
                      <a:pt x="217766" y="358143"/>
                      <a:pt x="213509" y="359807"/>
                      <a:pt x="209144" y="361008"/>
                    </a:cubicBezTo>
                    <a:lnTo>
                      <a:pt x="208297" y="361253"/>
                    </a:lnTo>
                    <a:lnTo>
                      <a:pt x="198175" y="347992"/>
                    </a:lnTo>
                    <a:cubicBezTo>
                      <a:pt x="194709" y="348511"/>
                      <a:pt x="191244" y="348674"/>
                      <a:pt x="187806" y="348538"/>
                    </a:cubicBezTo>
                    <a:lnTo>
                      <a:pt x="179266" y="362727"/>
                    </a:lnTo>
                    <a:lnTo>
                      <a:pt x="178393" y="362590"/>
                    </a:lnTo>
                    <a:cubicBezTo>
                      <a:pt x="173918" y="361826"/>
                      <a:pt x="169498" y="360653"/>
                      <a:pt x="165241" y="359043"/>
                    </a:cubicBezTo>
                    <a:lnTo>
                      <a:pt x="164395" y="358715"/>
                    </a:lnTo>
                    <a:lnTo>
                      <a:pt x="163904" y="342072"/>
                    </a:lnTo>
                    <a:cubicBezTo>
                      <a:pt x="160793" y="340461"/>
                      <a:pt x="157847" y="338524"/>
                      <a:pt x="155146" y="336369"/>
                    </a:cubicBezTo>
                    <a:lnTo>
                      <a:pt x="139948" y="342754"/>
                    </a:lnTo>
                    <a:lnTo>
                      <a:pt x="139320" y="342099"/>
                    </a:lnTo>
                    <a:cubicBezTo>
                      <a:pt x="137710" y="340461"/>
                      <a:pt x="136182" y="338715"/>
                      <a:pt x="134763" y="336969"/>
                    </a:cubicBezTo>
                    <a:cubicBezTo>
                      <a:pt x="133317" y="335195"/>
                      <a:pt x="131953" y="333340"/>
                      <a:pt x="130698" y="331430"/>
                    </a:cubicBezTo>
                    <a:lnTo>
                      <a:pt x="130207" y="330693"/>
                    </a:lnTo>
                    <a:lnTo>
                      <a:pt x="139511" y="317023"/>
                    </a:lnTo>
                    <a:cubicBezTo>
                      <a:pt x="137983" y="313913"/>
                      <a:pt x="136701" y="310639"/>
                      <a:pt x="135746" y="307255"/>
                    </a:cubicBezTo>
                    <a:lnTo>
                      <a:pt x="119647" y="303353"/>
                    </a:lnTo>
                    <a:lnTo>
                      <a:pt x="119511" y="302480"/>
                    </a:lnTo>
                    <a:cubicBezTo>
                      <a:pt x="118829" y="297978"/>
                      <a:pt x="118555" y="293367"/>
                      <a:pt x="118774" y="288810"/>
                    </a:cubicBezTo>
                    <a:lnTo>
                      <a:pt x="118774" y="287937"/>
                    </a:lnTo>
                    <a:lnTo>
                      <a:pt x="134327" y="282425"/>
                    </a:lnTo>
                    <a:cubicBezTo>
                      <a:pt x="134900" y="279014"/>
                      <a:pt x="135773" y="275631"/>
                      <a:pt x="136973" y="272329"/>
                    </a:cubicBezTo>
                    <a:lnTo>
                      <a:pt x="126141" y="259669"/>
                    </a:lnTo>
                    <a:lnTo>
                      <a:pt x="126551" y="258878"/>
                    </a:lnTo>
                    <a:cubicBezTo>
                      <a:pt x="128624" y="254840"/>
                      <a:pt x="131080" y="250965"/>
                      <a:pt x="133890" y="247418"/>
                    </a:cubicBezTo>
                    <a:lnTo>
                      <a:pt x="134436" y="246709"/>
                    </a:lnTo>
                    <a:lnTo>
                      <a:pt x="150289" y="251484"/>
                    </a:lnTo>
                    <a:cubicBezTo>
                      <a:pt x="151544" y="250256"/>
                      <a:pt x="152853" y="249110"/>
                      <a:pt x="154163" y="248018"/>
                    </a:cubicBezTo>
                    <a:cubicBezTo>
                      <a:pt x="155473" y="246954"/>
                      <a:pt x="156892" y="245917"/>
                      <a:pt x="158338" y="244935"/>
                    </a:cubicBezTo>
                    <a:lnTo>
                      <a:pt x="156919" y="228318"/>
                    </a:lnTo>
                    <a:lnTo>
                      <a:pt x="157710" y="227936"/>
                    </a:lnTo>
                    <a:cubicBezTo>
                      <a:pt x="161748" y="225890"/>
                      <a:pt x="166005" y="224225"/>
                      <a:pt x="170371" y="223025"/>
                    </a:cubicBezTo>
                    <a:lnTo>
                      <a:pt x="171217" y="222806"/>
                    </a:lnTo>
                    <a:lnTo>
                      <a:pt x="181340" y="236067"/>
                    </a:lnTo>
                    <a:cubicBezTo>
                      <a:pt x="184805" y="235549"/>
                      <a:pt x="188270" y="235385"/>
                      <a:pt x="191708" y="235521"/>
                    </a:cubicBezTo>
                    <a:close/>
                    <a:moveTo>
                      <a:pt x="300283" y="122158"/>
                    </a:moveTo>
                    <a:cubicBezTo>
                      <a:pt x="294022" y="121936"/>
                      <a:pt x="287624" y="122948"/>
                      <a:pt x="281423" y="125342"/>
                    </a:cubicBezTo>
                    <a:cubicBezTo>
                      <a:pt x="256620" y="134947"/>
                      <a:pt x="244342" y="163023"/>
                      <a:pt x="254028" y="188099"/>
                    </a:cubicBezTo>
                    <a:cubicBezTo>
                      <a:pt x="263715" y="213174"/>
                      <a:pt x="291682" y="225726"/>
                      <a:pt x="316484" y="216148"/>
                    </a:cubicBezTo>
                    <a:cubicBezTo>
                      <a:pt x="341287" y="206571"/>
                      <a:pt x="353566" y="178467"/>
                      <a:pt x="343879" y="153391"/>
                    </a:cubicBezTo>
                    <a:cubicBezTo>
                      <a:pt x="336615" y="134585"/>
                      <a:pt x="319066" y="122823"/>
                      <a:pt x="300283" y="122158"/>
                    </a:cubicBezTo>
                    <a:close/>
                    <a:moveTo>
                      <a:pt x="311573" y="85587"/>
                    </a:moveTo>
                    <a:lnTo>
                      <a:pt x="312637" y="85751"/>
                    </a:lnTo>
                    <a:cubicBezTo>
                      <a:pt x="318013" y="86678"/>
                      <a:pt x="323333" y="88097"/>
                      <a:pt x="328463" y="90034"/>
                    </a:cubicBezTo>
                    <a:lnTo>
                      <a:pt x="329472" y="90416"/>
                    </a:lnTo>
                    <a:lnTo>
                      <a:pt x="330073" y="110471"/>
                    </a:lnTo>
                    <a:cubicBezTo>
                      <a:pt x="333811" y="112436"/>
                      <a:pt x="337331" y="114755"/>
                      <a:pt x="340605" y="117347"/>
                    </a:cubicBezTo>
                    <a:lnTo>
                      <a:pt x="358914" y="109680"/>
                    </a:lnTo>
                    <a:lnTo>
                      <a:pt x="359650" y="110444"/>
                    </a:lnTo>
                    <a:cubicBezTo>
                      <a:pt x="361587" y="112409"/>
                      <a:pt x="363416" y="114510"/>
                      <a:pt x="365135" y="116610"/>
                    </a:cubicBezTo>
                    <a:cubicBezTo>
                      <a:pt x="366854" y="118712"/>
                      <a:pt x="368491" y="120949"/>
                      <a:pt x="370019" y="123268"/>
                    </a:cubicBezTo>
                    <a:lnTo>
                      <a:pt x="370619" y="124169"/>
                    </a:lnTo>
                    <a:lnTo>
                      <a:pt x="359432" y="140649"/>
                    </a:lnTo>
                    <a:lnTo>
                      <a:pt x="359459" y="140622"/>
                    </a:lnTo>
                    <a:cubicBezTo>
                      <a:pt x="361315" y="144360"/>
                      <a:pt x="362843" y="148316"/>
                      <a:pt x="363988" y="152409"/>
                    </a:cubicBezTo>
                    <a:lnTo>
                      <a:pt x="383362" y="157075"/>
                    </a:lnTo>
                    <a:lnTo>
                      <a:pt x="383525" y="158139"/>
                    </a:lnTo>
                    <a:cubicBezTo>
                      <a:pt x="384371" y="163596"/>
                      <a:pt x="384671" y="169135"/>
                      <a:pt x="384425" y="174620"/>
                    </a:cubicBezTo>
                    <a:lnTo>
                      <a:pt x="384425" y="175684"/>
                    </a:lnTo>
                    <a:lnTo>
                      <a:pt x="365707" y="182314"/>
                    </a:lnTo>
                    <a:cubicBezTo>
                      <a:pt x="365026" y="186434"/>
                      <a:pt x="363988" y="190500"/>
                      <a:pt x="362542" y="194484"/>
                    </a:cubicBezTo>
                    <a:lnTo>
                      <a:pt x="375585" y="209736"/>
                    </a:lnTo>
                    <a:lnTo>
                      <a:pt x="375094" y="210691"/>
                    </a:lnTo>
                    <a:cubicBezTo>
                      <a:pt x="372611" y="215548"/>
                      <a:pt x="369637" y="220214"/>
                      <a:pt x="366253" y="224498"/>
                    </a:cubicBezTo>
                    <a:lnTo>
                      <a:pt x="365599" y="225344"/>
                    </a:lnTo>
                    <a:lnTo>
                      <a:pt x="346498" y="219586"/>
                    </a:lnTo>
                    <a:cubicBezTo>
                      <a:pt x="344998" y="221060"/>
                      <a:pt x="343415" y="222451"/>
                      <a:pt x="341833" y="223761"/>
                    </a:cubicBezTo>
                    <a:cubicBezTo>
                      <a:pt x="340250" y="225043"/>
                      <a:pt x="338558" y="226298"/>
                      <a:pt x="336812" y="227472"/>
                    </a:cubicBezTo>
                    <a:lnTo>
                      <a:pt x="338504" y="247472"/>
                    </a:lnTo>
                    <a:lnTo>
                      <a:pt x="337549" y="247936"/>
                    </a:lnTo>
                    <a:cubicBezTo>
                      <a:pt x="332692" y="250392"/>
                      <a:pt x="327563" y="252356"/>
                      <a:pt x="322324" y="253830"/>
                    </a:cubicBezTo>
                    <a:lnTo>
                      <a:pt x="321287" y="254130"/>
                    </a:lnTo>
                    <a:lnTo>
                      <a:pt x="309090" y="238168"/>
                    </a:lnTo>
                    <a:cubicBezTo>
                      <a:pt x="304943" y="238768"/>
                      <a:pt x="300768" y="238986"/>
                      <a:pt x="296621" y="238823"/>
                    </a:cubicBezTo>
                    <a:lnTo>
                      <a:pt x="286362" y="255904"/>
                    </a:lnTo>
                    <a:lnTo>
                      <a:pt x="285297" y="255740"/>
                    </a:lnTo>
                    <a:cubicBezTo>
                      <a:pt x="279922" y="254812"/>
                      <a:pt x="274574" y="253366"/>
                      <a:pt x="269472" y="251456"/>
                    </a:cubicBezTo>
                    <a:lnTo>
                      <a:pt x="268462" y="251074"/>
                    </a:lnTo>
                    <a:lnTo>
                      <a:pt x="267862" y="231019"/>
                    </a:lnTo>
                    <a:cubicBezTo>
                      <a:pt x="264124" y="229055"/>
                      <a:pt x="260604" y="226735"/>
                      <a:pt x="257330" y="224143"/>
                    </a:cubicBezTo>
                    <a:lnTo>
                      <a:pt x="239021" y="231810"/>
                    </a:lnTo>
                    <a:lnTo>
                      <a:pt x="238257" y="231046"/>
                    </a:lnTo>
                    <a:cubicBezTo>
                      <a:pt x="236320" y="229082"/>
                      <a:pt x="234492" y="226981"/>
                      <a:pt x="232773" y="224880"/>
                    </a:cubicBezTo>
                    <a:cubicBezTo>
                      <a:pt x="231054" y="222752"/>
                      <a:pt x="229417" y="220541"/>
                      <a:pt x="227889" y="218222"/>
                    </a:cubicBezTo>
                    <a:lnTo>
                      <a:pt x="227288" y="217322"/>
                    </a:lnTo>
                    <a:lnTo>
                      <a:pt x="238475" y="200841"/>
                    </a:lnTo>
                    <a:cubicBezTo>
                      <a:pt x="236620" y="197103"/>
                      <a:pt x="235092" y="193146"/>
                      <a:pt x="233946" y="189081"/>
                    </a:cubicBezTo>
                    <a:lnTo>
                      <a:pt x="214573" y="184388"/>
                    </a:lnTo>
                    <a:lnTo>
                      <a:pt x="214409" y="183324"/>
                    </a:lnTo>
                    <a:cubicBezTo>
                      <a:pt x="213591" y="177894"/>
                      <a:pt x="213264" y="172328"/>
                      <a:pt x="213482" y="166843"/>
                    </a:cubicBezTo>
                    <a:lnTo>
                      <a:pt x="213537" y="165779"/>
                    </a:lnTo>
                    <a:lnTo>
                      <a:pt x="232254" y="159149"/>
                    </a:lnTo>
                    <a:cubicBezTo>
                      <a:pt x="232936" y="155028"/>
                      <a:pt x="233974" y="150936"/>
                      <a:pt x="235420" y="146980"/>
                    </a:cubicBezTo>
                    <a:lnTo>
                      <a:pt x="222377" y="131727"/>
                    </a:lnTo>
                    <a:lnTo>
                      <a:pt x="222868" y="130772"/>
                    </a:lnTo>
                    <a:cubicBezTo>
                      <a:pt x="225351" y="125888"/>
                      <a:pt x="228325" y="121249"/>
                      <a:pt x="231708" y="116966"/>
                    </a:cubicBezTo>
                    <a:lnTo>
                      <a:pt x="232363" y="116119"/>
                    </a:lnTo>
                    <a:lnTo>
                      <a:pt x="251463" y="121877"/>
                    </a:lnTo>
                    <a:cubicBezTo>
                      <a:pt x="252937" y="120403"/>
                      <a:pt x="254519" y="119012"/>
                      <a:pt x="256102" y="117702"/>
                    </a:cubicBezTo>
                    <a:cubicBezTo>
                      <a:pt x="257684" y="116420"/>
                      <a:pt x="259376" y="115164"/>
                      <a:pt x="261123" y="113991"/>
                    </a:cubicBezTo>
                    <a:lnTo>
                      <a:pt x="259431" y="93991"/>
                    </a:lnTo>
                    <a:lnTo>
                      <a:pt x="260386" y="93527"/>
                    </a:lnTo>
                    <a:cubicBezTo>
                      <a:pt x="265270" y="91072"/>
                      <a:pt x="270399" y="89107"/>
                      <a:pt x="275638" y="87633"/>
                    </a:cubicBezTo>
                    <a:lnTo>
                      <a:pt x="276675" y="87360"/>
                    </a:lnTo>
                    <a:lnTo>
                      <a:pt x="288844" y="103323"/>
                    </a:lnTo>
                    <a:cubicBezTo>
                      <a:pt x="292992" y="102722"/>
                      <a:pt x="297194" y="102504"/>
                      <a:pt x="301314" y="102668"/>
                    </a:cubicBezTo>
                    <a:close/>
                    <a:moveTo>
                      <a:pt x="106604" y="48042"/>
                    </a:moveTo>
                    <a:cubicBezTo>
                      <a:pt x="72689" y="48042"/>
                      <a:pt x="45185" y="75791"/>
                      <a:pt x="45185" y="110089"/>
                    </a:cubicBezTo>
                    <a:cubicBezTo>
                      <a:pt x="45185" y="144387"/>
                      <a:pt x="72689" y="172164"/>
                      <a:pt x="106604" y="172164"/>
                    </a:cubicBezTo>
                    <a:cubicBezTo>
                      <a:pt x="140521" y="172164"/>
                      <a:pt x="168024" y="144360"/>
                      <a:pt x="168024" y="110089"/>
                    </a:cubicBezTo>
                    <a:cubicBezTo>
                      <a:pt x="168024" y="75819"/>
                      <a:pt x="140521" y="48042"/>
                      <a:pt x="106604" y="48042"/>
                    </a:cubicBezTo>
                    <a:close/>
                    <a:moveTo>
                      <a:pt x="96263" y="511"/>
                    </a:moveTo>
                    <a:cubicBezTo>
                      <a:pt x="103194" y="-171"/>
                      <a:pt x="110206" y="-171"/>
                      <a:pt x="117110" y="511"/>
                    </a:cubicBezTo>
                    <a:lnTo>
                      <a:pt x="118474" y="647"/>
                    </a:lnTo>
                    <a:lnTo>
                      <a:pt x="125623" y="25231"/>
                    </a:lnTo>
                    <a:cubicBezTo>
                      <a:pt x="130834" y="26432"/>
                      <a:pt x="135910" y="28096"/>
                      <a:pt x="140739" y="30197"/>
                    </a:cubicBezTo>
                    <a:lnTo>
                      <a:pt x="160794" y="14617"/>
                    </a:lnTo>
                    <a:lnTo>
                      <a:pt x="161967" y="15299"/>
                    </a:lnTo>
                    <a:cubicBezTo>
                      <a:pt x="167943" y="18846"/>
                      <a:pt x="173618" y="23021"/>
                      <a:pt x="178829" y="27660"/>
                    </a:cubicBezTo>
                    <a:lnTo>
                      <a:pt x="179839" y="28560"/>
                    </a:lnTo>
                    <a:lnTo>
                      <a:pt x="171326" y="52681"/>
                    </a:lnTo>
                    <a:cubicBezTo>
                      <a:pt x="174846" y="56746"/>
                      <a:pt x="178011" y="61112"/>
                      <a:pt x="180685" y="65696"/>
                    </a:cubicBezTo>
                    <a:lnTo>
                      <a:pt x="205978" y="64986"/>
                    </a:lnTo>
                    <a:lnTo>
                      <a:pt x="206497" y="66242"/>
                    </a:lnTo>
                    <a:cubicBezTo>
                      <a:pt x="207916" y="69488"/>
                      <a:pt x="209144" y="72790"/>
                      <a:pt x="210208" y="76092"/>
                    </a:cubicBezTo>
                    <a:cubicBezTo>
                      <a:pt x="211245" y="79393"/>
                      <a:pt x="212172" y="82804"/>
                      <a:pt x="212936" y="86269"/>
                    </a:cubicBezTo>
                    <a:lnTo>
                      <a:pt x="213237" y="87606"/>
                    </a:lnTo>
                    <a:lnTo>
                      <a:pt x="192391" y="102048"/>
                    </a:lnTo>
                    <a:lnTo>
                      <a:pt x="192391" y="102040"/>
                    </a:lnTo>
                    <a:lnTo>
                      <a:pt x="192363" y="102068"/>
                    </a:lnTo>
                    <a:lnTo>
                      <a:pt x="192391" y="102048"/>
                    </a:lnTo>
                    <a:lnTo>
                      <a:pt x="192391" y="118139"/>
                    </a:lnTo>
                    <a:lnTo>
                      <a:pt x="213291" y="132600"/>
                    </a:lnTo>
                    <a:lnTo>
                      <a:pt x="212991" y="133937"/>
                    </a:lnTo>
                    <a:cubicBezTo>
                      <a:pt x="211463" y="140786"/>
                      <a:pt x="209307" y="147525"/>
                      <a:pt x="206524" y="153965"/>
                    </a:cubicBezTo>
                    <a:lnTo>
                      <a:pt x="205978" y="155220"/>
                    </a:lnTo>
                    <a:lnTo>
                      <a:pt x="180685" y="154510"/>
                    </a:lnTo>
                    <a:cubicBezTo>
                      <a:pt x="177984" y="159094"/>
                      <a:pt x="174873" y="163460"/>
                      <a:pt x="171326" y="167526"/>
                    </a:cubicBezTo>
                    <a:lnTo>
                      <a:pt x="179812" y="191673"/>
                    </a:lnTo>
                    <a:lnTo>
                      <a:pt x="178802" y="192601"/>
                    </a:lnTo>
                    <a:cubicBezTo>
                      <a:pt x="173591" y="197240"/>
                      <a:pt x="167916" y="201414"/>
                      <a:pt x="161940" y="204962"/>
                    </a:cubicBezTo>
                    <a:lnTo>
                      <a:pt x="160767" y="205643"/>
                    </a:lnTo>
                    <a:lnTo>
                      <a:pt x="140685" y="190036"/>
                    </a:lnTo>
                    <a:cubicBezTo>
                      <a:pt x="138229" y="191100"/>
                      <a:pt x="135746" y="192056"/>
                      <a:pt x="133236" y="192874"/>
                    </a:cubicBezTo>
                    <a:cubicBezTo>
                      <a:pt x="130725" y="193693"/>
                      <a:pt x="128160" y="194402"/>
                      <a:pt x="125541" y="195002"/>
                    </a:cubicBezTo>
                    <a:lnTo>
                      <a:pt x="118365" y="219559"/>
                    </a:lnTo>
                    <a:lnTo>
                      <a:pt x="117027" y="219696"/>
                    </a:lnTo>
                    <a:cubicBezTo>
                      <a:pt x="110124" y="220378"/>
                      <a:pt x="103112" y="220378"/>
                      <a:pt x="96209" y="219696"/>
                    </a:cubicBezTo>
                    <a:lnTo>
                      <a:pt x="94844" y="219559"/>
                    </a:lnTo>
                    <a:lnTo>
                      <a:pt x="87668" y="194975"/>
                    </a:lnTo>
                    <a:cubicBezTo>
                      <a:pt x="82457" y="193774"/>
                      <a:pt x="77354" y="192110"/>
                      <a:pt x="72525" y="190009"/>
                    </a:cubicBezTo>
                    <a:lnTo>
                      <a:pt x="52470" y="205616"/>
                    </a:lnTo>
                    <a:lnTo>
                      <a:pt x="51297" y="204934"/>
                    </a:lnTo>
                    <a:cubicBezTo>
                      <a:pt x="45321" y="201360"/>
                      <a:pt x="39619" y="197212"/>
                      <a:pt x="34434" y="192574"/>
                    </a:cubicBezTo>
                    <a:lnTo>
                      <a:pt x="33425" y="191646"/>
                    </a:lnTo>
                    <a:lnTo>
                      <a:pt x="41938" y="167526"/>
                    </a:lnTo>
                    <a:cubicBezTo>
                      <a:pt x="38418" y="163488"/>
                      <a:pt x="35280" y="159094"/>
                      <a:pt x="32579" y="154510"/>
                    </a:cubicBezTo>
                    <a:lnTo>
                      <a:pt x="7285" y="155220"/>
                    </a:lnTo>
                    <a:lnTo>
                      <a:pt x="6739" y="153965"/>
                    </a:lnTo>
                    <a:cubicBezTo>
                      <a:pt x="5348" y="150718"/>
                      <a:pt x="4120" y="147416"/>
                      <a:pt x="3056" y="144115"/>
                    </a:cubicBezTo>
                    <a:cubicBezTo>
                      <a:pt x="1992" y="140786"/>
                      <a:pt x="1064" y="137375"/>
                      <a:pt x="300" y="133937"/>
                    </a:cubicBezTo>
                    <a:lnTo>
                      <a:pt x="0" y="132600"/>
                    </a:lnTo>
                    <a:lnTo>
                      <a:pt x="20901" y="118139"/>
                    </a:lnTo>
                    <a:cubicBezTo>
                      <a:pt x="20410" y="112846"/>
                      <a:pt x="20410" y="107443"/>
                      <a:pt x="20901" y="102068"/>
                    </a:cubicBezTo>
                    <a:lnTo>
                      <a:pt x="0" y="87579"/>
                    </a:lnTo>
                    <a:lnTo>
                      <a:pt x="300" y="86242"/>
                    </a:lnTo>
                    <a:cubicBezTo>
                      <a:pt x="1828" y="79393"/>
                      <a:pt x="3983" y="72653"/>
                      <a:pt x="6767" y="66214"/>
                    </a:cubicBezTo>
                    <a:lnTo>
                      <a:pt x="7312" y="64959"/>
                    </a:lnTo>
                    <a:lnTo>
                      <a:pt x="32606" y="65668"/>
                    </a:lnTo>
                    <a:cubicBezTo>
                      <a:pt x="35307" y="61085"/>
                      <a:pt x="38445" y="56719"/>
                      <a:pt x="41965" y="52653"/>
                    </a:cubicBezTo>
                    <a:lnTo>
                      <a:pt x="33479" y="28505"/>
                    </a:lnTo>
                    <a:lnTo>
                      <a:pt x="34489" y="27605"/>
                    </a:lnTo>
                    <a:cubicBezTo>
                      <a:pt x="39700" y="22939"/>
                      <a:pt x="45376" y="18792"/>
                      <a:pt x="51351" y="15245"/>
                    </a:cubicBezTo>
                    <a:lnTo>
                      <a:pt x="52525" y="14535"/>
                    </a:lnTo>
                    <a:lnTo>
                      <a:pt x="72606" y="30170"/>
                    </a:lnTo>
                    <a:cubicBezTo>
                      <a:pt x="75062" y="29106"/>
                      <a:pt x="77573" y="28151"/>
                      <a:pt x="80055" y="27332"/>
                    </a:cubicBezTo>
                    <a:cubicBezTo>
                      <a:pt x="82566" y="26514"/>
                      <a:pt x="85131" y="25804"/>
                      <a:pt x="87750" y="25204"/>
                    </a:cubicBezTo>
                    <a:lnTo>
                      <a:pt x="94926" y="647"/>
                    </a:lnTo>
                    <a:close/>
                  </a:path>
                </a:pathLst>
              </a:custGeom>
              <a:solidFill>
                <a:srgbClr val="3D6AA5"/>
              </a:solidFill>
              <a:ln>
                <a:noFill/>
              </a:ln>
            </p:spPr>
            <p:txBody>
              <a:bodyPr spcFirstLastPara="1" wrap="square" lIns="0" tIns="0" rIns="0" bIns="0" anchor="ctr" anchorCtr="0">
                <a:noAutofit/>
              </a:bodyPr>
              <a:lstStyle/>
              <a:p>
                <a:pPr algn="ctr">
                  <a:lnSpc>
                    <a:spcPct val="85000"/>
                  </a:lnSpc>
                  <a:buClr>
                    <a:srgbClr val="000000"/>
                  </a:buClr>
                  <a:buSzPts val="1000"/>
                </a:pPr>
                <a:endParaRPr sz="1333" dirty="0">
                  <a:solidFill>
                    <a:srgbClr val="FFFFFF"/>
                  </a:solidFill>
                  <a:latin typeface="Arial"/>
                  <a:ea typeface="Arial"/>
                  <a:cs typeface="Arial"/>
                  <a:sym typeface="Arial"/>
                </a:endParaRPr>
              </a:p>
            </p:txBody>
          </p:sp>
        </p:grpSp>
        <p:grpSp>
          <p:nvGrpSpPr>
            <p:cNvPr id="6554" name="Google Shape;6554;p278"/>
            <p:cNvGrpSpPr/>
            <p:nvPr/>
          </p:nvGrpSpPr>
          <p:grpSpPr>
            <a:xfrm>
              <a:off x="6304900" y="2054640"/>
              <a:ext cx="2479116" cy="141975"/>
              <a:chOff x="4441917" y="5666198"/>
              <a:chExt cx="3304607" cy="189300"/>
            </a:xfrm>
          </p:grpSpPr>
          <p:cxnSp>
            <p:nvCxnSpPr>
              <p:cNvPr id="6555" name="Google Shape;6555;p278"/>
              <p:cNvCxnSpPr/>
              <p:nvPr/>
            </p:nvCxnSpPr>
            <p:spPr>
              <a:xfrm>
                <a:off x="4475294" y="5760557"/>
                <a:ext cx="3184200" cy="0"/>
              </a:xfrm>
              <a:prstGeom prst="straightConnector1">
                <a:avLst/>
              </a:prstGeom>
              <a:noFill/>
              <a:ln w="9525" cap="rnd" cmpd="sng">
                <a:solidFill>
                  <a:schemeClr val="accent5"/>
                </a:solidFill>
                <a:prstDash val="solid"/>
                <a:miter lim="800000"/>
                <a:headEnd type="none" w="sm" len="sm"/>
                <a:tailEnd type="none" w="sm" len="sm"/>
              </a:ln>
            </p:spPr>
          </p:cxnSp>
          <p:grpSp>
            <p:nvGrpSpPr>
              <p:cNvPr id="6556" name="Google Shape;6556;p278"/>
              <p:cNvGrpSpPr/>
              <p:nvPr/>
            </p:nvGrpSpPr>
            <p:grpSpPr>
              <a:xfrm>
                <a:off x="4441917" y="5666198"/>
                <a:ext cx="3304607" cy="189300"/>
                <a:chOff x="908260" y="5666198"/>
                <a:chExt cx="10372275" cy="189300"/>
              </a:xfrm>
            </p:grpSpPr>
            <p:sp>
              <p:nvSpPr>
                <p:cNvPr id="6557" name="Google Shape;6557;p278"/>
                <p:cNvSpPr/>
                <p:nvPr/>
              </p:nvSpPr>
              <p:spPr>
                <a:xfrm>
                  <a:off x="908260" y="5666198"/>
                  <a:ext cx="3428400" cy="189300"/>
                </a:xfrm>
                <a:prstGeom prst="rect">
                  <a:avLst/>
                </a:prstGeom>
                <a:gradFill>
                  <a:gsLst>
                    <a:gs pos="0">
                      <a:srgbClr val="FFFFFF">
                        <a:alpha val="0"/>
                      </a:srgbClr>
                    </a:gs>
                    <a:gs pos="99000">
                      <a:schemeClr val="lt1"/>
                    </a:gs>
                    <a:gs pos="100000">
                      <a:schemeClr val="lt1"/>
                    </a:gs>
                  </a:gsLst>
                  <a:lin ang="10800025" scaled="0"/>
                </a:gradFill>
                <a:ln>
                  <a:noFill/>
                </a:ln>
              </p:spPr>
              <p:txBody>
                <a:bodyPr spcFirstLastPara="1" wrap="square" lIns="91410" tIns="45688" rIns="91410" bIns="45688" anchor="ctr" anchorCtr="0">
                  <a:noAutofit/>
                </a:bodyPr>
                <a:lstStyle/>
                <a:p>
                  <a:pPr algn="ctr">
                    <a:buClr>
                      <a:srgbClr val="000000"/>
                    </a:buClr>
                    <a:buSzPts val="900"/>
                  </a:pPr>
                  <a:endParaRPr sz="1200" dirty="0">
                    <a:solidFill>
                      <a:schemeClr val="lt1"/>
                    </a:solidFill>
                    <a:latin typeface="Arial"/>
                    <a:ea typeface="Arial"/>
                    <a:cs typeface="Arial"/>
                    <a:sym typeface="Arial"/>
                  </a:endParaRPr>
                </a:p>
              </p:txBody>
            </p:sp>
            <p:sp>
              <p:nvSpPr>
                <p:cNvPr id="6558" name="Google Shape;6558;p278"/>
                <p:cNvSpPr/>
                <p:nvPr/>
              </p:nvSpPr>
              <p:spPr>
                <a:xfrm>
                  <a:off x="7852135" y="5666198"/>
                  <a:ext cx="3428400" cy="189300"/>
                </a:xfrm>
                <a:prstGeom prst="rect">
                  <a:avLst/>
                </a:prstGeom>
                <a:gradFill>
                  <a:gsLst>
                    <a:gs pos="0">
                      <a:srgbClr val="FFFFFF">
                        <a:alpha val="0"/>
                      </a:srgbClr>
                    </a:gs>
                    <a:gs pos="99000">
                      <a:schemeClr val="lt1"/>
                    </a:gs>
                    <a:gs pos="100000">
                      <a:schemeClr val="lt1"/>
                    </a:gs>
                  </a:gsLst>
                  <a:lin ang="0" scaled="0"/>
                </a:gradFill>
                <a:ln>
                  <a:noFill/>
                </a:ln>
              </p:spPr>
              <p:txBody>
                <a:bodyPr spcFirstLastPara="1" wrap="square" lIns="91410" tIns="45688" rIns="91410" bIns="45688" anchor="ctr" anchorCtr="0">
                  <a:noAutofit/>
                </a:bodyPr>
                <a:lstStyle/>
                <a:p>
                  <a:pPr algn="ctr">
                    <a:buClr>
                      <a:srgbClr val="000000"/>
                    </a:buClr>
                    <a:buSzPts val="900"/>
                  </a:pPr>
                  <a:endParaRPr sz="1200" dirty="0">
                    <a:solidFill>
                      <a:schemeClr val="lt1"/>
                    </a:solidFill>
                    <a:latin typeface="Arial"/>
                    <a:ea typeface="Arial"/>
                    <a:cs typeface="Arial"/>
                    <a:sym typeface="Arial"/>
                  </a:endParaRPr>
                </a:p>
              </p:txBody>
            </p:sp>
          </p:grpSp>
        </p:grpSp>
        <p:sp>
          <p:nvSpPr>
            <p:cNvPr id="6559" name="Google Shape;6559;p278"/>
            <p:cNvSpPr/>
            <p:nvPr/>
          </p:nvSpPr>
          <p:spPr>
            <a:xfrm>
              <a:off x="6281948" y="1649737"/>
              <a:ext cx="1377000" cy="325500"/>
            </a:xfrm>
            <a:prstGeom prst="roundRect">
              <a:avLst>
                <a:gd name="adj" fmla="val 0"/>
              </a:avLst>
            </a:prstGeom>
            <a:noFill/>
            <a:ln>
              <a:noFill/>
            </a:ln>
          </p:spPr>
          <p:txBody>
            <a:bodyPr spcFirstLastPara="1" wrap="square" lIns="91376" tIns="182819" rIns="91376" bIns="0" anchor="t" anchorCtr="0">
              <a:noAutofit/>
            </a:bodyPr>
            <a:lstStyle/>
            <a:p>
              <a:pPr algn="ctr">
                <a:lnSpc>
                  <a:spcPct val="90000"/>
                </a:lnSpc>
                <a:spcBef>
                  <a:spcPts val="667"/>
                </a:spcBef>
                <a:buClr>
                  <a:srgbClr val="000000"/>
                </a:buClr>
                <a:buSzPts val="800"/>
              </a:pPr>
              <a:r>
                <a:rPr lang="en" sz="1066" b="1" dirty="0">
                  <a:solidFill>
                    <a:srgbClr val="535B9A"/>
                  </a:solidFill>
                </a:rPr>
                <a:t>Automic </a:t>
              </a:r>
              <a:r>
                <a:rPr lang="en" sz="1066" b="1" dirty="0">
                  <a:solidFill>
                    <a:srgbClr val="535B9A"/>
                  </a:solidFill>
                  <a:latin typeface="Arial"/>
                  <a:ea typeface="Arial"/>
                  <a:cs typeface="Arial"/>
                  <a:sym typeface="Arial"/>
                </a:rPr>
                <a:t>Automation</a:t>
              </a:r>
              <a:br>
                <a:rPr lang="en" sz="1066" b="1" dirty="0">
                  <a:solidFill>
                    <a:srgbClr val="535B9A"/>
                  </a:solidFill>
                  <a:latin typeface="Arial"/>
                  <a:ea typeface="Arial"/>
                  <a:cs typeface="Arial"/>
                  <a:sym typeface="Arial"/>
                </a:rPr>
              </a:br>
              <a:r>
                <a:rPr lang="en" sz="1066" b="1" dirty="0">
                  <a:solidFill>
                    <a:srgbClr val="535B9A"/>
                  </a:solidFill>
                </a:rPr>
                <a:t>b</a:t>
              </a:r>
              <a:r>
                <a:rPr lang="en" sz="1066" b="1" dirty="0">
                  <a:solidFill>
                    <a:srgbClr val="535B9A"/>
                  </a:solidFill>
                  <a:latin typeface="Arial"/>
                  <a:ea typeface="Arial"/>
                  <a:cs typeface="Arial"/>
                  <a:sym typeface="Arial"/>
                </a:rPr>
                <a:t>y Broadcom </a:t>
              </a:r>
              <a:endParaRPr sz="1066" b="1" dirty="0">
                <a:solidFill>
                  <a:srgbClr val="535B9A"/>
                </a:solidFill>
                <a:latin typeface="Arial"/>
                <a:ea typeface="Arial"/>
                <a:cs typeface="Arial"/>
                <a:sym typeface="Arial"/>
              </a:endParaRPr>
            </a:p>
          </p:txBody>
        </p:sp>
        <p:sp>
          <p:nvSpPr>
            <p:cNvPr id="6560" name="Google Shape;6560;p278"/>
            <p:cNvSpPr/>
            <p:nvPr/>
          </p:nvSpPr>
          <p:spPr>
            <a:xfrm>
              <a:off x="7499148" y="1649737"/>
              <a:ext cx="1211100" cy="325500"/>
            </a:xfrm>
            <a:prstGeom prst="roundRect">
              <a:avLst>
                <a:gd name="adj" fmla="val 0"/>
              </a:avLst>
            </a:prstGeom>
            <a:noFill/>
            <a:ln>
              <a:noFill/>
            </a:ln>
          </p:spPr>
          <p:txBody>
            <a:bodyPr spcFirstLastPara="1" wrap="square" lIns="91376" tIns="182819" rIns="91376" bIns="0" anchor="t" anchorCtr="0">
              <a:noAutofit/>
            </a:bodyPr>
            <a:lstStyle/>
            <a:p>
              <a:pPr algn="ctr">
                <a:lnSpc>
                  <a:spcPct val="90000"/>
                </a:lnSpc>
                <a:spcBef>
                  <a:spcPts val="667"/>
                </a:spcBef>
                <a:buClr>
                  <a:srgbClr val="000000"/>
                </a:buClr>
                <a:buSzPts val="800"/>
              </a:pPr>
              <a:r>
                <a:rPr lang="en" sz="1066" b="1" dirty="0">
                  <a:solidFill>
                    <a:srgbClr val="535B9A"/>
                  </a:solidFill>
                  <a:latin typeface="Arial"/>
                  <a:ea typeface="Arial"/>
                  <a:cs typeface="Arial"/>
                  <a:sym typeface="Arial"/>
                </a:rPr>
                <a:t>ValueOps </a:t>
              </a:r>
              <a:br>
                <a:rPr lang="en" sz="1066" b="1" dirty="0">
                  <a:solidFill>
                    <a:srgbClr val="535B9A"/>
                  </a:solidFill>
                  <a:latin typeface="Arial"/>
                  <a:ea typeface="Arial"/>
                  <a:cs typeface="Arial"/>
                  <a:sym typeface="Arial"/>
                </a:rPr>
              </a:br>
              <a:r>
                <a:rPr lang="en" sz="1066" b="1" dirty="0">
                  <a:solidFill>
                    <a:srgbClr val="535B9A"/>
                  </a:solidFill>
                  <a:latin typeface="Arial"/>
                  <a:ea typeface="Arial"/>
                  <a:cs typeface="Arial"/>
                  <a:sym typeface="Arial"/>
                </a:rPr>
                <a:t>by Broadcom</a:t>
              </a:r>
              <a:endParaRPr sz="1066" b="1" dirty="0">
                <a:solidFill>
                  <a:srgbClr val="535B9A"/>
                </a:solidFill>
                <a:latin typeface="Arial"/>
                <a:ea typeface="Arial"/>
                <a:cs typeface="Arial"/>
                <a:sym typeface="Arial"/>
              </a:endParaRPr>
            </a:p>
          </p:txBody>
        </p:sp>
      </p:grpSp>
      <p:grpSp>
        <p:nvGrpSpPr>
          <p:cNvPr id="6561" name="Google Shape;6561;p278"/>
          <p:cNvGrpSpPr/>
          <p:nvPr/>
        </p:nvGrpSpPr>
        <p:grpSpPr>
          <a:xfrm>
            <a:off x="438584" y="4485542"/>
            <a:ext cx="3799410" cy="1058927"/>
            <a:chOff x="220140" y="3440563"/>
            <a:chExt cx="2850300" cy="794402"/>
          </a:xfrm>
        </p:grpSpPr>
        <p:sp>
          <p:nvSpPr>
            <p:cNvPr id="6562" name="Google Shape;6562;p278"/>
            <p:cNvSpPr/>
            <p:nvPr/>
          </p:nvSpPr>
          <p:spPr>
            <a:xfrm>
              <a:off x="260688" y="3593857"/>
              <a:ext cx="2769000" cy="512700"/>
            </a:xfrm>
            <a:prstGeom prst="round2SameRect">
              <a:avLst>
                <a:gd name="adj1" fmla="val 13379"/>
                <a:gd name="adj2" fmla="val 0"/>
              </a:avLst>
            </a:prstGeom>
            <a:noFill/>
            <a:ln w="9525" cap="flat" cmpd="sng">
              <a:solidFill>
                <a:srgbClr val="366DA7"/>
              </a:solidFill>
              <a:prstDash val="solid"/>
              <a:round/>
              <a:headEnd type="none" w="sm" len="sm"/>
              <a:tailEnd type="none" w="sm" len="sm"/>
            </a:ln>
          </p:spPr>
          <p:txBody>
            <a:bodyPr spcFirstLastPara="1" wrap="square" lIns="91410" tIns="45688" rIns="91410" bIns="45688" anchor="ctr" anchorCtr="0">
              <a:noAutofit/>
            </a:bodyPr>
            <a:lstStyle/>
            <a:p>
              <a:pPr algn="ctr">
                <a:buClr>
                  <a:srgbClr val="000000"/>
                </a:buClr>
                <a:buSzPts val="900"/>
              </a:pPr>
              <a:endParaRPr sz="1200" dirty="0">
                <a:solidFill>
                  <a:schemeClr val="lt1"/>
                </a:solidFill>
                <a:latin typeface="Arial"/>
                <a:ea typeface="Arial"/>
                <a:cs typeface="Arial"/>
                <a:sym typeface="Arial"/>
              </a:endParaRPr>
            </a:p>
          </p:txBody>
        </p:sp>
        <p:sp>
          <p:nvSpPr>
            <p:cNvPr id="6563" name="Google Shape;6563;p278"/>
            <p:cNvSpPr/>
            <p:nvPr/>
          </p:nvSpPr>
          <p:spPr>
            <a:xfrm>
              <a:off x="220140" y="3699754"/>
              <a:ext cx="2850300" cy="512700"/>
            </a:xfrm>
            <a:prstGeom prst="rect">
              <a:avLst/>
            </a:prstGeom>
            <a:gradFill>
              <a:gsLst>
                <a:gs pos="0">
                  <a:srgbClr val="FFFFFF">
                    <a:alpha val="0"/>
                  </a:srgbClr>
                </a:gs>
                <a:gs pos="72000">
                  <a:schemeClr val="lt1"/>
                </a:gs>
                <a:gs pos="100000">
                  <a:schemeClr val="lt1"/>
                </a:gs>
              </a:gsLst>
              <a:lin ang="5400012" scaled="0"/>
            </a:gradFill>
            <a:ln>
              <a:noFill/>
            </a:ln>
          </p:spPr>
          <p:txBody>
            <a:bodyPr spcFirstLastPara="1" wrap="square" lIns="91410" tIns="45688" rIns="91410" bIns="45688" anchor="ctr" anchorCtr="0">
              <a:noAutofit/>
            </a:bodyPr>
            <a:lstStyle/>
            <a:p>
              <a:pPr algn="ctr">
                <a:buClr>
                  <a:srgbClr val="000000"/>
                </a:buClr>
                <a:buSzPts val="900"/>
              </a:pPr>
              <a:endParaRPr sz="1200" dirty="0">
                <a:solidFill>
                  <a:schemeClr val="lt1"/>
                </a:solidFill>
                <a:latin typeface="Arial"/>
                <a:ea typeface="Arial"/>
                <a:cs typeface="Arial"/>
                <a:sym typeface="Arial"/>
              </a:endParaRPr>
            </a:p>
          </p:txBody>
        </p:sp>
        <p:grpSp>
          <p:nvGrpSpPr>
            <p:cNvPr id="6564" name="Google Shape;6564;p278"/>
            <p:cNvGrpSpPr/>
            <p:nvPr/>
          </p:nvGrpSpPr>
          <p:grpSpPr>
            <a:xfrm>
              <a:off x="400566" y="3440563"/>
              <a:ext cx="2489389" cy="308475"/>
              <a:chOff x="576977" y="4132102"/>
              <a:chExt cx="3318300" cy="411300"/>
            </a:xfrm>
          </p:grpSpPr>
          <p:sp>
            <p:nvSpPr>
              <p:cNvPr id="6565" name="Google Shape;6565;p278"/>
              <p:cNvSpPr/>
              <p:nvPr/>
            </p:nvSpPr>
            <p:spPr>
              <a:xfrm>
                <a:off x="576977" y="4132102"/>
                <a:ext cx="3318300" cy="411300"/>
              </a:xfrm>
              <a:prstGeom prst="roundRect">
                <a:avLst>
                  <a:gd name="adj" fmla="val 50000"/>
                </a:avLst>
              </a:prstGeom>
              <a:solidFill>
                <a:srgbClr val="366DA7"/>
              </a:solidFill>
              <a:ln>
                <a:noFill/>
              </a:ln>
            </p:spPr>
            <p:txBody>
              <a:bodyPr spcFirstLastPara="1" wrap="square" lIns="0" tIns="0" rIns="0" bIns="0" anchor="ctr" anchorCtr="0">
                <a:noAutofit/>
              </a:bodyPr>
              <a:lstStyle/>
              <a:p>
                <a:pPr algn="ctr">
                  <a:lnSpc>
                    <a:spcPct val="90000"/>
                  </a:lnSpc>
                  <a:buClr>
                    <a:srgbClr val="000000"/>
                  </a:buClr>
                  <a:buSzPts val="1100"/>
                </a:pPr>
                <a:r>
                  <a:rPr lang="en" sz="1466" dirty="0">
                    <a:solidFill>
                      <a:srgbClr val="FFFFFF"/>
                    </a:solidFill>
                    <a:latin typeface="Arial"/>
                    <a:ea typeface="Arial"/>
                    <a:cs typeface="Arial"/>
                    <a:sym typeface="Arial"/>
                  </a:rPr>
                  <a:t>Load Balancing</a:t>
                </a:r>
                <a:endParaRPr sz="1466" dirty="0">
                  <a:solidFill>
                    <a:srgbClr val="000000"/>
                  </a:solidFill>
                  <a:latin typeface="Arial"/>
                  <a:ea typeface="Arial"/>
                  <a:cs typeface="Arial"/>
                  <a:sym typeface="Arial"/>
                </a:endParaRPr>
              </a:p>
            </p:txBody>
          </p:sp>
          <p:sp>
            <p:nvSpPr>
              <p:cNvPr id="6566" name="Google Shape;6566;p278"/>
              <p:cNvSpPr/>
              <p:nvPr/>
            </p:nvSpPr>
            <p:spPr>
              <a:xfrm>
                <a:off x="595681" y="4150752"/>
                <a:ext cx="374100" cy="374100"/>
              </a:xfrm>
              <a:prstGeom prst="ellipse">
                <a:avLst/>
              </a:prstGeom>
              <a:solidFill>
                <a:schemeClr val="lt1"/>
              </a:solidFill>
              <a:ln>
                <a:noFill/>
              </a:ln>
            </p:spPr>
            <p:txBody>
              <a:bodyPr spcFirstLastPara="1" wrap="square" lIns="0" tIns="0" rIns="0" bIns="0" anchor="ctr" anchorCtr="0">
                <a:noAutofit/>
              </a:bodyPr>
              <a:lstStyle/>
              <a:p>
                <a:pPr algn="ctr">
                  <a:lnSpc>
                    <a:spcPct val="90000"/>
                  </a:lnSpc>
                  <a:buClr>
                    <a:srgbClr val="000000"/>
                  </a:buClr>
                  <a:buSzPts val="1100"/>
                </a:pPr>
                <a:endParaRPr sz="1466" dirty="0">
                  <a:solidFill>
                    <a:srgbClr val="FFFFFF"/>
                  </a:solidFill>
                  <a:latin typeface="Arial"/>
                  <a:ea typeface="Arial"/>
                  <a:cs typeface="Arial"/>
                  <a:sym typeface="Arial"/>
                </a:endParaRPr>
              </a:p>
            </p:txBody>
          </p:sp>
          <p:sp>
            <p:nvSpPr>
              <p:cNvPr id="6567" name="Google Shape;6567;p278"/>
              <p:cNvSpPr/>
              <p:nvPr/>
            </p:nvSpPr>
            <p:spPr>
              <a:xfrm>
                <a:off x="637709" y="4221166"/>
                <a:ext cx="298549" cy="225767"/>
              </a:xfrm>
              <a:custGeom>
                <a:avLst/>
                <a:gdLst/>
                <a:ahLst/>
                <a:cxnLst/>
                <a:rect l="l" t="t" r="r" b="b"/>
                <a:pathLst>
                  <a:path w="840984" h="635964" extrusionOk="0">
                    <a:moveTo>
                      <a:pt x="91667" y="224303"/>
                    </a:moveTo>
                    <a:cubicBezTo>
                      <a:pt x="103741" y="224303"/>
                      <a:pt x="113353" y="226706"/>
                      <a:pt x="123024" y="229109"/>
                    </a:cubicBezTo>
                    <a:cubicBezTo>
                      <a:pt x="149515" y="238780"/>
                      <a:pt x="171260" y="260465"/>
                      <a:pt x="178469" y="287016"/>
                    </a:cubicBezTo>
                    <a:cubicBezTo>
                      <a:pt x="183274" y="296688"/>
                      <a:pt x="185677" y="306299"/>
                      <a:pt x="185677" y="318373"/>
                    </a:cubicBezTo>
                    <a:cubicBezTo>
                      <a:pt x="185677" y="328044"/>
                      <a:pt x="183274" y="340058"/>
                      <a:pt x="178469" y="349730"/>
                    </a:cubicBezTo>
                    <a:cubicBezTo>
                      <a:pt x="171260" y="376221"/>
                      <a:pt x="149575" y="395503"/>
                      <a:pt x="123024" y="405175"/>
                    </a:cubicBezTo>
                    <a:cubicBezTo>
                      <a:pt x="113353" y="407577"/>
                      <a:pt x="103741" y="409980"/>
                      <a:pt x="91667" y="409980"/>
                    </a:cubicBezTo>
                    <a:cubicBezTo>
                      <a:pt x="81996" y="409980"/>
                      <a:pt x="69982" y="407577"/>
                      <a:pt x="60311" y="405175"/>
                    </a:cubicBezTo>
                    <a:cubicBezTo>
                      <a:pt x="24148" y="393161"/>
                      <a:pt x="0" y="356938"/>
                      <a:pt x="0" y="318373"/>
                    </a:cubicBezTo>
                    <a:cubicBezTo>
                      <a:pt x="0" y="277345"/>
                      <a:pt x="24148" y="243586"/>
                      <a:pt x="60311" y="229109"/>
                    </a:cubicBezTo>
                    <a:cubicBezTo>
                      <a:pt x="69982" y="226706"/>
                      <a:pt x="81996" y="224303"/>
                      <a:pt x="91667" y="224303"/>
                    </a:cubicBezTo>
                    <a:close/>
                    <a:moveTo>
                      <a:pt x="468848" y="223401"/>
                    </a:moveTo>
                    <a:cubicBezTo>
                      <a:pt x="417728" y="223401"/>
                      <a:pt x="376400" y="267072"/>
                      <a:pt x="376400" y="318072"/>
                    </a:cubicBezTo>
                    <a:cubicBezTo>
                      <a:pt x="376400" y="369072"/>
                      <a:pt x="417789" y="410340"/>
                      <a:pt x="468848" y="410340"/>
                    </a:cubicBezTo>
                    <a:cubicBezTo>
                      <a:pt x="519908" y="410340"/>
                      <a:pt x="563699" y="369072"/>
                      <a:pt x="563699" y="318072"/>
                    </a:cubicBezTo>
                    <a:cubicBezTo>
                      <a:pt x="563699" y="264670"/>
                      <a:pt x="519968" y="223401"/>
                      <a:pt x="468848" y="223401"/>
                    </a:cubicBezTo>
                    <a:close/>
                    <a:moveTo>
                      <a:pt x="661013" y="0"/>
                    </a:moveTo>
                    <a:lnTo>
                      <a:pt x="661013" y="118939"/>
                    </a:lnTo>
                    <a:lnTo>
                      <a:pt x="626953" y="97074"/>
                    </a:lnTo>
                    <a:lnTo>
                      <a:pt x="558833" y="218476"/>
                    </a:lnTo>
                    <a:cubicBezTo>
                      <a:pt x="580699" y="237878"/>
                      <a:pt x="595296" y="267012"/>
                      <a:pt x="600162" y="296146"/>
                    </a:cubicBezTo>
                    <a:lnTo>
                      <a:pt x="738804" y="296146"/>
                    </a:lnTo>
                    <a:lnTo>
                      <a:pt x="738804" y="257281"/>
                    </a:lnTo>
                    <a:lnTo>
                      <a:pt x="840984" y="317952"/>
                    </a:lnTo>
                    <a:lnTo>
                      <a:pt x="738804" y="376220"/>
                    </a:lnTo>
                    <a:lnTo>
                      <a:pt x="738804" y="337355"/>
                    </a:lnTo>
                    <a:lnTo>
                      <a:pt x="600162" y="337355"/>
                    </a:lnTo>
                    <a:cubicBezTo>
                      <a:pt x="595296" y="368952"/>
                      <a:pt x="580699" y="395623"/>
                      <a:pt x="558833" y="417488"/>
                    </a:cubicBezTo>
                    <a:lnTo>
                      <a:pt x="626953" y="536428"/>
                    </a:lnTo>
                    <a:lnTo>
                      <a:pt x="661013" y="517025"/>
                    </a:lnTo>
                    <a:lnTo>
                      <a:pt x="661013" y="635964"/>
                    </a:lnTo>
                    <a:lnTo>
                      <a:pt x="558833" y="575293"/>
                    </a:lnTo>
                    <a:lnTo>
                      <a:pt x="592893" y="555890"/>
                    </a:lnTo>
                    <a:lnTo>
                      <a:pt x="524774" y="439354"/>
                    </a:lnTo>
                    <a:cubicBezTo>
                      <a:pt x="507774" y="446622"/>
                      <a:pt x="488311" y="451488"/>
                      <a:pt x="468848" y="451488"/>
                    </a:cubicBezTo>
                    <a:cubicBezTo>
                      <a:pt x="405594" y="451488"/>
                      <a:pt x="354534" y="407817"/>
                      <a:pt x="339937" y="349549"/>
                    </a:cubicBezTo>
                    <a:lnTo>
                      <a:pt x="220758" y="349549"/>
                    </a:lnTo>
                    <a:cubicBezTo>
                      <a:pt x="225624" y="339878"/>
                      <a:pt x="225624" y="327743"/>
                      <a:pt x="225624" y="318012"/>
                    </a:cubicBezTo>
                    <a:cubicBezTo>
                      <a:pt x="225624" y="305878"/>
                      <a:pt x="225624" y="296207"/>
                      <a:pt x="220758" y="286475"/>
                    </a:cubicBezTo>
                    <a:lnTo>
                      <a:pt x="339937" y="286475"/>
                    </a:lnTo>
                    <a:cubicBezTo>
                      <a:pt x="354534" y="228207"/>
                      <a:pt x="405594" y="184536"/>
                      <a:pt x="468848" y="184536"/>
                    </a:cubicBezTo>
                    <a:cubicBezTo>
                      <a:pt x="488311" y="184536"/>
                      <a:pt x="507774" y="189402"/>
                      <a:pt x="524774" y="196670"/>
                    </a:cubicBezTo>
                    <a:lnTo>
                      <a:pt x="592893" y="77731"/>
                    </a:lnTo>
                    <a:lnTo>
                      <a:pt x="592893" y="77671"/>
                    </a:lnTo>
                    <a:lnTo>
                      <a:pt x="558833" y="58268"/>
                    </a:lnTo>
                    <a:close/>
                  </a:path>
                </a:pathLst>
              </a:custGeom>
              <a:solidFill>
                <a:srgbClr val="366DA7"/>
              </a:solidFill>
              <a:ln>
                <a:noFill/>
              </a:ln>
            </p:spPr>
            <p:txBody>
              <a:bodyPr spcFirstLastPara="1" wrap="square" lIns="0" tIns="0" rIns="0" bIns="0" anchor="ctr" anchorCtr="0">
                <a:noAutofit/>
              </a:bodyPr>
              <a:lstStyle/>
              <a:p>
                <a:pPr algn="ctr">
                  <a:lnSpc>
                    <a:spcPct val="90000"/>
                  </a:lnSpc>
                  <a:buClr>
                    <a:srgbClr val="000000"/>
                  </a:buClr>
                  <a:buSzPts val="1100"/>
                </a:pPr>
                <a:endParaRPr sz="1466" dirty="0">
                  <a:solidFill>
                    <a:srgbClr val="FFFFFF"/>
                  </a:solidFill>
                  <a:latin typeface="Arial"/>
                  <a:ea typeface="Arial"/>
                  <a:cs typeface="Arial"/>
                  <a:sym typeface="Arial"/>
                </a:endParaRPr>
              </a:p>
            </p:txBody>
          </p:sp>
        </p:grpSp>
        <p:sp>
          <p:nvSpPr>
            <p:cNvPr id="6568" name="Google Shape;6568;p278"/>
            <p:cNvSpPr/>
            <p:nvPr/>
          </p:nvSpPr>
          <p:spPr>
            <a:xfrm>
              <a:off x="760267" y="3677719"/>
              <a:ext cx="1802700" cy="252600"/>
            </a:xfrm>
            <a:prstGeom prst="roundRect">
              <a:avLst>
                <a:gd name="adj" fmla="val 0"/>
              </a:avLst>
            </a:prstGeom>
            <a:noFill/>
            <a:ln>
              <a:noFill/>
            </a:ln>
          </p:spPr>
          <p:txBody>
            <a:bodyPr spcFirstLastPara="1" wrap="square" lIns="91376" tIns="182819" rIns="91376" bIns="0" anchor="t" anchorCtr="0">
              <a:noAutofit/>
            </a:bodyPr>
            <a:lstStyle/>
            <a:p>
              <a:pPr algn="ctr">
                <a:lnSpc>
                  <a:spcPct val="90000"/>
                </a:lnSpc>
                <a:buClr>
                  <a:srgbClr val="000000"/>
                </a:buClr>
                <a:buSzPts val="800"/>
              </a:pPr>
              <a:r>
                <a:rPr lang="en" sz="1066" b="1" dirty="0">
                  <a:solidFill>
                    <a:srgbClr val="4B619F"/>
                  </a:solidFill>
                  <a:latin typeface="Arial"/>
                  <a:ea typeface="Arial"/>
                  <a:cs typeface="Arial"/>
                  <a:sym typeface="Arial"/>
                </a:rPr>
                <a:t>VMware Avi </a:t>
              </a:r>
              <a:endParaRPr sz="1066" b="1" dirty="0">
                <a:solidFill>
                  <a:srgbClr val="4B619F"/>
                </a:solidFill>
                <a:latin typeface="Arial"/>
                <a:ea typeface="Arial"/>
                <a:cs typeface="Arial"/>
                <a:sym typeface="Arial"/>
              </a:endParaRPr>
            </a:p>
            <a:p>
              <a:pPr algn="ctr">
                <a:lnSpc>
                  <a:spcPct val="90000"/>
                </a:lnSpc>
                <a:buClr>
                  <a:srgbClr val="000000"/>
                </a:buClr>
                <a:buSzPts val="800"/>
              </a:pPr>
              <a:r>
                <a:rPr lang="en" sz="1066" b="1" dirty="0">
                  <a:solidFill>
                    <a:srgbClr val="4B619F"/>
                  </a:solidFill>
                  <a:latin typeface="Arial"/>
                  <a:ea typeface="Arial"/>
                  <a:cs typeface="Arial"/>
                  <a:sym typeface="Arial"/>
                </a:rPr>
                <a:t>Load Balancer</a:t>
              </a:r>
              <a:endParaRPr sz="1466" dirty="0">
                <a:solidFill>
                  <a:srgbClr val="000000"/>
                </a:solidFill>
                <a:latin typeface="Arial"/>
                <a:ea typeface="Arial"/>
                <a:cs typeface="Arial"/>
                <a:sym typeface="Arial"/>
              </a:endParaRPr>
            </a:p>
          </p:txBody>
        </p:sp>
        <p:grpSp>
          <p:nvGrpSpPr>
            <p:cNvPr id="6569" name="Google Shape;6569;p278"/>
            <p:cNvGrpSpPr/>
            <p:nvPr/>
          </p:nvGrpSpPr>
          <p:grpSpPr>
            <a:xfrm>
              <a:off x="474082" y="4092990"/>
              <a:ext cx="2479116" cy="141975"/>
              <a:chOff x="4441917" y="5666198"/>
              <a:chExt cx="3304607" cy="189300"/>
            </a:xfrm>
          </p:grpSpPr>
          <p:cxnSp>
            <p:nvCxnSpPr>
              <p:cNvPr id="6570" name="Google Shape;6570;p278"/>
              <p:cNvCxnSpPr/>
              <p:nvPr/>
            </p:nvCxnSpPr>
            <p:spPr>
              <a:xfrm>
                <a:off x="4475294" y="5760557"/>
                <a:ext cx="3184200" cy="0"/>
              </a:xfrm>
              <a:prstGeom prst="straightConnector1">
                <a:avLst/>
              </a:prstGeom>
              <a:noFill/>
              <a:ln w="9525" cap="rnd" cmpd="sng">
                <a:solidFill>
                  <a:schemeClr val="accent5"/>
                </a:solidFill>
                <a:prstDash val="solid"/>
                <a:miter lim="800000"/>
                <a:headEnd type="none" w="sm" len="sm"/>
                <a:tailEnd type="none" w="sm" len="sm"/>
              </a:ln>
            </p:spPr>
          </p:cxnSp>
          <p:grpSp>
            <p:nvGrpSpPr>
              <p:cNvPr id="6571" name="Google Shape;6571;p278"/>
              <p:cNvGrpSpPr/>
              <p:nvPr/>
            </p:nvGrpSpPr>
            <p:grpSpPr>
              <a:xfrm>
                <a:off x="4441917" y="5666198"/>
                <a:ext cx="3304607" cy="189300"/>
                <a:chOff x="908260" y="5666198"/>
                <a:chExt cx="10372275" cy="189300"/>
              </a:xfrm>
            </p:grpSpPr>
            <p:sp>
              <p:nvSpPr>
                <p:cNvPr id="6572" name="Google Shape;6572;p278"/>
                <p:cNvSpPr/>
                <p:nvPr/>
              </p:nvSpPr>
              <p:spPr>
                <a:xfrm>
                  <a:off x="908260" y="5666198"/>
                  <a:ext cx="3428400" cy="189300"/>
                </a:xfrm>
                <a:prstGeom prst="rect">
                  <a:avLst/>
                </a:prstGeom>
                <a:gradFill>
                  <a:gsLst>
                    <a:gs pos="0">
                      <a:srgbClr val="FFFFFF">
                        <a:alpha val="0"/>
                      </a:srgbClr>
                    </a:gs>
                    <a:gs pos="99000">
                      <a:schemeClr val="lt1"/>
                    </a:gs>
                    <a:gs pos="100000">
                      <a:schemeClr val="lt1"/>
                    </a:gs>
                  </a:gsLst>
                  <a:lin ang="10800025" scaled="0"/>
                </a:gradFill>
                <a:ln>
                  <a:noFill/>
                </a:ln>
              </p:spPr>
              <p:txBody>
                <a:bodyPr spcFirstLastPara="1" wrap="square" lIns="91410" tIns="45688" rIns="91410" bIns="45688" anchor="ctr" anchorCtr="0">
                  <a:noAutofit/>
                </a:bodyPr>
                <a:lstStyle/>
                <a:p>
                  <a:pPr algn="ctr">
                    <a:buClr>
                      <a:srgbClr val="000000"/>
                    </a:buClr>
                    <a:buSzPts val="900"/>
                  </a:pPr>
                  <a:endParaRPr sz="1200" dirty="0">
                    <a:solidFill>
                      <a:schemeClr val="lt1"/>
                    </a:solidFill>
                    <a:latin typeface="Arial"/>
                    <a:ea typeface="Arial"/>
                    <a:cs typeface="Arial"/>
                    <a:sym typeface="Arial"/>
                  </a:endParaRPr>
                </a:p>
              </p:txBody>
            </p:sp>
            <p:sp>
              <p:nvSpPr>
                <p:cNvPr id="6573" name="Google Shape;6573;p278"/>
                <p:cNvSpPr/>
                <p:nvPr/>
              </p:nvSpPr>
              <p:spPr>
                <a:xfrm>
                  <a:off x="7852135" y="5666198"/>
                  <a:ext cx="3428400" cy="189300"/>
                </a:xfrm>
                <a:prstGeom prst="rect">
                  <a:avLst/>
                </a:prstGeom>
                <a:gradFill>
                  <a:gsLst>
                    <a:gs pos="0">
                      <a:srgbClr val="FFFFFF">
                        <a:alpha val="0"/>
                      </a:srgbClr>
                    </a:gs>
                    <a:gs pos="99000">
                      <a:schemeClr val="lt1"/>
                    </a:gs>
                    <a:gs pos="100000">
                      <a:schemeClr val="lt1"/>
                    </a:gs>
                  </a:gsLst>
                  <a:lin ang="0" scaled="0"/>
                </a:gradFill>
                <a:ln>
                  <a:noFill/>
                </a:ln>
              </p:spPr>
              <p:txBody>
                <a:bodyPr spcFirstLastPara="1" wrap="square" lIns="91410" tIns="45688" rIns="91410" bIns="45688" anchor="ctr" anchorCtr="0">
                  <a:noAutofit/>
                </a:bodyPr>
                <a:lstStyle/>
                <a:p>
                  <a:pPr algn="ctr">
                    <a:buClr>
                      <a:srgbClr val="000000"/>
                    </a:buClr>
                    <a:buSzPts val="900"/>
                  </a:pPr>
                  <a:endParaRPr sz="1200" dirty="0">
                    <a:solidFill>
                      <a:schemeClr val="lt1"/>
                    </a:solidFill>
                    <a:latin typeface="Arial"/>
                    <a:ea typeface="Arial"/>
                    <a:cs typeface="Arial"/>
                    <a:sym typeface="Arial"/>
                  </a:endParaRPr>
                </a:p>
              </p:txBody>
            </p:sp>
          </p:gr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417"/>
                                        </p:tgtEl>
                                        <p:attrNameLst>
                                          <p:attrName>style.visibility</p:attrName>
                                        </p:attrNameLst>
                                      </p:cBhvr>
                                      <p:to>
                                        <p:strVal val="visible"/>
                                      </p:to>
                                    </p:set>
                                    <p:animEffect transition="in" filter="fade">
                                      <p:cBhvr>
                                        <p:cTn id="7" dur="500"/>
                                        <p:tgtEl>
                                          <p:spTgt spid="6417"/>
                                        </p:tgtEl>
                                      </p:cBhvr>
                                    </p:animEffect>
                                  </p:childTnLst>
                                </p:cTn>
                              </p:par>
                              <p:par>
                                <p:cTn id="8" presetID="10" presetClass="entr" presetSubtype="0" fill="hold" nodeType="withEffect">
                                  <p:stCondLst>
                                    <p:cond delay="0"/>
                                  </p:stCondLst>
                                  <p:childTnLst>
                                    <p:set>
                                      <p:cBhvr>
                                        <p:cTn id="9" dur="1" fill="hold">
                                          <p:stCondLst>
                                            <p:cond delay="0"/>
                                          </p:stCondLst>
                                        </p:cTn>
                                        <p:tgtEl>
                                          <p:spTgt spid="6418"/>
                                        </p:tgtEl>
                                        <p:attrNameLst>
                                          <p:attrName>style.visibility</p:attrName>
                                        </p:attrNameLst>
                                      </p:cBhvr>
                                      <p:to>
                                        <p:strVal val="visible"/>
                                      </p:to>
                                    </p:set>
                                    <p:animEffect transition="in" filter="fade">
                                      <p:cBhvr>
                                        <p:cTn id="10" dur="500"/>
                                        <p:tgtEl>
                                          <p:spTgt spid="64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804"/>
        <p:cNvGrpSpPr/>
        <p:nvPr/>
      </p:nvGrpSpPr>
      <p:grpSpPr>
        <a:xfrm>
          <a:off x="0" y="0"/>
          <a:ext cx="0" cy="0"/>
          <a:chOff x="0" y="0"/>
          <a:chExt cx="0" cy="0"/>
        </a:xfrm>
      </p:grpSpPr>
      <p:sp>
        <p:nvSpPr>
          <p:cNvPr id="8805" name="Google Shape;8805;p116"/>
          <p:cNvSpPr txBox="1">
            <a:spLocks noGrp="1"/>
          </p:cNvSpPr>
          <p:nvPr>
            <p:ph type="title"/>
          </p:nvPr>
        </p:nvSpPr>
        <p:spPr>
          <a:xfrm>
            <a:off x="589107" y="938794"/>
            <a:ext cx="6555971" cy="1229360"/>
          </a:xfrm>
        </p:spPr>
        <p:txBody>
          <a:bodyPr spcFirstLastPara="1" wrap="square" lIns="0" tIns="0" rIns="0" bIns="0" anchor="b" anchorCtr="0">
            <a:normAutofit/>
          </a:bodyPr>
          <a:lstStyle/>
          <a:p>
            <a:pPr marL="0" lvl="0" indent="0" rtl="0">
              <a:spcBef>
                <a:spcPts val="0"/>
              </a:spcBef>
              <a:spcAft>
                <a:spcPts val="0"/>
              </a:spcAft>
              <a:buClr>
                <a:schemeClr val="accent2"/>
              </a:buClr>
              <a:buSzPts val="3600"/>
              <a:buFont typeface="Arial"/>
              <a:buNone/>
            </a:pPr>
            <a:r>
              <a:rPr lang="en-US" dirty="0"/>
              <a:t>Resources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oup 28">
            <a:extLst>
              <a:ext uri="{FF2B5EF4-FFF2-40B4-BE49-F238E27FC236}">
                <a16:creationId xmlns:a16="http://schemas.microsoft.com/office/drawing/2014/main" id="{05773CDF-6CDD-E13E-203E-BA493C7AC432}"/>
              </a:ext>
            </a:extLst>
          </p:cNvPr>
          <p:cNvGrpSpPr/>
          <p:nvPr/>
        </p:nvGrpSpPr>
        <p:grpSpPr>
          <a:xfrm>
            <a:off x="7923125" y="1982445"/>
            <a:ext cx="3196561" cy="4194919"/>
            <a:chOff x="7924553" y="1981313"/>
            <a:chExt cx="3199060" cy="4198198"/>
          </a:xfrm>
        </p:grpSpPr>
        <p:sp>
          <p:nvSpPr>
            <p:cNvPr id="118" name="Google Shape;6059;p505">
              <a:extLst>
                <a:ext uri="{FF2B5EF4-FFF2-40B4-BE49-F238E27FC236}">
                  <a16:creationId xmlns:a16="http://schemas.microsoft.com/office/drawing/2014/main" id="{CADAAD97-091D-4D12-91C5-A89B7FDA9DB6}"/>
                </a:ext>
              </a:extLst>
            </p:cNvPr>
            <p:cNvSpPr txBox="1"/>
            <p:nvPr/>
          </p:nvSpPr>
          <p:spPr>
            <a:xfrm>
              <a:off x="7924553" y="1981313"/>
              <a:ext cx="3199059" cy="4185674"/>
            </a:xfrm>
            <a:prstGeom prst="rect">
              <a:avLst/>
            </a:prstGeom>
            <a:solidFill>
              <a:srgbClr val="F4F8FA"/>
            </a:solidFill>
            <a:ln w="15875" cap="flat" cmpd="sng" algn="ctr">
              <a:noFill/>
              <a:prstDash val="solid"/>
            </a:ln>
            <a:effectLst>
              <a:reflection blurRad="6350" stA="50000" endA="275" endPos="40000" dist="101600" dir="5400000" sy="-100000" algn="bl" rotWithShape="0"/>
            </a:effectLst>
          </p:spPr>
          <p:txBody>
            <a:bodyPr rot="0" spcFirstLastPara="0" vertOverflow="overflow" horzOverflow="overflow" vert="horz" wrap="none" lIns="60848" tIns="30424" rIns="60848" bIns="30424" numCol="1" spcCol="0" rtlCol="0" fromWordArt="0" anchor="ctr" anchorCtr="0" forceAA="0" compatLnSpc="1">
              <a:prstTxWarp prst="textNoShape">
                <a:avLst/>
              </a:prstTxWarp>
              <a:noAutofit/>
            </a:bodyPr>
            <a:lstStyle>
              <a:defPPr>
                <a:defRPr lang="en-US"/>
              </a:defPPr>
              <a:lvl1pPr algn="ctr" defTabSz="913578">
                <a:lnSpc>
                  <a:spcPct val="90000"/>
                </a:lnSpc>
                <a:spcBef>
                  <a:spcPts val="800"/>
                </a:spcBef>
                <a:defRPr sz="1998">
                  <a:solidFill>
                    <a:schemeClr val="tx2"/>
                  </a:solidFill>
                </a:defRPr>
              </a:lvl1pPr>
            </a:lstStyle>
            <a:p>
              <a:pPr marL="0" marR="0" lvl="0" indent="0" algn="ctr" defTabSz="912756" rtl="0" eaLnBrk="1" fontAlgn="auto" latinLnBrk="0" hangingPunct="1">
                <a:lnSpc>
                  <a:spcPct val="90000"/>
                </a:lnSpc>
                <a:spcBef>
                  <a:spcPts val="800"/>
                </a:spcBef>
                <a:spcAft>
                  <a:spcPts val="0"/>
                </a:spcAft>
                <a:buClrTx/>
                <a:buSzTx/>
                <a:buFontTx/>
                <a:buNone/>
                <a:tabLst/>
                <a:defRPr/>
              </a:pPr>
              <a:endParaRPr kumimoji="0" lang="en-US" sz="1995" b="0" i="0" u="none" strike="noStrike" kern="1200" cap="none" spc="0" normalizeH="0" baseline="0" noProof="0" dirty="0">
                <a:ln>
                  <a:noFill/>
                </a:ln>
                <a:solidFill>
                  <a:srgbClr val="CC092F"/>
                </a:solidFill>
                <a:effectLst/>
                <a:uLnTx/>
                <a:uFillTx/>
                <a:latin typeface="Arial"/>
                <a:ea typeface="+mn-ea"/>
                <a:cs typeface="+mn-cs"/>
                <a:sym typeface="Arial"/>
              </a:endParaRPr>
            </a:p>
            <a:p>
              <a:pPr marL="0" marR="0" lvl="0" indent="0" algn="ctr" defTabSz="912756" rtl="0" eaLnBrk="1" fontAlgn="auto" latinLnBrk="0" hangingPunct="1">
                <a:lnSpc>
                  <a:spcPct val="90000"/>
                </a:lnSpc>
                <a:spcBef>
                  <a:spcPts val="800"/>
                </a:spcBef>
                <a:spcAft>
                  <a:spcPts val="0"/>
                </a:spcAft>
                <a:buClrTx/>
                <a:buSzTx/>
                <a:buFontTx/>
                <a:buNone/>
                <a:tabLst/>
                <a:defRPr/>
              </a:pPr>
              <a:endParaRPr kumimoji="0" sz="1995" b="0" i="0" u="none" strike="noStrike" kern="1200" cap="none" spc="0" normalizeH="0" baseline="0" noProof="0" dirty="0">
                <a:ln>
                  <a:noFill/>
                </a:ln>
                <a:solidFill>
                  <a:srgbClr val="CC092F"/>
                </a:solidFill>
                <a:effectLst/>
                <a:uLnTx/>
                <a:uFillTx/>
                <a:latin typeface="Arial"/>
                <a:ea typeface="+mn-ea"/>
                <a:cs typeface="+mn-cs"/>
                <a:sym typeface="Arial"/>
              </a:endParaRPr>
            </a:p>
          </p:txBody>
        </p:sp>
        <p:cxnSp>
          <p:nvCxnSpPr>
            <p:cNvPr id="6" name="Straight Connector 5">
              <a:extLst>
                <a:ext uri="{FF2B5EF4-FFF2-40B4-BE49-F238E27FC236}">
                  <a16:creationId xmlns:a16="http://schemas.microsoft.com/office/drawing/2014/main" id="{2DE65552-F411-6F0E-838D-70088FAEC832}"/>
                </a:ext>
              </a:extLst>
            </p:cNvPr>
            <p:cNvCxnSpPr>
              <a:cxnSpLocks/>
            </p:cNvCxnSpPr>
            <p:nvPr/>
          </p:nvCxnSpPr>
          <p:spPr bwMode="gray">
            <a:xfrm>
              <a:off x="7924554" y="1988511"/>
              <a:ext cx="3199059"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5ECC06D1-C150-06F1-6C4F-C4285DB9C09A}"/>
                </a:ext>
              </a:extLst>
            </p:cNvPr>
            <p:cNvCxnSpPr>
              <a:cxnSpLocks/>
            </p:cNvCxnSpPr>
            <p:nvPr/>
          </p:nvCxnSpPr>
          <p:spPr bwMode="gray">
            <a:xfrm>
              <a:off x="7924554" y="6179511"/>
              <a:ext cx="3199059"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grpSp>
      <p:sp>
        <p:nvSpPr>
          <p:cNvPr id="121" name="Rectangle 120">
            <a:extLst>
              <a:ext uri="{FF2B5EF4-FFF2-40B4-BE49-F238E27FC236}">
                <a16:creationId xmlns:a16="http://schemas.microsoft.com/office/drawing/2014/main" id="{F832962C-83D8-4320-B456-F07D5FAC7BA5}"/>
              </a:ext>
            </a:extLst>
          </p:cNvPr>
          <p:cNvSpPr/>
          <p:nvPr/>
        </p:nvSpPr>
        <p:spPr>
          <a:xfrm>
            <a:off x="612301" y="1982356"/>
            <a:ext cx="6419629" cy="4195010"/>
          </a:xfrm>
          <a:prstGeom prst="rect">
            <a:avLst/>
          </a:prstGeom>
          <a:solidFill>
            <a:schemeClr val="accent5">
              <a:lumMod val="20000"/>
              <a:lumOff val="80000"/>
              <a:alpha val="10126"/>
            </a:schemeClr>
          </a:solidFill>
          <a:ln w="15875" cap="flat" cmpd="sng" algn="ctr">
            <a:noFill/>
            <a:prstDash val="solid"/>
          </a:ln>
          <a:effectLst>
            <a:reflection blurRad="6350" stA="50000" endA="275" endPos="40000" dist="101600" dir="5400000" sy="-100000" algn="bl" rotWithShape="0"/>
          </a:effectLst>
        </p:spPr>
        <p:txBody>
          <a:bodyPr rot="0" spcFirstLastPara="0" vertOverflow="overflow" horzOverflow="overflow" vert="horz" wrap="none" lIns="60848" tIns="30424" rIns="60848" bIns="30424" numCol="1" spcCol="0" rtlCol="0" fromWordArt="0" anchor="ctr" anchorCtr="0" forceAA="0" compatLnSpc="1">
            <a:prstTxWarp prst="textNoShape">
              <a:avLst/>
            </a:prstTxWarp>
            <a:noAutofit/>
          </a:bodyPr>
          <a:lstStyle/>
          <a:p>
            <a:pPr marL="0" marR="0" lvl="0" indent="0" algn="ctr" defTabSz="912756" rtl="0" eaLnBrk="1" fontAlgn="auto" latinLnBrk="0" hangingPunct="1">
              <a:lnSpc>
                <a:spcPct val="90000"/>
              </a:lnSpc>
              <a:spcBef>
                <a:spcPts val="800"/>
              </a:spcBef>
              <a:spcAft>
                <a:spcPts val="0"/>
              </a:spcAft>
              <a:buClrTx/>
              <a:buSzTx/>
              <a:buFontTx/>
              <a:buNone/>
              <a:tabLst/>
              <a:defRPr/>
            </a:pPr>
            <a:endParaRPr kumimoji="0" lang="en-US" sz="1995" b="0" i="0" u="none" strike="noStrike" kern="1200" cap="none" spc="0" normalizeH="0" baseline="0" noProof="0" dirty="0">
              <a:ln>
                <a:noFill/>
              </a:ln>
              <a:solidFill>
                <a:srgbClr val="CC092F"/>
              </a:solidFill>
              <a:effectLst/>
              <a:uLnTx/>
              <a:uFillTx/>
              <a:latin typeface="Arial"/>
              <a:ea typeface="+mn-ea"/>
              <a:cs typeface="+mn-cs"/>
            </a:endParaRPr>
          </a:p>
        </p:txBody>
      </p:sp>
      <p:grpSp>
        <p:nvGrpSpPr>
          <p:cNvPr id="129" name="Group 128" hidden="1">
            <a:extLst>
              <a:ext uri="{FF2B5EF4-FFF2-40B4-BE49-F238E27FC236}">
                <a16:creationId xmlns:a16="http://schemas.microsoft.com/office/drawing/2014/main" id="{29434E4E-1A4B-4CE6-AD5C-903EE74E35B4}"/>
              </a:ext>
            </a:extLst>
          </p:cNvPr>
          <p:cNvGrpSpPr/>
          <p:nvPr/>
        </p:nvGrpSpPr>
        <p:grpSpPr>
          <a:xfrm>
            <a:off x="7685" y="4465"/>
            <a:ext cx="12173216" cy="6849075"/>
            <a:chOff x="-127" y="0"/>
            <a:chExt cx="12189079" cy="6858000"/>
          </a:xfrm>
        </p:grpSpPr>
        <p:grpSp>
          <p:nvGrpSpPr>
            <p:cNvPr id="130" name="Group 129">
              <a:extLst>
                <a:ext uri="{FF2B5EF4-FFF2-40B4-BE49-F238E27FC236}">
                  <a16:creationId xmlns:a16="http://schemas.microsoft.com/office/drawing/2014/main" id="{C36AC5F7-3B80-4313-A56F-9736D283801B}"/>
                </a:ext>
              </a:extLst>
            </p:cNvPr>
            <p:cNvGrpSpPr/>
            <p:nvPr/>
          </p:nvGrpSpPr>
          <p:grpSpPr>
            <a:xfrm>
              <a:off x="-127" y="0"/>
              <a:ext cx="12189079" cy="6858000"/>
              <a:chOff x="-127" y="-4574"/>
              <a:chExt cx="12189079" cy="6858000"/>
            </a:xfrm>
          </p:grpSpPr>
          <p:grpSp>
            <p:nvGrpSpPr>
              <p:cNvPr id="157" name="Group 156">
                <a:extLst>
                  <a:ext uri="{FF2B5EF4-FFF2-40B4-BE49-F238E27FC236}">
                    <a16:creationId xmlns:a16="http://schemas.microsoft.com/office/drawing/2014/main" id="{78238D7D-2DAA-442F-AD01-A39612992AB8}"/>
                  </a:ext>
                </a:extLst>
              </p:cNvPr>
              <p:cNvGrpSpPr/>
              <p:nvPr/>
            </p:nvGrpSpPr>
            <p:grpSpPr>
              <a:xfrm>
                <a:off x="0" y="-4574"/>
                <a:ext cx="12188952" cy="6858000"/>
                <a:chOff x="12729307" y="-4574"/>
                <a:chExt cx="12188952" cy="6858000"/>
              </a:xfrm>
            </p:grpSpPr>
            <p:cxnSp>
              <p:nvCxnSpPr>
                <p:cNvPr id="199" name="Straight Connector 198">
                  <a:extLst>
                    <a:ext uri="{FF2B5EF4-FFF2-40B4-BE49-F238E27FC236}">
                      <a16:creationId xmlns:a16="http://schemas.microsoft.com/office/drawing/2014/main" id="{DFB07B7C-F78F-4203-B6BC-A29907828455}"/>
                    </a:ext>
                  </a:extLst>
                </p:cNvPr>
                <p:cNvCxnSpPr/>
                <p:nvPr/>
              </p:nvCxnSpPr>
              <p:spPr>
                <a:xfrm>
                  <a:off x="12729307" y="1367026"/>
                  <a:ext cx="12188952" cy="0"/>
                </a:xfrm>
                <a:prstGeom prst="line">
                  <a:avLst/>
                </a:prstGeom>
                <a:ln w="3175" cap="rnd">
                  <a:solidFill>
                    <a:srgbClr val="EF3DD6">
                      <a:alpha val="81000"/>
                    </a:srgbClr>
                  </a:solidFill>
                  <a:prstDash val="solid"/>
                  <a:round/>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0E74CBF2-6C5E-49B0-864A-78F00228B11A}"/>
                    </a:ext>
                  </a:extLst>
                </p:cNvPr>
                <p:cNvCxnSpPr/>
                <p:nvPr/>
              </p:nvCxnSpPr>
              <p:spPr>
                <a:xfrm>
                  <a:off x="12729307" y="1709926"/>
                  <a:ext cx="12188952" cy="0"/>
                </a:xfrm>
                <a:prstGeom prst="line">
                  <a:avLst/>
                </a:prstGeom>
                <a:ln w="3175" cap="rnd">
                  <a:solidFill>
                    <a:srgbClr val="EF3DD6">
                      <a:alpha val="81000"/>
                    </a:srgbClr>
                  </a:solidFill>
                  <a:prstDash val="solid"/>
                  <a:round/>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7E51721D-4C1A-4E40-9622-5DF7B0307DE0}"/>
                    </a:ext>
                  </a:extLst>
                </p:cNvPr>
                <p:cNvCxnSpPr/>
                <p:nvPr/>
              </p:nvCxnSpPr>
              <p:spPr>
                <a:xfrm>
                  <a:off x="12729307" y="1024126"/>
                  <a:ext cx="12188952" cy="0"/>
                </a:xfrm>
                <a:prstGeom prst="line">
                  <a:avLst/>
                </a:prstGeom>
                <a:ln w="3175" cap="rnd">
                  <a:solidFill>
                    <a:srgbClr val="EF3DD6">
                      <a:alpha val="81000"/>
                    </a:srgbClr>
                  </a:solidFill>
                  <a:prstDash val="solid"/>
                  <a:round/>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9AD6254D-F1B1-4DBF-AB92-A3C1D4D4DB92}"/>
                    </a:ext>
                  </a:extLst>
                </p:cNvPr>
                <p:cNvCxnSpPr/>
                <p:nvPr/>
              </p:nvCxnSpPr>
              <p:spPr>
                <a:xfrm>
                  <a:off x="12729307" y="681226"/>
                  <a:ext cx="12188952" cy="0"/>
                </a:xfrm>
                <a:prstGeom prst="line">
                  <a:avLst/>
                </a:prstGeom>
                <a:ln w="3175" cap="rnd">
                  <a:solidFill>
                    <a:srgbClr val="EF3DD6">
                      <a:alpha val="81000"/>
                    </a:srgbClr>
                  </a:solidFill>
                  <a:prstDash val="solid"/>
                  <a:round/>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686C512A-2BB4-4CD9-A0B2-32615BFD65E8}"/>
                    </a:ext>
                  </a:extLst>
                </p:cNvPr>
                <p:cNvCxnSpPr/>
                <p:nvPr/>
              </p:nvCxnSpPr>
              <p:spPr>
                <a:xfrm>
                  <a:off x="12729307" y="338326"/>
                  <a:ext cx="12188952" cy="0"/>
                </a:xfrm>
                <a:prstGeom prst="line">
                  <a:avLst/>
                </a:prstGeom>
                <a:ln w="3175" cap="rnd">
                  <a:solidFill>
                    <a:srgbClr val="EF3DD6">
                      <a:alpha val="81000"/>
                    </a:srgbClr>
                  </a:solidFill>
                  <a:prstDash val="solid"/>
                  <a:round/>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D33F3AFE-8DA1-40F5-BA80-B68ACA2106C3}"/>
                    </a:ext>
                  </a:extLst>
                </p:cNvPr>
                <p:cNvCxnSpPr/>
                <p:nvPr/>
              </p:nvCxnSpPr>
              <p:spPr>
                <a:xfrm>
                  <a:off x="12729307" y="-4574"/>
                  <a:ext cx="12188952" cy="0"/>
                </a:xfrm>
                <a:prstGeom prst="line">
                  <a:avLst/>
                </a:prstGeom>
                <a:ln w="3175" cap="rnd">
                  <a:solidFill>
                    <a:srgbClr val="EF3DD6">
                      <a:alpha val="81000"/>
                    </a:srgbClr>
                  </a:solidFill>
                  <a:prstDash val="solid"/>
                  <a:round/>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8B611E6D-C2D6-443D-B74D-7F257AC40BA6}"/>
                    </a:ext>
                  </a:extLst>
                </p:cNvPr>
                <p:cNvCxnSpPr/>
                <p:nvPr/>
              </p:nvCxnSpPr>
              <p:spPr>
                <a:xfrm>
                  <a:off x="12729307" y="3081526"/>
                  <a:ext cx="12188952" cy="0"/>
                </a:xfrm>
                <a:prstGeom prst="line">
                  <a:avLst/>
                </a:prstGeom>
                <a:ln w="3175" cap="rnd">
                  <a:solidFill>
                    <a:srgbClr val="EF3DD6">
                      <a:alpha val="81000"/>
                    </a:srgbClr>
                  </a:solidFill>
                  <a:prstDash val="solid"/>
                  <a:round/>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B3E79345-2065-4731-ADB9-E270739B961E}"/>
                    </a:ext>
                  </a:extLst>
                </p:cNvPr>
                <p:cNvCxnSpPr/>
                <p:nvPr/>
              </p:nvCxnSpPr>
              <p:spPr>
                <a:xfrm>
                  <a:off x="12729307" y="3424426"/>
                  <a:ext cx="12188952" cy="0"/>
                </a:xfrm>
                <a:prstGeom prst="line">
                  <a:avLst/>
                </a:prstGeom>
                <a:ln w="3175" cap="rnd">
                  <a:solidFill>
                    <a:srgbClr val="EF3DD6">
                      <a:alpha val="81000"/>
                    </a:srgbClr>
                  </a:solidFill>
                  <a:prstDash val="solid"/>
                  <a:round/>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D4269C9B-A5AA-4D8F-9634-AA68C00F13F3}"/>
                    </a:ext>
                  </a:extLst>
                </p:cNvPr>
                <p:cNvCxnSpPr/>
                <p:nvPr/>
              </p:nvCxnSpPr>
              <p:spPr>
                <a:xfrm>
                  <a:off x="12729307" y="2738626"/>
                  <a:ext cx="12188952" cy="0"/>
                </a:xfrm>
                <a:prstGeom prst="line">
                  <a:avLst/>
                </a:prstGeom>
                <a:ln w="3175" cap="rnd">
                  <a:solidFill>
                    <a:srgbClr val="EF3DD6">
                      <a:alpha val="81000"/>
                    </a:srgbClr>
                  </a:solidFill>
                  <a:prstDash val="solid"/>
                  <a:round/>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9BA508B1-BB8C-42BB-865E-5B4E16189990}"/>
                    </a:ext>
                  </a:extLst>
                </p:cNvPr>
                <p:cNvCxnSpPr/>
                <p:nvPr/>
              </p:nvCxnSpPr>
              <p:spPr>
                <a:xfrm>
                  <a:off x="12729307" y="2395726"/>
                  <a:ext cx="12188952" cy="0"/>
                </a:xfrm>
                <a:prstGeom prst="line">
                  <a:avLst/>
                </a:prstGeom>
                <a:ln w="3175" cap="rnd">
                  <a:solidFill>
                    <a:srgbClr val="EF3DD6">
                      <a:alpha val="81000"/>
                    </a:srgbClr>
                  </a:solidFill>
                  <a:prstDash val="solid"/>
                  <a:round/>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4D389C2E-4F44-4970-9974-381D4B419C56}"/>
                    </a:ext>
                  </a:extLst>
                </p:cNvPr>
                <p:cNvCxnSpPr/>
                <p:nvPr/>
              </p:nvCxnSpPr>
              <p:spPr>
                <a:xfrm>
                  <a:off x="12729307" y="2052826"/>
                  <a:ext cx="12188952" cy="0"/>
                </a:xfrm>
                <a:prstGeom prst="line">
                  <a:avLst/>
                </a:prstGeom>
                <a:ln w="3175" cap="rnd">
                  <a:solidFill>
                    <a:srgbClr val="EF3DD6">
                      <a:alpha val="81000"/>
                    </a:srgbClr>
                  </a:solidFill>
                  <a:prstDash val="solid"/>
                  <a:round/>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85ECE1DC-3AA4-4AC9-86E1-C1792F3B2EF1}"/>
                    </a:ext>
                  </a:extLst>
                </p:cNvPr>
                <p:cNvCxnSpPr/>
                <p:nvPr/>
              </p:nvCxnSpPr>
              <p:spPr>
                <a:xfrm>
                  <a:off x="12729307" y="4796026"/>
                  <a:ext cx="12188952" cy="0"/>
                </a:xfrm>
                <a:prstGeom prst="line">
                  <a:avLst/>
                </a:prstGeom>
                <a:ln w="3175" cap="rnd">
                  <a:solidFill>
                    <a:srgbClr val="EF3DD6">
                      <a:alpha val="81000"/>
                    </a:srgbClr>
                  </a:solidFill>
                  <a:prstDash val="solid"/>
                  <a:round/>
                </a:ln>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a16="http://schemas.microsoft.com/office/drawing/2014/main" id="{18A67512-5187-4E54-85E9-C380558C4FD9}"/>
                    </a:ext>
                  </a:extLst>
                </p:cNvPr>
                <p:cNvCxnSpPr/>
                <p:nvPr/>
              </p:nvCxnSpPr>
              <p:spPr>
                <a:xfrm>
                  <a:off x="12729307" y="5138926"/>
                  <a:ext cx="12188952" cy="0"/>
                </a:xfrm>
                <a:prstGeom prst="line">
                  <a:avLst/>
                </a:prstGeom>
                <a:ln w="3175" cap="rnd">
                  <a:solidFill>
                    <a:srgbClr val="EF3DD6">
                      <a:alpha val="81000"/>
                    </a:srgbClr>
                  </a:solidFill>
                  <a:prstDash val="solid"/>
                  <a:round/>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id="{E749DFFB-D22C-4BCC-BAD5-0777A89B48EC}"/>
                    </a:ext>
                  </a:extLst>
                </p:cNvPr>
                <p:cNvCxnSpPr/>
                <p:nvPr/>
              </p:nvCxnSpPr>
              <p:spPr>
                <a:xfrm>
                  <a:off x="12729307" y="4453126"/>
                  <a:ext cx="12188952" cy="0"/>
                </a:xfrm>
                <a:prstGeom prst="line">
                  <a:avLst/>
                </a:prstGeom>
                <a:ln w="3175" cap="rnd">
                  <a:solidFill>
                    <a:srgbClr val="EF3DD6">
                      <a:alpha val="81000"/>
                    </a:srgbClr>
                  </a:solidFill>
                  <a:prstDash val="solid"/>
                  <a:round/>
                </a:ln>
              </p:spPr>
              <p:style>
                <a:lnRef idx="1">
                  <a:schemeClr val="accent1"/>
                </a:lnRef>
                <a:fillRef idx="0">
                  <a:schemeClr val="accent1"/>
                </a:fillRef>
                <a:effectRef idx="0">
                  <a:schemeClr val="accent1"/>
                </a:effectRef>
                <a:fontRef idx="minor">
                  <a:schemeClr val="tx1"/>
                </a:fontRef>
              </p:style>
            </p:cxnSp>
            <p:cxnSp>
              <p:nvCxnSpPr>
                <p:cNvPr id="213" name="Straight Connector 212">
                  <a:extLst>
                    <a:ext uri="{FF2B5EF4-FFF2-40B4-BE49-F238E27FC236}">
                      <a16:creationId xmlns:a16="http://schemas.microsoft.com/office/drawing/2014/main" id="{6B1FF719-A308-4EAE-BC41-C91E93D4D68B}"/>
                    </a:ext>
                  </a:extLst>
                </p:cNvPr>
                <p:cNvCxnSpPr/>
                <p:nvPr/>
              </p:nvCxnSpPr>
              <p:spPr>
                <a:xfrm>
                  <a:off x="12729307" y="4110226"/>
                  <a:ext cx="12188952" cy="0"/>
                </a:xfrm>
                <a:prstGeom prst="line">
                  <a:avLst/>
                </a:prstGeom>
                <a:ln w="3175" cap="rnd">
                  <a:solidFill>
                    <a:srgbClr val="F816D8">
                      <a:alpha val="81000"/>
                    </a:srgbClr>
                  </a:solidFill>
                  <a:prstDash val="solid"/>
                  <a:round/>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a16="http://schemas.microsoft.com/office/drawing/2014/main" id="{A1B637F4-FA2E-45F6-BB43-851DC41C3ECF}"/>
                    </a:ext>
                  </a:extLst>
                </p:cNvPr>
                <p:cNvCxnSpPr/>
                <p:nvPr/>
              </p:nvCxnSpPr>
              <p:spPr>
                <a:xfrm>
                  <a:off x="12729307" y="3767326"/>
                  <a:ext cx="12188952" cy="0"/>
                </a:xfrm>
                <a:prstGeom prst="line">
                  <a:avLst/>
                </a:prstGeom>
                <a:ln w="3175" cap="rnd">
                  <a:solidFill>
                    <a:srgbClr val="EF3DD6">
                      <a:alpha val="81000"/>
                    </a:srgbClr>
                  </a:solidFill>
                  <a:prstDash val="solid"/>
                  <a:round/>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5A144C22-8E17-4C00-8D85-49AE3B29A3AD}"/>
                    </a:ext>
                  </a:extLst>
                </p:cNvPr>
                <p:cNvCxnSpPr/>
                <p:nvPr/>
              </p:nvCxnSpPr>
              <p:spPr>
                <a:xfrm>
                  <a:off x="12729307" y="6510526"/>
                  <a:ext cx="12188952" cy="0"/>
                </a:xfrm>
                <a:prstGeom prst="line">
                  <a:avLst/>
                </a:prstGeom>
                <a:ln w="3175" cap="rnd">
                  <a:solidFill>
                    <a:srgbClr val="EF3DD6">
                      <a:alpha val="81000"/>
                    </a:srgbClr>
                  </a:solidFill>
                  <a:prstDash val="solid"/>
                  <a:round/>
                </a:ln>
              </p:spPr>
              <p:style>
                <a:lnRef idx="1">
                  <a:schemeClr val="accent1"/>
                </a:lnRef>
                <a:fillRef idx="0">
                  <a:schemeClr val="accent1"/>
                </a:fillRef>
                <a:effectRef idx="0">
                  <a:schemeClr val="accent1"/>
                </a:effectRef>
                <a:fontRef idx="minor">
                  <a:schemeClr val="tx1"/>
                </a:fontRef>
              </p:style>
            </p:cxnSp>
            <p:cxnSp>
              <p:nvCxnSpPr>
                <p:cNvPr id="216" name="Straight Connector 215">
                  <a:extLst>
                    <a:ext uri="{FF2B5EF4-FFF2-40B4-BE49-F238E27FC236}">
                      <a16:creationId xmlns:a16="http://schemas.microsoft.com/office/drawing/2014/main" id="{1B3829ED-09D8-4AC7-9869-3F129E8C2362}"/>
                    </a:ext>
                  </a:extLst>
                </p:cNvPr>
                <p:cNvCxnSpPr/>
                <p:nvPr/>
              </p:nvCxnSpPr>
              <p:spPr>
                <a:xfrm>
                  <a:off x="12729307" y="6853426"/>
                  <a:ext cx="12188952" cy="0"/>
                </a:xfrm>
                <a:prstGeom prst="line">
                  <a:avLst/>
                </a:prstGeom>
                <a:ln w="3175" cap="rnd">
                  <a:solidFill>
                    <a:srgbClr val="EF3DD6">
                      <a:alpha val="81000"/>
                    </a:srgbClr>
                  </a:solidFill>
                  <a:prstDash val="solid"/>
                  <a:round/>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24941112-4128-4C94-B000-B885B600C0A6}"/>
                    </a:ext>
                  </a:extLst>
                </p:cNvPr>
                <p:cNvCxnSpPr/>
                <p:nvPr/>
              </p:nvCxnSpPr>
              <p:spPr>
                <a:xfrm>
                  <a:off x="12729307" y="5824726"/>
                  <a:ext cx="12188952" cy="0"/>
                </a:xfrm>
                <a:prstGeom prst="line">
                  <a:avLst/>
                </a:prstGeom>
                <a:ln w="3175" cap="rnd">
                  <a:solidFill>
                    <a:srgbClr val="EF3DD6">
                      <a:alpha val="81000"/>
                    </a:srgbClr>
                  </a:solidFill>
                  <a:prstDash val="solid"/>
                  <a:round/>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2500F429-6F35-4506-B074-BAC9929791F7}"/>
                    </a:ext>
                  </a:extLst>
                </p:cNvPr>
                <p:cNvCxnSpPr/>
                <p:nvPr/>
              </p:nvCxnSpPr>
              <p:spPr>
                <a:xfrm>
                  <a:off x="12729307" y="5481826"/>
                  <a:ext cx="12188952" cy="0"/>
                </a:xfrm>
                <a:prstGeom prst="line">
                  <a:avLst/>
                </a:prstGeom>
                <a:ln w="3175" cap="rnd">
                  <a:solidFill>
                    <a:srgbClr val="EF3DD6">
                      <a:alpha val="81000"/>
                    </a:srgbClr>
                  </a:solidFill>
                  <a:prstDash val="solid"/>
                  <a:round/>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09A18C93-23C9-4898-85BD-050A677F0B79}"/>
                    </a:ext>
                  </a:extLst>
                </p:cNvPr>
                <p:cNvCxnSpPr/>
                <p:nvPr/>
              </p:nvCxnSpPr>
              <p:spPr>
                <a:xfrm>
                  <a:off x="12729307" y="6167626"/>
                  <a:ext cx="12188952" cy="0"/>
                </a:xfrm>
                <a:prstGeom prst="line">
                  <a:avLst/>
                </a:prstGeom>
                <a:ln w="3175" cap="rnd">
                  <a:solidFill>
                    <a:srgbClr val="EF3DD6">
                      <a:alpha val="81000"/>
                    </a:srgbClr>
                  </a:solidFill>
                  <a:prstDash val="solid"/>
                  <a:round/>
                </a:ln>
              </p:spPr>
              <p:style>
                <a:lnRef idx="1">
                  <a:schemeClr val="accent1"/>
                </a:lnRef>
                <a:fillRef idx="0">
                  <a:schemeClr val="accent1"/>
                </a:fillRef>
                <a:effectRef idx="0">
                  <a:schemeClr val="accent1"/>
                </a:effectRef>
                <a:fontRef idx="minor">
                  <a:schemeClr val="tx1"/>
                </a:fontRef>
              </p:style>
            </p:cxnSp>
          </p:grpSp>
          <p:grpSp>
            <p:nvGrpSpPr>
              <p:cNvPr id="158" name="Group 157">
                <a:extLst>
                  <a:ext uri="{FF2B5EF4-FFF2-40B4-BE49-F238E27FC236}">
                    <a16:creationId xmlns:a16="http://schemas.microsoft.com/office/drawing/2014/main" id="{5899F004-96BD-4106-8E41-4DA716ACCE98}"/>
                  </a:ext>
                </a:extLst>
              </p:cNvPr>
              <p:cNvGrpSpPr/>
              <p:nvPr/>
            </p:nvGrpSpPr>
            <p:grpSpPr>
              <a:xfrm>
                <a:off x="-127" y="109726"/>
                <a:ext cx="12188952" cy="6629400"/>
                <a:chOff x="12729307" y="109726"/>
                <a:chExt cx="12188952" cy="6629400"/>
              </a:xfrm>
            </p:grpSpPr>
            <p:cxnSp>
              <p:nvCxnSpPr>
                <p:cNvPr id="159" name="Straight Connector 158">
                  <a:extLst>
                    <a:ext uri="{FF2B5EF4-FFF2-40B4-BE49-F238E27FC236}">
                      <a16:creationId xmlns:a16="http://schemas.microsoft.com/office/drawing/2014/main" id="{22847800-301E-4581-8359-48690766F5AD}"/>
                    </a:ext>
                  </a:extLst>
                </p:cNvPr>
                <p:cNvCxnSpPr/>
                <p:nvPr/>
              </p:nvCxnSpPr>
              <p:spPr>
                <a:xfrm>
                  <a:off x="12729307" y="1481326"/>
                  <a:ext cx="12188952" cy="0"/>
                </a:xfrm>
                <a:prstGeom prst="line">
                  <a:avLst/>
                </a:prstGeom>
                <a:ln w="635" cap="rnd">
                  <a:solidFill>
                    <a:srgbClr val="7030A0"/>
                  </a:solidFill>
                  <a:prstDash val="sysDash"/>
                  <a:round/>
                </a:ln>
              </p:spPr>
              <p:style>
                <a:lnRef idx="1">
                  <a:schemeClr val="accent1"/>
                </a:lnRef>
                <a:fillRef idx="0">
                  <a:schemeClr val="accent1"/>
                </a:fillRef>
                <a:effectRef idx="0">
                  <a:schemeClr val="accent1"/>
                </a:effectRef>
                <a:fontRef idx="minor">
                  <a:schemeClr val="tx1"/>
                </a:fontRef>
              </p:style>
            </p:cxnSp>
            <p:cxnSp>
              <p:nvCxnSpPr>
                <p:cNvPr id="160" name="Straight Connector 159">
                  <a:extLst>
                    <a:ext uri="{FF2B5EF4-FFF2-40B4-BE49-F238E27FC236}">
                      <a16:creationId xmlns:a16="http://schemas.microsoft.com/office/drawing/2014/main" id="{861D7830-F3CF-420A-852C-E15AC7301DD0}"/>
                    </a:ext>
                  </a:extLst>
                </p:cNvPr>
                <p:cNvCxnSpPr/>
                <p:nvPr/>
              </p:nvCxnSpPr>
              <p:spPr>
                <a:xfrm>
                  <a:off x="12729307" y="1824226"/>
                  <a:ext cx="12188952" cy="0"/>
                </a:xfrm>
                <a:prstGeom prst="line">
                  <a:avLst/>
                </a:prstGeom>
                <a:ln w="635" cap="rnd">
                  <a:solidFill>
                    <a:srgbClr val="7030A0"/>
                  </a:solidFill>
                  <a:prstDash val="sysDash"/>
                  <a:round/>
                </a:ln>
              </p:spPr>
              <p:style>
                <a:lnRef idx="1">
                  <a:schemeClr val="accent1"/>
                </a:lnRef>
                <a:fillRef idx="0">
                  <a:schemeClr val="accent1"/>
                </a:fillRef>
                <a:effectRef idx="0">
                  <a:schemeClr val="accent1"/>
                </a:effectRef>
                <a:fontRef idx="minor">
                  <a:schemeClr val="tx1"/>
                </a:fontRef>
              </p:style>
            </p:cxnSp>
            <p:cxnSp>
              <p:nvCxnSpPr>
                <p:cNvPr id="161" name="Straight Connector 160">
                  <a:extLst>
                    <a:ext uri="{FF2B5EF4-FFF2-40B4-BE49-F238E27FC236}">
                      <a16:creationId xmlns:a16="http://schemas.microsoft.com/office/drawing/2014/main" id="{B31DD7F8-1F01-46CA-800C-C56FAEAC0F63}"/>
                    </a:ext>
                  </a:extLst>
                </p:cNvPr>
                <p:cNvCxnSpPr/>
                <p:nvPr/>
              </p:nvCxnSpPr>
              <p:spPr>
                <a:xfrm>
                  <a:off x="12729307" y="1138426"/>
                  <a:ext cx="12188952" cy="0"/>
                </a:xfrm>
                <a:prstGeom prst="line">
                  <a:avLst/>
                </a:prstGeom>
                <a:ln w="635" cap="rnd">
                  <a:solidFill>
                    <a:srgbClr val="7030A0"/>
                  </a:solidFill>
                  <a:prstDash val="sysDash"/>
                  <a:round/>
                </a:ln>
              </p:spPr>
              <p:style>
                <a:lnRef idx="1">
                  <a:schemeClr val="accent1"/>
                </a:lnRef>
                <a:fillRef idx="0">
                  <a:schemeClr val="accent1"/>
                </a:fillRef>
                <a:effectRef idx="0">
                  <a:schemeClr val="accent1"/>
                </a:effectRef>
                <a:fontRef idx="minor">
                  <a:schemeClr val="tx1"/>
                </a:fontRef>
              </p:style>
            </p:cxnSp>
            <p:cxnSp>
              <p:nvCxnSpPr>
                <p:cNvPr id="162" name="Straight Connector 161">
                  <a:extLst>
                    <a:ext uri="{FF2B5EF4-FFF2-40B4-BE49-F238E27FC236}">
                      <a16:creationId xmlns:a16="http://schemas.microsoft.com/office/drawing/2014/main" id="{6A991E59-332F-41FB-8CA3-EBC7611B53FE}"/>
                    </a:ext>
                  </a:extLst>
                </p:cNvPr>
                <p:cNvCxnSpPr/>
                <p:nvPr/>
              </p:nvCxnSpPr>
              <p:spPr>
                <a:xfrm>
                  <a:off x="12729307" y="795526"/>
                  <a:ext cx="12188952" cy="0"/>
                </a:xfrm>
                <a:prstGeom prst="line">
                  <a:avLst/>
                </a:prstGeom>
                <a:ln w="635" cap="rnd">
                  <a:solidFill>
                    <a:srgbClr val="7030A0"/>
                  </a:solidFill>
                  <a:prstDash val="sysDash"/>
                  <a:round/>
                </a:ln>
              </p:spPr>
              <p:style>
                <a:lnRef idx="1">
                  <a:schemeClr val="accent1"/>
                </a:lnRef>
                <a:fillRef idx="0">
                  <a:schemeClr val="accent1"/>
                </a:fillRef>
                <a:effectRef idx="0">
                  <a:schemeClr val="accent1"/>
                </a:effectRef>
                <a:fontRef idx="minor">
                  <a:schemeClr val="tx1"/>
                </a:fontRef>
              </p:style>
            </p:cxnSp>
            <p:cxnSp>
              <p:nvCxnSpPr>
                <p:cNvPr id="163" name="Straight Connector 162">
                  <a:extLst>
                    <a:ext uri="{FF2B5EF4-FFF2-40B4-BE49-F238E27FC236}">
                      <a16:creationId xmlns:a16="http://schemas.microsoft.com/office/drawing/2014/main" id="{6A327B3E-8760-4FFF-A469-46B2A0860516}"/>
                    </a:ext>
                  </a:extLst>
                </p:cNvPr>
                <p:cNvCxnSpPr/>
                <p:nvPr/>
              </p:nvCxnSpPr>
              <p:spPr>
                <a:xfrm>
                  <a:off x="12729307" y="452626"/>
                  <a:ext cx="12188952" cy="0"/>
                </a:xfrm>
                <a:prstGeom prst="line">
                  <a:avLst/>
                </a:prstGeom>
                <a:ln w="635" cap="rnd">
                  <a:solidFill>
                    <a:srgbClr val="7030A0"/>
                  </a:solidFill>
                  <a:prstDash val="sysDash"/>
                  <a:round/>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C6ADB473-4EE6-4B1E-B7C2-67CAE56E03A9}"/>
                    </a:ext>
                  </a:extLst>
                </p:cNvPr>
                <p:cNvCxnSpPr/>
                <p:nvPr/>
              </p:nvCxnSpPr>
              <p:spPr>
                <a:xfrm>
                  <a:off x="12729307" y="109726"/>
                  <a:ext cx="12188952" cy="0"/>
                </a:xfrm>
                <a:prstGeom prst="line">
                  <a:avLst/>
                </a:prstGeom>
                <a:ln w="635" cap="rnd">
                  <a:solidFill>
                    <a:srgbClr val="7030A0"/>
                  </a:solidFill>
                  <a:prstDash val="sysDash"/>
                  <a:round/>
                </a:ln>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92F0954A-F3A0-4576-B595-FA959C3BAD68}"/>
                    </a:ext>
                  </a:extLst>
                </p:cNvPr>
                <p:cNvCxnSpPr/>
                <p:nvPr/>
              </p:nvCxnSpPr>
              <p:spPr>
                <a:xfrm>
                  <a:off x="12729307" y="3195826"/>
                  <a:ext cx="12188952" cy="0"/>
                </a:xfrm>
                <a:prstGeom prst="line">
                  <a:avLst/>
                </a:prstGeom>
                <a:ln w="635" cap="rnd">
                  <a:solidFill>
                    <a:srgbClr val="7030A0"/>
                  </a:solidFill>
                  <a:prstDash val="sysDash"/>
                  <a:round/>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9EC4752F-3459-430D-8BDD-FC5F260969CA}"/>
                    </a:ext>
                  </a:extLst>
                </p:cNvPr>
                <p:cNvCxnSpPr/>
                <p:nvPr/>
              </p:nvCxnSpPr>
              <p:spPr>
                <a:xfrm>
                  <a:off x="12729307" y="3538726"/>
                  <a:ext cx="12188952" cy="0"/>
                </a:xfrm>
                <a:prstGeom prst="line">
                  <a:avLst/>
                </a:prstGeom>
                <a:ln w="635" cap="rnd">
                  <a:solidFill>
                    <a:srgbClr val="7030A0"/>
                  </a:solidFill>
                  <a:prstDash val="sysDash"/>
                  <a:round/>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242E24B8-08CD-4806-85F6-4A0B4D1D7683}"/>
                    </a:ext>
                  </a:extLst>
                </p:cNvPr>
                <p:cNvCxnSpPr/>
                <p:nvPr/>
              </p:nvCxnSpPr>
              <p:spPr>
                <a:xfrm>
                  <a:off x="12729307" y="2852926"/>
                  <a:ext cx="12188952" cy="0"/>
                </a:xfrm>
                <a:prstGeom prst="line">
                  <a:avLst/>
                </a:prstGeom>
                <a:ln w="635" cap="rnd">
                  <a:solidFill>
                    <a:srgbClr val="7030A0"/>
                  </a:solidFill>
                  <a:prstDash val="sysDash"/>
                  <a:round/>
                </a:ln>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a16="http://schemas.microsoft.com/office/drawing/2014/main" id="{46A8F854-EB7B-4933-809E-3D8F3043E925}"/>
                    </a:ext>
                  </a:extLst>
                </p:cNvPr>
                <p:cNvCxnSpPr/>
                <p:nvPr/>
              </p:nvCxnSpPr>
              <p:spPr>
                <a:xfrm>
                  <a:off x="12729307" y="2510026"/>
                  <a:ext cx="12188952" cy="0"/>
                </a:xfrm>
                <a:prstGeom prst="line">
                  <a:avLst/>
                </a:prstGeom>
                <a:ln w="635" cap="rnd">
                  <a:solidFill>
                    <a:srgbClr val="7030A0"/>
                  </a:solidFill>
                  <a:prstDash val="sysDash"/>
                  <a:round/>
                </a:ln>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BF16C99F-A25D-4E73-9D50-0B204B71B4AF}"/>
                    </a:ext>
                  </a:extLst>
                </p:cNvPr>
                <p:cNvCxnSpPr/>
                <p:nvPr/>
              </p:nvCxnSpPr>
              <p:spPr>
                <a:xfrm>
                  <a:off x="12729307" y="2167126"/>
                  <a:ext cx="12188952" cy="0"/>
                </a:xfrm>
                <a:prstGeom prst="line">
                  <a:avLst/>
                </a:prstGeom>
                <a:ln w="635" cap="rnd">
                  <a:solidFill>
                    <a:srgbClr val="7030A0"/>
                  </a:solidFill>
                  <a:prstDash val="sysDash"/>
                  <a:round/>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FE38B1E8-7EE4-46C7-B4D9-4398A105E2C5}"/>
                    </a:ext>
                  </a:extLst>
                </p:cNvPr>
                <p:cNvCxnSpPr/>
                <p:nvPr/>
              </p:nvCxnSpPr>
              <p:spPr>
                <a:xfrm>
                  <a:off x="12729307" y="4910326"/>
                  <a:ext cx="12188952" cy="0"/>
                </a:xfrm>
                <a:prstGeom prst="line">
                  <a:avLst/>
                </a:prstGeom>
                <a:ln w="635" cap="rnd">
                  <a:solidFill>
                    <a:srgbClr val="7030A0"/>
                  </a:solidFill>
                  <a:prstDash val="sysDash"/>
                  <a:round/>
                </a:ln>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a16="http://schemas.microsoft.com/office/drawing/2014/main" id="{11BDD5E3-A867-49E6-9866-75701B1A46CB}"/>
                    </a:ext>
                  </a:extLst>
                </p:cNvPr>
                <p:cNvCxnSpPr/>
                <p:nvPr/>
              </p:nvCxnSpPr>
              <p:spPr>
                <a:xfrm>
                  <a:off x="12729307" y="5253226"/>
                  <a:ext cx="12188952" cy="0"/>
                </a:xfrm>
                <a:prstGeom prst="line">
                  <a:avLst/>
                </a:prstGeom>
                <a:ln w="635" cap="rnd">
                  <a:solidFill>
                    <a:srgbClr val="7030A0"/>
                  </a:solidFill>
                  <a:prstDash val="sysDash"/>
                  <a:round/>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D94647D9-E055-4AC7-AC3A-19318AAFC710}"/>
                    </a:ext>
                  </a:extLst>
                </p:cNvPr>
                <p:cNvCxnSpPr/>
                <p:nvPr/>
              </p:nvCxnSpPr>
              <p:spPr>
                <a:xfrm>
                  <a:off x="12729307" y="4567426"/>
                  <a:ext cx="12188952" cy="0"/>
                </a:xfrm>
                <a:prstGeom prst="line">
                  <a:avLst/>
                </a:prstGeom>
                <a:ln w="635" cap="rnd">
                  <a:solidFill>
                    <a:srgbClr val="7030A0"/>
                  </a:solidFill>
                  <a:prstDash val="sysDash"/>
                  <a:round/>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BC43585B-1B8F-44DA-A997-4F490DD90F0A}"/>
                    </a:ext>
                  </a:extLst>
                </p:cNvPr>
                <p:cNvCxnSpPr/>
                <p:nvPr/>
              </p:nvCxnSpPr>
              <p:spPr>
                <a:xfrm>
                  <a:off x="12729307" y="4224526"/>
                  <a:ext cx="12188952" cy="0"/>
                </a:xfrm>
                <a:prstGeom prst="line">
                  <a:avLst/>
                </a:prstGeom>
                <a:ln w="635" cap="rnd">
                  <a:solidFill>
                    <a:srgbClr val="7030A0"/>
                  </a:solidFill>
                  <a:prstDash val="sysDash"/>
                  <a:round/>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2EC53FC3-17DF-481D-BAC8-65010695CD0A}"/>
                    </a:ext>
                  </a:extLst>
                </p:cNvPr>
                <p:cNvCxnSpPr/>
                <p:nvPr/>
              </p:nvCxnSpPr>
              <p:spPr>
                <a:xfrm>
                  <a:off x="12729307" y="3881626"/>
                  <a:ext cx="12188952" cy="0"/>
                </a:xfrm>
                <a:prstGeom prst="line">
                  <a:avLst/>
                </a:prstGeom>
                <a:ln w="635" cap="rnd">
                  <a:solidFill>
                    <a:srgbClr val="7030A0"/>
                  </a:solidFill>
                  <a:prstDash val="sysDash"/>
                  <a:round/>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7F8F46F7-E927-429F-A9BD-B94349934EFE}"/>
                    </a:ext>
                  </a:extLst>
                </p:cNvPr>
                <p:cNvCxnSpPr/>
                <p:nvPr/>
              </p:nvCxnSpPr>
              <p:spPr>
                <a:xfrm>
                  <a:off x="12729307" y="6624826"/>
                  <a:ext cx="12188952" cy="0"/>
                </a:xfrm>
                <a:prstGeom prst="line">
                  <a:avLst/>
                </a:prstGeom>
                <a:ln w="635" cap="rnd">
                  <a:solidFill>
                    <a:srgbClr val="7030A0"/>
                  </a:solidFill>
                  <a:prstDash val="sysDash"/>
                  <a:round/>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9E466C4E-ECC5-4E0A-B3FE-B8F0037BF7F7}"/>
                    </a:ext>
                  </a:extLst>
                </p:cNvPr>
                <p:cNvCxnSpPr/>
                <p:nvPr/>
              </p:nvCxnSpPr>
              <p:spPr>
                <a:xfrm>
                  <a:off x="12729307" y="6281926"/>
                  <a:ext cx="12188952" cy="0"/>
                </a:xfrm>
                <a:prstGeom prst="line">
                  <a:avLst/>
                </a:prstGeom>
                <a:ln w="635" cap="rnd">
                  <a:solidFill>
                    <a:srgbClr val="7030A0"/>
                  </a:solidFill>
                  <a:prstDash val="sysDash"/>
                  <a:round/>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EEA227B7-0F05-4774-BAF1-6F09550544BC}"/>
                    </a:ext>
                  </a:extLst>
                </p:cNvPr>
                <p:cNvCxnSpPr/>
                <p:nvPr/>
              </p:nvCxnSpPr>
              <p:spPr>
                <a:xfrm>
                  <a:off x="12729307" y="5939026"/>
                  <a:ext cx="12188952" cy="0"/>
                </a:xfrm>
                <a:prstGeom prst="line">
                  <a:avLst/>
                </a:prstGeom>
                <a:ln w="635" cap="rnd">
                  <a:solidFill>
                    <a:srgbClr val="7030A0"/>
                  </a:solidFill>
                  <a:prstDash val="sysDash"/>
                  <a:round/>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F49B1601-86DA-4AD9-AE50-1FE55D4E64DF}"/>
                    </a:ext>
                  </a:extLst>
                </p:cNvPr>
                <p:cNvCxnSpPr/>
                <p:nvPr/>
              </p:nvCxnSpPr>
              <p:spPr>
                <a:xfrm>
                  <a:off x="12729307" y="5596126"/>
                  <a:ext cx="12188952" cy="0"/>
                </a:xfrm>
                <a:prstGeom prst="line">
                  <a:avLst/>
                </a:prstGeom>
                <a:ln w="635" cap="rnd">
                  <a:solidFill>
                    <a:srgbClr val="7030A0"/>
                  </a:solidFill>
                  <a:prstDash val="sysDash"/>
                  <a:round/>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FFAF244A-5977-43DF-84E3-14A8682AA543}"/>
                    </a:ext>
                  </a:extLst>
                </p:cNvPr>
                <p:cNvCxnSpPr/>
                <p:nvPr/>
              </p:nvCxnSpPr>
              <p:spPr>
                <a:xfrm>
                  <a:off x="12729307" y="1595626"/>
                  <a:ext cx="12188952" cy="0"/>
                </a:xfrm>
                <a:prstGeom prst="line">
                  <a:avLst/>
                </a:prstGeom>
                <a:ln w="635" cap="rnd">
                  <a:solidFill>
                    <a:srgbClr val="7030A0"/>
                  </a:solidFill>
                  <a:prstDash val="sysDash"/>
                  <a:round/>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F76A2E5E-C0F3-45CB-A0D1-5AB9F8588F10}"/>
                    </a:ext>
                  </a:extLst>
                </p:cNvPr>
                <p:cNvCxnSpPr/>
                <p:nvPr/>
              </p:nvCxnSpPr>
              <p:spPr>
                <a:xfrm>
                  <a:off x="12729307" y="1938526"/>
                  <a:ext cx="12188952" cy="0"/>
                </a:xfrm>
                <a:prstGeom prst="line">
                  <a:avLst/>
                </a:prstGeom>
                <a:ln w="635" cap="rnd">
                  <a:solidFill>
                    <a:srgbClr val="7030A0"/>
                  </a:solidFill>
                  <a:prstDash val="sysDash"/>
                  <a:round/>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4C98BDAB-6122-4122-A0D4-0822BF1FD86A}"/>
                    </a:ext>
                  </a:extLst>
                </p:cNvPr>
                <p:cNvCxnSpPr/>
                <p:nvPr/>
              </p:nvCxnSpPr>
              <p:spPr>
                <a:xfrm>
                  <a:off x="12729307" y="1252726"/>
                  <a:ext cx="12188952" cy="0"/>
                </a:xfrm>
                <a:prstGeom prst="line">
                  <a:avLst/>
                </a:prstGeom>
                <a:ln w="635" cap="rnd">
                  <a:solidFill>
                    <a:srgbClr val="7030A0"/>
                  </a:solidFill>
                  <a:prstDash val="sysDash"/>
                  <a:round/>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3A4368BA-0D25-4874-AA39-484A7A34D18B}"/>
                    </a:ext>
                  </a:extLst>
                </p:cNvPr>
                <p:cNvCxnSpPr/>
                <p:nvPr/>
              </p:nvCxnSpPr>
              <p:spPr>
                <a:xfrm>
                  <a:off x="12729307" y="909826"/>
                  <a:ext cx="12188952" cy="0"/>
                </a:xfrm>
                <a:prstGeom prst="line">
                  <a:avLst/>
                </a:prstGeom>
                <a:ln w="635" cap="rnd">
                  <a:solidFill>
                    <a:srgbClr val="7030A0"/>
                  </a:solidFill>
                  <a:prstDash val="sysDash"/>
                  <a:round/>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096D8B5A-82E8-47B2-8BB7-9DFE8985C632}"/>
                    </a:ext>
                  </a:extLst>
                </p:cNvPr>
                <p:cNvCxnSpPr/>
                <p:nvPr/>
              </p:nvCxnSpPr>
              <p:spPr>
                <a:xfrm>
                  <a:off x="12729307" y="566926"/>
                  <a:ext cx="12188952" cy="0"/>
                </a:xfrm>
                <a:prstGeom prst="line">
                  <a:avLst/>
                </a:prstGeom>
                <a:ln w="635" cap="rnd">
                  <a:solidFill>
                    <a:srgbClr val="7030A0"/>
                  </a:solidFill>
                  <a:prstDash val="sysDash"/>
                  <a:round/>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F8DF6A9E-B12D-4EE9-A986-997C8DEB54F4}"/>
                    </a:ext>
                  </a:extLst>
                </p:cNvPr>
                <p:cNvCxnSpPr/>
                <p:nvPr/>
              </p:nvCxnSpPr>
              <p:spPr>
                <a:xfrm>
                  <a:off x="12729307" y="224026"/>
                  <a:ext cx="12188952" cy="0"/>
                </a:xfrm>
                <a:prstGeom prst="line">
                  <a:avLst/>
                </a:prstGeom>
                <a:ln w="635" cap="rnd">
                  <a:solidFill>
                    <a:srgbClr val="7030A0"/>
                  </a:solidFill>
                  <a:prstDash val="sysDash"/>
                  <a:round/>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B56F3745-B8BA-47C7-AD37-278916B3144C}"/>
                    </a:ext>
                  </a:extLst>
                </p:cNvPr>
                <p:cNvCxnSpPr/>
                <p:nvPr/>
              </p:nvCxnSpPr>
              <p:spPr>
                <a:xfrm>
                  <a:off x="12729307" y="3310126"/>
                  <a:ext cx="12188952" cy="0"/>
                </a:xfrm>
                <a:prstGeom prst="line">
                  <a:avLst/>
                </a:prstGeom>
                <a:ln w="635" cap="rnd">
                  <a:solidFill>
                    <a:srgbClr val="7030A0"/>
                  </a:solidFill>
                  <a:prstDash val="sysDash"/>
                  <a:round/>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88A28B09-7738-4F6A-96E6-747B8D4E1584}"/>
                    </a:ext>
                  </a:extLst>
                </p:cNvPr>
                <p:cNvCxnSpPr/>
                <p:nvPr/>
              </p:nvCxnSpPr>
              <p:spPr>
                <a:xfrm>
                  <a:off x="12729307" y="3653026"/>
                  <a:ext cx="12188952" cy="0"/>
                </a:xfrm>
                <a:prstGeom prst="line">
                  <a:avLst/>
                </a:prstGeom>
                <a:ln w="635" cap="rnd">
                  <a:solidFill>
                    <a:srgbClr val="7030A0"/>
                  </a:solidFill>
                  <a:prstDash val="sysDash"/>
                  <a:round/>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4E6F89F8-92ED-4F8F-B249-2B20D5F60874}"/>
                    </a:ext>
                  </a:extLst>
                </p:cNvPr>
                <p:cNvCxnSpPr/>
                <p:nvPr/>
              </p:nvCxnSpPr>
              <p:spPr>
                <a:xfrm>
                  <a:off x="12729307" y="2967226"/>
                  <a:ext cx="12188952" cy="0"/>
                </a:xfrm>
                <a:prstGeom prst="line">
                  <a:avLst/>
                </a:prstGeom>
                <a:ln w="635" cap="rnd">
                  <a:solidFill>
                    <a:srgbClr val="7030A0"/>
                  </a:solidFill>
                  <a:prstDash val="sysDash"/>
                  <a:round/>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6706A8F6-366E-40DB-9495-4984C0A319E5}"/>
                    </a:ext>
                  </a:extLst>
                </p:cNvPr>
                <p:cNvCxnSpPr/>
                <p:nvPr/>
              </p:nvCxnSpPr>
              <p:spPr>
                <a:xfrm>
                  <a:off x="12729307" y="2624326"/>
                  <a:ext cx="12188952" cy="0"/>
                </a:xfrm>
                <a:prstGeom prst="line">
                  <a:avLst/>
                </a:prstGeom>
                <a:ln w="635" cap="rnd">
                  <a:solidFill>
                    <a:srgbClr val="7030A0"/>
                  </a:solidFill>
                  <a:prstDash val="sysDash"/>
                  <a:round/>
                </a:ln>
              </p:spPr>
              <p:style>
                <a:lnRef idx="1">
                  <a:schemeClr val="accent1"/>
                </a:lnRef>
                <a:fillRef idx="0">
                  <a:schemeClr val="accent1"/>
                </a:fillRef>
                <a:effectRef idx="0">
                  <a:schemeClr val="accent1"/>
                </a:effectRef>
                <a:fontRef idx="minor">
                  <a:schemeClr val="tx1"/>
                </a:fontRef>
              </p:style>
            </p:cxnSp>
            <p:cxnSp>
              <p:nvCxnSpPr>
                <p:cNvPr id="189" name="Straight Connector 188">
                  <a:extLst>
                    <a:ext uri="{FF2B5EF4-FFF2-40B4-BE49-F238E27FC236}">
                      <a16:creationId xmlns:a16="http://schemas.microsoft.com/office/drawing/2014/main" id="{F85F60CA-9BA0-406F-8F13-4451FBD1D93A}"/>
                    </a:ext>
                  </a:extLst>
                </p:cNvPr>
                <p:cNvCxnSpPr/>
                <p:nvPr/>
              </p:nvCxnSpPr>
              <p:spPr>
                <a:xfrm>
                  <a:off x="12729307" y="2281426"/>
                  <a:ext cx="12188952" cy="0"/>
                </a:xfrm>
                <a:prstGeom prst="line">
                  <a:avLst/>
                </a:prstGeom>
                <a:ln w="635" cap="rnd">
                  <a:solidFill>
                    <a:srgbClr val="7030A0"/>
                  </a:solidFill>
                  <a:prstDash val="sysDash"/>
                  <a:round/>
                </a:ln>
              </p:spPr>
              <p:style>
                <a:lnRef idx="1">
                  <a:schemeClr val="accent1"/>
                </a:lnRef>
                <a:fillRef idx="0">
                  <a:schemeClr val="accent1"/>
                </a:fillRef>
                <a:effectRef idx="0">
                  <a:schemeClr val="accent1"/>
                </a:effectRef>
                <a:fontRef idx="minor">
                  <a:schemeClr val="tx1"/>
                </a:fontRef>
              </p:style>
            </p:cxnSp>
            <p:cxnSp>
              <p:nvCxnSpPr>
                <p:cNvPr id="190" name="Straight Connector 189">
                  <a:extLst>
                    <a:ext uri="{FF2B5EF4-FFF2-40B4-BE49-F238E27FC236}">
                      <a16:creationId xmlns:a16="http://schemas.microsoft.com/office/drawing/2014/main" id="{5DE3EADA-20EB-49B7-BA2C-86998A44F5BE}"/>
                    </a:ext>
                  </a:extLst>
                </p:cNvPr>
                <p:cNvCxnSpPr/>
                <p:nvPr/>
              </p:nvCxnSpPr>
              <p:spPr>
                <a:xfrm>
                  <a:off x="12729307" y="5024626"/>
                  <a:ext cx="12188952" cy="0"/>
                </a:xfrm>
                <a:prstGeom prst="line">
                  <a:avLst/>
                </a:prstGeom>
                <a:ln w="635" cap="rnd">
                  <a:solidFill>
                    <a:srgbClr val="7030A0"/>
                  </a:solidFill>
                  <a:prstDash val="sysDash"/>
                  <a:round/>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5D5B7181-8D12-4A10-A501-B440C1BD46BE}"/>
                    </a:ext>
                  </a:extLst>
                </p:cNvPr>
                <p:cNvCxnSpPr/>
                <p:nvPr/>
              </p:nvCxnSpPr>
              <p:spPr>
                <a:xfrm>
                  <a:off x="12729307" y="5367526"/>
                  <a:ext cx="12188952" cy="0"/>
                </a:xfrm>
                <a:prstGeom prst="line">
                  <a:avLst/>
                </a:prstGeom>
                <a:ln w="635" cap="rnd">
                  <a:solidFill>
                    <a:srgbClr val="7030A0"/>
                  </a:solidFill>
                  <a:prstDash val="sysDash"/>
                  <a:round/>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F910BF29-39A9-4E2D-8F64-EF9D15E6DF44}"/>
                    </a:ext>
                  </a:extLst>
                </p:cNvPr>
                <p:cNvCxnSpPr/>
                <p:nvPr/>
              </p:nvCxnSpPr>
              <p:spPr>
                <a:xfrm>
                  <a:off x="12729307" y="4681726"/>
                  <a:ext cx="12188952" cy="0"/>
                </a:xfrm>
                <a:prstGeom prst="line">
                  <a:avLst/>
                </a:prstGeom>
                <a:ln w="635" cap="rnd">
                  <a:solidFill>
                    <a:srgbClr val="7030A0"/>
                  </a:solidFill>
                  <a:prstDash val="sysDash"/>
                  <a:round/>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19212EC3-D6C5-46C2-B0D9-F8EE2DD84855}"/>
                    </a:ext>
                  </a:extLst>
                </p:cNvPr>
                <p:cNvCxnSpPr/>
                <p:nvPr/>
              </p:nvCxnSpPr>
              <p:spPr>
                <a:xfrm>
                  <a:off x="12729307" y="4338826"/>
                  <a:ext cx="12188952" cy="0"/>
                </a:xfrm>
                <a:prstGeom prst="line">
                  <a:avLst/>
                </a:prstGeom>
                <a:ln w="635" cap="rnd">
                  <a:solidFill>
                    <a:srgbClr val="7030A0"/>
                  </a:solidFill>
                  <a:prstDash val="sysDash"/>
                  <a:round/>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2B9534F2-096F-45DD-A036-7BE343DCB1EA}"/>
                    </a:ext>
                  </a:extLst>
                </p:cNvPr>
                <p:cNvCxnSpPr/>
                <p:nvPr/>
              </p:nvCxnSpPr>
              <p:spPr>
                <a:xfrm>
                  <a:off x="12729307" y="3995926"/>
                  <a:ext cx="12188952" cy="0"/>
                </a:xfrm>
                <a:prstGeom prst="line">
                  <a:avLst/>
                </a:prstGeom>
                <a:ln w="635" cap="rnd">
                  <a:solidFill>
                    <a:srgbClr val="7030A0"/>
                  </a:solidFill>
                  <a:prstDash val="sysDash"/>
                  <a:round/>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03B758F9-7EBC-4E84-9E6F-95FD6D707C7B}"/>
                    </a:ext>
                  </a:extLst>
                </p:cNvPr>
                <p:cNvCxnSpPr/>
                <p:nvPr/>
              </p:nvCxnSpPr>
              <p:spPr>
                <a:xfrm>
                  <a:off x="12729307" y="6739126"/>
                  <a:ext cx="12188952" cy="0"/>
                </a:xfrm>
                <a:prstGeom prst="line">
                  <a:avLst/>
                </a:prstGeom>
                <a:ln w="635" cap="rnd">
                  <a:solidFill>
                    <a:srgbClr val="7030A0"/>
                  </a:solidFill>
                  <a:prstDash val="sysDash"/>
                  <a:round/>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96B1C8E1-4BB7-4778-8C1E-D5609009ECED}"/>
                    </a:ext>
                  </a:extLst>
                </p:cNvPr>
                <p:cNvCxnSpPr/>
                <p:nvPr/>
              </p:nvCxnSpPr>
              <p:spPr>
                <a:xfrm>
                  <a:off x="12729307" y="6396226"/>
                  <a:ext cx="12188952" cy="0"/>
                </a:xfrm>
                <a:prstGeom prst="line">
                  <a:avLst/>
                </a:prstGeom>
                <a:ln w="635" cap="rnd">
                  <a:solidFill>
                    <a:srgbClr val="7030A0"/>
                  </a:solidFill>
                  <a:prstDash val="sysDash"/>
                  <a:round/>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7F33D472-3AA7-4781-A70E-DC3C2789BC86}"/>
                    </a:ext>
                  </a:extLst>
                </p:cNvPr>
                <p:cNvCxnSpPr/>
                <p:nvPr/>
              </p:nvCxnSpPr>
              <p:spPr>
                <a:xfrm>
                  <a:off x="12729307" y="6053326"/>
                  <a:ext cx="12188952" cy="0"/>
                </a:xfrm>
                <a:prstGeom prst="line">
                  <a:avLst/>
                </a:prstGeom>
                <a:ln w="635" cap="rnd">
                  <a:solidFill>
                    <a:srgbClr val="7030A0"/>
                  </a:solidFill>
                  <a:prstDash val="sysDash"/>
                  <a:round/>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235A74FB-49D3-4788-92A1-58191F4CCC26}"/>
                    </a:ext>
                  </a:extLst>
                </p:cNvPr>
                <p:cNvCxnSpPr/>
                <p:nvPr/>
              </p:nvCxnSpPr>
              <p:spPr>
                <a:xfrm>
                  <a:off x="12729307" y="5710426"/>
                  <a:ext cx="12188952" cy="0"/>
                </a:xfrm>
                <a:prstGeom prst="line">
                  <a:avLst/>
                </a:prstGeom>
                <a:ln w="635" cap="rnd">
                  <a:solidFill>
                    <a:srgbClr val="7030A0"/>
                  </a:solidFill>
                  <a:prstDash val="sysDash"/>
                  <a:round/>
                </a:ln>
              </p:spPr>
              <p:style>
                <a:lnRef idx="1">
                  <a:schemeClr val="accent1"/>
                </a:lnRef>
                <a:fillRef idx="0">
                  <a:schemeClr val="accent1"/>
                </a:fillRef>
                <a:effectRef idx="0">
                  <a:schemeClr val="accent1"/>
                </a:effectRef>
                <a:fontRef idx="minor">
                  <a:schemeClr val="tx1"/>
                </a:fontRef>
              </p:style>
            </p:cxnSp>
          </p:grpSp>
        </p:grpSp>
        <p:grpSp>
          <p:nvGrpSpPr>
            <p:cNvPr id="131" name="Group 130">
              <a:extLst>
                <a:ext uri="{FF2B5EF4-FFF2-40B4-BE49-F238E27FC236}">
                  <a16:creationId xmlns:a16="http://schemas.microsoft.com/office/drawing/2014/main" id="{2AD9D8A3-EDCC-448A-AF94-B35EA6F1920E}"/>
                </a:ext>
              </a:extLst>
            </p:cNvPr>
            <p:cNvGrpSpPr/>
            <p:nvPr/>
          </p:nvGrpSpPr>
          <p:grpSpPr>
            <a:xfrm>
              <a:off x="608885" y="458152"/>
              <a:ext cx="10971928" cy="5713421"/>
              <a:chOff x="608885" y="452764"/>
              <a:chExt cx="10971928" cy="5718810"/>
            </a:xfrm>
          </p:grpSpPr>
          <p:sp>
            <p:nvSpPr>
              <p:cNvPr id="145" name="Rectangle 144">
                <a:extLst>
                  <a:ext uri="{FF2B5EF4-FFF2-40B4-BE49-F238E27FC236}">
                    <a16:creationId xmlns:a16="http://schemas.microsoft.com/office/drawing/2014/main" id="{DE113B39-E7C0-4F56-897F-6F2795FD5B9D}"/>
                  </a:ext>
                </a:extLst>
              </p:cNvPr>
              <p:cNvSpPr/>
              <p:nvPr/>
            </p:nvSpPr>
            <p:spPr>
              <a:xfrm>
                <a:off x="608885" y="452764"/>
                <a:ext cx="725794" cy="5718810"/>
              </a:xfrm>
              <a:prstGeom prst="rect">
                <a:avLst/>
              </a:prstGeom>
              <a:solidFill>
                <a:srgbClr val="FF00FF">
                  <a:alpha val="10000"/>
                </a:srgbClr>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20" tIns="45660" rIns="91320" bIns="45660"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Metropolis"/>
                  <a:ea typeface="+mn-ea"/>
                  <a:cs typeface="+mn-cs"/>
                  <a:sym typeface="Arial"/>
                </a:endParaRPr>
              </a:p>
            </p:txBody>
          </p:sp>
          <p:sp>
            <p:nvSpPr>
              <p:cNvPr id="146" name="Rectangle 145">
                <a:extLst>
                  <a:ext uri="{FF2B5EF4-FFF2-40B4-BE49-F238E27FC236}">
                    <a16:creationId xmlns:a16="http://schemas.microsoft.com/office/drawing/2014/main" id="{16BA5AC7-60A5-43B1-A8A7-1BE851A6086F}"/>
                  </a:ext>
                </a:extLst>
              </p:cNvPr>
              <p:cNvSpPr/>
              <p:nvPr/>
            </p:nvSpPr>
            <p:spPr>
              <a:xfrm>
                <a:off x="1540352" y="452764"/>
                <a:ext cx="725794" cy="5718810"/>
              </a:xfrm>
              <a:prstGeom prst="rect">
                <a:avLst/>
              </a:prstGeom>
              <a:solidFill>
                <a:srgbClr val="FF00FF">
                  <a:alpha val="10000"/>
                </a:srgbClr>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20" tIns="45660" rIns="91320" bIns="45660"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Metropolis"/>
                  <a:ea typeface="+mn-ea"/>
                  <a:cs typeface="+mn-cs"/>
                  <a:sym typeface="Arial"/>
                </a:endParaRPr>
              </a:p>
            </p:txBody>
          </p:sp>
          <p:sp>
            <p:nvSpPr>
              <p:cNvPr id="147" name="Rectangle 146">
                <a:extLst>
                  <a:ext uri="{FF2B5EF4-FFF2-40B4-BE49-F238E27FC236}">
                    <a16:creationId xmlns:a16="http://schemas.microsoft.com/office/drawing/2014/main" id="{E40FDC77-EE4E-4016-858E-6A7A44F7314D}"/>
                  </a:ext>
                </a:extLst>
              </p:cNvPr>
              <p:cNvSpPr/>
              <p:nvPr/>
            </p:nvSpPr>
            <p:spPr>
              <a:xfrm>
                <a:off x="2471819" y="452764"/>
                <a:ext cx="725794" cy="5718810"/>
              </a:xfrm>
              <a:prstGeom prst="rect">
                <a:avLst/>
              </a:prstGeom>
              <a:solidFill>
                <a:srgbClr val="FF00FF">
                  <a:alpha val="10000"/>
                </a:srgbClr>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20" tIns="45660" rIns="91320" bIns="45660"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Metropolis"/>
                  <a:ea typeface="+mn-ea"/>
                  <a:cs typeface="+mn-cs"/>
                  <a:sym typeface="Arial"/>
                </a:endParaRPr>
              </a:p>
            </p:txBody>
          </p:sp>
          <p:sp>
            <p:nvSpPr>
              <p:cNvPr id="148" name="Rectangle 147">
                <a:extLst>
                  <a:ext uri="{FF2B5EF4-FFF2-40B4-BE49-F238E27FC236}">
                    <a16:creationId xmlns:a16="http://schemas.microsoft.com/office/drawing/2014/main" id="{042D261E-25CC-43FF-AC52-880A3FAAF8B0}"/>
                  </a:ext>
                </a:extLst>
              </p:cNvPr>
              <p:cNvSpPr/>
              <p:nvPr/>
            </p:nvSpPr>
            <p:spPr>
              <a:xfrm>
                <a:off x="3403286" y="452764"/>
                <a:ext cx="725794" cy="5718810"/>
              </a:xfrm>
              <a:prstGeom prst="rect">
                <a:avLst/>
              </a:prstGeom>
              <a:solidFill>
                <a:srgbClr val="FF00FF">
                  <a:alpha val="10000"/>
                </a:srgbClr>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20" tIns="45660" rIns="91320" bIns="45660"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Metropolis"/>
                  <a:ea typeface="+mn-ea"/>
                  <a:cs typeface="+mn-cs"/>
                  <a:sym typeface="Arial"/>
                </a:endParaRPr>
              </a:p>
            </p:txBody>
          </p:sp>
          <p:sp>
            <p:nvSpPr>
              <p:cNvPr id="149" name="Rectangle 148">
                <a:extLst>
                  <a:ext uri="{FF2B5EF4-FFF2-40B4-BE49-F238E27FC236}">
                    <a16:creationId xmlns:a16="http://schemas.microsoft.com/office/drawing/2014/main" id="{B9801C74-5F06-4CAD-9A85-515D156CA46A}"/>
                  </a:ext>
                </a:extLst>
              </p:cNvPr>
              <p:cNvSpPr/>
              <p:nvPr/>
            </p:nvSpPr>
            <p:spPr>
              <a:xfrm>
                <a:off x="4334753" y="452764"/>
                <a:ext cx="725794" cy="5718810"/>
              </a:xfrm>
              <a:prstGeom prst="rect">
                <a:avLst/>
              </a:prstGeom>
              <a:solidFill>
                <a:srgbClr val="FF00FF">
                  <a:alpha val="10000"/>
                </a:srgbClr>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20" tIns="45660" rIns="91320" bIns="45660"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Metropolis"/>
                  <a:ea typeface="+mn-ea"/>
                  <a:cs typeface="+mn-cs"/>
                  <a:sym typeface="Arial"/>
                </a:endParaRPr>
              </a:p>
            </p:txBody>
          </p:sp>
          <p:sp>
            <p:nvSpPr>
              <p:cNvPr id="150" name="Rectangle 149">
                <a:extLst>
                  <a:ext uri="{FF2B5EF4-FFF2-40B4-BE49-F238E27FC236}">
                    <a16:creationId xmlns:a16="http://schemas.microsoft.com/office/drawing/2014/main" id="{098AD949-57A7-480A-8A0D-C2573C6A326D}"/>
                  </a:ext>
                </a:extLst>
              </p:cNvPr>
              <p:cNvSpPr/>
              <p:nvPr/>
            </p:nvSpPr>
            <p:spPr>
              <a:xfrm>
                <a:off x="5266220" y="452764"/>
                <a:ext cx="725794" cy="5718810"/>
              </a:xfrm>
              <a:prstGeom prst="rect">
                <a:avLst/>
              </a:prstGeom>
              <a:solidFill>
                <a:srgbClr val="FF00FF">
                  <a:alpha val="10000"/>
                </a:srgbClr>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20" tIns="45660" rIns="91320" bIns="45660"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Metropolis"/>
                  <a:ea typeface="+mn-ea"/>
                  <a:cs typeface="+mn-cs"/>
                  <a:sym typeface="Arial"/>
                </a:endParaRPr>
              </a:p>
            </p:txBody>
          </p:sp>
          <p:sp>
            <p:nvSpPr>
              <p:cNvPr id="151" name="Rectangle 150">
                <a:extLst>
                  <a:ext uri="{FF2B5EF4-FFF2-40B4-BE49-F238E27FC236}">
                    <a16:creationId xmlns:a16="http://schemas.microsoft.com/office/drawing/2014/main" id="{AE69C3FE-2A6C-49D4-8FAD-1309E1AF104B}"/>
                  </a:ext>
                </a:extLst>
              </p:cNvPr>
              <p:cNvSpPr/>
              <p:nvPr/>
            </p:nvSpPr>
            <p:spPr>
              <a:xfrm>
                <a:off x="6197687" y="452764"/>
                <a:ext cx="725794" cy="5718810"/>
              </a:xfrm>
              <a:prstGeom prst="rect">
                <a:avLst/>
              </a:prstGeom>
              <a:solidFill>
                <a:srgbClr val="FF00FF">
                  <a:alpha val="10000"/>
                </a:srgbClr>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20" tIns="45660" rIns="91320" bIns="45660"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Metropolis"/>
                  <a:ea typeface="+mn-ea"/>
                  <a:cs typeface="+mn-cs"/>
                  <a:sym typeface="Arial"/>
                </a:endParaRPr>
              </a:p>
            </p:txBody>
          </p:sp>
          <p:sp>
            <p:nvSpPr>
              <p:cNvPr id="152" name="Rectangle 151">
                <a:extLst>
                  <a:ext uri="{FF2B5EF4-FFF2-40B4-BE49-F238E27FC236}">
                    <a16:creationId xmlns:a16="http://schemas.microsoft.com/office/drawing/2014/main" id="{70F8D7D1-4A08-4623-92C9-145358F60A8A}"/>
                  </a:ext>
                </a:extLst>
              </p:cNvPr>
              <p:cNvSpPr/>
              <p:nvPr/>
            </p:nvSpPr>
            <p:spPr>
              <a:xfrm>
                <a:off x="7129154" y="452764"/>
                <a:ext cx="725794" cy="5718810"/>
              </a:xfrm>
              <a:prstGeom prst="rect">
                <a:avLst/>
              </a:prstGeom>
              <a:solidFill>
                <a:srgbClr val="FF00FF">
                  <a:alpha val="10000"/>
                </a:srgbClr>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20" tIns="45660" rIns="91320" bIns="45660"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Metropolis"/>
                  <a:ea typeface="+mn-ea"/>
                  <a:cs typeface="+mn-cs"/>
                  <a:sym typeface="Arial"/>
                </a:endParaRPr>
              </a:p>
            </p:txBody>
          </p:sp>
          <p:sp>
            <p:nvSpPr>
              <p:cNvPr id="153" name="Rectangle 152">
                <a:extLst>
                  <a:ext uri="{FF2B5EF4-FFF2-40B4-BE49-F238E27FC236}">
                    <a16:creationId xmlns:a16="http://schemas.microsoft.com/office/drawing/2014/main" id="{04553C3D-1FA9-4E9E-98FC-9A3F31D59DDB}"/>
                  </a:ext>
                </a:extLst>
              </p:cNvPr>
              <p:cNvSpPr/>
              <p:nvPr/>
            </p:nvSpPr>
            <p:spPr>
              <a:xfrm>
                <a:off x="8060621" y="452764"/>
                <a:ext cx="725794" cy="5718810"/>
              </a:xfrm>
              <a:prstGeom prst="rect">
                <a:avLst/>
              </a:prstGeom>
              <a:solidFill>
                <a:srgbClr val="FF00FF">
                  <a:alpha val="10000"/>
                </a:srgbClr>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20" tIns="45660" rIns="91320" bIns="45660"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Metropolis"/>
                  <a:ea typeface="+mn-ea"/>
                  <a:cs typeface="+mn-cs"/>
                  <a:sym typeface="Arial"/>
                </a:endParaRPr>
              </a:p>
            </p:txBody>
          </p:sp>
          <p:sp>
            <p:nvSpPr>
              <p:cNvPr id="154" name="Rectangle 153">
                <a:extLst>
                  <a:ext uri="{FF2B5EF4-FFF2-40B4-BE49-F238E27FC236}">
                    <a16:creationId xmlns:a16="http://schemas.microsoft.com/office/drawing/2014/main" id="{91DBB00E-22E5-4E13-9145-DDE7ADF6AE09}"/>
                  </a:ext>
                </a:extLst>
              </p:cNvPr>
              <p:cNvSpPr/>
              <p:nvPr/>
            </p:nvSpPr>
            <p:spPr>
              <a:xfrm>
                <a:off x="8992088" y="452764"/>
                <a:ext cx="725794" cy="5718810"/>
              </a:xfrm>
              <a:prstGeom prst="rect">
                <a:avLst/>
              </a:prstGeom>
              <a:solidFill>
                <a:srgbClr val="FF00FF">
                  <a:alpha val="10000"/>
                </a:srgbClr>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20" tIns="45660" rIns="91320" bIns="45660"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Metropolis"/>
                  <a:ea typeface="+mn-ea"/>
                  <a:cs typeface="+mn-cs"/>
                  <a:sym typeface="Arial"/>
                </a:endParaRPr>
              </a:p>
            </p:txBody>
          </p:sp>
          <p:sp>
            <p:nvSpPr>
              <p:cNvPr id="155" name="Rectangle 154">
                <a:extLst>
                  <a:ext uri="{FF2B5EF4-FFF2-40B4-BE49-F238E27FC236}">
                    <a16:creationId xmlns:a16="http://schemas.microsoft.com/office/drawing/2014/main" id="{E4E3438C-74B1-4842-B105-7B8E0023D9B0}"/>
                  </a:ext>
                </a:extLst>
              </p:cNvPr>
              <p:cNvSpPr/>
              <p:nvPr/>
            </p:nvSpPr>
            <p:spPr>
              <a:xfrm>
                <a:off x="9923555" y="452764"/>
                <a:ext cx="725794" cy="5718810"/>
              </a:xfrm>
              <a:prstGeom prst="rect">
                <a:avLst/>
              </a:prstGeom>
              <a:solidFill>
                <a:srgbClr val="FF00FF">
                  <a:alpha val="10000"/>
                </a:srgbClr>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20" tIns="45660" rIns="91320" bIns="45660"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Metropolis"/>
                  <a:ea typeface="+mn-ea"/>
                  <a:cs typeface="+mn-cs"/>
                  <a:sym typeface="Arial"/>
                </a:endParaRPr>
              </a:p>
            </p:txBody>
          </p:sp>
          <p:sp>
            <p:nvSpPr>
              <p:cNvPr id="156" name="Rectangle 155">
                <a:extLst>
                  <a:ext uri="{FF2B5EF4-FFF2-40B4-BE49-F238E27FC236}">
                    <a16:creationId xmlns:a16="http://schemas.microsoft.com/office/drawing/2014/main" id="{7EC63255-1DBB-480C-ADA5-6C997D251E53}"/>
                  </a:ext>
                </a:extLst>
              </p:cNvPr>
              <p:cNvSpPr/>
              <p:nvPr/>
            </p:nvSpPr>
            <p:spPr>
              <a:xfrm>
                <a:off x="10855019" y="452764"/>
                <a:ext cx="725794" cy="5718810"/>
              </a:xfrm>
              <a:prstGeom prst="rect">
                <a:avLst/>
              </a:prstGeom>
              <a:solidFill>
                <a:srgbClr val="FF00FF">
                  <a:alpha val="10000"/>
                </a:srgbClr>
              </a:solidFill>
              <a:ln w="254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20" tIns="45660" rIns="91320" bIns="45660" numCol="1" spcCol="0" rtlCol="0" fromWordArt="0" anchor="ctr" anchorCtr="0" forceAA="0" compatLnSpc="1">
                <a:prstTxWarp prst="textNoShape">
                  <a:avLst/>
                </a:prstTxWarp>
                <a:noAutofit/>
              </a:bodyPr>
              <a:lstStyle/>
              <a:p>
                <a:pPr marL="0" marR="0" lvl="0" indent="0" algn="ctr" defTabSz="91303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Metropolis"/>
                  <a:ea typeface="+mn-ea"/>
                  <a:cs typeface="+mn-cs"/>
                  <a:sym typeface="Arial"/>
                </a:endParaRPr>
              </a:p>
            </p:txBody>
          </p:sp>
        </p:grpSp>
        <p:grpSp>
          <p:nvGrpSpPr>
            <p:cNvPr id="132" name="Group 131">
              <a:extLst>
                <a:ext uri="{FF2B5EF4-FFF2-40B4-BE49-F238E27FC236}">
                  <a16:creationId xmlns:a16="http://schemas.microsoft.com/office/drawing/2014/main" id="{819936AB-1C04-4A8D-87FA-E68BE75F5203}"/>
                </a:ext>
              </a:extLst>
            </p:cNvPr>
            <p:cNvGrpSpPr/>
            <p:nvPr/>
          </p:nvGrpSpPr>
          <p:grpSpPr>
            <a:xfrm>
              <a:off x="971112" y="0"/>
              <a:ext cx="10247475" cy="6858000"/>
              <a:chOff x="971112" y="0"/>
              <a:chExt cx="10247475" cy="6858000"/>
            </a:xfrm>
          </p:grpSpPr>
          <p:cxnSp>
            <p:nvCxnSpPr>
              <p:cNvPr id="133" name="Straight Connector 132">
                <a:extLst>
                  <a:ext uri="{FF2B5EF4-FFF2-40B4-BE49-F238E27FC236}">
                    <a16:creationId xmlns:a16="http://schemas.microsoft.com/office/drawing/2014/main" id="{5BBBA60F-AA12-4199-ABBD-7627C353290D}"/>
                  </a:ext>
                </a:extLst>
              </p:cNvPr>
              <p:cNvCxnSpPr/>
              <p:nvPr/>
            </p:nvCxnSpPr>
            <p:spPr bwMode="gray">
              <a:xfrm flipH="1">
                <a:off x="971112" y="0"/>
                <a:ext cx="1341" cy="6858000"/>
              </a:xfrm>
              <a:prstGeom prst="line">
                <a:avLst/>
              </a:prstGeom>
              <a:ln w="6350">
                <a:solidFill>
                  <a:srgbClr val="FF00F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AB2EF0C6-A54E-4F7E-A9F6-5C88705C2DBF}"/>
                  </a:ext>
                </a:extLst>
              </p:cNvPr>
              <p:cNvCxnSpPr/>
              <p:nvPr/>
            </p:nvCxnSpPr>
            <p:spPr bwMode="gray">
              <a:xfrm flipH="1">
                <a:off x="1902579" y="0"/>
                <a:ext cx="1341" cy="6858000"/>
              </a:xfrm>
              <a:prstGeom prst="line">
                <a:avLst/>
              </a:prstGeom>
              <a:ln w="6350">
                <a:solidFill>
                  <a:srgbClr val="FF00F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FF65D693-FD98-49AA-A499-1828C73661F7}"/>
                  </a:ext>
                </a:extLst>
              </p:cNvPr>
              <p:cNvCxnSpPr/>
              <p:nvPr/>
            </p:nvCxnSpPr>
            <p:spPr bwMode="gray">
              <a:xfrm flipH="1">
                <a:off x="2834046" y="0"/>
                <a:ext cx="1341" cy="6858000"/>
              </a:xfrm>
              <a:prstGeom prst="line">
                <a:avLst/>
              </a:prstGeom>
              <a:ln w="6350">
                <a:solidFill>
                  <a:srgbClr val="FF00F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C8C7C934-F383-4C28-BD7E-190D63646124}"/>
                  </a:ext>
                </a:extLst>
              </p:cNvPr>
              <p:cNvCxnSpPr/>
              <p:nvPr/>
            </p:nvCxnSpPr>
            <p:spPr bwMode="gray">
              <a:xfrm flipH="1">
                <a:off x="3765513" y="0"/>
                <a:ext cx="1341" cy="6858000"/>
              </a:xfrm>
              <a:prstGeom prst="line">
                <a:avLst/>
              </a:prstGeom>
              <a:ln w="6350">
                <a:solidFill>
                  <a:srgbClr val="FF00F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DF2C3A9B-0BC2-4629-BF91-77C2AB1B9653}"/>
                  </a:ext>
                </a:extLst>
              </p:cNvPr>
              <p:cNvCxnSpPr/>
              <p:nvPr/>
            </p:nvCxnSpPr>
            <p:spPr bwMode="gray">
              <a:xfrm flipH="1">
                <a:off x="4696980" y="0"/>
                <a:ext cx="1341" cy="6858000"/>
              </a:xfrm>
              <a:prstGeom prst="line">
                <a:avLst/>
              </a:prstGeom>
              <a:ln w="6350">
                <a:solidFill>
                  <a:srgbClr val="FF00F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4A37AB97-FB0C-4AB9-BD29-8A7E8498D8D2}"/>
                  </a:ext>
                </a:extLst>
              </p:cNvPr>
              <p:cNvCxnSpPr/>
              <p:nvPr/>
            </p:nvCxnSpPr>
            <p:spPr bwMode="gray">
              <a:xfrm flipH="1">
                <a:off x="5628447" y="0"/>
                <a:ext cx="1341" cy="6858000"/>
              </a:xfrm>
              <a:prstGeom prst="line">
                <a:avLst/>
              </a:prstGeom>
              <a:ln w="6350">
                <a:solidFill>
                  <a:srgbClr val="FF00F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09905069-C950-4FA1-A89E-937CA60A73A0}"/>
                  </a:ext>
                </a:extLst>
              </p:cNvPr>
              <p:cNvCxnSpPr/>
              <p:nvPr/>
            </p:nvCxnSpPr>
            <p:spPr bwMode="gray">
              <a:xfrm flipH="1">
                <a:off x="6559914" y="0"/>
                <a:ext cx="1341" cy="6858000"/>
              </a:xfrm>
              <a:prstGeom prst="line">
                <a:avLst/>
              </a:prstGeom>
              <a:ln w="6350">
                <a:solidFill>
                  <a:srgbClr val="FF00F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2E9F034E-C751-4B4A-9DCC-D6E646B5BFF0}"/>
                  </a:ext>
                </a:extLst>
              </p:cNvPr>
              <p:cNvCxnSpPr/>
              <p:nvPr/>
            </p:nvCxnSpPr>
            <p:spPr bwMode="gray">
              <a:xfrm flipH="1">
                <a:off x="7491381" y="0"/>
                <a:ext cx="1341" cy="6858000"/>
              </a:xfrm>
              <a:prstGeom prst="line">
                <a:avLst/>
              </a:prstGeom>
              <a:ln w="6350">
                <a:solidFill>
                  <a:srgbClr val="FF00F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1640FE5D-C056-484B-A80A-B3D360487FD1}"/>
                  </a:ext>
                </a:extLst>
              </p:cNvPr>
              <p:cNvCxnSpPr/>
              <p:nvPr/>
            </p:nvCxnSpPr>
            <p:spPr bwMode="gray">
              <a:xfrm flipH="1">
                <a:off x="8422848" y="0"/>
                <a:ext cx="1341" cy="6858000"/>
              </a:xfrm>
              <a:prstGeom prst="line">
                <a:avLst/>
              </a:prstGeom>
              <a:ln w="6350">
                <a:solidFill>
                  <a:srgbClr val="FF00F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2E9229DB-49B4-4F6F-946F-FF5EF801F754}"/>
                  </a:ext>
                </a:extLst>
              </p:cNvPr>
              <p:cNvCxnSpPr/>
              <p:nvPr/>
            </p:nvCxnSpPr>
            <p:spPr bwMode="gray">
              <a:xfrm flipH="1">
                <a:off x="9354315" y="0"/>
                <a:ext cx="1341" cy="6858000"/>
              </a:xfrm>
              <a:prstGeom prst="line">
                <a:avLst/>
              </a:prstGeom>
              <a:ln w="6350">
                <a:solidFill>
                  <a:srgbClr val="FF00F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730FBE62-A333-4C5F-B912-B835A013F07A}"/>
                  </a:ext>
                </a:extLst>
              </p:cNvPr>
              <p:cNvCxnSpPr/>
              <p:nvPr/>
            </p:nvCxnSpPr>
            <p:spPr bwMode="gray">
              <a:xfrm flipH="1">
                <a:off x="10285782" y="0"/>
                <a:ext cx="1341" cy="6858000"/>
              </a:xfrm>
              <a:prstGeom prst="line">
                <a:avLst/>
              </a:prstGeom>
              <a:ln w="6350">
                <a:solidFill>
                  <a:srgbClr val="FF00F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24FC0F28-DD1E-466C-B566-9EABE879ADA0}"/>
                  </a:ext>
                </a:extLst>
              </p:cNvPr>
              <p:cNvCxnSpPr/>
              <p:nvPr/>
            </p:nvCxnSpPr>
            <p:spPr bwMode="gray">
              <a:xfrm flipH="1">
                <a:off x="11217246" y="0"/>
                <a:ext cx="1341" cy="6858000"/>
              </a:xfrm>
              <a:prstGeom prst="line">
                <a:avLst/>
              </a:prstGeom>
              <a:ln w="6350">
                <a:solidFill>
                  <a:srgbClr val="FF00FF"/>
                </a:solidFill>
                <a:miter lim="800000"/>
                <a:tailEnd type="none"/>
              </a:ln>
            </p:spPr>
            <p:style>
              <a:lnRef idx="1">
                <a:schemeClr val="accent1"/>
              </a:lnRef>
              <a:fillRef idx="0">
                <a:schemeClr val="accent1"/>
              </a:fillRef>
              <a:effectRef idx="0">
                <a:schemeClr val="accent1"/>
              </a:effectRef>
              <a:fontRef idx="minor">
                <a:schemeClr val="tx1"/>
              </a:fontRef>
            </p:style>
          </p:cxnSp>
        </p:grpSp>
      </p:grpSp>
      <p:sp>
        <p:nvSpPr>
          <p:cNvPr id="32" name="Title 31">
            <a:extLst>
              <a:ext uri="{FF2B5EF4-FFF2-40B4-BE49-F238E27FC236}">
                <a16:creationId xmlns:a16="http://schemas.microsoft.com/office/drawing/2014/main" id="{035AF4F8-75AC-6CF8-8F1B-EBFCAF7E7C7B}"/>
              </a:ext>
            </a:extLst>
          </p:cNvPr>
          <p:cNvSpPr>
            <a:spLocks noGrp="1"/>
          </p:cNvSpPr>
          <p:nvPr>
            <p:ph type="title"/>
          </p:nvPr>
        </p:nvSpPr>
        <p:spPr>
          <a:xfrm>
            <a:off x="579809" y="412751"/>
            <a:ext cx="11001004" cy="381000"/>
          </a:xfrm>
        </p:spPr>
        <p:txBody>
          <a:bodyPr/>
          <a:lstStyle/>
          <a:p>
            <a:r>
              <a:rPr lang="en-US" dirty="0"/>
              <a:t>Get hands-on experience with VMware Cloud Foundation</a:t>
            </a:r>
          </a:p>
        </p:txBody>
      </p:sp>
      <p:sp>
        <p:nvSpPr>
          <p:cNvPr id="17" name="Subtitle 16">
            <a:extLst>
              <a:ext uri="{FF2B5EF4-FFF2-40B4-BE49-F238E27FC236}">
                <a16:creationId xmlns:a16="http://schemas.microsoft.com/office/drawing/2014/main" id="{94907E23-8938-BE2F-A771-D9F4BFCA7D91}"/>
              </a:ext>
            </a:extLst>
          </p:cNvPr>
          <p:cNvSpPr>
            <a:spLocks noGrp="1"/>
          </p:cNvSpPr>
          <p:nvPr>
            <p:ph type="subTitle" idx="10"/>
          </p:nvPr>
        </p:nvSpPr>
        <p:spPr>
          <a:xfrm>
            <a:off x="592866" y="811830"/>
            <a:ext cx="10962687" cy="247743"/>
          </a:xfrm>
        </p:spPr>
        <p:txBody>
          <a:bodyPr/>
          <a:lstStyle/>
          <a:p>
            <a:r>
              <a:rPr lang="en-US" dirty="0"/>
              <a:t>VMware Cloud Accelerator Hands-On Platforms</a:t>
            </a:r>
          </a:p>
        </p:txBody>
      </p:sp>
      <p:sp>
        <p:nvSpPr>
          <p:cNvPr id="119" name="Google Shape;6060;p505">
            <a:extLst>
              <a:ext uri="{FF2B5EF4-FFF2-40B4-BE49-F238E27FC236}">
                <a16:creationId xmlns:a16="http://schemas.microsoft.com/office/drawing/2014/main" id="{020730A4-BFBE-45CF-928D-BDD95D34C890}"/>
              </a:ext>
            </a:extLst>
          </p:cNvPr>
          <p:cNvSpPr txBox="1"/>
          <p:nvPr/>
        </p:nvSpPr>
        <p:spPr>
          <a:xfrm>
            <a:off x="935646" y="2664776"/>
            <a:ext cx="2681064" cy="2736473"/>
          </a:xfrm>
          <a:prstGeom prst="rect">
            <a:avLst/>
          </a:prstGeom>
          <a:noFill/>
          <a:ln>
            <a:noFill/>
          </a:ln>
        </p:spPr>
        <p:txBody>
          <a:bodyPr spcFirstLastPara="1" wrap="square" lIns="91313" tIns="45640" rIns="91313" bIns="45640" anchor="t" anchorCtr="0">
            <a:noAutofit/>
          </a:bodyPr>
          <a:lstStyle/>
          <a:p>
            <a:pPr marL="0" marR="0" lvl="0" indent="0" algn="l" defTabSz="913030" rtl="0" eaLnBrk="1" fontAlgn="auto" latinLnBrk="0" hangingPunct="1">
              <a:lnSpc>
                <a:spcPct val="93000"/>
              </a:lnSpc>
              <a:spcBef>
                <a:spcPts val="0"/>
              </a:spcBef>
              <a:spcAft>
                <a:spcPts val="900"/>
              </a:spcAft>
              <a:buClr>
                <a:srgbClr val="000000"/>
              </a:buClr>
              <a:buSzPts val="1500"/>
              <a:buFontTx/>
              <a:buNone/>
              <a:tabLst/>
              <a:defRPr/>
            </a:pPr>
            <a:r>
              <a:rPr kumimoji="0" lang="en-US" sz="1797" b="0" i="0" u="none" strike="noStrike" kern="1200" cap="none" spc="0" normalizeH="0" baseline="0" noProof="0" dirty="0">
                <a:ln>
                  <a:noFill/>
                </a:ln>
                <a:effectLst/>
                <a:uLnTx/>
                <a:uFillTx/>
                <a:latin typeface="Metropolis"/>
                <a:ea typeface="+mn-ea"/>
                <a:cs typeface="Microsoft Sans Serif" panose="020B0604020202020204" pitchFamily="34" charset="0"/>
                <a:sym typeface="Arial"/>
              </a:rPr>
              <a:t>Hands-on Labs</a:t>
            </a:r>
          </a:p>
          <a:p>
            <a:pPr marL="0" marR="0" lvl="0" indent="0" algn="l" defTabSz="913030" rtl="0" eaLnBrk="1" fontAlgn="auto" latinLnBrk="0" hangingPunct="1">
              <a:lnSpc>
                <a:spcPct val="93000"/>
              </a:lnSpc>
              <a:spcBef>
                <a:spcPts val="0"/>
              </a:spcBef>
              <a:spcAft>
                <a:spcPts val="900"/>
              </a:spcAft>
              <a:buClr>
                <a:srgbClr val="000000"/>
              </a:buClr>
              <a:buSzPts val="1500"/>
              <a:buFontTx/>
              <a:buNone/>
              <a:tabLst/>
              <a:defRPr/>
            </a:pPr>
            <a:endParaRPr kumimoji="0" lang="en-US" sz="800" b="0" i="0" u="none" strike="noStrike" kern="1200" cap="none" spc="0" normalizeH="0" baseline="0" noProof="0" dirty="0">
              <a:ln>
                <a:noFill/>
              </a:ln>
              <a:effectLst/>
              <a:uLnTx/>
              <a:uFillTx/>
              <a:latin typeface="Metropolis"/>
              <a:ea typeface="+mn-ea"/>
              <a:cs typeface="Microsoft Sans Serif" panose="020B0604020202020204" pitchFamily="34" charset="0"/>
              <a:sym typeface="Arial"/>
            </a:endParaRPr>
          </a:p>
          <a:p>
            <a:pPr marL="0" marR="0" lvl="0" indent="0" algn="l" defTabSz="913030" rtl="0" eaLnBrk="1" fontAlgn="auto" latinLnBrk="0" hangingPunct="1">
              <a:lnSpc>
                <a:spcPct val="93000"/>
              </a:lnSpc>
              <a:spcBef>
                <a:spcPts val="0"/>
              </a:spcBef>
              <a:spcAft>
                <a:spcPts val="900"/>
              </a:spcAft>
              <a:buClr>
                <a:srgbClr val="000000"/>
              </a:buClr>
              <a:buSzPts val="1500"/>
              <a:buFontTx/>
              <a:buNone/>
              <a:tabLst/>
              <a:defRPr/>
            </a:pPr>
            <a:r>
              <a:rPr kumimoji="0" lang="en-US" sz="1400" b="0" i="0" u="none" strike="noStrike" kern="1200" cap="none" spc="0" normalizeH="0" baseline="0" noProof="0" dirty="0">
                <a:ln>
                  <a:noFill/>
                </a:ln>
                <a:solidFill>
                  <a:srgbClr val="000000"/>
                </a:solidFill>
                <a:effectLst/>
                <a:uLnTx/>
                <a:uFillTx/>
                <a:latin typeface="Metropolis"/>
                <a:ea typeface="+mn-ea"/>
                <a:cs typeface="Microsoft Sans Serif" panose="020B0604020202020204" pitchFamily="34" charset="0"/>
                <a:sym typeface="Arial"/>
              </a:rPr>
              <a:t>Experience real VMware products, no setup needed</a:t>
            </a:r>
          </a:p>
          <a:p>
            <a:pPr marL="0" marR="0" lvl="0" indent="0" algn="l" defTabSz="913030" rtl="0" eaLnBrk="1" fontAlgn="auto" latinLnBrk="0" hangingPunct="1">
              <a:lnSpc>
                <a:spcPct val="93000"/>
              </a:lnSpc>
              <a:spcBef>
                <a:spcPts val="0"/>
              </a:spcBef>
              <a:spcAft>
                <a:spcPts val="900"/>
              </a:spcAft>
              <a:buClr>
                <a:srgbClr val="000000"/>
              </a:buClr>
              <a:buSzPts val="1500"/>
              <a:buFontTx/>
              <a:buNone/>
              <a:tabLst/>
              <a:defRPr/>
            </a:pPr>
            <a:r>
              <a:rPr kumimoji="0" lang="en-US" sz="1400" b="0" i="0" u="none" strike="noStrike" kern="1200" cap="none" spc="0" normalizeH="0" baseline="0" noProof="0" dirty="0">
                <a:ln>
                  <a:noFill/>
                </a:ln>
                <a:solidFill>
                  <a:srgbClr val="000000"/>
                </a:solidFill>
                <a:effectLst/>
                <a:uLnTx/>
                <a:uFillTx/>
                <a:latin typeface="Metropolis"/>
                <a:ea typeface="+mn-ea"/>
                <a:cs typeface="Microsoft Sans Serif" panose="020B0604020202020204" pitchFamily="34" charset="0"/>
                <a:sym typeface="Arial"/>
              </a:rPr>
              <a:t>Guided and self-paced learning—follow manuals or explore freely</a:t>
            </a:r>
          </a:p>
          <a:p>
            <a:pPr marL="0" marR="0" lvl="0" indent="0" algn="l" defTabSz="913030" rtl="0" eaLnBrk="1" fontAlgn="auto" latinLnBrk="0" hangingPunct="1">
              <a:lnSpc>
                <a:spcPct val="93000"/>
              </a:lnSpc>
              <a:spcBef>
                <a:spcPts val="0"/>
              </a:spcBef>
              <a:spcAft>
                <a:spcPts val="900"/>
              </a:spcAft>
              <a:buClr>
                <a:srgbClr val="000000"/>
              </a:buClr>
              <a:buSzPts val="1500"/>
              <a:buFontTx/>
              <a:buNone/>
              <a:tabLst/>
              <a:defRPr/>
            </a:pPr>
            <a:r>
              <a:rPr kumimoji="0" lang="en-US" sz="1400" b="0" i="0" u="none" strike="noStrike" kern="1200" cap="none" spc="0" normalizeH="0" baseline="0" noProof="0" dirty="0">
                <a:ln>
                  <a:noFill/>
                </a:ln>
                <a:solidFill>
                  <a:srgbClr val="000000"/>
                </a:solidFill>
                <a:effectLst/>
                <a:uLnTx/>
                <a:uFillTx/>
                <a:latin typeface="Metropolis"/>
                <a:ea typeface="+mn-ea"/>
                <a:cs typeface="Microsoft Sans Serif" panose="020B0604020202020204" pitchFamily="34" charset="0"/>
                <a:sym typeface="Arial"/>
              </a:rPr>
              <a:t>Evaluate, learn, and test VMware solutions</a:t>
            </a:r>
          </a:p>
          <a:p>
            <a:pPr marL="0" marR="0" lvl="0" indent="0" algn="l" defTabSz="913030" rtl="0" eaLnBrk="1" fontAlgn="auto" latinLnBrk="0" hangingPunct="1">
              <a:lnSpc>
                <a:spcPct val="93000"/>
              </a:lnSpc>
              <a:spcBef>
                <a:spcPts val="0"/>
              </a:spcBef>
              <a:spcAft>
                <a:spcPts val="900"/>
              </a:spcAft>
              <a:buClr>
                <a:srgbClr val="000000"/>
              </a:buClr>
              <a:buSzPts val="1500"/>
              <a:buFontTx/>
              <a:buNone/>
              <a:tabLst/>
              <a:defRPr/>
            </a:pPr>
            <a:endParaRPr kumimoji="0" lang="en-US" sz="1400" b="0" i="0" u="none" strike="noStrike" kern="1200" cap="none" spc="0" normalizeH="0" baseline="0" noProof="0" dirty="0">
              <a:ln>
                <a:noFill/>
              </a:ln>
              <a:solidFill>
                <a:srgbClr val="000000"/>
              </a:solidFill>
              <a:effectLst/>
              <a:uLnTx/>
              <a:uFillTx/>
              <a:latin typeface="Metropolis"/>
              <a:ea typeface="+mn-ea"/>
              <a:cs typeface="Microsoft Sans Serif" panose="020B0604020202020204" pitchFamily="34" charset="0"/>
              <a:sym typeface="Arial"/>
            </a:endParaRPr>
          </a:p>
          <a:p>
            <a:pPr marL="0" marR="0" lvl="0" indent="0" algn="l" defTabSz="913030" rtl="0" eaLnBrk="1" fontAlgn="auto" latinLnBrk="0" hangingPunct="1">
              <a:lnSpc>
                <a:spcPct val="93000"/>
              </a:lnSpc>
              <a:spcBef>
                <a:spcPts val="0"/>
              </a:spcBef>
              <a:spcAft>
                <a:spcPts val="900"/>
              </a:spcAft>
              <a:buClr>
                <a:srgbClr val="000000"/>
              </a:buClr>
              <a:buSzPts val="1500"/>
              <a:buFontTx/>
              <a:buNone/>
              <a:tabLst/>
              <a:defRPr/>
            </a:pPr>
            <a:r>
              <a:rPr kumimoji="0" lang="en-US" sz="1100" b="0" i="0" u="none" strike="noStrike" kern="1200" cap="none" spc="0" normalizeH="0" baseline="0" noProof="0" dirty="0">
                <a:ln>
                  <a:noFill/>
                </a:ln>
                <a:solidFill>
                  <a:srgbClr val="000000"/>
                </a:solidFill>
                <a:effectLst/>
                <a:uLnTx/>
                <a:uFillTx/>
                <a:latin typeface="Metropolis"/>
                <a:ea typeface="+mn-ea"/>
                <a:cs typeface="Microsoft Sans Serif" panose="020B0604020202020204" pitchFamily="34" charset="0"/>
                <a:sym typeface="Arial"/>
              </a:rPr>
              <a:t>*Performance and scale are limited</a:t>
            </a:r>
          </a:p>
          <a:p>
            <a:pPr marL="0" marR="0" lvl="0" indent="0" algn="l" defTabSz="913030" rtl="0" eaLnBrk="1" fontAlgn="auto" latinLnBrk="0" hangingPunct="1">
              <a:lnSpc>
                <a:spcPct val="93000"/>
              </a:lnSpc>
              <a:spcBef>
                <a:spcPts val="0"/>
              </a:spcBef>
              <a:spcAft>
                <a:spcPts val="900"/>
              </a:spcAft>
              <a:buClr>
                <a:srgbClr val="000000"/>
              </a:buClr>
              <a:buSzPts val="1500"/>
              <a:buFontTx/>
              <a:buNone/>
              <a:tabLst/>
              <a:defRPr/>
            </a:pPr>
            <a:endParaRPr kumimoji="0" lang="en-US" sz="1400" b="0" i="0" u="none" strike="noStrike" kern="1200" cap="none" spc="0" normalizeH="0" baseline="0" noProof="0" dirty="0">
              <a:ln>
                <a:noFill/>
              </a:ln>
              <a:solidFill>
                <a:srgbClr val="5A5A5A"/>
              </a:solidFill>
              <a:effectLst/>
              <a:uLnTx/>
              <a:uFillTx/>
              <a:latin typeface="Metropolis"/>
              <a:ea typeface="+mn-ea"/>
              <a:cs typeface="Microsoft Sans Serif" panose="020B0604020202020204" pitchFamily="34" charset="0"/>
              <a:sym typeface="Arial"/>
            </a:endParaRPr>
          </a:p>
          <a:p>
            <a:pPr marL="0" marR="0" lvl="0" indent="0" algn="l" defTabSz="913030" rtl="0" eaLnBrk="1" fontAlgn="auto" latinLnBrk="0" hangingPunct="1">
              <a:lnSpc>
                <a:spcPct val="93000"/>
              </a:lnSpc>
              <a:spcBef>
                <a:spcPts val="0"/>
              </a:spcBef>
              <a:spcAft>
                <a:spcPts val="900"/>
              </a:spcAft>
              <a:buClr>
                <a:srgbClr val="000000"/>
              </a:buClr>
              <a:buSzPts val="1500"/>
              <a:buFontTx/>
              <a:buNone/>
              <a:tabLst/>
              <a:defRPr/>
            </a:pPr>
            <a:endParaRPr kumimoji="0" sz="1400" b="0" i="0" u="none" strike="noStrike" kern="1200" cap="none" spc="0" normalizeH="0" baseline="0" noProof="0" dirty="0">
              <a:ln>
                <a:noFill/>
              </a:ln>
              <a:solidFill>
                <a:srgbClr val="5A5A5A"/>
              </a:solidFill>
              <a:effectLst/>
              <a:uLnTx/>
              <a:uFillTx/>
              <a:latin typeface="Metropolis"/>
              <a:ea typeface="+mn-ea"/>
              <a:cs typeface="Microsoft Sans Serif" panose="020B0604020202020204" pitchFamily="34" charset="0"/>
              <a:sym typeface="Arial"/>
            </a:endParaRPr>
          </a:p>
        </p:txBody>
      </p:sp>
      <p:sp>
        <p:nvSpPr>
          <p:cNvPr id="120" name="Google Shape;6061;p505">
            <a:extLst>
              <a:ext uri="{FF2B5EF4-FFF2-40B4-BE49-F238E27FC236}">
                <a16:creationId xmlns:a16="http://schemas.microsoft.com/office/drawing/2014/main" id="{9C463EE3-2371-4C6C-BD0C-9DF14DB9A036}"/>
              </a:ext>
            </a:extLst>
          </p:cNvPr>
          <p:cNvSpPr txBox="1"/>
          <p:nvPr/>
        </p:nvSpPr>
        <p:spPr>
          <a:xfrm>
            <a:off x="4065796" y="2664776"/>
            <a:ext cx="2580635" cy="2736473"/>
          </a:xfrm>
          <a:prstGeom prst="rect">
            <a:avLst/>
          </a:prstGeom>
          <a:noFill/>
          <a:ln>
            <a:noFill/>
          </a:ln>
        </p:spPr>
        <p:txBody>
          <a:bodyPr spcFirstLastPara="1" wrap="square" lIns="91313" tIns="45640" rIns="91313" bIns="45640" anchor="t" anchorCtr="0">
            <a:noAutofit/>
          </a:bodyPr>
          <a:lstStyle/>
          <a:p>
            <a:pPr marL="0" marR="0" lvl="0" indent="0" algn="l" defTabSz="913030" rtl="0" eaLnBrk="1" fontAlgn="auto" latinLnBrk="0" hangingPunct="1">
              <a:lnSpc>
                <a:spcPct val="93000"/>
              </a:lnSpc>
              <a:spcBef>
                <a:spcPts val="0"/>
              </a:spcBef>
              <a:spcAft>
                <a:spcPts val="900"/>
              </a:spcAft>
              <a:buClr>
                <a:srgbClr val="000000"/>
              </a:buClr>
              <a:buSzPts val="1500"/>
              <a:buFontTx/>
              <a:buNone/>
              <a:tabLst/>
              <a:defRPr/>
            </a:pPr>
            <a:r>
              <a:rPr kumimoji="0" lang="en" sz="1797" b="0" i="0" u="none" strike="noStrike" kern="1200" cap="none" spc="0" normalizeH="0" baseline="0" noProof="0" dirty="0">
                <a:ln>
                  <a:noFill/>
                </a:ln>
                <a:solidFill>
                  <a:srgbClr val="000000"/>
                </a:solidFill>
                <a:effectLst/>
                <a:uLnTx/>
                <a:uFillTx/>
                <a:latin typeface="Metropolis"/>
                <a:ea typeface="+mn-ea"/>
                <a:cs typeface="Microsoft Sans Serif" panose="020B0604020202020204" pitchFamily="34" charset="0"/>
                <a:sym typeface="Arial"/>
              </a:rPr>
              <a:t>VCF Experience Day</a:t>
            </a:r>
          </a:p>
          <a:p>
            <a:pPr marL="0" marR="0" lvl="0" indent="0" algn="l" defTabSz="913030" rtl="0" eaLnBrk="1" fontAlgn="auto" latinLnBrk="0" hangingPunct="1">
              <a:lnSpc>
                <a:spcPct val="93000"/>
              </a:lnSpc>
              <a:spcBef>
                <a:spcPts val="0"/>
              </a:spcBef>
              <a:spcAft>
                <a:spcPts val="900"/>
              </a:spcAft>
              <a:buClr>
                <a:srgbClr val="000000"/>
              </a:buClr>
              <a:buSzPts val="1500"/>
              <a:buFontTx/>
              <a:buNone/>
              <a:tabLst/>
              <a:defRPr/>
            </a:pPr>
            <a:endParaRPr kumimoji="0" lang="en" sz="800" b="0" i="0" u="none" strike="noStrike" kern="1200" cap="none" spc="0" normalizeH="0" baseline="0" noProof="0" dirty="0">
              <a:ln>
                <a:noFill/>
              </a:ln>
              <a:solidFill>
                <a:srgbClr val="000000"/>
              </a:solidFill>
              <a:effectLst/>
              <a:uLnTx/>
              <a:uFillTx/>
              <a:latin typeface="Metropolis"/>
              <a:ea typeface="+mn-ea"/>
              <a:cs typeface="Microsoft Sans Serif" panose="020B0604020202020204" pitchFamily="34" charset="0"/>
              <a:sym typeface="Arial"/>
            </a:endParaRPr>
          </a:p>
          <a:p>
            <a:pPr marL="0" marR="0" lvl="0" indent="0" algn="l" defTabSz="913030" rtl="0" eaLnBrk="1" fontAlgn="auto" latinLnBrk="0" hangingPunct="1">
              <a:lnSpc>
                <a:spcPct val="93000"/>
              </a:lnSpc>
              <a:spcBef>
                <a:spcPts val="0"/>
              </a:spcBef>
              <a:spcAft>
                <a:spcPts val="900"/>
              </a:spcAft>
              <a:buClr>
                <a:srgbClr val="000000"/>
              </a:buClr>
              <a:buSzPts val="1500"/>
              <a:buFontTx/>
              <a:buNone/>
              <a:tabLst/>
              <a:defRPr/>
            </a:pPr>
            <a:r>
              <a:rPr kumimoji="0" lang="en" sz="1400" b="0" i="0" u="none" strike="noStrike" kern="1200" cap="none" spc="0" normalizeH="0" baseline="0" noProof="0" dirty="0">
                <a:ln>
                  <a:noFill/>
                </a:ln>
                <a:solidFill>
                  <a:srgbClr val="000000"/>
                </a:solidFill>
                <a:effectLst/>
                <a:uLnTx/>
                <a:uFillTx/>
                <a:latin typeface="Metropolis"/>
                <a:ea typeface="+mn-ea"/>
                <a:cs typeface="Microsoft Sans Serif" panose="020B0604020202020204" pitchFamily="34" charset="0"/>
                <a:sym typeface="Arial"/>
              </a:rPr>
              <a:t>8-10 hours of lecture and </a:t>
            </a:r>
            <a:r>
              <a:rPr kumimoji="0" lang="en-US" sz="1400" b="0" i="0" u="none" strike="noStrike" kern="1200" cap="none" spc="0" normalizeH="0" baseline="0" noProof="0" dirty="0">
                <a:ln>
                  <a:noFill/>
                </a:ln>
                <a:solidFill>
                  <a:srgbClr val="000000"/>
                </a:solidFill>
                <a:effectLst/>
                <a:uLnTx/>
                <a:uFillTx/>
                <a:latin typeface="Metropolis"/>
                <a:ea typeface="+mn-ea"/>
                <a:cs typeface="Microsoft Sans Serif" panose="020B0604020202020204" pitchFamily="34" charset="0"/>
                <a:sym typeface="Arial"/>
              </a:rPr>
              <a:t>hands-on exercises</a:t>
            </a:r>
            <a:endParaRPr kumimoji="0" lang="en" sz="1400" b="0" i="0" u="none" strike="noStrike" kern="1200" cap="none" spc="0" normalizeH="0" baseline="0" noProof="0" dirty="0">
              <a:ln>
                <a:noFill/>
              </a:ln>
              <a:solidFill>
                <a:srgbClr val="000000"/>
              </a:solidFill>
              <a:effectLst/>
              <a:uLnTx/>
              <a:uFillTx/>
              <a:latin typeface="Metropolis"/>
              <a:ea typeface="+mn-ea"/>
              <a:cs typeface="Microsoft Sans Serif" panose="020B0604020202020204" pitchFamily="34" charset="0"/>
              <a:sym typeface="Arial"/>
            </a:endParaRPr>
          </a:p>
          <a:p>
            <a:pPr marL="0" marR="0" lvl="0" indent="0" algn="l" defTabSz="913030" rtl="0" eaLnBrk="1" fontAlgn="auto" latinLnBrk="0" hangingPunct="1">
              <a:lnSpc>
                <a:spcPct val="93000"/>
              </a:lnSpc>
              <a:spcBef>
                <a:spcPts val="0"/>
              </a:spcBef>
              <a:spcAft>
                <a:spcPts val="900"/>
              </a:spcAft>
              <a:buClr>
                <a:srgbClr val="000000"/>
              </a:buClr>
              <a:buSzPts val="1500"/>
              <a:buFontTx/>
              <a:buNone/>
              <a:tabLst/>
              <a:defRPr/>
            </a:pPr>
            <a:r>
              <a:rPr kumimoji="0" lang="en" sz="1400" b="0" i="0" u="none" strike="noStrike" kern="1200" cap="none" spc="0" normalizeH="0" baseline="0" noProof="0" dirty="0">
                <a:ln>
                  <a:noFill/>
                </a:ln>
                <a:solidFill>
                  <a:srgbClr val="000000"/>
                </a:solidFill>
                <a:effectLst/>
                <a:uLnTx/>
                <a:uFillTx/>
                <a:latin typeface="Metropolis"/>
                <a:ea typeface="+mn-ea"/>
                <a:cs typeface="Microsoft Sans Serif" panose="020B0604020202020204" pitchFamily="34" charset="0"/>
                <a:sym typeface="Arial"/>
              </a:rPr>
              <a:t>Facilitated by a local VCF SME</a:t>
            </a:r>
          </a:p>
          <a:p>
            <a:pPr marL="0" marR="0" lvl="0" indent="0" algn="l" defTabSz="913030" rtl="0" eaLnBrk="1" fontAlgn="auto" latinLnBrk="0" hangingPunct="1">
              <a:lnSpc>
                <a:spcPct val="93000"/>
              </a:lnSpc>
              <a:spcBef>
                <a:spcPts val="0"/>
              </a:spcBef>
              <a:spcAft>
                <a:spcPts val="900"/>
              </a:spcAft>
              <a:buClr>
                <a:srgbClr val="000000"/>
              </a:buClr>
              <a:buSzPts val="1500"/>
              <a:buFontTx/>
              <a:buNone/>
              <a:tabLst/>
              <a:defRPr/>
            </a:pPr>
            <a:r>
              <a:rPr kumimoji="0" lang="en-AU" sz="1400" b="0" i="0" u="none" strike="noStrike" kern="1200" cap="none" spc="0" normalizeH="0" baseline="0" noProof="0" dirty="0">
                <a:ln>
                  <a:noFill/>
                </a:ln>
                <a:solidFill>
                  <a:srgbClr val="000000"/>
                </a:solidFill>
                <a:effectLst/>
                <a:uLnTx/>
                <a:uFillTx/>
                <a:latin typeface="Metropolis"/>
                <a:ea typeface="+mn-ea"/>
                <a:cs typeface="Microsoft Sans Serif" panose="020B0604020202020204" pitchFamily="34" charset="0"/>
                <a:sym typeface="Arial"/>
              </a:rPr>
              <a:t>Lab c</a:t>
            </a:r>
            <a:r>
              <a:rPr kumimoji="0" lang="en" sz="1400" b="0" i="0" u="none" strike="noStrike" kern="1200" cap="none" spc="0" normalizeH="0" baseline="0" noProof="0" dirty="0" err="1">
                <a:ln>
                  <a:noFill/>
                </a:ln>
                <a:solidFill>
                  <a:srgbClr val="000000"/>
                </a:solidFill>
                <a:effectLst/>
                <a:uLnTx/>
                <a:uFillTx/>
                <a:latin typeface="Metropolis"/>
                <a:ea typeface="+mn-ea"/>
                <a:cs typeface="Microsoft Sans Serif" panose="020B0604020202020204" pitchFamily="34" charset="0"/>
                <a:sym typeface="Arial"/>
              </a:rPr>
              <a:t>apacity</a:t>
            </a:r>
            <a:r>
              <a:rPr kumimoji="0" lang="en" sz="1400" b="0" i="0" u="none" strike="noStrike" kern="1200" cap="none" spc="0" normalizeH="0" baseline="0" noProof="0" dirty="0">
                <a:ln>
                  <a:noFill/>
                </a:ln>
                <a:solidFill>
                  <a:srgbClr val="000000"/>
                </a:solidFill>
                <a:effectLst/>
                <a:uLnTx/>
                <a:uFillTx/>
                <a:latin typeface="Metropolis"/>
                <a:ea typeface="+mn-ea"/>
                <a:cs typeface="Microsoft Sans Serif" panose="020B0604020202020204" pitchFamily="34" charset="0"/>
                <a:sym typeface="Arial"/>
              </a:rPr>
              <a:t> booked in advance</a:t>
            </a:r>
          </a:p>
        </p:txBody>
      </p:sp>
      <p:sp>
        <p:nvSpPr>
          <p:cNvPr id="2" name="Google Shape;6061;p505">
            <a:extLst>
              <a:ext uri="{FF2B5EF4-FFF2-40B4-BE49-F238E27FC236}">
                <a16:creationId xmlns:a16="http://schemas.microsoft.com/office/drawing/2014/main" id="{95D748EA-DC3B-B532-7933-E18DDA205360}"/>
              </a:ext>
            </a:extLst>
          </p:cNvPr>
          <p:cNvSpPr txBox="1"/>
          <p:nvPr/>
        </p:nvSpPr>
        <p:spPr>
          <a:xfrm>
            <a:off x="8165366" y="2728547"/>
            <a:ext cx="2793122" cy="2736473"/>
          </a:xfrm>
          <a:prstGeom prst="rect">
            <a:avLst/>
          </a:prstGeom>
          <a:noFill/>
          <a:ln>
            <a:noFill/>
          </a:ln>
        </p:spPr>
        <p:txBody>
          <a:bodyPr spcFirstLastPara="1" wrap="square" lIns="91313" tIns="45640" rIns="91313" bIns="45640" anchor="t" anchorCtr="0">
            <a:noAutofit/>
          </a:bodyPr>
          <a:lstStyle/>
          <a:p>
            <a:pPr marL="0" marR="0" lvl="0" indent="0" algn="l" defTabSz="913030" rtl="0" eaLnBrk="1" fontAlgn="auto" latinLnBrk="0" hangingPunct="1">
              <a:lnSpc>
                <a:spcPct val="93000"/>
              </a:lnSpc>
              <a:spcBef>
                <a:spcPts val="0"/>
              </a:spcBef>
              <a:spcAft>
                <a:spcPts val="900"/>
              </a:spcAft>
              <a:buClr>
                <a:srgbClr val="000000"/>
              </a:buClr>
              <a:buSzPts val="1500"/>
              <a:buFontTx/>
              <a:buNone/>
              <a:tabLst/>
              <a:defRPr/>
            </a:pPr>
            <a:r>
              <a:rPr kumimoji="0" lang="en-US" sz="1797" b="0" i="0" u="none" strike="noStrike" kern="1200" cap="none" spc="0" normalizeH="0" baseline="0" noProof="0" dirty="0">
                <a:ln>
                  <a:noFill/>
                </a:ln>
                <a:solidFill>
                  <a:srgbClr val="000000"/>
                </a:solidFill>
                <a:effectLst/>
                <a:uLnTx/>
                <a:uFillTx/>
                <a:latin typeface="Metropolis"/>
                <a:ea typeface="+mn-ea"/>
                <a:cs typeface="Microsoft Sans Serif" panose="020B0604020202020204" pitchFamily="34" charset="0"/>
                <a:sym typeface="Arial"/>
              </a:rPr>
              <a:t>Holodeck Toolkit</a:t>
            </a:r>
          </a:p>
          <a:p>
            <a:pPr marL="0" marR="0" lvl="0" indent="0" algn="l" defTabSz="913030" rtl="0" eaLnBrk="1" fontAlgn="auto" latinLnBrk="0" hangingPunct="1">
              <a:lnSpc>
                <a:spcPct val="93000"/>
              </a:lnSpc>
              <a:spcBef>
                <a:spcPts val="0"/>
              </a:spcBef>
              <a:spcAft>
                <a:spcPts val="900"/>
              </a:spcAft>
              <a:buClr>
                <a:srgbClr val="000000"/>
              </a:buClr>
              <a:buSzPts val="1500"/>
              <a:buFontTx/>
              <a:buNone/>
              <a:tabLst/>
              <a:defRPr/>
            </a:pPr>
            <a:endParaRPr kumimoji="0" lang="en-US" sz="800" b="0" i="0" u="none" strike="noStrike" kern="1200" cap="none" spc="0" normalizeH="0" baseline="0" noProof="0" dirty="0">
              <a:ln>
                <a:noFill/>
              </a:ln>
              <a:solidFill>
                <a:srgbClr val="000000"/>
              </a:solidFill>
              <a:effectLst/>
              <a:uLnTx/>
              <a:uFillTx/>
              <a:latin typeface="Metropolis"/>
              <a:ea typeface="+mn-ea"/>
              <a:cs typeface="Microsoft Sans Serif" panose="020B0604020202020204" pitchFamily="34" charset="0"/>
              <a:sym typeface="Arial"/>
            </a:endParaRPr>
          </a:p>
          <a:p>
            <a:pPr marL="0" marR="0" lvl="0" indent="0" algn="l" defTabSz="913030" rtl="0" eaLnBrk="1" fontAlgn="auto" latinLnBrk="0" hangingPunct="1">
              <a:lnSpc>
                <a:spcPct val="93000"/>
              </a:lnSpc>
              <a:spcBef>
                <a:spcPts val="0"/>
              </a:spcBef>
              <a:spcAft>
                <a:spcPts val="900"/>
              </a:spcAft>
              <a:buClr>
                <a:srgbClr val="000000"/>
              </a:buClr>
              <a:buSzPts val="1500"/>
              <a:buFontTx/>
              <a:buNone/>
              <a:tabLst/>
              <a:defRPr/>
            </a:pPr>
            <a:r>
              <a:rPr kumimoji="0" lang="en-US" sz="1400" b="0" i="0" u="none" strike="noStrike" kern="1200" cap="none" spc="0" normalizeH="0" baseline="0" noProof="0" dirty="0">
                <a:ln>
                  <a:noFill/>
                </a:ln>
                <a:solidFill>
                  <a:srgbClr val="000000"/>
                </a:solidFill>
                <a:effectLst/>
                <a:uLnTx/>
                <a:uFillTx/>
                <a:latin typeface="Metropolis"/>
                <a:ea typeface="+mn-ea"/>
                <a:cs typeface="Microsoft Sans Serif" panose="020B0604020202020204" pitchFamily="34" charset="0"/>
                <a:sym typeface="Arial"/>
              </a:rPr>
              <a:t>Long-running nested sandbox on a physical vSphere host</a:t>
            </a:r>
          </a:p>
          <a:p>
            <a:pPr marL="0" marR="0" lvl="0" indent="0" algn="l" defTabSz="913030" rtl="0" eaLnBrk="1" fontAlgn="auto" latinLnBrk="0" hangingPunct="1">
              <a:lnSpc>
                <a:spcPct val="93000"/>
              </a:lnSpc>
              <a:spcBef>
                <a:spcPts val="0"/>
              </a:spcBef>
              <a:spcAft>
                <a:spcPts val="900"/>
              </a:spcAft>
              <a:buClr>
                <a:srgbClr val="000000"/>
              </a:buClr>
              <a:buSzPts val="1500"/>
              <a:buFontTx/>
              <a:buNone/>
              <a:tabLst/>
              <a:defRPr/>
            </a:pPr>
            <a:r>
              <a:rPr kumimoji="0" lang="en-US" sz="1400" b="0" i="0" u="none" strike="noStrike" kern="1200" cap="none" spc="0" normalizeH="0" baseline="0" noProof="0" dirty="0">
                <a:ln>
                  <a:noFill/>
                </a:ln>
                <a:solidFill>
                  <a:srgbClr val="000000"/>
                </a:solidFill>
                <a:effectLst/>
                <a:uLnTx/>
                <a:uFillTx/>
                <a:latin typeface="Metropolis"/>
                <a:ea typeface="+mn-ea"/>
                <a:cs typeface="Microsoft Sans Serif" panose="020B0604020202020204" pitchFamily="34" charset="0"/>
                <a:sym typeface="Arial"/>
              </a:rPr>
              <a:t>Deployable to the customer datacenter</a:t>
            </a:r>
          </a:p>
          <a:p>
            <a:pPr marL="0" marR="0" lvl="0" indent="0" algn="l" defTabSz="913030" rtl="0" eaLnBrk="1" fontAlgn="auto" latinLnBrk="0" hangingPunct="1">
              <a:lnSpc>
                <a:spcPct val="93000"/>
              </a:lnSpc>
              <a:spcBef>
                <a:spcPts val="0"/>
              </a:spcBef>
              <a:spcAft>
                <a:spcPts val="900"/>
              </a:spcAft>
              <a:buClr>
                <a:srgbClr val="000000"/>
              </a:buClr>
              <a:buSzPts val="1500"/>
              <a:buFontTx/>
              <a:buNone/>
              <a:tabLst/>
              <a:defRPr/>
            </a:pPr>
            <a:r>
              <a:rPr kumimoji="0" lang="en-US" sz="1400" b="0" i="0" u="none" strike="noStrike" kern="1200" cap="none" spc="0" normalizeH="0" baseline="0" noProof="0" dirty="0">
                <a:ln>
                  <a:noFill/>
                </a:ln>
                <a:solidFill>
                  <a:srgbClr val="000000"/>
                </a:solidFill>
                <a:effectLst/>
                <a:uLnTx/>
                <a:uFillTx/>
                <a:latin typeface="Metropolis"/>
                <a:ea typeface="+mn-ea"/>
                <a:cs typeface="Microsoft Sans Serif" panose="020B0604020202020204" pitchFamily="34" charset="0"/>
                <a:sym typeface="Arial"/>
              </a:rPr>
              <a:t>Augment the need for POC</a:t>
            </a:r>
          </a:p>
          <a:p>
            <a:pPr marL="0" marR="0" lvl="0" indent="0" algn="l" defTabSz="913030" rtl="0" eaLnBrk="1" fontAlgn="auto" latinLnBrk="0" hangingPunct="1">
              <a:lnSpc>
                <a:spcPct val="93000"/>
              </a:lnSpc>
              <a:spcBef>
                <a:spcPts val="0"/>
              </a:spcBef>
              <a:spcAft>
                <a:spcPts val="900"/>
              </a:spcAft>
              <a:buClr>
                <a:srgbClr val="000000"/>
              </a:buClr>
              <a:buSzPts val="1500"/>
              <a:buFontTx/>
              <a:buNone/>
              <a:tabLst/>
              <a:defRPr/>
            </a:pPr>
            <a:r>
              <a:rPr kumimoji="0" lang="en-US" sz="1400" b="0" i="0" u="none" strike="noStrike" kern="1200" cap="none" spc="0" normalizeH="0" baseline="0" noProof="0" dirty="0">
                <a:ln>
                  <a:noFill/>
                </a:ln>
                <a:solidFill>
                  <a:srgbClr val="000000"/>
                </a:solidFill>
                <a:effectLst/>
                <a:uLnTx/>
                <a:uFillTx/>
                <a:latin typeface="Metropolis"/>
                <a:ea typeface="+mn-ea"/>
                <a:cs typeface="Microsoft Sans Serif" panose="020B0604020202020204" pitchFamily="34" charset="0"/>
                <a:sym typeface="Arial"/>
              </a:rPr>
              <a:t>Available in standalone and scalable partner design</a:t>
            </a:r>
          </a:p>
          <a:p>
            <a:pPr marL="0" marR="0" lvl="0" indent="0" algn="l" defTabSz="913030" rtl="0" eaLnBrk="1" fontAlgn="auto" latinLnBrk="0" hangingPunct="1">
              <a:lnSpc>
                <a:spcPct val="93000"/>
              </a:lnSpc>
              <a:spcBef>
                <a:spcPts val="0"/>
              </a:spcBef>
              <a:spcAft>
                <a:spcPts val="900"/>
              </a:spcAft>
              <a:buClr>
                <a:srgbClr val="000000"/>
              </a:buClr>
              <a:buSzPts val="1500"/>
              <a:buFontTx/>
              <a:buNone/>
              <a:tabLst/>
              <a:defRPr/>
            </a:pPr>
            <a:r>
              <a:rPr kumimoji="0" lang="en-US" sz="1400" b="0" i="0" u="none" strike="noStrike" kern="1200" cap="none" spc="0" normalizeH="0" baseline="0" noProof="0" dirty="0">
                <a:ln>
                  <a:noFill/>
                </a:ln>
                <a:solidFill>
                  <a:srgbClr val="000000"/>
                </a:solidFill>
                <a:effectLst/>
                <a:uLnTx/>
                <a:uFillTx/>
                <a:latin typeface="Metropolis"/>
                <a:ea typeface="+mn-ea"/>
                <a:cs typeface="Microsoft Sans Serif" panose="020B0604020202020204" pitchFamily="34" charset="0"/>
                <a:sym typeface="Arial"/>
              </a:rPr>
              <a:t>Hands-on for multiple teams within a datacenter</a:t>
            </a:r>
          </a:p>
        </p:txBody>
      </p:sp>
      <p:cxnSp>
        <p:nvCxnSpPr>
          <p:cNvPr id="4" name="Straight Connector 3">
            <a:extLst>
              <a:ext uri="{FF2B5EF4-FFF2-40B4-BE49-F238E27FC236}">
                <a16:creationId xmlns:a16="http://schemas.microsoft.com/office/drawing/2014/main" id="{8DCA2CFD-CBE3-B14C-5571-0F62FCE73210}"/>
              </a:ext>
            </a:extLst>
          </p:cNvPr>
          <p:cNvCxnSpPr>
            <a:cxnSpLocks/>
          </p:cNvCxnSpPr>
          <p:nvPr/>
        </p:nvCxnSpPr>
        <p:spPr bwMode="gray">
          <a:xfrm>
            <a:off x="612872" y="1989636"/>
            <a:ext cx="6420397"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59" name="Group 58">
            <a:extLst>
              <a:ext uri="{FF2B5EF4-FFF2-40B4-BE49-F238E27FC236}">
                <a16:creationId xmlns:a16="http://schemas.microsoft.com/office/drawing/2014/main" id="{53D6D6F6-0ECD-A82E-1D25-6CC613A1EF70}"/>
              </a:ext>
            </a:extLst>
          </p:cNvPr>
          <p:cNvGrpSpPr/>
          <p:nvPr/>
        </p:nvGrpSpPr>
        <p:grpSpPr>
          <a:xfrm>
            <a:off x="3097053" y="1264580"/>
            <a:ext cx="1450120" cy="1450121"/>
            <a:chOff x="3956668" y="1442473"/>
            <a:chExt cx="1451254" cy="1451255"/>
          </a:xfrm>
        </p:grpSpPr>
        <p:sp>
          <p:nvSpPr>
            <p:cNvPr id="57" name="Oval 56">
              <a:extLst>
                <a:ext uri="{FF2B5EF4-FFF2-40B4-BE49-F238E27FC236}">
                  <a16:creationId xmlns:a16="http://schemas.microsoft.com/office/drawing/2014/main" id="{B1014F9E-BC98-061E-17ED-339D2EAB74F2}"/>
                </a:ext>
                <a:ext uri="{C183D7F6-B498-43B3-948B-1728B52AA6E4}">
                  <adec:decorative xmlns:adec="http://schemas.microsoft.com/office/drawing/2017/decorative" val="1"/>
                </a:ext>
              </a:extLst>
            </p:cNvPr>
            <p:cNvSpPr/>
            <p:nvPr/>
          </p:nvSpPr>
          <p:spPr bwMode="gray">
            <a:xfrm>
              <a:off x="3956668" y="1442473"/>
              <a:ext cx="1451254" cy="1451255"/>
            </a:xfrm>
            <a:prstGeom prst="ellipse">
              <a:avLst/>
            </a:prstGeom>
            <a:solidFill>
              <a:schemeClr val="bg1"/>
            </a:solidFill>
            <a:ln w="254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44" tIns="45672" rIns="91344" bIns="45672" numCol="1" spcCol="0" rtlCol="0" fromWordArt="0" anchor="ctr" anchorCtr="0" forceAA="0" compatLnSpc="1">
              <a:prstTxWarp prst="textNoShape">
                <a:avLst/>
              </a:prstTxWarp>
              <a:noAutofit/>
            </a:bodyP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1796" b="0" i="0" u="none" strike="noStrike" kern="1200" cap="none" spc="0" normalizeH="0" baseline="0" noProof="0" dirty="0">
                <a:ln>
                  <a:noFill/>
                </a:ln>
                <a:solidFill>
                  <a:srgbClr val="6C4B94"/>
                </a:solidFill>
                <a:effectLst/>
                <a:uLnTx/>
                <a:uFillTx/>
                <a:latin typeface="Arial"/>
                <a:ea typeface="+mn-ea"/>
                <a:cs typeface="+mn-cs"/>
              </a:endParaRPr>
            </a:p>
          </p:txBody>
        </p:sp>
        <p:sp>
          <p:nvSpPr>
            <p:cNvPr id="58" name="Picture Placeholder 74" descr="Public Cloud&#10;">
              <a:extLst>
                <a:ext uri="{FF2B5EF4-FFF2-40B4-BE49-F238E27FC236}">
                  <a16:creationId xmlns:a16="http://schemas.microsoft.com/office/drawing/2014/main" id="{0576D5B1-272B-B04D-B5ED-5B38C1038C18}"/>
                </a:ext>
              </a:extLst>
            </p:cNvPr>
            <p:cNvSpPr/>
            <p:nvPr/>
          </p:nvSpPr>
          <p:spPr>
            <a:xfrm>
              <a:off x="4255332" y="1924057"/>
              <a:ext cx="853925" cy="488086"/>
            </a:xfrm>
            <a:custGeom>
              <a:avLst/>
              <a:gdLst>
                <a:gd name="connsiteX0" fmla="*/ 387848 w 600835"/>
                <a:gd name="connsiteY0" fmla="*/ 15875 h 343425"/>
                <a:gd name="connsiteX1" fmla="*/ 390694 w 600835"/>
                <a:gd name="connsiteY1" fmla="*/ 15875 h 343425"/>
                <a:gd name="connsiteX2" fmla="*/ 501754 w 600835"/>
                <a:gd name="connsiteY2" fmla="*/ 130224 h 343425"/>
                <a:gd name="connsiteX3" fmla="*/ 502956 w 600835"/>
                <a:gd name="connsiteY3" fmla="*/ 143252 h 343425"/>
                <a:gd name="connsiteX4" fmla="*/ 515985 w 600835"/>
                <a:gd name="connsiteY4" fmla="*/ 144517 h 343425"/>
                <a:gd name="connsiteX5" fmla="*/ 584986 w 600835"/>
                <a:gd name="connsiteY5" fmla="*/ 237299 h 343425"/>
                <a:gd name="connsiteX6" fmla="*/ 509091 w 600835"/>
                <a:gd name="connsiteY6" fmla="*/ 326476 h 343425"/>
                <a:gd name="connsiteX7" fmla="*/ 496821 w 600835"/>
                <a:gd name="connsiteY7" fmla="*/ 326476 h 343425"/>
                <a:gd name="connsiteX8" fmla="*/ 300442 w 600835"/>
                <a:gd name="connsiteY8" fmla="*/ 327045 h 343425"/>
                <a:gd name="connsiteX9" fmla="*/ 102293 w 600835"/>
                <a:gd name="connsiteY9" fmla="*/ 327678 h 343425"/>
                <a:gd name="connsiteX10" fmla="*/ 92363 w 600835"/>
                <a:gd name="connsiteY10" fmla="*/ 327678 h 343425"/>
                <a:gd name="connsiteX11" fmla="*/ 15835 w 600835"/>
                <a:gd name="connsiteY11" fmla="*/ 249000 h 343425"/>
                <a:gd name="connsiteX12" fmla="*/ 87999 w 600835"/>
                <a:gd name="connsiteY12" fmla="*/ 178038 h 343425"/>
                <a:gd name="connsiteX13" fmla="*/ 89833 w 600835"/>
                <a:gd name="connsiteY13" fmla="*/ 178038 h 343425"/>
                <a:gd name="connsiteX14" fmla="*/ 107668 w 600835"/>
                <a:gd name="connsiteY14" fmla="*/ 180567 h 343425"/>
                <a:gd name="connsiteX15" fmla="*/ 123859 w 600835"/>
                <a:gd name="connsiteY15" fmla="*/ 185058 h 343425"/>
                <a:gd name="connsiteX16" fmla="*/ 127338 w 600835"/>
                <a:gd name="connsiteY16" fmla="*/ 168614 h 343425"/>
                <a:gd name="connsiteX17" fmla="*/ 220057 w 600835"/>
                <a:gd name="connsiteY17" fmla="*/ 92719 h 343425"/>
                <a:gd name="connsiteX18" fmla="*/ 222333 w 600835"/>
                <a:gd name="connsiteY18" fmla="*/ 92719 h 343425"/>
                <a:gd name="connsiteX19" fmla="*/ 260787 w 600835"/>
                <a:gd name="connsiteY19" fmla="*/ 101889 h 343425"/>
                <a:gd name="connsiteX20" fmla="*/ 276219 w 600835"/>
                <a:gd name="connsiteY20" fmla="*/ 109416 h 343425"/>
                <a:gd name="connsiteX21" fmla="*/ 282544 w 600835"/>
                <a:gd name="connsiteY21" fmla="*/ 93414 h 343425"/>
                <a:gd name="connsiteX22" fmla="*/ 387848 w 600835"/>
                <a:gd name="connsiteY22" fmla="*/ 15875 h 343425"/>
                <a:gd name="connsiteX23" fmla="*/ 387848 w 600835"/>
                <a:gd name="connsiteY23" fmla="*/ 63 h 343425"/>
                <a:gd name="connsiteX24" fmla="*/ 267681 w 600835"/>
                <a:gd name="connsiteY24" fmla="*/ 87785 h 343425"/>
                <a:gd name="connsiteX25" fmla="*/ 222776 w 600835"/>
                <a:gd name="connsiteY25" fmla="*/ 77034 h 343425"/>
                <a:gd name="connsiteX26" fmla="*/ 220057 w 600835"/>
                <a:gd name="connsiteY26" fmla="*/ 77034 h 343425"/>
                <a:gd name="connsiteX27" fmla="*/ 111906 w 600835"/>
                <a:gd name="connsiteY27" fmla="*/ 165578 h 343425"/>
                <a:gd name="connsiteX28" fmla="*/ 90149 w 600835"/>
                <a:gd name="connsiteY28" fmla="*/ 162479 h 343425"/>
                <a:gd name="connsiteX29" fmla="*/ 87999 w 600835"/>
                <a:gd name="connsiteY29" fmla="*/ 162479 h 343425"/>
                <a:gd name="connsiteX30" fmla="*/ 24 w 600835"/>
                <a:gd name="connsiteY30" fmla="*/ 248557 h 343425"/>
                <a:gd name="connsiteX31" fmla="*/ 91983 w 600835"/>
                <a:gd name="connsiteY31" fmla="*/ 343426 h 343425"/>
                <a:gd name="connsiteX32" fmla="*/ 102293 w 600835"/>
                <a:gd name="connsiteY32" fmla="*/ 343426 h 343425"/>
                <a:gd name="connsiteX33" fmla="*/ 496821 w 600835"/>
                <a:gd name="connsiteY33" fmla="*/ 342224 h 343425"/>
                <a:gd name="connsiteX34" fmla="*/ 509091 w 600835"/>
                <a:gd name="connsiteY34" fmla="*/ 342224 h 343425"/>
                <a:gd name="connsiteX35" fmla="*/ 600798 w 600835"/>
                <a:gd name="connsiteY35" fmla="*/ 237552 h 343425"/>
                <a:gd name="connsiteX36" fmla="*/ 517503 w 600835"/>
                <a:gd name="connsiteY36" fmla="*/ 128706 h 343425"/>
                <a:gd name="connsiteX37" fmla="*/ 391011 w 600835"/>
                <a:gd name="connsiteY37" fmla="*/ 0 h 34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600835" h="343425">
                  <a:moveTo>
                    <a:pt x="387848" y="15875"/>
                  </a:moveTo>
                  <a:lnTo>
                    <a:pt x="390694" y="15875"/>
                  </a:lnTo>
                  <a:cubicBezTo>
                    <a:pt x="448185" y="17266"/>
                    <a:pt x="495936" y="66472"/>
                    <a:pt x="501754" y="130224"/>
                  </a:cubicBezTo>
                  <a:lnTo>
                    <a:pt x="502956" y="143252"/>
                  </a:lnTo>
                  <a:lnTo>
                    <a:pt x="515985" y="144517"/>
                  </a:lnTo>
                  <a:cubicBezTo>
                    <a:pt x="555893" y="148312"/>
                    <a:pt x="586188" y="188789"/>
                    <a:pt x="584986" y="237299"/>
                  </a:cubicBezTo>
                  <a:cubicBezTo>
                    <a:pt x="583784" y="285809"/>
                    <a:pt x="549821" y="326476"/>
                    <a:pt x="509091" y="326476"/>
                  </a:cubicBezTo>
                  <a:lnTo>
                    <a:pt x="496821" y="326476"/>
                  </a:lnTo>
                  <a:cubicBezTo>
                    <a:pt x="467918" y="326476"/>
                    <a:pt x="382978" y="326476"/>
                    <a:pt x="300442" y="327045"/>
                  </a:cubicBezTo>
                  <a:cubicBezTo>
                    <a:pt x="217906" y="327614"/>
                    <a:pt x="131639" y="327678"/>
                    <a:pt x="102293" y="327678"/>
                  </a:cubicBezTo>
                  <a:lnTo>
                    <a:pt x="92363" y="327678"/>
                  </a:lnTo>
                  <a:cubicBezTo>
                    <a:pt x="52075" y="326602"/>
                    <a:pt x="14887" y="288339"/>
                    <a:pt x="15835" y="249000"/>
                  </a:cubicBezTo>
                  <a:cubicBezTo>
                    <a:pt x="16823" y="209758"/>
                    <a:pt x="48746" y="178366"/>
                    <a:pt x="87999" y="178038"/>
                  </a:cubicBezTo>
                  <a:lnTo>
                    <a:pt x="89833" y="178038"/>
                  </a:lnTo>
                  <a:cubicBezTo>
                    <a:pt x="95862" y="178115"/>
                    <a:pt x="101856" y="178966"/>
                    <a:pt x="107668" y="180567"/>
                  </a:cubicBezTo>
                  <a:lnTo>
                    <a:pt x="123859" y="185058"/>
                  </a:lnTo>
                  <a:lnTo>
                    <a:pt x="127338" y="168614"/>
                  </a:lnTo>
                  <a:cubicBezTo>
                    <a:pt x="136664" y="124728"/>
                    <a:pt x="175194" y="93190"/>
                    <a:pt x="220057" y="92719"/>
                  </a:cubicBezTo>
                  <a:lnTo>
                    <a:pt x="222333" y="92719"/>
                  </a:lnTo>
                  <a:cubicBezTo>
                    <a:pt x="235658" y="93005"/>
                    <a:pt x="248768" y="96131"/>
                    <a:pt x="260787" y="101889"/>
                  </a:cubicBezTo>
                  <a:lnTo>
                    <a:pt x="276219" y="109416"/>
                  </a:lnTo>
                  <a:lnTo>
                    <a:pt x="282544" y="93414"/>
                  </a:lnTo>
                  <a:cubicBezTo>
                    <a:pt x="300695" y="46359"/>
                    <a:pt x="341995" y="15875"/>
                    <a:pt x="387848" y="15875"/>
                  </a:cubicBezTo>
                  <a:moveTo>
                    <a:pt x="387848" y="63"/>
                  </a:moveTo>
                  <a:cubicBezTo>
                    <a:pt x="334152" y="63"/>
                    <a:pt x="287667" y="36177"/>
                    <a:pt x="267681" y="87785"/>
                  </a:cubicBezTo>
                  <a:cubicBezTo>
                    <a:pt x="253654" y="81031"/>
                    <a:pt x="238341" y="77365"/>
                    <a:pt x="222776" y="77034"/>
                  </a:cubicBezTo>
                  <a:lnTo>
                    <a:pt x="220057" y="77034"/>
                  </a:lnTo>
                  <a:cubicBezTo>
                    <a:pt x="167607" y="77270"/>
                    <a:pt x="122491" y="114208"/>
                    <a:pt x="111906" y="165578"/>
                  </a:cubicBezTo>
                  <a:cubicBezTo>
                    <a:pt x="104812" y="163637"/>
                    <a:pt x="97503" y="162596"/>
                    <a:pt x="90149" y="162479"/>
                  </a:cubicBezTo>
                  <a:lnTo>
                    <a:pt x="87999" y="162479"/>
                  </a:lnTo>
                  <a:cubicBezTo>
                    <a:pt x="40266" y="162767"/>
                    <a:pt x="1353" y="200841"/>
                    <a:pt x="24" y="248557"/>
                  </a:cubicBezTo>
                  <a:cubicBezTo>
                    <a:pt x="-1178" y="297446"/>
                    <a:pt x="43347" y="342098"/>
                    <a:pt x="91983" y="343426"/>
                  </a:cubicBezTo>
                  <a:lnTo>
                    <a:pt x="102293" y="343426"/>
                  </a:lnTo>
                  <a:cubicBezTo>
                    <a:pt x="160858" y="343426"/>
                    <a:pt x="438951" y="342224"/>
                    <a:pt x="496821" y="342224"/>
                  </a:cubicBezTo>
                  <a:lnTo>
                    <a:pt x="509091" y="342224"/>
                  </a:lnTo>
                  <a:cubicBezTo>
                    <a:pt x="558486" y="342224"/>
                    <a:pt x="599469" y="295612"/>
                    <a:pt x="600798" y="237552"/>
                  </a:cubicBezTo>
                  <a:cubicBezTo>
                    <a:pt x="602189" y="180631"/>
                    <a:pt x="565253" y="133259"/>
                    <a:pt x="517503" y="128706"/>
                  </a:cubicBezTo>
                  <a:cubicBezTo>
                    <a:pt x="511178" y="57680"/>
                    <a:pt x="457545" y="1581"/>
                    <a:pt x="391011" y="0"/>
                  </a:cubicBezTo>
                  <a:close/>
                </a:path>
              </a:pathLst>
            </a:custGeom>
            <a:solidFill>
              <a:schemeClr val="accent5"/>
            </a:solidFill>
            <a:ln w="6271" cap="flat">
              <a:noFill/>
              <a:prstDash val="solid"/>
              <a:miter/>
            </a:ln>
          </p:spPr>
          <p:txBody>
            <a:bodyPr rtlCol="0" anchor="ctr"/>
            <a:lstStyle/>
            <a:p>
              <a:pPr marL="0" marR="0" lvl="0" indent="0" algn="l" defTabSz="913578" rtl="0" eaLnBrk="1" fontAlgn="auto" latinLnBrk="0" hangingPunct="1">
                <a:lnSpc>
                  <a:spcPct val="100000"/>
                </a:lnSpc>
                <a:spcBef>
                  <a:spcPts val="0"/>
                </a:spcBef>
                <a:spcAft>
                  <a:spcPts val="0"/>
                </a:spcAft>
                <a:buClrTx/>
                <a:buSzTx/>
                <a:buFontTx/>
                <a:buNone/>
                <a:tabLst/>
                <a:defRPr/>
              </a:pPr>
              <a:endParaRPr kumimoji="0" lang="en-US" sz="1797" b="0" i="0" u="none" strike="noStrike" kern="1200" cap="none" spc="0" normalizeH="0" baseline="0" noProof="0" dirty="0">
                <a:ln>
                  <a:noFill/>
                </a:ln>
                <a:solidFill>
                  <a:prstClr val="black"/>
                </a:solidFill>
                <a:effectLst/>
                <a:uLnTx/>
                <a:uFillTx/>
                <a:latin typeface="Arial"/>
                <a:ea typeface="+mn-ea"/>
                <a:cs typeface="+mn-cs"/>
              </a:endParaRPr>
            </a:p>
          </p:txBody>
        </p:sp>
      </p:grpSp>
      <p:cxnSp>
        <p:nvCxnSpPr>
          <p:cNvPr id="5" name="Straight Connector 4">
            <a:extLst>
              <a:ext uri="{FF2B5EF4-FFF2-40B4-BE49-F238E27FC236}">
                <a16:creationId xmlns:a16="http://schemas.microsoft.com/office/drawing/2014/main" id="{00198B37-D786-9105-10D6-FD9B687ABEF0}"/>
              </a:ext>
            </a:extLst>
          </p:cNvPr>
          <p:cNvCxnSpPr/>
          <p:nvPr/>
        </p:nvCxnSpPr>
        <p:spPr bwMode="gray">
          <a:xfrm>
            <a:off x="612301" y="6177363"/>
            <a:ext cx="6420968"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ED3D373B-CE90-03BA-8ED0-6A89B9974FE1}"/>
              </a:ext>
              <a:ext uri="{C183D7F6-B498-43B3-948B-1728B52AA6E4}">
                <adec:decorative xmlns:adec="http://schemas.microsoft.com/office/drawing/2017/decorative" val="1"/>
              </a:ext>
            </a:extLst>
          </p:cNvPr>
          <p:cNvSpPr/>
          <p:nvPr/>
        </p:nvSpPr>
        <p:spPr bwMode="gray">
          <a:xfrm>
            <a:off x="8796342" y="1264580"/>
            <a:ext cx="1450120" cy="1450121"/>
          </a:xfrm>
          <a:prstGeom prst="ellipse">
            <a:avLst/>
          </a:prstGeom>
          <a:solidFill>
            <a:schemeClr val="bg1"/>
          </a:solidFill>
          <a:ln w="254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44" tIns="45672" rIns="91344" bIns="45672" numCol="1" spcCol="0" rtlCol="0" fromWordArt="0" anchor="ctr" anchorCtr="0" forceAA="0" compatLnSpc="1">
            <a:prstTxWarp prst="textNoShape">
              <a:avLst/>
            </a:prstTxWarp>
            <a:noAutofit/>
          </a:bodyPr>
          <a:lstStyle/>
          <a:p>
            <a:pPr marL="0" marR="0" lvl="0" indent="0" algn="ctr" defTabSz="913578" rtl="0" eaLnBrk="1" fontAlgn="auto" latinLnBrk="0" hangingPunct="1">
              <a:lnSpc>
                <a:spcPct val="100000"/>
              </a:lnSpc>
              <a:spcBef>
                <a:spcPts val="0"/>
              </a:spcBef>
              <a:spcAft>
                <a:spcPts val="0"/>
              </a:spcAft>
              <a:buClrTx/>
              <a:buSzTx/>
              <a:buFontTx/>
              <a:buNone/>
              <a:tabLst/>
              <a:defRPr/>
            </a:pPr>
            <a:endParaRPr kumimoji="0" lang="en-US" sz="1796" b="0" i="0" u="none" strike="noStrike" kern="1200" cap="none" spc="0" normalizeH="0" baseline="0" noProof="0" dirty="0">
              <a:ln>
                <a:noFill/>
              </a:ln>
              <a:solidFill>
                <a:srgbClr val="6C4B94"/>
              </a:solidFill>
              <a:effectLst/>
              <a:uLnTx/>
              <a:uFillTx/>
              <a:latin typeface="Arial"/>
              <a:ea typeface="+mn-ea"/>
              <a:cs typeface="+mn-cs"/>
            </a:endParaRPr>
          </a:p>
        </p:txBody>
      </p:sp>
      <p:cxnSp>
        <p:nvCxnSpPr>
          <p:cNvPr id="60" name="Straight Connector 59">
            <a:extLst>
              <a:ext uri="{FF2B5EF4-FFF2-40B4-BE49-F238E27FC236}">
                <a16:creationId xmlns:a16="http://schemas.microsoft.com/office/drawing/2014/main" id="{345226FE-F648-96EA-E9C7-08AFE632B4E2}"/>
              </a:ext>
            </a:extLst>
          </p:cNvPr>
          <p:cNvCxnSpPr>
            <a:cxnSpLocks/>
          </p:cNvCxnSpPr>
          <p:nvPr/>
        </p:nvCxnSpPr>
        <p:spPr bwMode="gray">
          <a:xfrm flipV="1">
            <a:off x="3822113" y="3048156"/>
            <a:ext cx="0" cy="2557914"/>
          </a:xfrm>
          <a:prstGeom prst="line">
            <a:avLst/>
          </a:prstGeom>
          <a:ln w="25400">
            <a:solidFill>
              <a:schemeClr val="accent5">
                <a:alpha val="20000"/>
              </a:schemeClr>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997D7027-E006-8647-BA8A-891D9EBC73D9}"/>
              </a:ext>
              <a:ext uri="{C183D7F6-B498-43B3-948B-1728B52AA6E4}">
                <adec:decorative xmlns:adec="http://schemas.microsoft.com/office/drawing/2017/decorative" val="1"/>
              </a:ext>
            </a:extLst>
          </p:cNvPr>
          <p:cNvGrpSpPr/>
          <p:nvPr/>
        </p:nvGrpSpPr>
        <p:grpSpPr>
          <a:xfrm>
            <a:off x="9074504" y="1534454"/>
            <a:ext cx="906542" cy="906544"/>
            <a:chOff x="5126086" y="3679258"/>
            <a:chExt cx="1946038" cy="1946038"/>
          </a:xfrm>
        </p:grpSpPr>
        <p:sp>
          <p:nvSpPr>
            <p:cNvPr id="30" name="Freeform: Shape 231">
              <a:extLst>
                <a:ext uri="{FF2B5EF4-FFF2-40B4-BE49-F238E27FC236}">
                  <a16:creationId xmlns:a16="http://schemas.microsoft.com/office/drawing/2014/main" id="{6D78AE06-FCEE-81CE-D798-DE8F8B1C5FCB}"/>
                </a:ext>
              </a:extLst>
            </p:cNvPr>
            <p:cNvSpPr/>
            <p:nvPr/>
          </p:nvSpPr>
          <p:spPr>
            <a:xfrm>
              <a:off x="5492186" y="3906456"/>
              <a:ext cx="1180618" cy="1504710"/>
            </a:xfrm>
            <a:custGeom>
              <a:avLst/>
              <a:gdLst>
                <a:gd name="connsiteX0" fmla="*/ 0 w 1180618"/>
                <a:gd name="connsiteY0" fmla="*/ 0 h 1504710"/>
                <a:gd name="connsiteX1" fmla="*/ 602225 w 1180618"/>
                <a:gd name="connsiteY1" fmla="*/ 0 h 1504710"/>
                <a:gd name="connsiteX2" fmla="*/ 602225 w 1180618"/>
                <a:gd name="connsiteY2" fmla="*/ 625034 h 1504710"/>
                <a:gd name="connsiteX3" fmla="*/ 1180618 w 1180618"/>
                <a:gd name="connsiteY3" fmla="*/ 625034 h 1504710"/>
                <a:gd name="connsiteX4" fmla="*/ 1180618 w 1180618"/>
                <a:gd name="connsiteY4" fmla="*/ 1504710 h 1504710"/>
                <a:gd name="connsiteX5" fmla="*/ 0 w 1180618"/>
                <a:gd name="connsiteY5" fmla="*/ 1504710 h 1504710"/>
                <a:gd name="connsiteX6" fmla="*/ 0 w 1180618"/>
                <a:gd name="connsiteY6" fmla="*/ 821804 h 1504710"/>
                <a:gd name="connsiteX7" fmla="*/ 0 w 1180618"/>
                <a:gd name="connsiteY7" fmla="*/ 625034 h 1504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0618" h="1504710">
                  <a:moveTo>
                    <a:pt x="0" y="0"/>
                  </a:moveTo>
                  <a:lnTo>
                    <a:pt x="602225" y="0"/>
                  </a:lnTo>
                  <a:lnTo>
                    <a:pt x="602225" y="625034"/>
                  </a:lnTo>
                  <a:lnTo>
                    <a:pt x="1180618" y="625034"/>
                  </a:lnTo>
                  <a:lnTo>
                    <a:pt x="1180618" y="1504710"/>
                  </a:lnTo>
                  <a:lnTo>
                    <a:pt x="0" y="1504710"/>
                  </a:lnTo>
                  <a:lnTo>
                    <a:pt x="0" y="821804"/>
                  </a:lnTo>
                  <a:lnTo>
                    <a:pt x="0" y="625034"/>
                  </a:lnTo>
                  <a:close/>
                </a:path>
              </a:pathLst>
            </a:cu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344" tIns="45672" rIns="91344" bIns="45672" numCol="1" spcCol="0" rtlCol="0" fromWordArt="0" anchor="ctr" anchorCtr="0" forceAA="0" compatLnSpc="1">
              <a:prstTxWarp prst="textNoShape">
                <a:avLst/>
              </a:prstTxWarp>
              <a:noAutofit/>
            </a:bodyPr>
            <a:lstStyle/>
            <a:p>
              <a:pPr marL="0" marR="0" lvl="0" indent="0" algn="ctr" defTabSz="913578"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Arial"/>
                <a:ea typeface="+mn-ea"/>
                <a:cs typeface="+mn-cs"/>
              </a:endParaRPr>
            </a:p>
          </p:txBody>
        </p:sp>
        <p:pic>
          <p:nvPicPr>
            <p:cNvPr id="31" name="Picture Placeholder 95">
              <a:extLst>
                <a:ext uri="{FF2B5EF4-FFF2-40B4-BE49-F238E27FC236}">
                  <a16:creationId xmlns:a16="http://schemas.microsoft.com/office/drawing/2014/main" id="{5A102911-5EAE-7A2A-36C9-FFAE4664CFFC}"/>
                </a:ext>
              </a:extLst>
            </p:cNvPr>
            <p:cNvPicPr>
              <a:picLocks noChangeAspect="1"/>
            </p:cNvPicPr>
            <p:nvPr/>
          </p:nvPicPr>
          <p:blipFill rotWithShape="1">
            <a:blip>
              <a:extLst>
                <a:ext uri="{96DAC541-7B7A-43D3-8B79-37D633B846F1}">
                  <asvg:svgBlip xmlns:asvg="http://schemas.microsoft.com/office/drawing/2016/SVG/main" r:embed="rId3"/>
                </a:ext>
              </a:extLst>
            </a:blip>
            <a:srcRect/>
            <a:stretch/>
          </p:blipFill>
          <p:spPr>
            <a:xfrm>
              <a:off x="5126086" y="3679258"/>
              <a:ext cx="1946038" cy="1946038"/>
            </a:xfrm>
            <a:prstGeom prst="rect">
              <a:avLst/>
            </a:prstGeom>
          </p:spPr>
        </p:pic>
      </p:grpSp>
    </p:spTree>
    <p:extLst>
      <p:ext uri="{BB962C8B-B14F-4D97-AF65-F5344CB8AC3E}">
        <p14:creationId xmlns:p14="http://schemas.microsoft.com/office/powerpoint/2010/main" val="1321891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6712">
          <a:extLst>
            <a:ext uri="{FF2B5EF4-FFF2-40B4-BE49-F238E27FC236}">
              <a16:creationId xmlns:a16="http://schemas.microsoft.com/office/drawing/2014/main" id="{548848B1-646D-511D-4001-581640C3C686}"/>
            </a:ext>
          </a:extLst>
        </p:cNvPr>
        <p:cNvGrpSpPr/>
        <p:nvPr/>
      </p:nvGrpSpPr>
      <p:grpSpPr>
        <a:xfrm>
          <a:off x="0" y="0"/>
          <a:ext cx="0" cy="0"/>
          <a:chOff x="0" y="0"/>
          <a:chExt cx="0" cy="0"/>
        </a:xfrm>
      </p:grpSpPr>
      <p:sp>
        <p:nvSpPr>
          <p:cNvPr id="16731" name="Google Shape;10574;g35710317286_0_4084">
            <a:extLst>
              <a:ext uri="{FF2B5EF4-FFF2-40B4-BE49-F238E27FC236}">
                <a16:creationId xmlns:a16="http://schemas.microsoft.com/office/drawing/2014/main" id="{A67D64B8-1CE5-24AB-1399-E199CD91C880}"/>
              </a:ext>
            </a:extLst>
          </p:cNvPr>
          <p:cNvSpPr>
            <a:spLocks/>
          </p:cNvSpPr>
          <p:nvPr/>
        </p:nvSpPr>
        <p:spPr>
          <a:xfrm>
            <a:off x="462522" y="1264551"/>
            <a:ext cx="8253276" cy="4656598"/>
          </a:xfrm>
          <a:prstGeom prst="rect">
            <a:avLst/>
          </a:prstGeom>
          <a:solidFill>
            <a:schemeClr val="bg1"/>
          </a:solidFill>
          <a:ln>
            <a:noFill/>
          </a:ln>
          <a:effectLst>
            <a:outerShdw blurRad="198565" dist="38100" dir="5400000" algn="t" rotWithShape="0">
              <a:prstClr val="black">
                <a:alpha val="19676"/>
              </a:prstClr>
            </a:outerShdw>
          </a:effectLst>
        </p:spPr>
        <p:style>
          <a:lnRef idx="2">
            <a:schemeClr val="accent1">
              <a:shade val="15000"/>
            </a:schemeClr>
          </a:lnRef>
          <a:fillRef idx="1">
            <a:schemeClr val="accent1"/>
          </a:fillRef>
          <a:effectRef idx="0">
            <a:schemeClr val="accent1"/>
          </a:effectRef>
          <a:fontRef idx="minor">
            <a:schemeClr val="lt1"/>
          </a:fontRef>
        </p:style>
        <p:txBody>
          <a:bodyPr spcFirstLastPara="1" wrap="square" lIns="121818" tIns="121818" rIns="121818" bIns="121818" anchor="ctr" anchorCtr="0">
            <a:noAutofit/>
          </a:bodyPr>
          <a:lstStyle/>
          <a:p>
            <a:pPr algn="ctr" defTabSz="914126">
              <a:buClr>
                <a:srgbClr val="000000"/>
              </a:buClr>
              <a:buSzPts val="1200"/>
            </a:pPr>
            <a:endParaRPr sz="1600" dirty="0">
              <a:solidFill>
                <a:srgbClr val="000000"/>
              </a:solidFill>
              <a:latin typeface="Arial"/>
              <a:ea typeface="Arial"/>
              <a:cs typeface="Arial"/>
              <a:sym typeface="Arial"/>
            </a:endParaRPr>
          </a:p>
        </p:txBody>
      </p:sp>
      <p:sp>
        <p:nvSpPr>
          <p:cNvPr id="2" name="Rectangle 1">
            <a:extLst>
              <a:ext uri="{FF2B5EF4-FFF2-40B4-BE49-F238E27FC236}">
                <a16:creationId xmlns:a16="http://schemas.microsoft.com/office/drawing/2014/main" id="{E13E5C77-97E8-9929-65ED-93A66684F394}"/>
              </a:ext>
            </a:extLst>
          </p:cNvPr>
          <p:cNvSpPr/>
          <p:nvPr/>
        </p:nvSpPr>
        <p:spPr>
          <a:xfrm>
            <a:off x="9188418" y="78933"/>
            <a:ext cx="3003345" cy="6778175"/>
          </a:xfrm>
          <a:prstGeom prst="rect">
            <a:avLst/>
          </a:prstGeom>
          <a:gradFill flip="none" rotWithShape="1">
            <a:gsLst>
              <a:gs pos="0">
                <a:schemeClr val="accent3"/>
              </a:gs>
              <a:gs pos="100000">
                <a:schemeClr val="accent5"/>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endParaRPr lang="en-US" sz="1799" dirty="0">
              <a:solidFill>
                <a:srgbClr val="FFFFFF"/>
              </a:solidFill>
              <a:latin typeface="Arial" panose="020B0604020202020204"/>
            </a:endParaRPr>
          </a:p>
        </p:txBody>
      </p:sp>
      <p:sp>
        <p:nvSpPr>
          <p:cNvPr id="16713" name="Google Shape;16713;p158">
            <a:extLst>
              <a:ext uri="{FF2B5EF4-FFF2-40B4-BE49-F238E27FC236}">
                <a16:creationId xmlns:a16="http://schemas.microsoft.com/office/drawing/2014/main" id="{AFAA3ACF-E176-3EC5-8F2F-CC7765C5F2DC}"/>
              </a:ext>
            </a:extLst>
          </p:cNvPr>
          <p:cNvSpPr txBox="1">
            <a:spLocks noGrp="1"/>
          </p:cNvSpPr>
          <p:nvPr>
            <p:ph type="title"/>
          </p:nvPr>
        </p:nvSpPr>
        <p:spPr>
          <a:xfrm>
            <a:off x="581245" y="413536"/>
            <a:ext cx="10998139" cy="380901"/>
          </a:xfrm>
          <a:prstGeom prst="rect">
            <a:avLst/>
          </a:prstGeom>
          <a:noFill/>
          <a:ln>
            <a:noFill/>
          </a:ln>
        </p:spPr>
        <p:txBody>
          <a:bodyPr spcFirstLastPara="1" vert="horz" wrap="square" lIns="0" tIns="0" rIns="0" bIns="0" rtlCol="0" anchor="b" anchorCtr="0">
            <a:noAutofit/>
          </a:bodyPr>
          <a:lstStyle/>
          <a:p>
            <a:r>
              <a:rPr lang="en-US" dirty="0"/>
              <a:t>VMware Cloud Foundation Resources</a:t>
            </a:r>
            <a:endParaRPr dirty="0"/>
          </a:p>
        </p:txBody>
      </p:sp>
      <p:grpSp>
        <p:nvGrpSpPr>
          <p:cNvPr id="7" name="Group 6">
            <a:extLst>
              <a:ext uri="{FF2B5EF4-FFF2-40B4-BE49-F238E27FC236}">
                <a16:creationId xmlns:a16="http://schemas.microsoft.com/office/drawing/2014/main" id="{C03D7FF3-D332-9356-8651-3B29FB4269A2}"/>
              </a:ext>
            </a:extLst>
          </p:cNvPr>
          <p:cNvGrpSpPr/>
          <p:nvPr/>
        </p:nvGrpSpPr>
        <p:grpSpPr>
          <a:xfrm>
            <a:off x="9640741" y="2107202"/>
            <a:ext cx="2098700" cy="2721638"/>
            <a:chOff x="9517565" y="2399571"/>
            <a:chExt cx="2099247" cy="2722347"/>
          </a:xfrm>
        </p:grpSpPr>
        <p:pic>
          <p:nvPicPr>
            <p:cNvPr id="16716" name="Google Shape;16716;p158">
              <a:extLst>
                <a:ext uri="{FF2B5EF4-FFF2-40B4-BE49-F238E27FC236}">
                  <a16:creationId xmlns:a16="http://schemas.microsoft.com/office/drawing/2014/main" id="{7EDA0657-0B4B-471C-630C-51A8F5AB8A6A}"/>
                </a:ext>
              </a:extLst>
            </p:cNvPr>
            <p:cNvPicPr preferRelativeResize="0"/>
            <p:nvPr/>
          </p:nvPicPr>
          <p:blipFill rotWithShape="1">
            <a:blip r:embed="rId3">
              <a:alphaModFix/>
            </a:blip>
            <a:srcRect/>
            <a:stretch/>
          </p:blipFill>
          <p:spPr>
            <a:xfrm>
              <a:off x="9840058" y="3705430"/>
              <a:ext cx="1454261" cy="1416488"/>
            </a:xfrm>
            <a:prstGeom prst="rect">
              <a:avLst/>
            </a:prstGeom>
            <a:solidFill>
              <a:schemeClr val="bg1">
                <a:lumMod val="85000"/>
              </a:schemeClr>
            </a:solidFill>
            <a:ln>
              <a:noFill/>
            </a:ln>
          </p:spPr>
        </p:pic>
        <p:sp>
          <p:nvSpPr>
            <p:cNvPr id="4" name="TextBox 3">
              <a:extLst>
                <a:ext uri="{FF2B5EF4-FFF2-40B4-BE49-F238E27FC236}">
                  <a16:creationId xmlns:a16="http://schemas.microsoft.com/office/drawing/2014/main" id="{C336853C-AF13-9EB7-EE2F-22777EA1E0D0}"/>
                </a:ext>
              </a:extLst>
            </p:cNvPr>
            <p:cNvSpPr txBox="1"/>
            <p:nvPr/>
          </p:nvSpPr>
          <p:spPr>
            <a:xfrm>
              <a:off x="9551007" y="2399571"/>
              <a:ext cx="2032363" cy="738664"/>
            </a:xfrm>
            <a:prstGeom prst="rect">
              <a:avLst/>
            </a:prstGeom>
            <a:noFill/>
          </p:spPr>
          <p:txBody>
            <a:bodyPr wrap="square">
              <a:spAutoFit/>
            </a:bodyPr>
            <a:lstStyle/>
            <a:p>
              <a:pPr algn="ctr" defTabSz="914126">
                <a:buClr>
                  <a:srgbClr val="666666"/>
                </a:buClr>
                <a:buSzPts val="1440"/>
              </a:pPr>
              <a:r>
                <a:rPr lang="en-US" sz="1400" b="1" dirty="0">
                  <a:solidFill>
                    <a:srgbClr val="FFFFFF"/>
                  </a:solidFill>
                  <a:latin typeface="Arial"/>
                  <a:ea typeface="Arial"/>
                  <a:cs typeface="Arial"/>
                  <a:sym typeface="Arial"/>
                </a:rPr>
                <a:t>VMware</a:t>
              </a:r>
              <a:endParaRPr lang="en-US" sz="1799" b="1" dirty="0">
                <a:solidFill>
                  <a:srgbClr val="FFFFFF"/>
                </a:solidFill>
                <a:latin typeface="Arial" panose="020B0604020202020204"/>
              </a:endParaRPr>
            </a:p>
            <a:p>
              <a:pPr algn="ctr" defTabSz="914126">
                <a:buClr>
                  <a:srgbClr val="666666"/>
                </a:buClr>
                <a:buSzPts val="1440"/>
              </a:pPr>
              <a:r>
                <a:rPr lang="en-US" sz="1400" b="1" dirty="0">
                  <a:solidFill>
                    <a:srgbClr val="FFFFFF"/>
                  </a:solidFill>
                  <a:latin typeface="Arial"/>
                  <a:ea typeface="Arial"/>
                  <a:cs typeface="Arial"/>
                  <a:sym typeface="Arial"/>
                </a:rPr>
                <a:t>Feature Request</a:t>
              </a:r>
              <a:endParaRPr lang="en-US" sz="1799" b="1" dirty="0">
                <a:solidFill>
                  <a:srgbClr val="FFFFFF"/>
                </a:solidFill>
                <a:latin typeface="Arial" panose="020B0604020202020204"/>
              </a:endParaRPr>
            </a:p>
            <a:p>
              <a:pPr algn="ctr" defTabSz="914126">
                <a:buClr>
                  <a:srgbClr val="666666"/>
                </a:buClr>
                <a:buSzPts val="1440"/>
              </a:pPr>
              <a:r>
                <a:rPr lang="en-US" sz="1400" b="1" dirty="0">
                  <a:solidFill>
                    <a:srgbClr val="FFFFFF"/>
                  </a:solidFill>
                  <a:latin typeface="Arial"/>
                  <a:ea typeface="Arial"/>
                  <a:cs typeface="Arial"/>
                  <a:sym typeface="Arial"/>
                </a:rPr>
                <a:t>Portal</a:t>
              </a:r>
              <a:endParaRPr lang="en-US" sz="1799" b="1" dirty="0">
                <a:solidFill>
                  <a:srgbClr val="FFFFFF"/>
                </a:solidFill>
                <a:latin typeface="Arial" panose="020B0604020202020204"/>
              </a:endParaRPr>
            </a:p>
          </p:txBody>
        </p:sp>
        <p:sp>
          <p:nvSpPr>
            <p:cNvPr id="6" name="TextBox 5">
              <a:extLst>
                <a:ext uri="{FF2B5EF4-FFF2-40B4-BE49-F238E27FC236}">
                  <a16:creationId xmlns:a16="http://schemas.microsoft.com/office/drawing/2014/main" id="{C7B2FEBB-E0FF-8A20-287F-30991ED0F9AB}"/>
                </a:ext>
              </a:extLst>
            </p:cNvPr>
            <p:cNvSpPr txBox="1"/>
            <p:nvPr/>
          </p:nvSpPr>
          <p:spPr>
            <a:xfrm>
              <a:off x="9517565" y="3216930"/>
              <a:ext cx="2099247" cy="307777"/>
            </a:xfrm>
            <a:prstGeom prst="rect">
              <a:avLst/>
            </a:prstGeom>
            <a:noFill/>
          </p:spPr>
          <p:txBody>
            <a:bodyPr wrap="square">
              <a:spAutoFit/>
            </a:bodyPr>
            <a:lstStyle/>
            <a:p>
              <a:pPr indent="-91413" algn="ctr" defTabSz="914126">
                <a:spcBef>
                  <a:spcPts val="1200"/>
                </a:spcBef>
                <a:buClr>
                  <a:srgbClr val="666666"/>
                </a:buClr>
                <a:buSzPts val="1440"/>
                <a:buFont typeface="Arial"/>
                <a:buChar char="​"/>
              </a:pPr>
              <a:r>
                <a:rPr lang="en-US" sz="1400" u="sng" dirty="0">
                  <a:solidFill>
                    <a:srgbClr val="FFFFFF"/>
                  </a:solidFill>
                  <a:latin typeface="Arial"/>
                  <a:ea typeface="Arial"/>
                  <a:cs typeface="Arial"/>
                  <a:sym typeface="Arial"/>
                  <a:hlinkClick r:id="rId4">
                    <a:extLst>
                      <a:ext uri="{A12FA001-AC4F-418D-AE19-62706E023703}">
                        <ahyp:hlinkClr xmlns:ahyp="http://schemas.microsoft.com/office/drawing/2018/hyperlinkcolor" val="tx"/>
                      </a:ext>
                    </a:extLst>
                  </a:hlinkClick>
                </a:rPr>
                <a:t>https://vcf.ideas.aha.io/</a:t>
              </a:r>
              <a:endParaRPr lang="en-US" sz="1400" dirty="0">
                <a:solidFill>
                  <a:srgbClr val="FFFFFF"/>
                </a:solidFill>
                <a:latin typeface="Arial"/>
                <a:ea typeface="Arial"/>
                <a:cs typeface="Arial"/>
                <a:sym typeface="Arial"/>
              </a:endParaRPr>
            </a:p>
          </p:txBody>
        </p:sp>
      </p:grpSp>
      <p:sp>
        <p:nvSpPr>
          <p:cNvPr id="9" name="Google Shape;10577;g35710317286_0_4084">
            <a:extLst>
              <a:ext uri="{FF2B5EF4-FFF2-40B4-BE49-F238E27FC236}">
                <a16:creationId xmlns:a16="http://schemas.microsoft.com/office/drawing/2014/main" id="{71ACD6B6-0A2F-E694-1ED0-D6E3005EE15F}"/>
              </a:ext>
            </a:extLst>
          </p:cNvPr>
          <p:cNvSpPr/>
          <p:nvPr/>
        </p:nvSpPr>
        <p:spPr>
          <a:xfrm>
            <a:off x="464663" y="1249505"/>
            <a:ext cx="8282307" cy="35391"/>
          </a:xfrm>
          <a:prstGeom prst="rect">
            <a:avLst/>
          </a:prstGeom>
          <a:solidFill>
            <a:schemeClr val="accent3"/>
          </a:solidFill>
          <a:ln>
            <a:noFill/>
          </a:ln>
          <a:effectLst>
            <a:outerShdw blurRad="142875" algn="bl" rotWithShape="0">
              <a:srgbClr val="000000">
                <a:alpha val="15290"/>
              </a:srgbClr>
            </a:outerShdw>
          </a:effectLst>
        </p:spPr>
        <p:txBody>
          <a:bodyPr spcFirstLastPara="1" wrap="square" lIns="121818" tIns="121818" rIns="121818" bIns="121818" anchor="ctr" anchorCtr="0">
            <a:noAutofit/>
          </a:bodyPr>
          <a:lstStyle/>
          <a:p>
            <a:pPr algn="ctr" defTabSz="914126"/>
            <a:endParaRPr sz="1600" dirty="0">
              <a:solidFill>
                <a:srgbClr val="000000"/>
              </a:solidFill>
              <a:latin typeface="Arial"/>
              <a:ea typeface="Arial"/>
              <a:cs typeface="Arial"/>
              <a:sym typeface="Arial"/>
            </a:endParaRPr>
          </a:p>
        </p:txBody>
      </p:sp>
      <p:sp>
        <p:nvSpPr>
          <p:cNvPr id="11" name="Google Shape;10577;g35710317286_0_4084">
            <a:extLst>
              <a:ext uri="{FF2B5EF4-FFF2-40B4-BE49-F238E27FC236}">
                <a16:creationId xmlns:a16="http://schemas.microsoft.com/office/drawing/2014/main" id="{110A2B09-AFF9-E28B-7725-AE4CDF405162}"/>
              </a:ext>
            </a:extLst>
          </p:cNvPr>
          <p:cNvSpPr/>
          <p:nvPr/>
        </p:nvSpPr>
        <p:spPr>
          <a:xfrm>
            <a:off x="464662" y="5913004"/>
            <a:ext cx="8282307" cy="35391"/>
          </a:xfrm>
          <a:prstGeom prst="rect">
            <a:avLst/>
          </a:prstGeom>
          <a:solidFill>
            <a:schemeClr val="accent3"/>
          </a:solidFill>
          <a:ln>
            <a:noFill/>
          </a:ln>
          <a:effectLst>
            <a:outerShdw blurRad="142875" algn="bl" rotWithShape="0">
              <a:srgbClr val="000000">
                <a:alpha val="15290"/>
              </a:srgbClr>
            </a:outerShdw>
          </a:effectLst>
        </p:spPr>
        <p:txBody>
          <a:bodyPr spcFirstLastPara="1" wrap="square" lIns="121818" tIns="121818" rIns="121818" bIns="121818" anchor="ctr" anchorCtr="0">
            <a:noAutofit/>
          </a:bodyPr>
          <a:lstStyle/>
          <a:p>
            <a:pPr algn="ctr" defTabSz="914126"/>
            <a:endParaRPr sz="1600" dirty="0">
              <a:solidFill>
                <a:srgbClr val="000000"/>
              </a:solidFill>
              <a:latin typeface="Arial"/>
              <a:ea typeface="Arial"/>
              <a:cs typeface="Arial"/>
              <a:sym typeface="Arial"/>
            </a:endParaRPr>
          </a:p>
        </p:txBody>
      </p:sp>
      <p:sp>
        <p:nvSpPr>
          <p:cNvPr id="12" name="Google Shape;10575;g35710317286_0_4084">
            <a:extLst>
              <a:ext uri="{FF2B5EF4-FFF2-40B4-BE49-F238E27FC236}">
                <a16:creationId xmlns:a16="http://schemas.microsoft.com/office/drawing/2014/main" id="{827284D7-3DC4-56BE-645A-3AA6894A6C04}"/>
              </a:ext>
            </a:extLst>
          </p:cNvPr>
          <p:cNvSpPr/>
          <p:nvPr/>
        </p:nvSpPr>
        <p:spPr>
          <a:xfrm>
            <a:off x="457428" y="1783902"/>
            <a:ext cx="8282307" cy="20095"/>
          </a:xfrm>
          <a:prstGeom prst="rect">
            <a:avLst/>
          </a:prstGeom>
          <a:solidFill>
            <a:srgbClr val="C3D5F4">
              <a:alpha val="40000"/>
            </a:srgbClr>
          </a:solidFill>
          <a:ln>
            <a:noFill/>
          </a:ln>
          <a:effectLst>
            <a:outerShdw blurRad="142875" algn="bl" rotWithShape="0">
              <a:srgbClr val="000000">
                <a:alpha val="15290"/>
              </a:srgbClr>
            </a:outerShdw>
          </a:effectLst>
        </p:spPr>
        <p:txBody>
          <a:bodyPr spcFirstLastPara="1" wrap="square" lIns="121818" tIns="121818" rIns="121818" bIns="121818" anchor="ctr" anchorCtr="0">
            <a:noAutofit/>
          </a:bodyPr>
          <a:lstStyle/>
          <a:p>
            <a:pPr algn="ctr" defTabSz="914126">
              <a:buClr>
                <a:srgbClr val="000000"/>
              </a:buClr>
              <a:buSzPts val="1200"/>
            </a:pPr>
            <a:endParaRPr sz="1600" dirty="0">
              <a:solidFill>
                <a:srgbClr val="000000"/>
              </a:solidFill>
              <a:latin typeface="Arial"/>
              <a:ea typeface="Arial"/>
              <a:cs typeface="Arial"/>
              <a:sym typeface="Arial"/>
            </a:endParaRPr>
          </a:p>
        </p:txBody>
      </p:sp>
      <p:sp>
        <p:nvSpPr>
          <p:cNvPr id="16723" name="Google Shape;10575;g35710317286_0_4084">
            <a:extLst>
              <a:ext uri="{FF2B5EF4-FFF2-40B4-BE49-F238E27FC236}">
                <a16:creationId xmlns:a16="http://schemas.microsoft.com/office/drawing/2014/main" id="{D22140FA-91A1-DAC8-9799-646E3632952B}"/>
              </a:ext>
            </a:extLst>
          </p:cNvPr>
          <p:cNvSpPr/>
          <p:nvPr/>
        </p:nvSpPr>
        <p:spPr>
          <a:xfrm>
            <a:off x="457428" y="2298249"/>
            <a:ext cx="8282307" cy="20095"/>
          </a:xfrm>
          <a:prstGeom prst="rect">
            <a:avLst/>
          </a:prstGeom>
          <a:solidFill>
            <a:srgbClr val="C3D5F4">
              <a:alpha val="40000"/>
            </a:srgbClr>
          </a:solidFill>
          <a:ln>
            <a:noFill/>
          </a:ln>
          <a:effectLst>
            <a:outerShdw blurRad="142875" algn="bl" rotWithShape="0">
              <a:srgbClr val="000000">
                <a:alpha val="15290"/>
              </a:srgbClr>
            </a:outerShdw>
          </a:effectLst>
        </p:spPr>
        <p:txBody>
          <a:bodyPr spcFirstLastPara="1" wrap="square" lIns="121818" tIns="121818" rIns="121818" bIns="121818" anchor="ctr" anchorCtr="0">
            <a:noAutofit/>
          </a:bodyPr>
          <a:lstStyle/>
          <a:p>
            <a:pPr algn="ctr" defTabSz="914126">
              <a:buClr>
                <a:srgbClr val="000000"/>
              </a:buClr>
              <a:buSzPts val="1200"/>
            </a:pPr>
            <a:endParaRPr sz="1600" dirty="0">
              <a:solidFill>
                <a:srgbClr val="000000"/>
              </a:solidFill>
              <a:latin typeface="Arial"/>
              <a:ea typeface="Arial"/>
              <a:cs typeface="Arial"/>
              <a:sym typeface="Arial"/>
            </a:endParaRPr>
          </a:p>
        </p:txBody>
      </p:sp>
      <p:sp>
        <p:nvSpPr>
          <p:cNvPr id="16724" name="Google Shape;10575;g35710317286_0_4084">
            <a:extLst>
              <a:ext uri="{FF2B5EF4-FFF2-40B4-BE49-F238E27FC236}">
                <a16:creationId xmlns:a16="http://schemas.microsoft.com/office/drawing/2014/main" id="{907268D1-C64A-B984-B7CA-4A09C40B28A5}"/>
              </a:ext>
            </a:extLst>
          </p:cNvPr>
          <p:cNvSpPr/>
          <p:nvPr/>
        </p:nvSpPr>
        <p:spPr>
          <a:xfrm>
            <a:off x="457428" y="2812596"/>
            <a:ext cx="8282307" cy="20095"/>
          </a:xfrm>
          <a:prstGeom prst="rect">
            <a:avLst/>
          </a:prstGeom>
          <a:solidFill>
            <a:srgbClr val="C3D5F4">
              <a:alpha val="40000"/>
            </a:srgbClr>
          </a:solidFill>
          <a:ln>
            <a:noFill/>
          </a:ln>
          <a:effectLst>
            <a:outerShdw blurRad="142875" algn="bl" rotWithShape="0">
              <a:srgbClr val="000000">
                <a:alpha val="15290"/>
              </a:srgbClr>
            </a:outerShdw>
          </a:effectLst>
        </p:spPr>
        <p:txBody>
          <a:bodyPr spcFirstLastPara="1" wrap="square" lIns="121818" tIns="121818" rIns="121818" bIns="121818" anchor="ctr" anchorCtr="0">
            <a:noAutofit/>
          </a:bodyPr>
          <a:lstStyle/>
          <a:p>
            <a:pPr algn="ctr" defTabSz="914126">
              <a:buClr>
                <a:srgbClr val="000000"/>
              </a:buClr>
              <a:buSzPts val="1200"/>
            </a:pPr>
            <a:endParaRPr sz="1600" dirty="0">
              <a:solidFill>
                <a:srgbClr val="000000"/>
              </a:solidFill>
              <a:latin typeface="Arial"/>
              <a:ea typeface="Arial"/>
              <a:cs typeface="Arial"/>
              <a:sym typeface="Arial"/>
            </a:endParaRPr>
          </a:p>
        </p:txBody>
      </p:sp>
      <p:sp>
        <p:nvSpPr>
          <p:cNvPr id="16725" name="Google Shape;10575;g35710317286_0_4084">
            <a:extLst>
              <a:ext uri="{FF2B5EF4-FFF2-40B4-BE49-F238E27FC236}">
                <a16:creationId xmlns:a16="http://schemas.microsoft.com/office/drawing/2014/main" id="{3B9AAF8D-CE2E-2DCC-AD11-7F052F81D542}"/>
              </a:ext>
            </a:extLst>
          </p:cNvPr>
          <p:cNvSpPr/>
          <p:nvPr/>
        </p:nvSpPr>
        <p:spPr>
          <a:xfrm>
            <a:off x="457428" y="3326943"/>
            <a:ext cx="8282307" cy="20095"/>
          </a:xfrm>
          <a:prstGeom prst="rect">
            <a:avLst/>
          </a:prstGeom>
          <a:solidFill>
            <a:srgbClr val="C3D5F4">
              <a:alpha val="40000"/>
            </a:srgbClr>
          </a:solidFill>
          <a:ln>
            <a:noFill/>
          </a:ln>
          <a:effectLst>
            <a:outerShdw blurRad="142875" algn="bl" rotWithShape="0">
              <a:srgbClr val="000000">
                <a:alpha val="15290"/>
              </a:srgbClr>
            </a:outerShdw>
          </a:effectLst>
        </p:spPr>
        <p:txBody>
          <a:bodyPr spcFirstLastPara="1" wrap="square" lIns="121818" tIns="121818" rIns="121818" bIns="121818" anchor="ctr" anchorCtr="0">
            <a:noAutofit/>
          </a:bodyPr>
          <a:lstStyle/>
          <a:p>
            <a:pPr algn="ctr" defTabSz="914126">
              <a:buClr>
                <a:srgbClr val="000000"/>
              </a:buClr>
              <a:buSzPts val="1200"/>
            </a:pPr>
            <a:endParaRPr sz="1600" dirty="0">
              <a:solidFill>
                <a:srgbClr val="000000"/>
              </a:solidFill>
              <a:latin typeface="Arial"/>
              <a:ea typeface="Arial"/>
              <a:cs typeface="Arial"/>
              <a:sym typeface="Arial"/>
            </a:endParaRPr>
          </a:p>
        </p:txBody>
      </p:sp>
      <p:sp>
        <p:nvSpPr>
          <p:cNvPr id="16726" name="Google Shape;10575;g35710317286_0_4084">
            <a:extLst>
              <a:ext uri="{FF2B5EF4-FFF2-40B4-BE49-F238E27FC236}">
                <a16:creationId xmlns:a16="http://schemas.microsoft.com/office/drawing/2014/main" id="{1B3CF9F5-6C7B-32EE-9B28-D8EDF04585BC}"/>
              </a:ext>
            </a:extLst>
          </p:cNvPr>
          <p:cNvSpPr/>
          <p:nvPr/>
        </p:nvSpPr>
        <p:spPr>
          <a:xfrm>
            <a:off x="457428" y="3841290"/>
            <a:ext cx="8282307" cy="20095"/>
          </a:xfrm>
          <a:prstGeom prst="rect">
            <a:avLst/>
          </a:prstGeom>
          <a:solidFill>
            <a:srgbClr val="C3D5F4">
              <a:alpha val="40000"/>
            </a:srgbClr>
          </a:solidFill>
          <a:ln>
            <a:noFill/>
          </a:ln>
          <a:effectLst>
            <a:outerShdw blurRad="142875" algn="bl" rotWithShape="0">
              <a:srgbClr val="000000">
                <a:alpha val="15290"/>
              </a:srgbClr>
            </a:outerShdw>
          </a:effectLst>
        </p:spPr>
        <p:txBody>
          <a:bodyPr spcFirstLastPara="1" wrap="square" lIns="121818" tIns="121818" rIns="121818" bIns="121818" anchor="ctr" anchorCtr="0">
            <a:noAutofit/>
          </a:bodyPr>
          <a:lstStyle/>
          <a:p>
            <a:pPr algn="ctr" defTabSz="914126">
              <a:buClr>
                <a:srgbClr val="000000"/>
              </a:buClr>
              <a:buSzPts val="1200"/>
            </a:pPr>
            <a:endParaRPr sz="1600" dirty="0">
              <a:solidFill>
                <a:srgbClr val="000000"/>
              </a:solidFill>
              <a:latin typeface="Arial"/>
              <a:ea typeface="Arial"/>
              <a:cs typeface="Arial"/>
              <a:sym typeface="Arial"/>
            </a:endParaRPr>
          </a:p>
        </p:txBody>
      </p:sp>
      <p:sp>
        <p:nvSpPr>
          <p:cNvPr id="16727" name="Google Shape;10575;g35710317286_0_4084">
            <a:extLst>
              <a:ext uri="{FF2B5EF4-FFF2-40B4-BE49-F238E27FC236}">
                <a16:creationId xmlns:a16="http://schemas.microsoft.com/office/drawing/2014/main" id="{D9535365-C973-E0F4-A95D-4243BF7ED47E}"/>
              </a:ext>
            </a:extLst>
          </p:cNvPr>
          <p:cNvSpPr/>
          <p:nvPr/>
        </p:nvSpPr>
        <p:spPr>
          <a:xfrm>
            <a:off x="457428" y="4355638"/>
            <a:ext cx="8282307" cy="20095"/>
          </a:xfrm>
          <a:prstGeom prst="rect">
            <a:avLst/>
          </a:prstGeom>
          <a:solidFill>
            <a:srgbClr val="C3D5F4">
              <a:alpha val="40000"/>
            </a:srgbClr>
          </a:solidFill>
          <a:ln>
            <a:noFill/>
          </a:ln>
          <a:effectLst>
            <a:outerShdw blurRad="142875" algn="bl" rotWithShape="0">
              <a:srgbClr val="000000">
                <a:alpha val="15290"/>
              </a:srgbClr>
            </a:outerShdw>
          </a:effectLst>
        </p:spPr>
        <p:txBody>
          <a:bodyPr spcFirstLastPara="1" wrap="square" lIns="121818" tIns="121818" rIns="121818" bIns="121818" anchor="ctr" anchorCtr="0">
            <a:noAutofit/>
          </a:bodyPr>
          <a:lstStyle/>
          <a:p>
            <a:pPr algn="ctr" defTabSz="914126">
              <a:buClr>
                <a:srgbClr val="000000"/>
              </a:buClr>
              <a:buSzPts val="1200"/>
            </a:pPr>
            <a:endParaRPr sz="1600" dirty="0">
              <a:solidFill>
                <a:srgbClr val="000000"/>
              </a:solidFill>
              <a:latin typeface="Arial"/>
              <a:ea typeface="Arial"/>
              <a:cs typeface="Arial"/>
              <a:sym typeface="Arial"/>
            </a:endParaRPr>
          </a:p>
        </p:txBody>
      </p:sp>
      <p:sp>
        <p:nvSpPr>
          <p:cNvPr id="16728" name="Google Shape;10575;g35710317286_0_4084">
            <a:extLst>
              <a:ext uri="{FF2B5EF4-FFF2-40B4-BE49-F238E27FC236}">
                <a16:creationId xmlns:a16="http://schemas.microsoft.com/office/drawing/2014/main" id="{DA6CE8C8-89CD-6441-2174-2690E05BAEFE}"/>
              </a:ext>
            </a:extLst>
          </p:cNvPr>
          <p:cNvSpPr/>
          <p:nvPr/>
        </p:nvSpPr>
        <p:spPr>
          <a:xfrm>
            <a:off x="457428" y="4869985"/>
            <a:ext cx="8282307" cy="20095"/>
          </a:xfrm>
          <a:prstGeom prst="rect">
            <a:avLst/>
          </a:prstGeom>
          <a:solidFill>
            <a:srgbClr val="C3D5F4">
              <a:alpha val="40000"/>
            </a:srgbClr>
          </a:solidFill>
          <a:ln>
            <a:noFill/>
          </a:ln>
          <a:effectLst>
            <a:outerShdw blurRad="142875" algn="bl" rotWithShape="0">
              <a:srgbClr val="000000">
                <a:alpha val="15290"/>
              </a:srgbClr>
            </a:outerShdw>
          </a:effectLst>
        </p:spPr>
        <p:txBody>
          <a:bodyPr spcFirstLastPara="1" wrap="square" lIns="121818" tIns="121818" rIns="121818" bIns="121818" anchor="ctr" anchorCtr="0">
            <a:noAutofit/>
          </a:bodyPr>
          <a:lstStyle/>
          <a:p>
            <a:pPr algn="ctr" defTabSz="914126">
              <a:buClr>
                <a:srgbClr val="000000"/>
              </a:buClr>
              <a:buSzPts val="1200"/>
            </a:pPr>
            <a:endParaRPr sz="1600" dirty="0">
              <a:solidFill>
                <a:srgbClr val="000000"/>
              </a:solidFill>
              <a:latin typeface="Arial"/>
              <a:ea typeface="Arial"/>
              <a:cs typeface="Arial"/>
              <a:sym typeface="Arial"/>
            </a:endParaRPr>
          </a:p>
        </p:txBody>
      </p:sp>
      <p:sp>
        <p:nvSpPr>
          <p:cNvPr id="16729" name="Google Shape;10575;g35710317286_0_4084">
            <a:extLst>
              <a:ext uri="{FF2B5EF4-FFF2-40B4-BE49-F238E27FC236}">
                <a16:creationId xmlns:a16="http://schemas.microsoft.com/office/drawing/2014/main" id="{7B86608F-130E-58D5-2817-DB80020749F3}"/>
              </a:ext>
            </a:extLst>
          </p:cNvPr>
          <p:cNvSpPr/>
          <p:nvPr/>
        </p:nvSpPr>
        <p:spPr>
          <a:xfrm>
            <a:off x="457428" y="5384332"/>
            <a:ext cx="8282307" cy="20095"/>
          </a:xfrm>
          <a:prstGeom prst="rect">
            <a:avLst/>
          </a:prstGeom>
          <a:solidFill>
            <a:srgbClr val="C3D5F4">
              <a:alpha val="40000"/>
            </a:srgbClr>
          </a:solidFill>
          <a:ln>
            <a:noFill/>
          </a:ln>
          <a:effectLst>
            <a:outerShdw blurRad="142875" algn="bl" rotWithShape="0">
              <a:srgbClr val="000000">
                <a:alpha val="15290"/>
              </a:srgbClr>
            </a:outerShdw>
          </a:effectLst>
        </p:spPr>
        <p:txBody>
          <a:bodyPr spcFirstLastPara="1" wrap="square" lIns="121818" tIns="121818" rIns="121818" bIns="121818" anchor="ctr" anchorCtr="0">
            <a:noAutofit/>
          </a:bodyPr>
          <a:lstStyle/>
          <a:p>
            <a:pPr algn="ctr" defTabSz="914126">
              <a:buClr>
                <a:srgbClr val="000000"/>
              </a:buClr>
              <a:buSzPts val="1200"/>
            </a:pPr>
            <a:endParaRPr sz="1600" dirty="0">
              <a:solidFill>
                <a:srgbClr val="000000"/>
              </a:solidFill>
              <a:latin typeface="Arial"/>
              <a:ea typeface="Arial"/>
              <a:cs typeface="Arial"/>
              <a:sym typeface="Arial"/>
            </a:endParaRPr>
          </a:p>
        </p:txBody>
      </p:sp>
      <p:sp>
        <p:nvSpPr>
          <p:cNvPr id="16733" name="TextBox 16732">
            <a:extLst>
              <a:ext uri="{FF2B5EF4-FFF2-40B4-BE49-F238E27FC236}">
                <a16:creationId xmlns:a16="http://schemas.microsoft.com/office/drawing/2014/main" id="{4CA46EE3-7ECF-D9E7-413E-BD259811D21E}"/>
              </a:ext>
            </a:extLst>
          </p:cNvPr>
          <p:cNvSpPr txBox="1"/>
          <p:nvPr/>
        </p:nvSpPr>
        <p:spPr>
          <a:xfrm>
            <a:off x="429208" y="1238357"/>
            <a:ext cx="1385318" cy="444942"/>
          </a:xfrm>
          <a:prstGeom prst="rect">
            <a:avLst/>
          </a:prstGeom>
          <a:noFill/>
        </p:spPr>
        <p:txBody>
          <a:bodyPr wrap="square">
            <a:spAutoFit/>
          </a:bodyPr>
          <a:lstStyle/>
          <a:p>
            <a:pPr marL="60307" defTabSz="914126">
              <a:lnSpc>
                <a:spcPct val="192857"/>
              </a:lnSpc>
            </a:pPr>
            <a:r>
              <a:rPr lang="en-US" sz="1400" dirty="0">
                <a:solidFill>
                  <a:srgbClr val="3B3B3B"/>
                </a:solidFill>
                <a:latin typeface="Arial"/>
                <a:ea typeface="Arial"/>
                <a:cs typeface="Arial"/>
                <a:sym typeface="Arial"/>
              </a:rPr>
              <a:t>Product Page</a:t>
            </a:r>
          </a:p>
        </p:txBody>
      </p:sp>
      <p:sp>
        <p:nvSpPr>
          <p:cNvPr id="16734" name="TextBox 16733">
            <a:extLst>
              <a:ext uri="{FF2B5EF4-FFF2-40B4-BE49-F238E27FC236}">
                <a16:creationId xmlns:a16="http://schemas.microsoft.com/office/drawing/2014/main" id="{B89EDB5C-1EED-D7A9-7E34-B105071352F2}"/>
              </a:ext>
            </a:extLst>
          </p:cNvPr>
          <p:cNvSpPr txBox="1"/>
          <p:nvPr/>
        </p:nvSpPr>
        <p:spPr>
          <a:xfrm>
            <a:off x="1952788" y="1238357"/>
            <a:ext cx="6610605" cy="444942"/>
          </a:xfrm>
          <a:prstGeom prst="rect">
            <a:avLst/>
          </a:prstGeom>
          <a:noFill/>
        </p:spPr>
        <p:txBody>
          <a:bodyPr wrap="square">
            <a:spAutoFit/>
          </a:bodyPr>
          <a:lstStyle/>
          <a:p>
            <a:pPr marL="60307" defTabSz="914126">
              <a:lnSpc>
                <a:spcPct val="192857"/>
              </a:lnSpc>
              <a:buClr>
                <a:srgbClr val="000000"/>
              </a:buClr>
              <a:defRPr/>
            </a:pPr>
            <a:r>
              <a:rPr lang="en-US" sz="1400" u="sng" kern="0" dirty="0">
                <a:solidFill>
                  <a:srgbClr val="005C8A"/>
                </a:solidFill>
                <a:latin typeface="Arial"/>
                <a:ea typeface="Arial"/>
                <a:cs typeface="Arial"/>
                <a:sym typeface="Arial"/>
                <a:hlinkClick r:id="rId5">
                  <a:extLst>
                    <a:ext uri="{A12FA001-AC4F-418D-AE19-62706E023703}">
                      <ahyp:hlinkClr xmlns:ahyp="http://schemas.microsoft.com/office/drawing/2018/hyperlinkcolor" val="tx"/>
                    </a:ext>
                  </a:extLst>
                </a:hlinkClick>
              </a:rPr>
              <a:t>https://www.vmware.com/products/cloud-infrastructure/vmware-cloud-foundation</a:t>
            </a:r>
            <a:endParaRPr lang="en-US" sz="1400" kern="0" dirty="0">
              <a:solidFill>
                <a:srgbClr val="005C8A"/>
              </a:solidFill>
              <a:latin typeface="Arial"/>
              <a:ea typeface="Arial"/>
              <a:cs typeface="Arial"/>
              <a:sym typeface="Arial"/>
            </a:endParaRPr>
          </a:p>
        </p:txBody>
      </p:sp>
      <p:sp>
        <p:nvSpPr>
          <p:cNvPr id="16737" name="TextBox 16736">
            <a:extLst>
              <a:ext uri="{FF2B5EF4-FFF2-40B4-BE49-F238E27FC236}">
                <a16:creationId xmlns:a16="http://schemas.microsoft.com/office/drawing/2014/main" id="{465350A7-775A-87FE-5F3F-D72541B35409}"/>
              </a:ext>
            </a:extLst>
          </p:cNvPr>
          <p:cNvSpPr txBox="1"/>
          <p:nvPr/>
        </p:nvSpPr>
        <p:spPr>
          <a:xfrm>
            <a:off x="429208" y="1739963"/>
            <a:ext cx="1610997" cy="444942"/>
          </a:xfrm>
          <a:prstGeom prst="rect">
            <a:avLst/>
          </a:prstGeom>
          <a:noFill/>
        </p:spPr>
        <p:txBody>
          <a:bodyPr wrap="square">
            <a:spAutoFit/>
          </a:bodyPr>
          <a:lstStyle/>
          <a:p>
            <a:pPr marL="60307" defTabSz="914126">
              <a:lnSpc>
                <a:spcPct val="192857"/>
              </a:lnSpc>
            </a:pPr>
            <a:r>
              <a:rPr lang="en-US" sz="1400" dirty="0">
                <a:solidFill>
                  <a:srgbClr val="3B3B3B"/>
                </a:solidFill>
                <a:latin typeface="Arial"/>
                <a:ea typeface="Arial"/>
                <a:cs typeface="Arial"/>
                <a:sym typeface="Arial"/>
              </a:rPr>
              <a:t>Documentation</a:t>
            </a:r>
          </a:p>
        </p:txBody>
      </p:sp>
      <p:sp>
        <p:nvSpPr>
          <p:cNvPr id="16738" name="TextBox 16737">
            <a:extLst>
              <a:ext uri="{FF2B5EF4-FFF2-40B4-BE49-F238E27FC236}">
                <a16:creationId xmlns:a16="http://schemas.microsoft.com/office/drawing/2014/main" id="{BDF5441D-C28B-624F-854F-305FBECC803C}"/>
              </a:ext>
            </a:extLst>
          </p:cNvPr>
          <p:cNvSpPr txBox="1"/>
          <p:nvPr/>
        </p:nvSpPr>
        <p:spPr>
          <a:xfrm>
            <a:off x="1954659" y="1739963"/>
            <a:ext cx="6794712" cy="444942"/>
          </a:xfrm>
          <a:prstGeom prst="rect">
            <a:avLst/>
          </a:prstGeom>
          <a:noFill/>
        </p:spPr>
        <p:txBody>
          <a:bodyPr wrap="square">
            <a:spAutoFit/>
          </a:bodyPr>
          <a:lstStyle/>
          <a:p>
            <a:pPr marL="60307" defTabSz="914126">
              <a:lnSpc>
                <a:spcPct val="192857"/>
              </a:lnSpc>
              <a:buClr>
                <a:srgbClr val="000000"/>
              </a:buClr>
              <a:defRPr/>
            </a:pPr>
            <a:r>
              <a:rPr lang="en-US" sz="1400" u="sng" kern="0" dirty="0">
                <a:solidFill>
                  <a:srgbClr val="005C8A"/>
                </a:solidFill>
                <a:latin typeface="Arial"/>
                <a:ea typeface="Arial"/>
                <a:cs typeface="Arial"/>
                <a:sym typeface="Arial"/>
              </a:rPr>
              <a:t>https://techdocs.broadcom.com/us/en/vmware-cis/vcf.html</a:t>
            </a:r>
          </a:p>
        </p:txBody>
      </p:sp>
      <p:sp>
        <p:nvSpPr>
          <p:cNvPr id="16740" name="TextBox 16739">
            <a:extLst>
              <a:ext uri="{FF2B5EF4-FFF2-40B4-BE49-F238E27FC236}">
                <a16:creationId xmlns:a16="http://schemas.microsoft.com/office/drawing/2014/main" id="{9FE631D8-4023-7F25-5085-89997B3A1E31}"/>
              </a:ext>
            </a:extLst>
          </p:cNvPr>
          <p:cNvSpPr txBox="1"/>
          <p:nvPr/>
        </p:nvSpPr>
        <p:spPr>
          <a:xfrm>
            <a:off x="429208" y="2241569"/>
            <a:ext cx="1385318" cy="444942"/>
          </a:xfrm>
          <a:prstGeom prst="rect">
            <a:avLst/>
          </a:prstGeom>
          <a:noFill/>
        </p:spPr>
        <p:txBody>
          <a:bodyPr wrap="square">
            <a:spAutoFit/>
          </a:bodyPr>
          <a:lstStyle/>
          <a:p>
            <a:pPr marL="60307" defTabSz="914126">
              <a:lnSpc>
                <a:spcPct val="192857"/>
              </a:lnSpc>
            </a:pPr>
            <a:r>
              <a:rPr lang="en-US" sz="1400" dirty="0">
                <a:solidFill>
                  <a:srgbClr val="3B3B3B"/>
                </a:solidFill>
                <a:latin typeface="Arial"/>
                <a:ea typeface="Arial"/>
                <a:cs typeface="Arial"/>
                <a:sym typeface="Arial"/>
              </a:rPr>
              <a:t>Blogs</a:t>
            </a:r>
          </a:p>
        </p:txBody>
      </p:sp>
      <p:sp>
        <p:nvSpPr>
          <p:cNvPr id="16741" name="TextBox 16740">
            <a:extLst>
              <a:ext uri="{FF2B5EF4-FFF2-40B4-BE49-F238E27FC236}">
                <a16:creationId xmlns:a16="http://schemas.microsoft.com/office/drawing/2014/main" id="{C60ECF9D-446A-F599-AA6E-851AB7038EB8}"/>
              </a:ext>
            </a:extLst>
          </p:cNvPr>
          <p:cNvSpPr txBox="1"/>
          <p:nvPr/>
        </p:nvSpPr>
        <p:spPr>
          <a:xfrm>
            <a:off x="1954659" y="2241569"/>
            <a:ext cx="6794712" cy="444942"/>
          </a:xfrm>
          <a:prstGeom prst="rect">
            <a:avLst/>
          </a:prstGeom>
          <a:noFill/>
        </p:spPr>
        <p:txBody>
          <a:bodyPr wrap="square">
            <a:spAutoFit/>
          </a:bodyPr>
          <a:lstStyle/>
          <a:p>
            <a:pPr marL="60307" defTabSz="914126">
              <a:lnSpc>
                <a:spcPct val="192857"/>
              </a:lnSpc>
              <a:buClr>
                <a:srgbClr val="000000"/>
              </a:buClr>
              <a:defRPr/>
            </a:pPr>
            <a:r>
              <a:rPr lang="en-US" sz="1400" u="sng" kern="0" dirty="0">
                <a:solidFill>
                  <a:srgbClr val="005C8A"/>
                </a:solidFill>
                <a:latin typeface="Arial"/>
                <a:ea typeface="Arial"/>
                <a:cs typeface="Arial"/>
                <a:sym typeface="Arial"/>
              </a:rPr>
              <a:t>https://blogs.vmware.com/cloud-foundation/</a:t>
            </a:r>
          </a:p>
        </p:txBody>
      </p:sp>
      <p:sp>
        <p:nvSpPr>
          <p:cNvPr id="16743" name="TextBox 16742">
            <a:extLst>
              <a:ext uri="{FF2B5EF4-FFF2-40B4-BE49-F238E27FC236}">
                <a16:creationId xmlns:a16="http://schemas.microsoft.com/office/drawing/2014/main" id="{FE1672EC-F740-4C0E-ACCD-5252A9874D2F}"/>
              </a:ext>
            </a:extLst>
          </p:cNvPr>
          <p:cNvSpPr txBox="1"/>
          <p:nvPr/>
        </p:nvSpPr>
        <p:spPr>
          <a:xfrm>
            <a:off x="429207" y="2754324"/>
            <a:ext cx="1603762" cy="444942"/>
          </a:xfrm>
          <a:prstGeom prst="rect">
            <a:avLst/>
          </a:prstGeom>
          <a:noFill/>
        </p:spPr>
        <p:txBody>
          <a:bodyPr wrap="square">
            <a:spAutoFit/>
          </a:bodyPr>
          <a:lstStyle/>
          <a:p>
            <a:pPr marL="60307" defTabSz="914126">
              <a:lnSpc>
                <a:spcPct val="192857"/>
              </a:lnSpc>
            </a:pPr>
            <a:r>
              <a:rPr lang="en-US" sz="1400" dirty="0">
                <a:solidFill>
                  <a:srgbClr val="3B3B3B"/>
                </a:solidFill>
                <a:latin typeface="Arial"/>
                <a:ea typeface="Arial"/>
                <a:cs typeface="Arial"/>
                <a:sym typeface="Arial"/>
              </a:rPr>
              <a:t>Hands-On Labs</a:t>
            </a:r>
          </a:p>
        </p:txBody>
      </p:sp>
      <p:sp>
        <p:nvSpPr>
          <p:cNvPr id="16744" name="TextBox 16743">
            <a:extLst>
              <a:ext uri="{FF2B5EF4-FFF2-40B4-BE49-F238E27FC236}">
                <a16:creationId xmlns:a16="http://schemas.microsoft.com/office/drawing/2014/main" id="{1320138E-EBB9-9169-BE56-9F03F8FE4B34}"/>
              </a:ext>
            </a:extLst>
          </p:cNvPr>
          <p:cNvSpPr txBox="1"/>
          <p:nvPr/>
        </p:nvSpPr>
        <p:spPr>
          <a:xfrm>
            <a:off x="1954659" y="2754324"/>
            <a:ext cx="6794712" cy="444942"/>
          </a:xfrm>
          <a:prstGeom prst="rect">
            <a:avLst/>
          </a:prstGeom>
          <a:noFill/>
        </p:spPr>
        <p:txBody>
          <a:bodyPr wrap="square">
            <a:spAutoFit/>
          </a:bodyPr>
          <a:lstStyle/>
          <a:p>
            <a:pPr marL="60307" defTabSz="914126">
              <a:lnSpc>
                <a:spcPct val="192857"/>
              </a:lnSpc>
              <a:buClr>
                <a:srgbClr val="000000"/>
              </a:buClr>
              <a:defRPr/>
            </a:pPr>
            <a:r>
              <a:rPr lang="en-US" sz="1400" u="sng" kern="0" dirty="0">
                <a:solidFill>
                  <a:srgbClr val="005C8A"/>
                </a:solidFill>
                <a:latin typeface="Arial"/>
                <a:ea typeface="Arial"/>
                <a:cs typeface="Arial"/>
                <a:sym typeface="Arial"/>
              </a:rPr>
              <a:t>https://www.vmware.com/resources/hands-on-labs</a:t>
            </a:r>
          </a:p>
        </p:txBody>
      </p:sp>
      <p:sp>
        <p:nvSpPr>
          <p:cNvPr id="16746" name="TextBox 16745">
            <a:extLst>
              <a:ext uri="{FF2B5EF4-FFF2-40B4-BE49-F238E27FC236}">
                <a16:creationId xmlns:a16="http://schemas.microsoft.com/office/drawing/2014/main" id="{08BBB900-FF3E-F7E8-3650-852309BBD598}"/>
              </a:ext>
            </a:extLst>
          </p:cNvPr>
          <p:cNvSpPr txBox="1"/>
          <p:nvPr/>
        </p:nvSpPr>
        <p:spPr>
          <a:xfrm>
            <a:off x="429208" y="3278226"/>
            <a:ext cx="1385318" cy="444942"/>
          </a:xfrm>
          <a:prstGeom prst="rect">
            <a:avLst/>
          </a:prstGeom>
          <a:noFill/>
        </p:spPr>
        <p:txBody>
          <a:bodyPr wrap="square">
            <a:spAutoFit/>
          </a:bodyPr>
          <a:lstStyle/>
          <a:p>
            <a:pPr marL="60307" defTabSz="914126">
              <a:lnSpc>
                <a:spcPct val="192857"/>
              </a:lnSpc>
            </a:pPr>
            <a:r>
              <a:rPr lang="en-US" sz="1400" dirty="0">
                <a:solidFill>
                  <a:srgbClr val="3B3B3B"/>
                </a:solidFill>
                <a:latin typeface="Arial"/>
                <a:ea typeface="Arial"/>
                <a:cs typeface="Arial"/>
                <a:sym typeface="Arial"/>
              </a:rPr>
              <a:t>Holodeck</a:t>
            </a:r>
          </a:p>
        </p:txBody>
      </p:sp>
      <p:sp>
        <p:nvSpPr>
          <p:cNvPr id="16747" name="TextBox 16746">
            <a:extLst>
              <a:ext uri="{FF2B5EF4-FFF2-40B4-BE49-F238E27FC236}">
                <a16:creationId xmlns:a16="http://schemas.microsoft.com/office/drawing/2014/main" id="{5EA3BFF3-A869-1DD3-BEB5-63884EBE8624}"/>
              </a:ext>
            </a:extLst>
          </p:cNvPr>
          <p:cNvSpPr txBox="1"/>
          <p:nvPr/>
        </p:nvSpPr>
        <p:spPr>
          <a:xfrm>
            <a:off x="1954660" y="3278226"/>
            <a:ext cx="7073407" cy="444942"/>
          </a:xfrm>
          <a:prstGeom prst="rect">
            <a:avLst/>
          </a:prstGeom>
          <a:noFill/>
        </p:spPr>
        <p:txBody>
          <a:bodyPr wrap="square">
            <a:spAutoFit/>
          </a:bodyPr>
          <a:lstStyle/>
          <a:p>
            <a:pPr marL="60307" defTabSz="914126">
              <a:lnSpc>
                <a:spcPct val="192857"/>
              </a:lnSpc>
              <a:buClr>
                <a:srgbClr val="000000"/>
              </a:buClr>
              <a:defRPr/>
            </a:pPr>
            <a:r>
              <a:rPr lang="en-US" sz="1400" u="sng" kern="0" dirty="0">
                <a:solidFill>
                  <a:srgbClr val="005C8A"/>
                </a:solidFill>
                <a:latin typeface="Arial"/>
                <a:ea typeface="Arial"/>
                <a:cs typeface="Arial"/>
                <a:sym typeface="Arial"/>
              </a:rPr>
              <a:t>https://www.vmware.com/resources/resource-center?category[]=Hands-on%20Labs</a:t>
            </a:r>
          </a:p>
        </p:txBody>
      </p:sp>
      <p:sp>
        <p:nvSpPr>
          <p:cNvPr id="16749" name="TextBox 16748">
            <a:extLst>
              <a:ext uri="{FF2B5EF4-FFF2-40B4-BE49-F238E27FC236}">
                <a16:creationId xmlns:a16="http://schemas.microsoft.com/office/drawing/2014/main" id="{68618681-962D-3BC9-7F0F-53F39FDD145A}"/>
              </a:ext>
            </a:extLst>
          </p:cNvPr>
          <p:cNvSpPr txBox="1"/>
          <p:nvPr/>
        </p:nvSpPr>
        <p:spPr>
          <a:xfrm>
            <a:off x="429208" y="3790981"/>
            <a:ext cx="1385318" cy="444942"/>
          </a:xfrm>
          <a:prstGeom prst="rect">
            <a:avLst/>
          </a:prstGeom>
          <a:noFill/>
        </p:spPr>
        <p:txBody>
          <a:bodyPr wrap="square">
            <a:spAutoFit/>
          </a:bodyPr>
          <a:lstStyle/>
          <a:p>
            <a:pPr marL="60307" defTabSz="914126">
              <a:lnSpc>
                <a:spcPct val="192857"/>
              </a:lnSpc>
            </a:pPr>
            <a:r>
              <a:rPr lang="en-US" sz="1400" dirty="0">
                <a:solidFill>
                  <a:srgbClr val="3B3B3B"/>
                </a:solidFill>
                <a:latin typeface="Arial"/>
                <a:ea typeface="Arial"/>
                <a:cs typeface="Arial"/>
                <a:sym typeface="Arial"/>
              </a:rPr>
              <a:t>Community</a:t>
            </a:r>
          </a:p>
        </p:txBody>
      </p:sp>
      <p:sp>
        <p:nvSpPr>
          <p:cNvPr id="16750" name="TextBox 16749">
            <a:extLst>
              <a:ext uri="{FF2B5EF4-FFF2-40B4-BE49-F238E27FC236}">
                <a16:creationId xmlns:a16="http://schemas.microsoft.com/office/drawing/2014/main" id="{EC873881-FB69-14F9-40B0-9F0796D45B38}"/>
              </a:ext>
            </a:extLst>
          </p:cNvPr>
          <p:cNvSpPr txBox="1"/>
          <p:nvPr/>
        </p:nvSpPr>
        <p:spPr>
          <a:xfrm>
            <a:off x="1954659" y="3790981"/>
            <a:ext cx="6794712" cy="444942"/>
          </a:xfrm>
          <a:prstGeom prst="rect">
            <a:avLst/>
          </a:prstGeom>
          <a:noFill/>
        </p:spPr>
        <p:txBody>
          <a:bodyPr wrap="square">
            <a:spAutoFit/>
          </a:bodyPr>
          <a:lstStyle/>
          <a:p>
            <a:pPr marL="60307" defTabSz="914126">
              <a:lnSpc>
                <a:spcPct val="192857"/>
              </a:lnSpc>
              <a:buClr>
                <a:srgbClr val="000000"/>
              </a:buClr>
              <a:defRPr/>
            </a:pPr>
            <a:r>
              <a:rPr lang="en-US" sz="1400" u="sng" kern="0" dirty="0">
                <a:solidFill>
                  <a:srgbClr val="005C8A"/>
                </a:solidFill>
                <a:latin typeface="Arial"/>
                <a:ea typeface="Arial"/>
                <a:cs typeface="Arial"/>
                <a:sym typeface="Arial"/>
              </a:rPr>
              <a:t>https://community.broadcom.com/vmware-cloud-foundation/home</a:t>
            </a:r>
          </a:p>
        </p:txBody>
      </p:sp>
      <p:sp>
        <p:nvSpPr>
          <p:cNvPr id="16752" name="TextBox 16751">
            <a:extLst>
              <a:ext uri="{FF2B5EF4-FFF2-40B4-BE49-F238E27FC236}">
                <a16:creationId xmlns:a16="http://schemas.microsoft.com/office/drawing/2014/main" id="{7CFD696B-B698-ABCA-5ED3-2A877AD33E4E}"/>
              </a:ext>
            </a:extLst>
          </p:cNvPr>
          <p:cNvSpPr txBox="1"/>
          <p:nvPr/>
        </p:nvSpPr>
        <p:spPr>
          <a:xfrm>
            <a:off x="429208" y="4303735"/>
            <a:ext cx="1385318" cy="444942"/>
          </a:xfrm>
          <a:prstGeom prst="rect">
            <a:avLst/>
          </a:prstGeom>
          <a:noFill/>
        </p:spPr>
        <p:txBody>
          <a:bodyPr wrap="square">
            <a:spAutoFit/>
          </a:bodyPr>
          <a:lstStyle/>
          <a:p>
            <a:pPr marL="60307" defTabSz="914126">
              <a:lnSpc>
                <a:spcPct val="192857"/>
              </a:lnSpc>
            </a:pPr>
            <a:r>
              <a:rPr lang="en-US" sz="1400" dirty="0">
                <a:solidFill>
                  <a:srgbClr val="3B3B3B"/>
                </a:solidFill>
                <a:latin typeface="Arial"/>
                <a:ea typeface="Arial"/>
                <a:cs typeface="Arial"/>
                <a:sym typeface="Arial"/>
              </a:rPr>
              <a:t>FAQ</a:t>
            </a:r>
          </a:p>
        </p:txBody>
      </p:sp>
      <p:sp>
        <p:nvSpPr>
          <p:cNvPr id="16753" name="TextBox 16752">
            <a:extLst>
              <a:ext uri="{FF2B5EF4-FFF2-40B4-BE49-F238E27FC236}">
                <a16:creationId xmlns:a16="http://schemas.microsoft.com/office/drawing/2014/main" id="{A8FF645E-3DA3-EC45-AA0F-6D55FBE99D89}"/>
              </a:ext>
            </a:extLst>
          </p:cNvPr>
          <p:cNvSpPr txBox="1"/>
          <p:nvPr/>
        </p:nvSpPr>
        <p:spPr>
          <a:xfrm>
            <a:off x="1954659" y="4303735"/>
            <a:ext cx="6794712" cy="444942"/>
          </a:xfrm>
          <a:prstGeom prst="rect">
            <a:avLst/>
          </a:prstGeom>
          <a:noFill/>
        </p:spPr>
        <p:txBody>
          <a:bodyPr wrap="square">
            <a:spAutoFit/>
          </a:bodyPr>
          <a:lstStyle/>
          <a:p>
            <a:pPr marL="60307" defTabSz="914126">
              <a:lnSpc>
                <a:spcPct val="192857"/>
              </a:lnSpc>
              <a:buClr>
                <a:srgbClr val="000000"/>
              </a:buClr>
              <a:defRPr/>
            </a:pPr>
            <a:r>
              <a:rPr lang="en-US" sz="1400" u="sng" kern="0" dirty="0">
                <a:solidFill>
                  <a:srgbClr val="005C8A"/>
                </a:solidFill>
                <a:latin typeface="Arial"/>
                <a:ea typeface="Arial"/>
                <a:cs typeface="Arial"/>
                <a:sym typeface="Arial"/>
              </a:rPr>
              <a:t>https://www.vmware.com/docs/vmw-cloud-foundation-faqs</a:t>
            </a:r>
          </a:p>
        </p:txBody>
      </p:sp>
      <p:sp>
        <p:nvSpPr>
          <p:cNvPr id="16755" name="TextBox 16754">
            <a:extLst>
              <a:ext uri="{FF2B5EF4-FFF2-40B4-BE49-F238E27FC236}">
                <a16:creationId xmlns:a16="http://schemas.microsoft.com/office/drawing/2014/main" id="{965C7103-A796-1478-6852-BD3A50004A28}"/>
              </a:ext>
            </a:extLst>
          </p:cNvPr>
          <p:cNvSpPr txBox="1"/>
          <p:nvPr/>
        </p:nvSpPr>
        <p:spPr>
          <a:xfrm>
            <a:off x="429208" y="4794193"/>
            <a:ext cx="1385318" cy="444942"/>
          </a:xfrm>
          <a:prstGeom prst="rect">
            <a:avLst/>
          </a:prstGeom>
          <a:noFill/>
        </p:spPr>
        <p:txBody>
          <a:bodyPr wrap="square">
            <a:spAutoFit/>
          </a:bodyPr>
          <a:lstStyle/>
          <a:p>
            <a:pPr marL="60307" defTabSz="914126">
              <a:lnSpc>
                <a:spcPct val="192857"/>
              </a:lnSpc>
            </a:pPr>
            <a:r>
              <a:rPr lang="en-US" sz="1400" dirty="0">
                <a:solidFill>
                  <a:srgbClr val="3B3B3B"/>
                </a:solidFill>
                <a:latin typeface="Arial"/>
                <a:ea typeface="Arial"/>
                <a:cs typeface="Arial"/>
                <a:sym typeface="Arial"/>
              </a:rPr>
              <a:t>YouTube</a:t>
            </a:r>
          </a:p>
        </p:txBody>
      </p:sp>
      <p:sp>
        <p:nvSpPr>
          <p:cNvPr id="16756" name="TextBox 16755">
            <a:extLst>
              <a:ext uri="{FF2B5EF4-FFF2-40B4-BE49-F238E27FC236}">
                <a16:creationId xmlns:a16="http://schemas.microsoft.com/office/drawing/2014/main" id="{DE6DEF5D-DE56-DD96-A358-571C19286718}"/>
              </a:ext>
            </a:extLst>
          </p:cNvPr>
          <p:cNvSpPr txBox="1"/>
          <p:nvPr/>
        </p:nvSpPr>
        <p:spPr>
          <a:xfrm>
            <a:off x="1954659" y="4794193"/>
            <a:ext cx="6794712" cy="444942"/>
          </a:xfrm>
          <a:prstGeom prst="rect">
            <a:avLst/>
          </a:prstGeom>
          <a:noFill/>
        </p:spPr>
        <p:txBody>
          <a:bodyPr wrap="square">
            <a:spAutoFit/>
          </a:bodyPr>
          <a:lstStyle/>
          <a:p>
            <a:pPr marL="60307" defTabSz="914126">
              <a:lnSpc>
                <a:spcPct val="192857"/>
              </a:lnSpc>
              <a:buClr>
                <a:srgbClr val="000000"/>
              </a:buClr>
              <a:defRPr/>
            </a:pPr>
            <a:r>
              <a:rPr lang="en-US" sz="1400" u="sng" kern="0" dirty="0">
                <a:solidFill>
                  <a:srgbClr val="005C8A"/>
                </a:solidFill>
                <a:latin typeface="Arial"/>
                <a:ea typeface="Arial"/>
                <a:cs typeface="Arial"/>
                <a:sym typeface="Arial"/>
              </a:rPr>
              <a:t>https://www.youtube.com/c/VMwareCloudFoundation</a:t>
            </a:r>
          </a:p>
        </p:txBody>
      </p:sp>
      <p:sp>
        <p:nvSpPr>
          <p:cNvPr id="16758" name="TextBox 16757">
            <a:extLst>
              <a:ext uri="{FF2B5EF4-FFF2-40B4-BE49-F238E27FC236}">
                <a16:creationId xmlns:a16="http://schemas.microsoft.com/office/drawing/2014/main" id="{FE1BF344-8D1B-DDEC-3369-7CD284D375EF}"/>
              </a:ext>
            </a:extLst>
          </p:cNvPr>
          <p:cNvSpPr txBox="1"/>
          <p:nvPr/>
        </p:nvSpPr>
        <p:spPr>
          <a:xfrm>
            <a:off x="429208" y="5351540"/>
            <a:ext cx="1385318" cy="444942"/>
          </a:xfrm>
          <a:prstGeom prst="rect">
            <a:avLst/>
          </a:prstGeom>
          <a:noFill/>
        </p:spPr>
        <p:txBody>
          <a:bodyPr wrap="square">
            <a:spAutoFit/>
          </a:bodyPr>
          <a:lstStyle/>
          <a:p>
            <a:pPr marL="60307" defTabSz="914126">
              <a:lnSpc>
                <a:spcPct val="192857"/>
              </a:lnSpc>
            </a:pPr>
            <a:r>
              <a:rPr lang="en-US" sz="1400" dirty="0">
                <a:solidFill>
                  <a:srgbClr val="3B3B3B"/>
                </a:solidFill>
                <a:latin typeface="Arial"/>
                <a:ea typeface="Arial"/>
                <a:cs typeface="Arial"/>
                <a:sym typeface="Arial"/>
              </a:rPr>
              <a:t>VCF Posters</a:t>
            </a:r>
          </a:p>
        </p:txBody>
      </p:sp>
      <p:sp>
        <p:nvSpPr>
          <p:cNvPr id="16759" name="TextBox 16758">
            <a:extLst>
              <a:ext uri="{FF2B5EF4-FFF2-40B4-BE49-F238E27FC236}">
                <a16:creationId xmlns:a16="http://schemas.microsoft.com/office/drawing/2014/main" id="{7FA50D51-B0A8-9BE3-FFB9-068E044745AA}"/>
              </a:ext>
            </a:extLst>
          </p:cNvPr>
          <p:cNvSpPr txBox="1"/>
          <p:nvPr/>
        </p:nvSpPr>
        <p:spPr>
          <a:xfrm>
            <a:off x="1954659" y="5351540"/>
            <a:ext cx="6794712" cy="444942"/>
          </a:xfrm>
          <a:prstGeom prst="rect">
            <a:avLst/>
          </a:prstGeom>
          <a:noFill/>
        </p:spPr>
        <p:txBody>
          <a:bodyPr wrap="square">
            <a:spAutoFit/>
          </a:bodyPr>
          <a:lstStyle/>
          <a:p>
            <a:pPr marL="60307" defTabSz="914126">
              <a:lnSpc>
                <a:spcPct val="192857"/>
              </a:lnSpc>
              <a:buClr>
                <a:srgbClr val="000000"/>
              </a:buClr>
              <a:defRPr/>
            </a:pPr>
            <a:r>
              <a:rPr lang="en-US" sz="1400" u="sng" kern="0" dirty="0">
                <a:solidFill>
                  <a:srgbClr val="005C8A"/>
                </a:solidFill>
                <a:latin typeface="Arial"/>
                <a:ea typeface="Arial"/>
                <a:cs typeface="Arial"/>
                <a:sym typeface="Arial"/>
              </a:rPr>
              <a:t>https://www.vmware.com/info/vmware-cloud-foundation/resources#infographics</a:t>
            </a:r>
          </a:p>
        </p:txBody>
      </p:sp>
    </p:spTree>
    <p:extLst>
      <p:ext uri="{BB962C8B-B14F-4D97-AF65-F5344CB8AC3E}">
        <p14:creationId xmlns:p14="http://schemas.microsoft.com/office/powerpoint/2010/main" val="357540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6721"/>
        <p:cNvGrpSpPr/>
        <p:nvPr/>
      </p:nvGrpSpPr>
      <p:grpSpPr>
        <a:xfrm>
          <a:off x="0" y="0"/>
          <a:ext cx="0" cy="0"/>
          <a:chOff x="0" y="0"/>
          <a:chExt cx="0" cy="0"/>
        </a:xfrm>
      </p:grpSpPr>
      <p:sp>
        <p:nvSpPr>
          <p:cNvPr id="9" name="Round Same Side Corner Rectangle 8">
            <a:extLst>
              <a:ext uri="{FF2B5EF4-FFF2-40B4-BE49-F238E27FC236}">
                <a16:creationId xmlns:a16="http://schemas.microsoft.com/office/drawing/2014/main" id="{979EB225-F40C-403F-D958-A481F0A2AEF8}"/>
              </a:ext>
            </a:extLst>
          </p:cNvPr>
          <p:cNvSpPr/>
          <p:nvPr/>
        </p:nvSpPr>
        <p:spPr>
          <a:xfrm>
            <a:off x="7979639" y="1678354"/>
            <a:ext cx="3502977" cy="4310964"/>
          </a:xfrm>
          <a:prstGeom prst="round2SameRect">
            <a:avLst>
              <a:gd name="adj1" fmla="val 0"/>
              <a:gd name="adj2" fmla="val 8699"/>
            </a:avLst>
          </a:prstGeom>
          <a:solidFill>
            <a:schemeClr val="bg1"/>
          </a:solidFill>
          <a:ln>
            <a:noFill/>
          </a:ln>
          <a:effectLst>
            <a:outerShdw blurRad="198565" dist="38100" dir="5400000" algn="t" rotWithShape="0">
              <a:prstClr val="black">
                <a:alpha val="19676"/>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endParaRPr lang="en-US" sz="1799" dirty="0">
              <a:solidFill>
                <a:srgbClr val="FFFFFF"/>
              </a:solidFill>
              <a:latin typeface="Arial" panose="020B0604020202020204"/>
            </a:endParaRPr>
          </a:p>
        </p:txBody>
      </p:sp>
      <p:sp>
        <p:nvSpPr>
          <p:cNvPr id="8" name="Round Same Side Corner Rectangle 7">
            <a:extLst>
              <a:ext uri="{FF2B5EF4-FFF2-40B4-BE49-F238E27FC236}">
                <a16:creationId xmlns:a16="http://schemas.microsoft.com/office/drawing/2014/main" id="{1CEF2405-350B-7FDB-0B39-FFBAF89344D6}"/>
              </a:ext>
            </a:extLst>
          </p:cNvPr>
          <p:cNvSpPr/>
          <p:nvPr/>
        </p:nvSpPr>
        <p:spPr>
          <a:xfrm>
            <a:off x="4337532" y="1685475"/>
            <a:ext cx="3502977" cy="4310964"/>
          </a:xfrm>
          <a:prstGeom prst="round2SameRect">
            <a:avLst>
              <a:gd name="adj1" fmla="val 0"/>
              <a:gd name="adj2" fmla="val 8699"/>
            </a:avLst>
          </a:prstGeom>
          <a:solidFill>
            <a:schemeClr val="bg1"/>
          </a:solidFill>
          <a:ln>
            <a:noFill/>
          </a:ln>
          <a:effectLst>
            <a:outerShdw blurRad="198565" dist="38100" dir="5400000" algn="t" rotWithShape="0">
              <a:prstClr val="black">
                <a:alpha val="19676"/>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endParaRPr lang="en-US" sz="1799" dirty="0">
              <a:solidFill>
                <a:srgbClr val="FFFFFF"/>
              </a:solidFill>
              <a:latin typeface="Arial" panose="020B0604020202020204"/>
            </a:endParaRPr>
          </a:p>
        </p:txBody>
      </p:sp>
      <p:sp>
        <p:nvSpPr>
          <p:cNvPr id="6" name="Round Same Side Corner Rectangle 5">
            <a:extLst>
              <a:ext uri="{FF2B5EF4-FFF2-40B4-BE49-F238E27FC236}">
                <a16:creationId xmlns:a16="http://schemas.microsoft.com/office/drawing/2014/main" id="{C7EE888B-D12E-2FED-F9B4-5A435280BC11}"/>
              </a:ext>
            </a:extLst>
          </p:cNvPr>
          <p:cNvSpPr/>
          <p:nvPr/>
        </p:nvSpPr>
        <p:spPr>
          <a:xfrm>
            <a:off x="678006" y="1678354"/>
            <a:ext cx="3502977" cy="4310964"/>
          </a:xfrm>
          <a:prstGeom prst="round2SameRect">
            <a:avLst>
              <a:gd name="adj1" fmla="val 0"/>
              <a:gd name="adj2" fmla="val 8699"/>
            </a:avLst>
          </a:prstGeom>
          <a:solidFill>
            <a:schemeClr val="bg1"/>
          </a:solidFill>
          <a:ln>
            <a:noFill/>
          </a:ln>
          <a:effectLst>
            <a:outerShdw blurRad="198565" dist="38100" dir="5400000" algn="t" rotWithShape="0">
              <a:prstClr val="black">
                <a:alpha val="19676"/>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endParaRPr lang="en-US" sz="1799" dirty="0">
              <a:solidFill>
                <a:srgbClr val="FFFFFF"/>
              </a:solidFill>
              <a:latin typeface="Arial" panose="020B0604020202020204"/>
            </a:endParaRPr>
          </a:p>
        </p:txBody>
      </p:sp>
      <p:sp>
        <p:nvSpPr>
          <p:cNvPr id="16722" name="Google Shape;16722;p159"/>
          <p:cNvSpPr txBox="1">
            <a:spLocks noGrp="1"/>
          </p:cNvSpPr>
          <p:nvPr>
            <p:ph type="title"/>
          </p:nvPr>
        </p:nvSpPr>
        <p:spPr>
          <a:noFill/>
          <a:ln>
            <a:noFill/>
          </a:ln>
        </p:spPr>
        <p:txBody>
          <a:bodyPr spcFirstLastPara="1" vert="horz" wrap="square" lIns="0" tIns="0" rIns="0" bIns="0" rtlCol="0" anchor="b" anchorCtr="0">
            <a:noAutofit/>
          </a:bodyPr>
          <a:lstStyle/>
          <a:p>
            <a:r>
              <a:rPr lang="en-US" dirty="0"/>
              <a:t>VMware Cloud Foundation Training Path</a:t>
            </a:r>
          </a:p>
        </p:txBody>
      </p:sp>
      <p:sp>
        <p:nvSpPr>
          <p:cNvPr id="16723" name="Google Shape;16723;p159"/>
          <p:cNvSpPr txBox="1"/>
          <p:nvPr/>
        </p:nvSpPr>
        <p:spPr>
          <a:xfrm>
            <a:off x="797447" y="1804292"/>
            <a:ext cx="3072769" cy="180554"/>
          </a:xfrm>
          <a:prstGeom prst="rect">
            <a:avLst/>
          </a:prstGeom>
          <a:noFill/>
          <a:ln>
            <a:noFill/>
          </a:ln>
        </p:spPr>
        <p:txBody>
          <a:bodyPr spcFirstLastPara="1" wrap="square" lIns="0" tIns="0" rIns="0" bIns="0" anchor="b" anchorCtr="0">
            <a:noAutofit/>
          </a:bodyPr>
          <a:lstStyle/>
          <a:p>
            <a:pPr defTabSz="914126">
              <a:buClr>
                <a:srgbClr val="666666"/>
              </a:buClr>
              <a:buSzPts val="1800"/>
            </a:pPr>
            <a:r>
              <a:rPr lang="en-US" sz="1400" dirty="0">
                <a:solidFill>
                  <a:srgbClr val="777777"/>
                </a:solidFill>
                <a:latin typeface="Arial"/>
                <a:ea typeface="Arial"/>
                <a:cs typeface="Arial"/>
                <a:sym typeface="Arial"/>
              </a:rPr>
              <a:t>Level 100</a:t>
            </a:r>
            <a:endParaRPr sz="1799" dirty="0">
              <a:solidFill>
                <a:srgbClr val="000000"/>
              </a:solidFill>
              <a:latin typeface="Arial" panose="020B0604020202020204"/>
            </a:endParaRPr>
          </a:p>
        </p:txBody>
      </p:sp>
      <p:sp>
        <p:nvSpPr>
          <p:cNvPr id="16724" name="Google Shape;16724;p159"/>
          <p:cNvSpPr txBox="1"/>
          <p:nvPr/>
        </p:nvSpPr>
        <p:spPr>
          <a:xfrm>
            <a:off x="4501231" y="1146044"/>
            <a:ext cx="3592656" cy="914162"/>
          </a:xfrm>
          <a:prstGeom prst="rect">
            <a:avLst/>
          </a:prstGeom>
          <a:noFill/>
          <a:ln>
            <a:noFill/>
          </a:ln>
        </p:spPr>
        <p:txBody>
          <a:bodyPr spcFirstLastPara="1" wrap="square" lIns="91401" tIns="45688" rIns="91401" bIns="45688" anchor="b" anchorCtr="0">
            <a:noAutofit/>
          </a:bodyPr>
          <a:lstStyle/>
          <a:p>
            <a:pPr defTabSz="914126">
              <a:buClr>
                <a:srgbClr val="666666"/>
              </a:buClr>
              <a:buSzPts val="1800"/>
            </a:pPr>
            <a:r>
              <a:rPr lang="en-US" sz="1400" dirty="0">
                <a:solidFill>
                  <a:srgbClr val="777777"/>
                </a:solidFill>
                <a:latin typeface="Arial"/>
                <a:ea typeface="Arial"/>
                <a:cs typeface="Arial"/>
                <a:sym typeface="Arial"/>
              </a:rPr>
              <a:t>Level 200</a:t>
            </a:r>
            <a:endParaRPr sz="1400" dirty="0">
              <a:solidFill>
                <a:srgbClr val="777777"/>
              </a:solidFill>
              <a:latin typeface="Arial"/>
              <a:ea typeface="Arial"/>
              <a:cs typeface="Arial"/>
              <a:sym typeface="Arial"/>
            </a:endParaRPr>
          </a:p>
        </p:txBody>
      </p:sp>
      <p:sp>
        <p:nvSpPr>
          <p:cNvPr id="16725" name="Google Shape;16725;p159"/>
          <p:cNvSpPr txBox="1"/>
          <p:nvPr/>
        </p:nvSpPr>
        <p:spPr>
          <a:xfrm>
            <a:off x="8204509" y="1146044"/>
            <a:ext cx="3592656" cy="914162"/>
          </a:xfrm>
          <a:prstGeom prst="rect">
            <a:avLst/>
          </a:prstGeom>
          <a:noFill/>
          <a:ln>
            <a:noFill/>
          </a:ln>
        </p:spPr>
        <p:txBody>
          <a:bodyPr spcFirstLastPara="1" wrap="square" lIns="91401" tIns="45688" rIns="91401" bIns="45688" anchor="b" anchorCtr="0">
            <a:noAutofit/>
          </a:bodyPr>
          <a:lstStyle/>
          <a:p>
            <a:pPr defTabSz="914126">
              <a:buClr>
                <a:srgbClr val="666666"/>
              </a:buClr>
              <a:buSzPts val="1800"/>
            </a:pPr>
            <a:r>
              <a:rPr lang="en-US" sz="1400" dirty="0">
                <a:solidFill>
                  <a:srgbClr val="777777"/>
                </a:solidFill>
                <a:latin typeface="Arial"/>
                <a:ea typeface="Arial"/>
                <a:cs typeface="Arial"/>
                <a:sym typeface="Arial"/>
              </a:rPr>
              <a:t>Level 300</a:t>
            </a:r>
            <a:endParaRPr sz="1400" dirty="0">
              <a:solidFill>
                <a:srgbClr val="777777"/>
              </a:solidFill>
              <a:latin typeface="Arial"/>
              <a:ea typeface="Arial"/>
              <a:cs typeface="Arial"/>
              <a:sym typeface="Arial"/>
            </a:endParaRPr>
          </a:p>
        </p:txBody>
      </p:sp>
      <p:sp>
        <p:nvSpPr>
          <p:cNvPr id="16726" name="Google Shape;16726;p159"/>
          <p:cNvSpPr txBox="1"/>
          <p:nvPr/>
        </p:nvSpPr>
        <p:spPr>
          <a:xfrm>
            <a:off x="4463141" y="2100504"/>
            <a:ext cx="3321519" cy="3521745"/>
          </a:xfrm>
          <a:prstGeom prst="rect">
            <a:avLst/>
          </a:prstGeom>
          <a:noFill/>
          <a:ln>
            <a:noFill/>
          </a:ln>
        </p:spPr>
        <p:txBody>
          <a:bodyPr spcFirstLastPara="1" wrap="square" lIns="91401" tIns="45688" rIns="91401" bIns="45688" anchor="t" anchorCtr="0">
            <a:noAutofit/>
          </a:bodyPr>
          <a:lstStyle/>
          <a:p>
            <a:pPr defTabSz="914126">
              <a:buClr>
                <a:srgbClr val="666666"/>
              </a:buClr>
              <a:buSzPts val="1260"/>
            </a:pPr>
            <a:r>
              <a:rPr lang="en-US" sz="1400" u="sng" dirty="0">
                <a:solidFill>
                  <a:srgbClr val="0098C7"/>
                </a:solidFill>
                <a:latin typeface="Arial"/>
                <a:ea typeface="Arial"/>
                <a:cs typeface="Arial"/>
                <a:sym typeface="Arial"/>
                <a:hlinkClick r:id="rId3">
                  <a:extLst>
                    <a:ext uri="{A12FA001-AC4F-418D-AE19-62706E023703}">
                      <ahyp:hlinkClr xmlns:ahyp="http://schemas.microsoft.com/office/drawing/2018/hyperlinkcolor" val="tx"/>
                    </a:ext>
                  </a:extLst>
                </a:hlinkClick>
              </a:rPr>
              <a:t>Hands-on Labs (HOLs)</a:t>
            </a:r>
            <a:endParaRPr sz="1400" dirty="0">
              <a:solidFill>
                <a:srgbClr val="0098C7"/>
              </a:solidFill>
              <a:latin typeface="Arial"/>
              <a:ea typeface="Arial"/>
              <a:cs typeface="Arial"/>
              <a:sym typeface="Arial"/>
            </a:endParaRPr>
          </a:p>
          <a:p>
            <a:pPr defTabSz="914126">
              <a:buClr>
                <a:srgbClr val="666666"/>
              </a:buClr>
              <a:buSzPts val="1260"/>
            </a:pPr>
            <a:r>
              <a:rPr lang="en-US" sz="1400" dirty="0">
                <a:solidFill>
                  <a:srgbClr val="000000"/>
                </a:solidFill>
                <a:latin typeface="Arial"/>
                <a:ea typeface="Arial"/>
                <a:cs typeface="Arial"/>
                <a:sym typeface="Arial"/>
              </a:rPr>
              <a:t>Self-paced online environments with guided exercises.</a:t>
            </a:r>
            <a:br>
              <a:rPr lang="en-US" sz="1400" dirty="0">
                <a:solidFill>
                  <a:srgbClr val="000000"/>
                </a:solidFill>
                <a:latin typeface="Arial"/>
                <a:ea typeface="Arial"/>
                <a:cs typeface="Arial"/>
                <a:sym typeface="Arial"/>
              </a:rPr>
            </a:br>
            <a:endParaRPr sz="1400" dirty="0">
              <a:solidFill>
                <a:srgbClr val="000000"/>
              </a:solidFill>
              <a:latin typeface="Arial"/>
              <a:ea typeface="Arial"/>
              <a:cs typeface="Arial"/>
              <a:sym typeface="Arial"/>
            </a:endParaRPr>
          </a:p>
          <a:p>
            <a:pPr defTabSz="914126">
              <a:buClr>
                <a:srgbClr val="666666"/>
              </a:buClr>
              <a:buSzPts val="1260"/>
            </a:pPr>
            <a:r>
              <a:rPr lang="en-US" sz="1400" u="sng" dirty="0">
                <a:solidFill>
                  <a:srgbClr val="0098C7"/>
                </a:solidFill>
                <a:latin typeface="Arial"/>
                <a:ea typeface="Arial"/>
                <a:cs typeface="Arial"/>
                <a:sym typeface="Arial"/>
                <a:hlinkClick r:id="rId4">
                  <a:extLst>
                    <a:ext uri="{A12FA001-AC4F-418D-AE19-62706E023703}">
                      <ahyp:hlinkClr xmlns:ahyp="http://schemas.microsoft.com/office/drawing/2018/hyperlinkcolor" val="tx"/>
                    </a:ext>
                  </a:extLst>
                </a:hlinkClick>
              </a:rPr>
              <a:t>VMware Resource Center</a:t>
            </a:r>
            <a:endParaRPr sz="1400" dirty="0">
              <a:solidFill>
                <a:srgbClr val="0098C7"/>
              </a:solidFill>
              <a:latin typeface="Arial"/>
              <a:ea typeface="Arial"/>
              <a:cs typeface="Arial"/>
              <a:sym typeface="Arial"/>
            </a:endParaRPr>
          </a:p>
          <a:p>
            <a:pPr defTabSz="914126">
              <a:buClr>
                <a:srgbClr val="666666"/>
              </a:buClr>
              <a:buSzPts val="1260"/>
            </a:pPr>
            <a:r>
              <a:rPr lang="en-US" sz="1400" dirty="0">
                <a:solidFill>
                  <a:srgbClr val="000000"/>
                </a:solidFill>
                <a:latin typeface="Arial"/>
                <a:ea typeface="Arial"/>
                <a:cs typeface="Arial"/>
                <a:sym typeface="Arial"/>
              </a:rPr>
              <a:t>Technical papers, demos, and more.</a:t>
            </a:r>
            <a:endParaRPr sz="1799" dirty="0">
              <a:solidFill>
                <a:srgbClr val="000000"/>
              </a:solidFill>
              <a:latin typeface="Arial" panose="020B0604020202020204"/>
            </a:endParaRPr>
          </a:p>
          <a:p>
            <a:pPr defTabSz="914126">
              <a:buClr>
                <a:srgbClr val="666666"/>
              </a:buClr>
              <a:buSzPts val="1260"/>
            </a:pPr>
            <a:endParaRPr sz="1400" dirty="0">
              <a:solidFill>
                <a:srgbClr val="000000"/>
              </a:solidFill>
              <a:latin typeface="Arial"/>
              <a:ea typeface="Arial"/>
              <a:cs typeface="Arial"/>
              <a:sym typeface="Arial"/>
            </a:endParaRPr>
          </a:p>
          <a:p>
            <a:pPr defTabSz="914126">
              <a:buClr>
                <a:srgbClr val="666666"/>
              </a:buClr>
              <a:buSzPts val="1260"/>
            </a:pPr>
            <a:r>
              <a:rPr lang="en-US" sz="1400" u="sng" dirty="0">
                <a:solidFill>
                  <a:srgbClr val="0098C7"/>
                </a:solidFill>
                <a:latin typeface="Arial"/>
                <a:ea typeface="Arial"/>
                <a:cs typeface="Arial"/>
                <a:sym typeface="Arial"/>
                <a:hlinkClick r:id="rId5">
                  <a:extLst>
                    <a:ext uri="{A12FA001-AC4F-418D-AE19-62706E023703}">
                      <ahyp:hlinkClr xmlns:ahyp="http://schemas.microsoft.com/office/drawing/2018/hyperlinkcolor" val="tx"/>
                    </a:ext>
                  </a:extLst>
                </a:hlinkClick>
              </a:rPr>
              <a:t>Cloud Foundation YouTube Channel</a:t>
            </a:r>
            <a:endParaRPr sz="1400" dirty="0">
              <a:solidFill>
                <a:srgbClr val="0098C7"/>
              </a:solidFill>
              <a:latin typeface="Arial"/>
              <a:ea typeface="Arial"/>
              <a:cs typeface="Arial"/>
              <a:sym typeface="Arial"/>
            </a:endParaRPr>
          </a:p>
          <a:p>
            <a:pPr defTabSz="914126">
              <a:buClr>
                <a:srgbClr val="666666"/>
              </a:buClr>
              <a:buSzPts val="1260"/>
            </a:pPr>
            <a:r>
              <a:rPr lang="en-US" sz="1400" dirty="0">
                <a:solidFill>
                  <a:srgbClr val="000000"/>
                </a:solidFill>
                <a:latin typeface="Arial"/>
                <a:ea typeface="Arial"/>
                <a:cs typeface="Arial"/>
                <a:sym typeface="Arial"/>
              </a:rPr>
              <a:t>Demos, how-to guides, and more.</a:t>
            </a:r>
            <a:endParaRPr sz="1799" dirty="0">
              <a:solidFill>
                <a:srgbClr val="000000"/>
              </a:solidFill>
              <a:latin typeface="Arial" panose="020B0604020202020204"/>
            </a:endParaRPr>
          </a:p>
          <a:p>
            <a:pPr defTabSz="914126">
              <a:buClr>
                <a:srgbClr val="666666"/>
              </a:buClr>
              <a:buSzPts val="1260"/>
            </a:pPr>
            <a:endParaRPr sz="1400" u="sng" dirty="0">
              <a:solidFill>
                <a:srgbClr val="000000"/>
              </a:solidFill>
              <a:latin typeface="Arial"/>
              <a:ea typeface="Arial"/>
              <a:cs typeface="Arial"/>
              <a:sym typeface="Arial"/>
              <a:hlinkClick r:id="rId6">
                <a:extLst>
                  <a:ext uri="{A12FA001-AC4F-418D-AE19-62706E023703}">
                    <ahyp:hlinkClr xmlns:ahyp="http://schemas.microsoft.com/office/drawing/2018/hyperlinkcolor" val="tx"/>
                  </a:ext>
                </a:extLst>
              </a:hlinkClick>
            </a:endParaRPr>
          </a:p>
          <a:p>
            <a:pPr defTabSz="914126">
              <a:buClr>
                <a:srgbClr val="666666"/>
              </a:buClr>
              <a:buSzPts val="1260"/>
            </a:pPr>
            <a:r>
              <a:rPr lang="en-US" sz="1400" u="sng" dirty="0">
                <a:solidFill>
                  <a:srgbClr val="0098C7"/>
                </a:solidFill>
                <a:latin typeface="Arial"/>
                <a:ea typeface="Arial"/>
                <a:cs typeface="Arial"/>
                <a:sym typeface="Arial"/>
                <a:hlinkClick r:id="rId6">
                  <a:extLst>
                    <a:ext uri="{A12FA001-AC4F-418D-AE19-62706E023703}">
                      <ahyp:hlinkClr xmlns:ahyp="http://schemas.microsoft.com/office/drawing/2018/hyperlinkcolor" val="tx"/>
                    </a:ext>
                  </a:extLst>
                </a:hlinkClick>
              </a:rPr>
              <a:t>Cloud Foundation Webinars</a:t>
            </a:r>
            <a:endParaRPr sz="1400" dirty="0">
              <a:solidFill>
                <a:srgbClr val="0098C7"/>
              </a:solidFill>
              <a:latin typeface="Arial"/>
              <a:ea typeface="Arial"/>
              <a:cs typeface="Arial"/>
              <a:sym typeface="Arial"/>
            </a:endParaRPr>
          </a:p>
          <a:p>
            <a:pPr defTabSz="914126">
              <a:buClr>
                <a:srgbClr val="666666"/>
              </a:buClr>
              <a:buSzPts val="1260"/>
            </a:pPr>
            <a:r>
              <a:rPr lang="en-US" sz="1400" dirty="0">
                <a:solidFill>
                  <a:srgbClr val="000000"/>
                </a:solidFill>
                <a:latin typeface="Arial"/>
                <a:ea typeface="Arial"/>
                <a:cs typeface="Arial"/>
                <a:sym typeface="Arial"/>
              </a:rPr>
              <a:t>Register for webinars and watch replays.</a:t>
            </a:r>
            <a:endParaRPr sz="1799" dirty="0">
              <a:solidFill>
                <a:srgbClr val="000000"/>
              </a:solidFill>
              <a:latin typeface="Arial" panose="020B0604020202020204"/>
            </a:endParaRPr>
          </a:p>
          <a:p>
            <a:pPr defTabSz="914126">
              <a:buClr>
                <a:srgbClr val="666666"/>
              </a:buClr>
              <a:buSzPts val="1260"/>
            </a:pPr>
            <a:endParaRPr sz="1400" dirty="0">
              <a:solidFill>
                <a:srgbClr val="000000"/>
              </a:solidFill>
              <a:latin typeface="Arial"/>
              <a:ea typeface="Arial"/>
              <a:cs typeface="Arial"/>
              <a:sym typeface="Arial"/>
            </a:endParaRPr>
          </a:p>
          <a:p>
            <a:pPr defTabSz="914126">
              <a:buClr>
                <a:srgbClr val="666666"/>
              </a:buClr>
              <a:buSzPts val="1260"/>
            </a:pPr>
            <a:r>
              <a:rPr lang="en-US" sz="1400" u="sng" dirty="0">
                <a:solidFill>
                  <a:srgbClr val="0098C7"/>
                </a:solidFill>
                <a:latin typeface="Arial"/>
                <a:ea typeface="Arial"/>
                <a:cs typeface="Arial"/>
                <a:sym typeface="Arial"/>
                <a:hlinkClick r:id="rId7">
                  <a:extLst>
                    <a:ext uri="{A12FA001-AC4F-418D-AE19-62706E023703}">
                      <ahyp:hlinkClr xmlns:ahyp="http://schemas.microsoft.com/office/drawing/2018/hyperlinkcolor" val="tx"/>
                    </a:ext>
                  </a:extLst>
                </a:hlinkClick>
              </a:rPr>
              <a:t>Frequently Asked Questions</a:t>
            </a:r>
            <a:endParaRPr sz="1400" dirty="0">
              <a:solidFill>
                <a:srgbClr val="0098C7"/>
              </a:solidFill>
              <a:latin typeface="Arial"/>
              <a:ea typeface="Arial"/>
              <a:cs typeface="Arial"/>
              <a:sym typeface="Arial"/>
            </a:endParaRPr>
          </a:p>
          <a:p>
            <a:pPr defTabSz="914126">
              <a:spcBef>
                <a:spcPts val="1200"/>
              </a:spcBef>
              <a:buClr>
                <a:srgbClr val="666666"/>
              </a:buClr>
              <a:buSzPts val="1260"/>
            </a:pPr>
            <a:endParaRPr sz="1400" dirty="0">
              <a:solidFill>
                <a:srgbClr val="000000"/>
              </a:solidFill>
              <a:latin typeface="Arial"/>
              <a:ea typeface="Arial"/>
              <a:cs typeface="Arial"/>
              <a:sym typeface="Arial"/>
            </a:endParaRPr>
          </a:p>
          <a:p>
            <a:pPr defTabSz="914126">
              <a:spcBef>
                <a:spcPts val="1200"/>
              </a:spcBef>
              <a:buClr>
                <a:srgbClr val="666666"/>
              </a:buClr>
              <a:buSzPts val="1260"/>
            </a:pPr>
            <a:endParaRPr sz="1400" dirty="0">
              <a:solidFill>
                <a:srgbClr val="000000"/>
              </a:solidFill>
              <a:latin typeface="Arial"/>
              <a:ea typeface="Arial"/>
              <a:cs typeface="Arial"/>
              <a:sym typeface="Arial"/>
            </a:endParaRPr>
          </a:p>
        </p:txBody>
      </p:sp>
      <p:sp>
        <p:nvSpPr>
          <p:cNvPr id="16727" name="Google Shape;16727;p159"/>
          <p:cNvSpPr txBox="1"/>
          <p:nvPr/>
        </p:nvSpPr>
        <p:spPr>
          <a:xfrm>
            <a:off x="8153724" y="2100504"/>
            <a:ext cx="3278290" cy="3521745"/>
          </a:xfrm>
          <a:prstGeom prst="rect">
            <a:avLst/>
          </a:prstGeom>
          <a:noFill/>
          <a:ln>
            <a:noFill/>
          </a:ln>
        </p:spPr>
        <p:txBody>
          <a:bodyPr spcFirstLastPara="1" wrap="square" lIns="91401" tIns="45688" rIns="91401" bIns="45688" anchor="t" anchorCtr="0">
            <a:noAutofit/>
          </a:bodyPr>
          <a:lstStyle/>
          <a:p>
            <a:pPr defTabSz="914126">
              <a:buClr>
                <a:srgbClr val="666666"/>
              </a:buClr>
              <a:buSzPts val="1260"/>
            </a:pPr>
            <a:r>
              <a:rPr lang="en-US" sz="1400" dirty="0">
                <a:solidFill>
                  <a:srgbClr val="0098C7"/>
                </a:solidFill>
                <a:latin typeface="Arial"/>
                <a:ea typeface="Arial"/>
                <a:cs typeface="Arial"/>
                <a:sym typeface="Arial"/>
              </a:rPr>
              <a:t>VCF Experience Day</a:t>
            </a:r>
            <a:endParaRPr sz="1799" dirty="0">
              <a:solidFill>
                <a:srgbClr val="000000"/>
              </a:solidFill>
              <a:latin typeface="Arial" panose="020B0604020202020204"/>
            </a:endParaRPr>
          </a:p>
          <a:p>
            <a:pPr defTabSz="914126">
              <a:buClr>
                <a:srgbClr val="666666"/>
              </a:buClr>
              <a:buSzPts val="1260"/>
            </a:pPr>
            <a:r>
              <a:rPr lang="en-US" sz="1400" dirty="0">
                <a:solidFill>
                  <a:srgbClr val="000000"/>
                </a:solidFill>
                <a:latin typeface="Arial"/>
                <a:ea typeface="Arial"/>
                <a:cs typeface="Arial"/>
                <a:sym typeface="Arial"/>
              </a:rPr>
              <a:t>Unlock the power of VMware Cloud Foundation with our exclusive, expert-led hands-on workshops. These invite-only events offer a deep dive experience to understand VCF comprehensively.</a:t>
            </a:r>
            <a:endParaRPr sz="1799" dirty="0">
              <a:solidFill>
                <a:srgbClr val="000000"/>
              </a:solidFill>
              <a:latin typeface="Arial" panose="020B0604020202020204"/>
            </a:endParaRPr>
          </a:p>
          <a:p>
            <a:pPr defTabSz="914126">
              <a:buClr>
                <a:srgbClr val="666666"/>
              </a:buClr>
              <a:buSzPts val="1260"/>
            </a:pPr>
            <a:endParaRPr sz="1400" dirty="0">
              <a:solidFill>
                <a:srgbClr val="000000"/>
              </a:solidFill>
              <a:latin typeface="Arial"/>
              <a:ea typeface="Arial"/>
              <a:cs typeface="Arial"/>
              <a:sym typeface="Arial"/>
            </a:endParaRPr>
          </a:p>
          <a:p>
            <a:pPr defTabSz="914126">
              <a:buClr>
                <a:srgbClr val="666666"/>
              </a:buClr>
              <a:buSzPts val="1260"/>
            </a:pPr>
            <a:r>
              <a:rPr lang="en-US" sz="1400" dirty="0">
                <a:solidFill>
                  <a:srgbClr val="0098C7"/>
                </a:solidFill>
                <a:latin typeface="Arial"/>
                <a:ea typeface="Arial"/>
                <a:cs typeface="Arial"/>
                <a:sym typeface="Arial"/>
              </a:rPr>
              <a:t>VCF Holodeck</a:t>
            </a:r>
            <a:endParaRPr sz="1799" dirty="0">
              <a:solidFill>
                <a:srgbClr val="000000"/>
              </a:solidFill>
              <a:latin typeface="Arial" panose="020B0604020202020204"/>
            </a:endParaRPr>
          </a:p>
          <a:p>
            <a:pPr defTabSz="914126">
              <a:buClr>
                <a:srgbClr val="666666"/>
              </a:buClr>
              <a:buSzPts val="1260"/>
            </a:pPr>
            <a:r>
              <a:rPr lang="en-US" sz="1400" dirty="0">
                <a:solidFill>
                  <a:srgbClr val="000000"/>
                </a:solidFill>
                <a:latin typeface="Arial"/>
                <a:ea typeface="Arial"/>
                <a:cs typeface="Arial"/>
                <a:sym typeface="Arial"/>
              </a:rPr>
              <a:t>Experience VCF using a nested deployment on a single vSphere host. Holodeck automates the deployment and configuration of VCF for hands-on experience using self-paced lab modules.</a:t>
            </a:r>
            <a:endParaRPr sz="1400" dirty="0">
              <a:solidFill>
                <a:srgbClr val="000000"/>
              </a:solidFill>
              <a:latin typeface="Arial"/>
              <a:ea typeface="Arial"/>
              <a:cs typeface="Arial"/>
              <a:sym typeface="Arial"/>
            </a:endParaRPr>
          </a:p>
        </p:txBody>
      </p:sp>
      <p:sp>
        <p:nvSpPr>
          <p:cNvPr id="16728" name="Google Shape;16728;p159"/>
          <p:cNvSpPr txBox="1"/>
          <p:nvPr/>
        </p:nvSpPr>
        <p:spPr>
          <a:xfrm>
            <a:off x="832993" y="2100504"/>
            <a:ext cx="3180749" cy="3521745"/>
          </a:xfrm>
          <a:prstGeom prst="rect">
            <a:avLst/>
          </a:prstGeom>
          <a:noFill/>
          <a:ln>
            <a:noFill/>
          </a:ln>
        </p:spPr>
        <p:txBody>
          <a:bodyPr spcFirstLastPara="1" wrap="square" lIns="91401" tIns="45688" rIns="91401" bIns="45688" anchor="t" anchorCtr="0">
            <a:noAutofit/>
          </a:bodyPr>
          <a:lstStyle/>
          <a:p>
            <a:pPr defTabSz="914126">
              <a:buClr>
                <a:srgbClr val="666666"/>
              </a:buClr>
              <a:buSzPts val="1260"/>
            </a:pPr>
            <a:r>
              <a:rPr lang="en-US" sz="1400" u="sng" dirty="0">
                <a:solidFill>
                  <a:srgbClr val="0098C7"/>
                </a:solidFill>
                <a:latin typeface="Arial"/>
                <a:ea typeface="Arial"/>
                <a:cs typeface="Arial"/>
                <a:sym typeface="Arial"/>
                <a:hlinkClick r:id="rId8">
                  <a:extLst>
                    <a:ext uri="{A12FA001-AC4F-418D-AE19-62706E023703}">
                      <ahyp:hlinkClr xmlns:ahyp="http://schemas.microsoft.com/office/drawing/2018/hyperlinkcolor" val="tx"/>
                    </a:ext>
                  </a:extLst>
                </a:hlinkClick>
              </a:rPr>
              <a:t>VCF Overview</a:t>
            </a:r>
            <a:endParaRPr sz="1400" dirty="0">
              <a:solidFill>
                <a:srgbClr val="0098C7"/>
              </a:solidFill>
              <a:latin typeface="Arial"/>
              <a:ea typeface="Arial"/>
              <a:cs typeface="Arial"/>
              <a:sym typeface="Arial"/>
            </a:endParaRPr>
          </a:p>
          <a:p>
            <a:pPr defTabSz="914126">
              <a:buClr>
                <a:srgbClr val="666666"/>
              </a:buClr>
              <a:buSzPts val="1260"/>
            </a:pPr>
            <a:r>
              <a:rPr lang="en-US" sz="1400" dirty="0">
                <a:solidFill>
                  <a:srgbClr val="000000"/>
                </a:solidFill>
                <a:latin typeface="Arial"/>
                <a:ea typeface="Arial"/>
                <a:cs typeface="Arial"/>
                <a:sym typeface="Arial"/>
              </a:rPr>
              <a:t>Get started with documentation and videos to learn about VCF.</a:t>
            </a:r>
            <a:endParaRPr sz="1799" dirty="0">
              <a:solidFill>
                <a:srgbClr val="000000"/>
              </a:solidFill>
              <a:latin typeface="Arial" panose="020B0604020202020204"/>
            </a:endParaRPr>
          </a:p>
          <a:p>
            <a:pPr defTabSz="914126">
              <a:buClr>
                <a:srgbClr val="666666"/>
              </a:buClr>
              <a:buSzPts val="1260"/>
            </a:pPr>
            <a:endParaRPr sz="1400" dirty="0">
              <a:solidFill>
                <a:srgbClr val="000000"/>
              </a:solidFill>
              <a:latin typeface="Arial"/>
              <a:ea typeface="Arial"/>
              <a:cs typeface="Arial"/>
              <a:sym typeface="Arial"/>
            </a:endParaRPr>
          </a:p>
          <a:p>
            <a:pPr defTabSz="914126">
              <a:buClr>
                <a:srgbClr val="666666"/>
              </a:buClr>
              <a:buSzPts val="1260"/>
            </a:pPr>
            <a:r>
              <a:rPr lang="en-US" sz="1400" u="sng" dirty="0">
                <a:solidFill>
                  <a:srgbClr val="0098C7"/>
                </a:solidFill>
                <a:latin typeface="Arial"/>
                <a:ea typeface="Arial"/>
                <a:cs typeface="Arial"/>
                <a:sym typeface="Arial"/>
                <a:hlinkClick r:id="rId9">
                  <a:extLst>
                    <a:ext uri="{A12FA001-AC4F-418D-AE19-62706E023703}">
                      <ahyp:hlinkClr xmlns:ahyp="http://schemas.microsoft.com/office/drawing/2018/hyperlinkcolor" val="tx"/>
                    </a:ext>
                  </a:extLst>
                </a:hlinkClick>
              </a:rPr>
              <a:t>VCF Data Sheet</a:t>
            </a:r>
            <a:endParaRPr sz="1400" dirty="0">
              <a:solidFill>
                <a:srgbClr val="0098C7"/>
              </a:solidFill>
              <a:latin typeface="Arial"/>
              <a:ea typeface="Arial"/>
              <a:cs typeface="Arial"/>
              <a:sym typeface="Arial"/>
            </a:endParaRPr>
          </a:p>
          <a:p>
            <a:pPr defTabSz="914126">
              <a:buClr>
                <a:srgbClr val="666666"/>
              </a:buClr>
              <a:buSzPts val="1260"/>
            </a:pPr>
            <a:r>
              <a:rPr lang="en-US" sz="1400" dirty="0">
                <a:solidFill>
                  <a:srgbClr val="000000"/>
                </a:solidFill>
                <a:latin typeface="Arial"/>
                <a:ea typeface="Arial"/>
                <a:cs typeface="Arial"/>
                <a:sym typeface="Arial"/>
              </a:rPr>
              <a:t>This datasheet describes VCF and its key use cases.</a:t>
            </a:r>
            <a:endParaRPr sz="1799" dirty="0">
              <a:solidFill>
                <a:srgbClr val="000000"/>
              </a:solidFill>
              <a:latin typeface="Arial" panose="020B0604020202020204"/>
            </a:endParaRPr>
          </a:p>
          <a:p>
            <a:pPr defTabSz="914126">
              <a:buClr>
                <a:srgbClr val="666666"/>
              </a:buClr>
              <a:buSzPts val="1260"/>
            </a:pPr>
            <a:endParaRPr sz="1400" dirty="0">
              <a:solidFill>
                <a:srgbClr val="000000"/>
              </a:solidFill>
              <a:latin typeface="Arial"/>
              <a:ea typeface="Arial"/>
              <a:cs typeface="Arial"/>
              <a:sym typeface="Arial"/>
            </a:endParaRPr>
          </a:p>
          <a:p>
            <a:pPr defTabSz="914126">
              <a:buClr>
                <a:srgbClr val="666666"/>
              </a:buClr>
              <a:buSzPts val="1260"/>
            </a:pPr>
            <a:r>
              <a:rPr lang="en-US" sz="1400" u="sng" dirty="0">
                <a:solidFill>
                  <a:srgbClr val="0098C7"/>
                </a:solidFill>
                <a:latin typeface="Arial"/>
                <a:ea typeface="Arial"/>
                <a:cs typeface="Arial"/>
                <a:sym typeface="Arial"/>
                <a:hlinkClick r:id="rId10">
                  <a:extLst>
                    <a:ext uri="{A12FA001-AC4F-418D-AE19-62706E023703}">
                      <ahyp:hlinkClr xmlns:ahyp="http://schemas.microsoft.com/office/drawing/2018/hyperlinkcolor" val="tx"/>
                    </a:ext>
                  </a:extLst>
                </a:hlinkClick>
              </a:rPr>
              <a:t>TCO White Paper</a:t>
            </a:r>
            <a:endParaRPr sz="1400" dirty="0">
              <a:solidFill>
                <a:srgbClr val="0098C7"/>
              </a:solidFill>
              <a:latin typeface="Arial"/>
              <a:ea typeface="Arial"/>
              <a:cs typeface="Arial"/>
              <a:sym typeface="Arial"/>
            </a:endParaRPr>
          </a:p>
          <a:p>
            <a:pPr defTabSz="914126">
              <a:buClr>
                <a:srgbClr val="666666"/>
              </a:buClr>
              <a:buSzPts val="1260"/>
            </a:pPr>
            <a:r>
              <a:rPr lang="en-US" sz="1400" dirty="0">
                <a:solidFill>
                  <a:srgbClr val="000000"/>
                </a:solidFill>
                <a:latin typeface="Arial"/>
                <a:ea typeface="Arial"/>
                <a:cs typeface="Arial"/>
                <a:sym typeface="Arial"/>
              </a:rPr>
              <a:t>Learn how to save with VCF in this total cost of ownership whitepaper.</a:t>
            </a:r>
            <a:endParaRPr sz="1799" dirty="0">
              <a:solidFill>
                <a:srgbClr val="000000"/>
              </a:solidFill>
              <a:latin typeface="Arial" panose="020B0604020202020204"/>
            </a:endParaRPr>
          </a:p>
          <a:p>
            <a:pPr defTabSz="914126">
              <a:buClr>
                <a:srgbClr val="666666"/>
              </a:buClr>
              <a:buSzPts val="1260"/>
            </a:pPr>
            <a:endParaRPr sz="1400" dirty="0">
              <a:solidFill>
                <a:srgbClr val="000000"/>
              </a:solidFill>
              <a:latin typeface="Arial"/>
              <a:ea typeface="Arial"/>
              <a:cs typeface="Arial"/>
              <a:sym typeface="Arial"/>
            </a:endParaRPr>
          </a:p>
          <a:p>
            <a:pPr defTabSz="914126">
              <a:buClr>
                <a:srgbClr val="666666"/>
              </a:buClr>
              <a:buSzPts val="1260"/>
            </a:pPr>
            <a:r>
              <a:rPr lang="en-US" sz="1400" u="sng" dirty="0">
                <a:solidFill>
                  <a:srgbClr val="0098C7"/>
                </a:solidFill>
                <a:latin typeface="Arial"/>
                <a:ea typeface="Arial"/>
                <a:cs typeface="Arial"/>
                <a:sym typeface="Arial"/>
                <a:hlinkClick r:id="rId11">
                  <a:extLst>
                    <a:ext uri="{A12FA001-AC4F-418D-AE19-62706E023703}">
                      <ahyp:hlinkClr xmlns:ahyp="http://schemas.microsoft.com/office/drawing/2018/hyperlinkcolor" val="tx"/>
                    </a:ext>
                  </a:extLst>
                </a:hlinkClick>
              </a:rPr>
              <a:t>Total Economic Impact Study</a:t>
            </a:r>
            <a:endParaRPr sz="1400" dirty="0">
              <a:solidFill>
                <a:srgbClr val="0098C7"/>
              </a:solidFill>
              <a:latin typeface="Arial"/>
              <a:ea typeface="Arial"/>
              <a:cs typeface="Arial"/>
              <a:sym typeface="Arial"/>
            </a:endParaRPr>
          </a:p>
          <a:p>
            <a:pPr defTabSz="914126">
              <a:buClr>
                <a:srgbClr val="666666"/>
              </a:buClr>
              <a:buSzPts val="1260"/>
            </a:pPr>
            <a:r>
              <a:rPr lang="en-US" sz="1400" dirty="0">
                <a:solidFill>
                  <a:srgbClr val="000000"/>
                </a:solidFill>
                <a:latin typeface="Arial"/>
                <a:ea typeface="Arial"/>
                <a:cs typeface="Arial"/>
                <a:sym typeface="Arial"/>
              </a:rPr>
              <a:t>Forester's study on the total economic impact of VCF.</a:t>
            </a:r>
            <a:endParaRPr sz="1400" dirty="0">
              <a:solidFill>
                <a:srgbClr val="000000"/>
              </a:solidFill>
              <a:latin typeface="Arial"/>
              <a:ea typeface="Arial"/>
              <a:cs typeface="Arial"/>
              <a:sym typeface="Arial"/>
            </a:endParaRPr>
          </a:p>
        </p:txBody>
      </p:sp>
      <p:sp>
        <p:nvSpPr>
          <p:cNvPr id="16730" name="Google Shape;16730;p159"/>
          <p:cNvSpPr/>
          <p:nvPr/>
        </p:nvSpPr>
        <p:spPr>
          <a:xfrm>
            <a:off x="7552529" y="1745149"/>
            <a:ext cx="246491" cy="533261"/>
          </a:xfrm>
          <a:prstGeom prst="rect">
            <a:avLst/>
          </a:prstGeom>
          <a:solidFill>
            <a:schemeClr val="lt1"/>
          </a:solidFill>
          <a:ln w="25400" cap="flat" cmpd="sng">
            <a:solidFill>
              <a:schemeClr val="lt1"/>
            </a:solidFill>
            <a:prstDash val="solid"/>
            <a:round/>
            <a:headEnd type="none" w="sm" len="sm"/>
            <a:tailEnd type="none" w="sm" len="sm"/>
          </a:ln>
        </p:spPr>
        <p:txBody>
          <a:bodyPr spcFirstLastPara="1" wrap="square" lIns="91401" tIns="45688" rIns="91401" bIns="45688" anchor="ctr" anchorCtr="0">
            <a:noAutofit/>
          </a:bodyPr>
          <a:lstStyle/>
          <a:p>
            <a:pPr algn="ctr" defTabSz="914126">
              <a:buClr>
                <a:srgbClr val="FFFFFF"/>
              </a:buClr>
              <a:buSzPts val="1800"/>
            </a:pPr>
            <a:endParaRPr sz="1799" dirty="0">
              <a:solidFill>
                <a:srgbClr val="FFFFFF"/>
              </a:solidFill>
              <a:latin typeface="Arial"/>
              <a:ea typeface="Arial"/>
              <a:cs typeface="Arial"/>
              <a:sym typeface="Arial"/>
            </a:endParaRPr>
          </a:p>
        </p:txBody>
      </p:sp>
      <p:sp>
        <p:nvSpPr>
          <p:cNvPr id="16732" name="Google Shape;16732;p159"/>
          <p:cNvSpPr/>
          <p:nvPr/>
        </p:nvSpPr>
        <p:spPr>
          <a:xfrm>
            <a:off x="678006" y="1100929"/>
            <a:ext cx="3502977" cy="577427"/>
          </a:xfrm>
          <a:prstGeom prst="round2SameRect">
            <a:avLst>
              <a:gd name="adj1" fmla="val 28139"/>
              <a:gd name="adj2" fmla="val 0"/>
            </a:avLst>
          </a:prstGeom>
          <a:gradFill>
            <a:gsLst>
              <a:gs pos="0">
                <a:schemeClr val="accent2"/>
              </a:gs>
              <a:gs pos="99000">
                <a:schemeClr val="accent3"/>
              </a:gs>
            </a:gsLst>
            <a:lin ang="0" scaled="1"/>
          </a:gradFill>
          <a:ln>
            <a:noFill/>
          </a:ln>
        </p:spPr>
        <p:txBody>
          <a:bodyPr spcFirstLastPara="1" wrap="square" lIns="91376" tIns="45663" rIns="91376" bIns="45663" anchor="ctr" anchorCtr="0">
            <a:noAutofit/>
          </a:bodyPr>
          <a:lstStyle/>
          <a:p>
            <a:pPr defTabSz="914126">
              <a:buClr>
                <a:srgbClr val="000000"/>
              </a:buClr>
              <a:buSzPts val="1799"/>
            </a:pPr>
            <a:endParaRPr sz="1797" dirty="0">
              <a:solidFill>
                <a:srgbClr val="000001"/>
              </a:solidFill>
              <a:latin typeface="Arial"/>
              <a:ea typeface="Arial"/>
              <a:cs typeface="Arial"/>
              <a:sym typeface="Arial"/>
            </a:endParaRPr>
          </a:p>
        </p:txBody>
      </p:sp>
      <p:sp>
        <p:nvSpPr>
          <p:cNvPr id="16733" name="Google Shape;16733;p159"/>
          <p:cNvSpPr txBox="1"/>
          <p:nvPr/>
        </p:nvSpPr>
        <p:spPr>
          <a:xfrm>
            <a:off x="1244304" y="1220370"/>
            <a:ext cx="2370394" cy="320005"/>
          </a:xfrm>
          <a:prstGeom prst="rect">
            <a:avLst/>
          </a:prstGeom>
          <a:noFill/>
          <a:ln>
            <a:noFill/>
          </a:ln>
        </p:spPr>
        <p:txBody>
          <a:bodyPr spcFirstLastPara="1" wrap="square" lIns="0" tIns="0" rIns="0" bIns="0" anchor="ctr" anchorCtr="0">
            <a:spAutoFit/>
          </a:bodyPr>
          <a:lstStyle/>
          <a:p>
            <a:pPr algn="ctr" defTabSz="914126">
              <a:lnSpc>
                <a:spcPct val="130000"/>
              </a:lnSpc>
              <a:buClr>
                <a:srgbClr val="000000"/>
              </a:buClr>
              <a:buSzPts val="1600"/>
            </a:pPr>
            <a:r>
              <a:rPr lang="en-US" sz="1600" b="1" dirty="0">
                <a:solidFill>
                  <a:srgbClr val="FFFFFF"/>
                </a:solidFill>
                <a:latin typeface="Arial"/>
                <a:ea typeface="Arial"/>
                <a:cs typeface="Arial"/>
                <a:sym typeface="Arial"/>
              </a:rPr>
              <a:t>Basic</a:t>
            </a:r>
            <a:endParaRPr sz="1400" b="1" dirty="0">
              <a:solidFill>
                <a:srgbClr val="000000"/>
              </a:solidFill>
              <a:latin typeface="Arial"/>
              <a:ea typeface="Arial"/>
              <a:cs typeface="Arial"/>
              <a:sym typeface="Arial"/>
            </a:endParaRPr>
          </a:p>
        </p:txBody>
      </p:sp>
      <p:sp>
        <p:nvSpPr>
          <p:cNvPr id="2" name="Google Shape;16732;p159">
            <a:extLst>
              <a:ext uri="{FF2B5EF4-FFF2-40B4-BE49-F238E27FC236}">
                <a16:creationId xmlns:a16="http://schemas.microsoft.com/office/drawing/2014/main" id="{DE03C6D8-F484-B2C5-6A4E-43D0CD0E49EB}"/>
              </a:ext>
            </a:extLst>
          </p:cNvPr>
          <p:cNvSpPr/>
          <p:nvPr/>
        </p:nvSpPr>
        <p:spPr>
          <a:xfrm>
            <a:off x="4328827" y="1100928"/>
            <a:ext cx="3502977" cy="577427"/>
          </a:xfrm>
          <a:prstGeom prst="round2SameRect">
            <a:avLst>
              <a:gd name="adj1" fmla="val 28139"/>
              <a:gd name="adj2" fmla="val 0"/>
            </a:avLst>
          </a:prstGeom>
          <a:gradFill>
            <a:gsLst>
              <a:gs pos="0">
                <a:schemeClr val="accent2"/>
              </a:gs>
              <a:gs pos="100000">
                <a:schemeClr val="accent1"/>
              </a:gs>
            </a:gsLst>
            <a:lin ang="0" scaled="1"/>
          </a:gradFill>
          <a:ln>
            <a:noFill/>
          </a:ln>
        </p:spPr>
        <p:txBody>
          <a:bodyPr spcFirstLastPara="1" wrap="square" lIns="91376" tIns="45663" rIns="91376" bIns="45663" anchor="ctr" anchorCtr="0">
            <a:noAutofit/>
          </a:bodyPr>
          <a:lstStyle/>
          <a:p>
            <a:pPr defTabSz="914126">
              <a:buClr>
                <a:srgbClr val="000000"/>
              </a:buClr>
              <a:buSzPts val="1799"/>
            </a:pPr>
            <a:endParaRPr sz="1797" dirty="0">
              <a:solidFill>
                <a:srgbClr val="000001"/>
              </a:solidFill>
              <a:latin typeface="Arial"/>
              <a:ea typeface="Arial"/>
              <a:cs typeface="Arial"/>
              <a:sym typeface="Arial"/>
            </a:endParaRPr>
          </a:p>
        </p:txBody>
      </p:sp>
      <p:sp>
        <p:nvSpPr>
          <p:cNvPr id="3" name="Google Shape;16732;p159">
            <a:extLst>
              <a:ext uri="{FF2B5EF4-FFF2-40B4-BE49-F238E27FC236}">
                <a16:creationId xmlns:a16="http://schemas.microsoft.com/office/drawing/2014/main" id="{7BF851F3-D2FA-68A4-8F7A-2599ED188D8B}"/>
              </a:ext>
            </a:extLst>
          </p:cNvPr>
          <p:cNvSpPr/>
          <p:nvPr/>
        </p:nvSpPr>
        <p:spPr>
          <a:xfrm>
            <a:off x="7979648" y="1100927"/>
            <a:ext cx="3502977" cy="577427"/>
          </a:xfrm>
          <a:prstGeom prst="round2SameRect">
            <a:avLst>
              <a:gd name="adj1" fmla="val 28139"/>
              <a:gd name="adj2" fmla="val 0"/>
            </a:avLst>
          </a:prstGeom>
          <a:gradFill>
            <a:gsLst>
              <a:gs pos="0">
                <a:schemeClr val="accent2"/>
              </a:gs>
              <a:gs pos="100000">
                <a:schemeClr val="accent4"/>
              </a:gs>
            </a:gsLst>
            <a:lin ang="0" scaled="1"/>
          </a:gradFill>
          <a:ln>
            <a:noFill/>
          </a:ln>
        </p:spPr>
        <p:txBody>
          <a:bodyPr spcFirstLastPara="1" wrap="square" lIns="91376" tIns="45663" rIns="91376" bIns="45663" anchor="ctr" anchorCtr="0">
            <a:noAutofit/>
          </a:bodyPr>
          <a:lstStyle/>
          <a:p>
            <a:pPr defTabSz="914126">
              <a:buClr>
                <a:srgbClr val="000000"/>
              </a:buClr>
              <a:buSzPts val="1799"/>
            </a:pPr>
            <a:endParaRPr sz="1797" dirty="0">
              <a:solidFill>
                <a:srgbClr val="000001"/>
              </a:solidFill>
              <a:latin typeface="Arial"/>
              <a:ea typeface="Arial"/>
              <a:cs typeface="Arial"/>
              <a:sym typeface="Arial"/>
            </a:endParaRPr>
          </a:p>
        </p:txBody>
      </p:sp>
      <p:sp>
        <p:nvSpPr>
          <p:cNvPr id="4" name="Google Shape;16733;p159">
            <a:extLst>
              <a:ext uri="{FF2B5EF4-FFF2-40B4-BE49-F238E27FC236}">
                <a16:creationId xmlns:a16="http://schemas.microsoft.com/office/drawing/2014/main" id="{40A99CFE-5097-31F8-9D80-B1F2BAB8474E}"/>
              </a:ext>
            </a:extLst>
          </p:cNvPr>
          <p:cNvSpPr txBox="1"/>
          <p:nvPr/>
        </p:nvSpPr>
        <p:spPr>
          <a:xfrm>
            <a:off x="4895118" y="1229636"/>
            <a:ext cx="2370394" cy="320005"/>
          </a:xfrm>
          <a:prstGeom prst="rect">
            <a:avLst/>
          </a:prstGeom>
          <a:noFill/>
          <a:ln>
            <a:noFill/>
          </a:ln>
        </p:spPr>
        <p:txBody>
          <a:bodyPr spcFirstLastPara="1" wrap="square" lIns="0" tIns="0" rIns="0" bIns="0" anchor="ctr" anchorCtr="0">
            <a:spAutoFit/>
          </a:bodyPr>
          <a:lstStyle/>
          <a:p>
            <a:pPr algn="ctr" defTabSz="914126">
              <a:lnSpc>
                <a:spcPct val="130000"/>
              </a:lnSpc>
              <a:buClr>
                <a:srgbClr val="000000"/>
              </a:buClr>
              <a:buSzPts val="1600"/>
            </a:pPr>
            <a:r>
              <a:rPr lang="en-US" sz="1600" b="1" dirty="0">
                <a:solidFill>
                  <a:srgbClr val="FFFFFF"/>
                </a:solidFill>
                <a:latin typeface="Arial"/>
                <a:ea typeface="Arial"/>
                <a:cs typeface="Arial"/>
                <a:sym typeface="Arial"/>
              </a:rPr>
              <a:t>Intermediate</a:t>
            </a:r>
          </a:p>
        </p:txBody>
      </p:sp>
      <p:sp>
        <p:nvSpPr>
          <p:cNvPr id="5" name="Google Shape;16733;p159">
            <a:extLst>
              <a:ext uri="{FF2B5EF4-FFF2-40B4-BE49-F238E27FC236}">
                <a16:creationId xmlns:a16="http://schemas.microsoft.com/office/drawing/2014/main" id="{50D77E5E-319F-6E83-850F-54CBD9448243}"/>
              </a:ext>
            </a:extLst>
          </p:cNvPr>
          <p:cNvSpPr txBox="1"/>
          <p:nvPr/>
        </p:nvSpPr>
        <p:spPr>
          <a:xfrm>
            <a:off x="8545932" y="1238901"/>
            <a:ext cx="2370394" cy="320005"/>
          </a:xfrm>
          <a:prstGeom prst="rect">
            <a:avLst/>
          </a:prstGeom>
          <a:noFill/>
          <a:ln>
            <a:noFill/>
          </a:ln>
        </p:spPr>
        <p:txBody>
          <a:bodyPr spcFirstLastPara="1" wrap="square" lIns="0" tIns="0" rIns="0" bIns="0" anchor="ctr" anchorCtr="0">
            <a:spAutoFit/>
          </a:bodyPr>
          <a:lstStyle/>
          <a:p>
            <a:pPr algn="ctr" defTabSz="914126">
              <a:lnSpc>
                <a:spcPct val="130000"/>
              </a:lnSpc>
              <a:buClr>
                <a:srgbClr val="000000"/>
              </a:buClr>
              <a:buSzPts val="1600"/>
            </a:pPr>
            <a:r>
              <a:rPr lang="en-US" sz="1600" b="1" dirty="0">
                <a:solidFill>
                  <a:srgbClr val="FFFFFF"/>
                </a:solidFill>
                <a:latin typeface="Arial"/>
                <a:ea typeface="Arial"/>
                <a:cs typeface="Arial"/>
                <a:sym typeface="Arial"/>
              </a:rPr>
              <a:t>Advanced</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0480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072F952-1925-71C1-D5F5-4102BBF50178}"/>
            </a:ext>
          </a:extLst>
        </p:cNvPr>
        <p:cNvGrpSpPr/>
        <p:nvPr/>
      </p:nvGrpSpPr>
      <p:grpSpPr>
        <a:xfrm>
          <a:off x="0" y="0"/>
          <a:ext cx="0" cy="0"/>
          <a:chOff x="0" y="0"/>
          <a:chExt cx="0" cy="0"/>
        </a:xfrm>
      </p:grpSpPr>
      <p:pic>
        <p:nvPicPr>
          <p:cNvPr id="12" name="Graphic 11">
            <a:extLst>
              <a:ext uri="{FF2B5EF4-FFF2-40B4-BE49-F238E27FC236}">
                <a16:creationId xmlns:a16="http://schemas.microsoft.com/office/drawing/2014/main" id="{12F2B2F4-6455-4E2B-8887-A7B35DB8D13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07056" y="4129361"/>
            <a:ext cx="952500" cy="952500"/>
          </a:xfrm>
          <a:prstGeom prst="rect">
            <a:avLst/>
          </a:prstGeom>
        </p:spPr>
      </p:pic>
      <p:sp>
        <p:nvSpPr>
          <p:cNvPr id="2" name="Title 1">
            <a:extLst>
              <a:ext uri="{FF2B5EF4-FFF2-40B4-BE49-F238E27FC236}">
                <a16:creationId xmlns:a16="http://schemas.microsoft.com/office/drawing/2014/main" id="{E60883F1-580C-8EEE-417B-C505A18AF6E1}"/>
              </a:ext>
            </a:extLst>
          </p:cNvPr>
          <p:cNvSpPr>
            <a:spLocks noGrp="1"/>
          </p:cNvSpPr>
          <p:nvPr>
            <p:ph type="title"/>
          </p:nvPr>
        </p:nvSpPr>
        <p:spPr>
          <a:xfrm>
            <a:off x="579809" y="412751"/>
            <a:ext cx="11001004" cy="381000"/>
          </a:xfrm>
        </p:spPr>
        <p:txBody>
          <a:bodyPr/>
          <a:lstStyle/>
          <a:p>
            <a:r>
              <a:rPr lang="en-US" dirty="0"/>
              <a:t>Converged Software Bill of Materials</a:t>
            </a:r>
          </a:p>
        </p:txBody>
      </p:sp>
      <p:sp>
        <p:nvSpPr>
          <p:cNvPr id="3" name="Subtitle 2">
            <a:extLst>
              <a:ext uri="{FF2B5EF4-FFF2-40B4-BE49-F238E27FC236}">
                <a16:creationId xmlns:a16="http://schemas.microsoft.com/office/drawing/2014/main" id="{B0A64714-54D7-7454-C9F8-86C32CC2B632}"/>
              </a:ext>
            </a:extLst>
          </p:cNvPr>
          <p:cNvSpPr>
            <a:spLocks noGrp="1"/>
          </p:cNvSpPr>
          <p:nvPr>
            <p:ph type="subTitle" idx="10"/>
          </p:nvPr>
        </p:nvSpPr>
        <p:spPr>
          <a:xfrm>
            <a:off x="592866" y="811830"/>
            <a:ext cx="10962687" cy="247743"/>
          </a:xfrm>
        </p:spPr>
        <p:txBody>
          <a:bodyPr/>
          <a:lstStyle/>
          <a:p>
            <a:r>
              <a:rPr lang="en-US" dirty="0"/>
              <a:t>Unified VMware Cloud Foundation release version</a:t>
            </a:r>
          </a:p>
        </p:txBody>
      </p:sp>
      <p:sp>
        <p:nvSpPr>
          <p:cNvPr id="4" name="TextBox 3">
            <a:extLst>
              <a:ext uri="{FF2B5EF4-FFF2-40B4-BE49-F238E27FC236}">
                <a16:creationId xmlns:a16="http://schemas.microsoft.com/office/drawing/2014/main" id="{31092132-1EB8-534D-B2F2-73C5279AA849}"/>
              </a:ext>
            </a:extLst>
          </p:cNvPr>
          <p:cNvSpPr txBox="1"/>
          <p:nvPr/>
        </p:nvSpPr>
        <p:spPr>
          <a:xfrm>
            <a:off x="6318551" y="3544382"/>
            <a:ext cx="3961021" cy="630942"/>
          </a:xfrm>
          <a:prstGeom prst="rect">
            <a:avLst/>
          </a:prstGeom>
          <a:noFill/>
        </p:spPr>
        <p:txBody>
          <a:bodyPr wrap="none" lIns="0" tIns="0" rIns="0" bIns="0" rtlCol="0">
            <a:spAutoFit/>
          </a:bodyPr>
          <a:lstStyle/>
          <a:p>
            <a:pPr algn="ctr"/>
            <a:r>
              <a:rPr lang="en-US" sz="2400" dirty="0">
                <a:solidFill>
                  <a:schemeClr val="tx1">
                    <a:lumMod val="50000"/>
                  </a:schemeClr>
                </a:solidFill>
              </a:rPr>
              <a:t>VMware Cloud Foundation </a:t>
            </a:r>
            <a:r>
              <a:rPr lang="en-US" sz="3200" dirty="0">
                <a:solidFill>
                  <a:schemeClr val="tx1">
                    <a:lumMod val="50000"/>
                  </a:schemeClr>
                </a:solidFill>
              </a:rPr>
              <a:t>9</a:t>
            </a:r>
          </a:p>
          <a:p>
            <a:pPr algn="ctr"/>
            <a:endParaRPr lang="en-US" sz="900" dirty="0">
              <a:solidFill>
                <a:schemeClr val="tx2"/>
              </a:solidFill>
            </a:endParaRPr>
          </a:p>
        </p:txBody>
      </p:sp>
      <p:sp>
        <p:nvSpPr>
          <p:cNvPr id="5" name="Rectangle 4">
            <a:extLst>
              <a:ext uri="{FF2B5EF4-FFF2-40B4-BE49-F238E27FC236}">
                <a16:creationId xmlns:a16="http://schemas.microsoft.com/office/drawing/2014/main" id="{17C6FE29-917B-B076-BC57-4C32FB233758}"/>
              </a:ext>
            </a:extLst>
          </p:cNvPr>
          <p:cNvSpPr/>
          <p:nvPr/>
        </p:nvSpPr>
        <p:spPr bwMode="gray">
          <a:xfrm>
            <a:off x="6075690" y="2045643"/>
            <a:ext cx="4306686" cy="3192767"/>
          </a:xfrm>
          <a:prstGeom prst="rect">
            <a:avLst/>
          </a:prstGeom>
          <a:solidFill>
            <a:schemeClr val="bg1"/>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4400" dirty="0">
              <a:solidFill>
                <a:schemeClr val="tx1">
                  <a:lumMod val="50000"/>
                </a:schemeClr>
              </a:solidFill>
            </a:endParaRPr>
          </a:p>
        </p:txBody>
      </p:sp>
      <p:pic>
        <p:nvPicPr>
          <p:cNvPr id="7" name="Graphic 6">
            <a:extLst>
              <a:ext uri="{FF2B5EF4-FFF2-40B4-BE49-F238E27FC236}">
                <a16:creationId xmlns:a16="http://schemas.microsoft.com/office/drawing/2014/main" id="{5BC22DC1-0666-28B3-326A-E177E0D3BD3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9476" y="2368515"/>
            <a:ext cx="1524000" cy="1524000"/>
          </a:xfrm>
          <a:prstGeom prst="rect">
            <a:avLst/>
          </a:prstGeom>
        </p:spPr>
      </p:pic>
      <p:sp>
        <p:nvSpPr>
          <p:cNvPr id="8" name="Text Placeholder 3">
            <a:extLst>
              <a:ext uri="{FF2B5EF4-FFF2-40B4-BE49-F238E27FC236}">
                <a16:creationId xmlns:a16="http://schemas.microsoft.com/office/drawing/2014/main" id="{EA3BE34F-C83E-73A5-5871-B0ACB4008182}"/>
              </a:ext>
            </a:extLst>
          </p:cNvPr>
          <p:cNvSpPr txBox="1">
            <a:spLocks/>
          </p:cNvSpPr>
          <p:nvPr/>
        </p:nvSpPr>
        <p:spPr>
          <a:xfrm>
            <a:off x="5977922" y="2229402"/>
            <a:ext cx="6203604" cy="641140"/>
          </a:xfrm>
          <a:prstGeom prst="rect">
            <a:avLst/>
          </a:prstGeom>
        </p:spPr>
        <p:txBody>
          <a:bodyPr/>
          <a:lstStyle>
            <a:lvl1pPr marL="0" indent="0" algn="l" defTabSz="914400" rtl="0" eaLnBrk="1" latinLnBrk="0" hangingPunct="1">
              <a:lnSpc>
                <a:spcPct val="100000"/>
              </a:lnSpc>
              <a:spcBef>
                <a:spcPts val="0"/>
              </a:spcBef>
              <a:spcAft>
                <a:spcPts val="600"/>
              </a:spcAft>
              <a:buClr>
                <a:schemeClr val="tx1">
                  <a:lumMod val="60000"/>
                  <a:lumOff val="40000"/>
                </a:schemeClr>
              </a:buClr>
              <a:buSzPct val="90000"/>
              <a:buFont typeface="Arial" panose="020B0604020202020204" pitchFamily="34" charset="0"/>
              <a:buChar char="​"/>
              <a:defRPr sz="2000" kern="1200">
                <a:solidFill>
                  <a:schemeClr val="tx1"/>
                </a:solidFill>
                <a:latin typeface="+mn-lt"/>
                <a:ea typeface="+mn-ea"/>
                <a:cs typeface="+mn-cs"/>
              </a:defRPr>
            </a:lvl1pPr>
            <a:lvl2pPr marL="457200" indent="-1841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800" kern="1200">
                <a:solidFill>
                  <a:schemeClr val="tx1"/>
                </a:solidFill>
                <a:latin typeface="+mn-lt"/>
                <a:ea typeface="+mn-ea"/>
                <a:cs typeface="+mn-cs"/>
              </a:defRPr>
            </a:lvl2pPr>
            <a:lvl3pPr marL="744538" indent="-16986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defRPr sz="1600" kern="1200">
                <a:solidFill>
                  <a:schemeClr val="tx1"/>
                </a:solidFill>
                <a:latin typeface="+mn-lt"/>
                <a:ea typeface="+mn-ea"/>
                <a:cs typeface="+mn-cs"/>
              </a:defRPr>
            </a:lvl3pPr>
            <a:lvl4pPr marL="969963" indent="-166688"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400" kern="1200">
                <a:solidFill>
                  <a:schemeClr val="tx1"/>
                </a:solidFill>
                <a:latin typeface="+mn-lt"/>
                <a:ea typeface="+mn-ea"/>
                <a:cs typeface="+mn-cs"/>
              </a:defRPr>
            </a:lvl4pPr>
            <a:lvl5pPr marL="1143000" indent="-13811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tabLst/>
              <a:defRPr sz="1400" kern="1200">
                <a:solidFill>
                  <a:schemeClr val="tx1"/>
                </a:solidFill>
                <a:latin typeface="+mn-lt"/>
                <a:ea typeface="+mn-ea"/>
                <a:cs typeface="+mn-cs"/>
              </a:defRPr>
            </a:lvl5pPr>
            <a:lvl6pPr marL="1258888" indent="-111125"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9pPr>
          </a:lstStyle>
          <a:p>
            <a:pPr marL="342900" indent="-342900">
              <a:buFont typeface="Arial" panose="020B0604020202020204" pitchFamily="34" charset="0"/>
              <a:buChar char="•"/>
            </a:pPr>
            <a:r>
              <a:rPr lang="en-US" sz="1800" dirty="0"/>
              <a:t>vSphere 9</a:t>
            </a:r>
          </a:p>
          <a:p>
            <a:r>
              <a:rPr lang="en-US" sz="1200" dirty="0">
                <a:solidFill>
                  <a:schemeClr val="accent2"/>
                </a:solidFill>
              </a:rPr>
              <a:t>        ESX  |  vCenter Server  |  vSAN  |  VKS</a:t>
            </a:r>
          </a:p>
          <a:p>
            <a:endParaRPr lang="en-US" sz="1200" dirty="0"/>
          </a:p>
        </p:txBody>
      </p:sp>
      <p:sp>
        <p:nvSpPr>
          <p:cNvPr id="9" name="Google Shape;3807;p31">
            <a:extLst>
              <a:ext uri="{FF2B5EF4-FFF2-40B4-BE49-F238E27FC236}">
                <a16:creationId xmlns:a16="http://schemas.microsoft.com/office/drawing/2014/main" id="{0B5B1AD4-04ED-7273-F2C8-2BD60FEEEBEB}"/>
              </a:ext>
            </a:extLst>
          </p:cNvPr>
          <p:cNvSpPr/>
          <p:nvPr/>
        </p:nvSpPr>
        <p:spPr>
          <a:xfrm>
            <a:off x="1025378" y="1685580"/>
            <a:ext cx="10138068" cy="4082174"/>
          </a:xfrm>
          <a:prstGeom prst="roundRect">
            <a:avLst>
              <a:gd name="adj" fmla="val 2527"/>
            </a:avLst>
          </a:prstGeom>
          <a:noFill/>
          <a:ln w="12700" cap="flat" cmpd="sng">
            <a:solidFill>
              <a:srgbClr val="79797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dirty="0">
              <a:solidFill>
                <a:schemeClr val="lt1"/>
              </a:solidFill>
              <a:latin typeface="Arial"/>
              <a:ea typeface="Arial"/>
              <a:cs typeface="Arial"/>
              <a:sym typeface="Arial"/>
            </a:endParaRPr>
          </a:p>
        </p:txBody>
      </p:sp>
      <p:sp>
        <p:nvSpPr>
          <p:cNvPr id="10" name="Google Shape;3808;p31">
            <a:extLst>
              <a:ext uri="{FF2B5EF4-FFF2-40B4-BE49-F238E27FC236}">
                <a16:creationId xmlns:a16="http://schemas.microsoft.com/office/drawing/2014/main" id="{CC807CEC-0876-0B59-81A0-8CEC1FEE0F5A}"/>
              </a:ext>
            </a:extLst>
          </p:cNvPr>
          <p:cNvSpPr txBox="1"/>
          <p:nvPr/>
        </p:nvSpPr>
        <p:spPr>
          <a:xfrm>
            <a:off x="3380155" y="1509704"/>
            <a:ext cx="5360720" cy="369163"/>
          </a:xfrm>
          <a:prstGeom prst="rect">
            <a:avLst/>
          </a:prstGeom>
          <a:solidFill>
            <a:schemeClr val="lt1"/>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chemeClr val="accent2"/>
              </a:buClr>
              <a:buSzPts val="1799"/>
              <a:buFont typeface="Arial"/>
              <a:buNone/>
            </a:pPr>
            <a:r>
              <a:rPr lang="en-US" sz="1799" b="0" i="0" u="none" strike="noStrike" cap="none" dirty="0">
                <a:solidFill>
                  <a:schemeClr val="accent2"/>
                </a:solidFill>
                <a:latin typeface="Arial"/>
                <a:ea typeface="Arial"/>
                <a:cs typeface="Arial"/>
                <a:sym typeface="Arial"/>
              </a:rPr>
              <a:t>VMware SDDC </a:t>
            </a:r>
            <a:r>
              <a:rPr lang="en-US" sz="1799" dirty="0">
                <a:solidFill>
                  <a:schemeClr val="accent2"/>
                </a:solidFill>
                <a:latin typeface="Arial"/>
                <a:ea typeface="Arial"/>
                <a:cs typeface="Arial"/>
                <a:sym typeface="Arial"/>
              </a:rPr>
              <a:t>Components</a:t>
            </a:r>
            <a:r>
              <a:rPr lang="en-US" sz="1799" b="0" i="0" u="none" strike="noStrike" cap="none" dirty="0">
                <a:solidFill>
                  <a:schemeClr val="accent2"/>
                </a:solidFill>
                <a:latin typeface="Arial"/>
                <a:ea typeface="Arial"/>
                <a:cs typeface="Arial"/>
                <a:sym typeface="Arial"/>
              </a:rPr>
              <a:t> of the Private Cloud</a:t>
            </a:r>
            <a:endParaRPr sz="1400" b="0" i="0" u="none" strike="noStrike" cap="none" dirty="0">
              <a:solidFill>
                <a:srgbClr val="000000"/>
              </a:solidFill>
              <a:latin typeface="Arial"/>
              <a:ea typeface="Arial"/>
              <a:cs typeface="Arial"/>
              <a:sym typeface="Arial"/>
            </a:endParaRPr>
          </a:p>
        </p:txBody>
      </p:sp>
      <p:sp>
        <p:nvSpPr>
          <p:cNvPr id="13" name="Text Placeholder 3">
            <a:extLst>
              <a:ext uri="{FF2B5EF4-FFF2-40B4-BE49-F238E27FC236}">
                <a16:creationId xmlns:a16="http://schemas.microsoft.com/office/drawing/2014/main" id="{ADFA74C2-0E8B-6248-9BB1-D48910980670}"/>
              </a:ext>
            </a:extLst>
          </p:cNvPr>
          <p:cNvSpPr txBox="1">
            <a:spLocks/>
          </p:cNvSpPr>
          <p:nvPr/>
        </p:nvSpPr>
        <p:spPr>
          <a:xfrm>
            <a:off x="5985221" y="4359979"/>
            <a:ext cx="6203604" cy="418945"/>
          </a:xfrm>
          <a:prstGeom prst="rect">
            <a:avLst/>
          </a:prstGeom>
        </p:spPr>
        <p:txBody>
          <a:bodyPr/>
          <a:lstStyle>
            <a:lvl1pPr marL="0" indent="0" algn="l" defTabSz="914400" rtl="0" eaLnBrk="1" latinLnBrk="0" hangingPunct="1">
              <a:lnSpc>
                <a:spcPct val="100000"/>
              </a:lnSpc>
              <a:spcBef>
                <a:spcPts val="0"/>
              </a:spcBef>
              <a:spcAft>
                <a:spcPts val="600"/>
              </a:spcAft>
              <a:buClr>
                <a:schemeClr val="tx1">
                  <a:lumMod val="60000"/>
                  <a:lumOff val="40000"/>
                </a:schemeClr>
              </a:buClr>
              <a:buSzPct val="90000"/>
              <a:buFont typeface="Arial" panose="020B0604020202020204" pitchFamily="34" charset="0"/>
              <a:buChar char="​"/>
              <a:defRPr sz="2000" kern="1200">
                <a:solidFill>
                  <a:schemeClr val="tx1"/>
                </a:solidFill>
                <a:latin typeface="+mn-lt"/>
                <a:ea typeface="+mn-ea"/>
                <a:cs typeface="+mn-cs"/>
              </a:defRPr>
            </a:lvl1pPr>
            <a:lvl2pPr marL="457200" indent="-1841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800" kern="1200">
                <a:solidFill>
                  <a:schemeClr val="tx1"/>
                </a:solidFill>
                <a:latin typeface="+mn-lt"/>
                <a:ea typeface="+mn-ea"/>
                <a:cs typeface="+mn-cs"/>
              </a:defRPr>
            </a:lvl2pPr>
            <a:lvl3pPr marL="744538" indent="-16986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defRPr sz="1600" kern="1200">
                <a:solidFill>
                  <a:schemeClr val="tx1"/>
                </a:solidFill>
                <a:latin typeface="+mn-lt"/>
                <a:ea typeface="+mn-ea"/>
                <a:cs typeface="+mn-cs"/>
              </a:defRPr>
            </a:lvl3pPr>
            <a:lvl4pPr marL="969963" indent="-166688"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400" kern="1200">
                <a:solidFill>
                  <a:schemeClr val="tx1"/>
                </a:solidFill>
                <a:latin typeface="+mn-lt"/>
                <a:ea typeface="+mn-ea"/>
                <a:cs typeface="+mn-cs"/>
              </a:defRPr>
            </a:lvl4pPr>
            <a:lvl5pPr marL="1143000" indent="-13811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tabLst/>
              <a:defRPr sz="1400" kern="1200">
                <a:solidFill>
                  <a:schemeClr val="tx1"/>
                </a:solidFill>
                <a:latin typeface="+mn-lt"/>
                <a:ea typeface="+mn-ea"/>
                <a:cs typeface="+mn-cs"/>
              </a:defRPr>
            </a:lvl5pPr>
            <a:lvl6pPr marL="1258888" indent="-111125"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9pPr>
          </a:lstStyle>
          <a:p>
            <a:pPr marL="285750" indent="-285750">
              <a:buFont typeface="Arial" panose="020B0604020202020204" pitchFamily="34" charset="0"/>
              <a:buChar char="•"/>
            </a:pPr>
            <a:r>
              <a:rPr lang="en-US" sz="1800" dirty="0"/>
              <a:t> SDDC Manager 9</a:t>
            </a:r>
          </a:p>
        </p:txBody>
      </p:sp>
      <p:pic>
        <p:nvPicPr>
          <p:cNvPr id="15" name="Graphic 14">
            <a:extLst>
              <a:ext uri="{FF2B5EF4-FFF2-40B4-BE49-F238E27FC236}">
                <a16:creationId xmlns:a16="http://schemas.microsoft.com/office/drawing/2014/main" id="{358827F5-AE6C-2F65-FC9E-E95FCC0535B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080235" y="4124684"/>
            <a:ext cx="952500" cy="952500"/>
          </a:xfrm>
          <a:prstGeom prst="rect">
            <a:avLst/>
          </a:prstGeom>
        </p:spPr>
      </p:pic>
      <p:sp>
        <p:nvSpPr>
          <p:cNvPr id="16" name="Text Placeholder 3">
            <a:extLst>
              <a:ext uri="{FF2B5EF4-FFF2-40B4-BE49-F238E27FC236}">
                <a16:creationId xmlns:a16="http://schemas.microsoft.com/office/drawing/2014/main" id="{96D471C0-1BFB-A64D-2382-C37D871EBE67}"/>
              </a:ext>
            </a:extLst>
          </p:cNvPr>
          <p:cNvSpPr txBox="1">
            <a:spLocks/>
          </p:cNvSpPr>
          <p:nvPr/>
        </p:nvSpPr>
        <p:spPr>
          <a:xfrm>
            <a:off x="5985221" y="3564488"/>
            <a:ext cx="6203604" cy="665019"/>
          </a:xfrm>
          <a:prstGeom prst="rect">
            <a:avLst/>
          </a:prstGeom>
        </p:spPr>
        <p:txBody>
          <a:bodyPr/>
          <a:lstStyle>
            <a:lvl1pPr marL="0" indent="0" algn="l" defTabSz="914400" rtl="0" eaLnBrk="1" latinLnBrk="0" hangingPunct="1">
              <a:lnSpc>
                <a:spcPct val="100000"/>
              </a:lnSpc>
              <a:spcBef>
                <a:spcPts val="0"/>
              </a:spcBef>
              <a:spcAft>
                <a:spcPts val="600"/>
              </a:spcAft>
              <a:buClr>
                <a:schemeClr val="tx1">
                  <a:lumMod val="60000"/>
                  <a:lumOff val="40000"/>
                </a:schemeClr>
              </a:buClr>
              <a:buSzPct val="90000"/>
              <a:buFont typeface="Arial" panose="020B0604020202020204" pitchFamily="34" charset="0"/>
              <a:buChar char="​"/>
              <a:defRPr sz="2000" kern="1200">
                <a:solidFill>
                  <a:schemeClr val="tx1"/>
                </a:solidFill>
                <a:latin typeface="+mn-lt"/>
                <a:ea typeface="+mn-ea"/>
                <a:cs typeface="+mn-cs"/>
              </a:defRPr>
            </a:lvl1pPr>
            <a:lvl2pPr marL="457200" indent="-1841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800" kern="1200">
                <a:solidFill>
                  <a:schemeClr val="tx1"/>
                </a:solidFill>
                <a:latin typeface="+mn-lt"/>
                <a:ea typeface="+mn-ea"/>
                <a:cs typeface="+mn-cs"/>
              </a:defRPr>
            </a:lvl2pPr>
            <a:lvl3pPr marL="744538" indent="-16986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defRPr sz="1600" kern="1200">
                <a:solidFill>
                  <a:schemeClr val="tx1"/>
                </a:solidFill>
                <a:latin typeface="+mn-lt"/>
                <a:ea typeface="+mn-ea"/>
                <a:cs typeface="+mn-cs"/>
              </a:defRPr>
            </a:lvl3pPr>
            <a:lvl4pPr marL="969963" indent="-166688"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400" kern="1200">
                <a:solidFill>
                  <a:schemeClr val="tx1"/>
                </a:solidFill>
                <a:latin typeface="+mn-lt"/>
                <a:ea typeface="+mn-ea"/>
                <a:cs typeface="+mn-cs"/>
              </a:defRPr>
            </a:lvl4pPr>
            <a:lvl5pPr marL="1143000" indent="-13811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tabLst/>
              <a:defRPr sz="1400" kern="1200">
                <a:solidFill>
                  <a:schemeClr val="tx1"/>
                </a:solidFill>
                <a:latin typeface="+mn-lt"/>
                <a:ea typeface="+mn-ea"/>
                <a:cs typeface="+mn-cs"/>
              </a:defRPr>
            </a:lvl5pPr>
            <a:lvl6pPr marL="1258888" indent="-111125"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9pPr>
          </a:lstStyle>
          <a:p>
            <a:pPr marL="285750" indent="-285750">
              <a:buFont typeface="Arial" panose="020B0604020202020204" pitchFamily="34" charset="0"/>
              <a:buChar char="•"/>
            </a:pPr>
            <a:r>
              <a:rPr lang="en-US" sz="1800" dirty="0"/>
              <a:t> VCF Operations 9</a:t>
            </a:r>
          </a:p>
          <a:p>
            <a:r>
              <a:rPr lang="en-US" sz="1200" dirty="0">
                <a:solidFill>
                  <a:schemeClr val="accent2"/>
                </a:solidFill>
              </a:rPr>
              <a:t>        VCF-Ops  |  VCF Ops for Logs  |  VCF Ops for Networks  |   HCX</a:t>
            </a:r>
          </a:p>
        </p:txBody>
      </p:sp>
      <p:pic>
        <p:nvPicPr>
          <p:cNvPr id="18" name="Graphic 17">
            <a:extLst>
              <a:ext uri="{FF2B5EF4-FFF2-40B4-BE49-F238E27FC236}">
                <a16:creationId xmlns:a16="http://schemas.microsoft.com/office/drawing/2014/main" id="{B2578EE0-B10C-DBF9-0777-9C1AF3ABFCE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806449" y="4148305"/>
            <a:ext cx="952500" cy="952500"/>
          </a:xfrm>
          <a:prstGeom prst="rect">
            <a:avLst/>
          </a:prstGeom>
        </p:spPr>
      </p:pic>
      <p:sp>
        <p:nvSpPr>
          <p:cNvPr id="19" name="Text Placeholder 3">
            <a:extLst>
              <a:ext uri="{FF2B5EF4-FFF2-40B4-BE49-F238E27FC236}">
                <a16:creationId xmlns:a16="http://schemas.microsoft.com/office/drawing/2014/main" id="{36CD89B3-58B1-7167-5309-7F4212FB1217}"/>
              </a:ext>
            </a:extLst>
          </p:cNvPr>
          <p:cNvSpPr txBox="1">
            <a:spLocks/>
          </p:cNvSpPr>
          <p:nvPr/>
        </p:nvSpPr>
        <p:spPr>
          <a:xfrm>
            <a:off x="5985221" y="3001859"/>
            <a:ext cx="6203604" cy="313568"/>
          </a:xfrm>
          <a:prstGeom prst="rect">
            <a:avLst/>
          </a:prstGeom>
        </p:spPr>
        <p:txBody>
          <a:bodyPr/>
          <a:lstStyle>
            <a:lvl1pPr marL="0" indent="0" algn="l" defTabSz="914400" rtl="0" eaLnBrk="1" latinLnBrk="0" hangingPunct="1">
              <a:lnSpc>
                <a:spcPct val="100000"/>
              </a:lnSpc>
              <a:spcBef>
                <a:spcPts val="0"/>
              </a:spcBef>
              <a:spcAft>
                <a:spcPts val="600"/>
              </a:spcAft>
              <a:buClr>
                <a:schemeClr val="tx1">
                  <a:lumMod val="60000"/>
                  <a:lumOff val="40000"/>
                </a:schemeClr>
              </a:buClr>
              <a:buSzPct val="90000"/>
              <a:buFont typeface="Arial" panose="020B0604020202020204" pitchFamily="34" charset="0"/>
              <a:buChar char="​"/>
              <a:defRPr sz="2000" kern="1200">
                <a:solidFill>
                  <a:schemeClr val="tx1"/>
                </a:solidFill>
                <a:latin typeface="+mn-lt"/>
                <a:ea typeface="+mn-ea"/>
                <a:cs typeface="+mn-cs"/>
              </a:defRPr>
            </a:lvl1pPr>
            <a:lvl2pPr marL="457200" indent="-1841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800" kern="1200">
                <a:solidFill>
                  <a:schemeClr val="tx1"/>
                </a:solidFill>
                <a:latin typeface="+mn-lt"/>
                <a:ea typeface="+mn-ea"/>
                <a:cs typeface="+mn-cs"/>
              </a:defRPr>
            </a:lvl2pPr>
            <a:lvl3pPr marL="744538" indent="-16986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defRPr sz="1600" kern="1200">
                <a:solidFill>
                  <a:schemeClr val="tx1"/>
                </a:solidFill>
                <a:latin typeface="+mn-lt"/>
                <a:ea typeface="+mn-ea"/>
                <a:cs typeface="+mn-cs"/>
              </a:defRPr>
            </a:lvl3pPr>
            <a:lvl4pPr marL="969963" indent="-166688"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400" kern="1200">
                <a:solidFill>
                  <a:schemeClr val="tx1"/>
                </a:solidFill>
                <a:latin typeface="+mn-lt"/>
                <a:ea typeface="+mn-ea"/>
                <a:cs typeface="+mn-cs"/>
              </a:defRPr>
            </a:lvl4pPr>
            <a:lvl5pPr marL="1143000" indent="-13811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tabLst/>
              <a:defRPr sz="1400" kern="1200">
                <a:solidFill>
                  <a:schemeClr val="tx1"/>
                </a:solidFill>
                <a:latin typeface="+mn-lt"/>
                <a:ea typeface="+mn-ea"/>
                <a:cs typeface="+mn-cs"/>
              </a:defRPr>
            </a:lvl5pPr>
            <a:lvl6pPr marL="1258888" indent="-111125"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9pPr>
          </a:lstStyle>
          <a:p>
            <a:pPr marL="285750" indent="-285750">
              <a:buFont typeface="Arial" panose="020B0604020202020204" pitchFamily="34" charset="0"/>
              <a:buChar char="•"/>
            </a:pPr>
            <a:r>
              <a:rPr lang="en-US" sz="1800" dirty="0"/>
              <a:t> NSX 9</a:t>
            </a:r>
          </a:p>
        </p:txBody>
      </p:sp>
      <p:grpSp>
        <p:nvGrpSpPr>
          <p:cNvPr id="20" name="Group 19">
            <a:extLst>
              <a:ext uri="{FF2B5EF4-FFF2-40B4-BE49-F238E27FC236}">
                <a16:creationId xmlns:a16="http://schemas.microsoft.com/office/drawing/2014/main" id="{1F92296E-19AA-99FD-D6CF-3D7B86C0AAF2}"/>
              </a:ext>
            </a:extLst>
          </p:cNvPr>
          <p:cNvGrpSpPr/>
          <p:nvPr/>
        </p:nvGrpSpPr>
        <p:grpSpPr>
          <a:xfrm>
            <a:off x="1252400" y="1982898"/>
            <a:ext cx="4642339" cy="3653033"/>
            <a:chOff x="1266092" y="1782515"/>
            <a:chExt cx="4642339" cy="3653033"/>
          </a:xfrm>
        </p:grpSpPr>
        <p:sp>
          <p:nvSpPr>
            <p:cNvPr id="21" name="Rectangle 20">
              <a:extLst>
                <a:ext uri="{FF2B5EF4-FFF2-40B4-BE49-F238E27FC236}">
                  <a16:creationId xmlns:a16="http://schemas.microsoft.com/office/drawing/2014/main" id="{C18EF161-8108-A39A-FBF1-CE2CCEC474BF}"/>
                </a:ext>
              </a:extLst>
            </p:cNvPr>
            <p:cNvSpPr/>
            <p:nvPr/>
          </p:nvSpPr>
          <p:spPr bwMode="gray">
            <a:xfrm>
              <a:off x="1266092" y="1896422"/>
              <a:ext cx="4642339" cy="3192767"/>
            </a:xfrm>
            <a:prstGeom prst="rect">
              <a:avLst/>
            </a:prstGeom>
            <a:solidFill>
              <a:schemeClr val="bg1"/>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4400" dirty="0">
                <a:solidFill>
                  <a:schemeClr val="tx1">
                    <a:lumMod val="50000"/>
                  </a:schemeClr>
                </a:solidFill>
              </a:endParaRPr>
            </a:p>
          </p:txBody>
        </p:sp>
        <p:pic>
          <p:nvPicPr>
            <p:cNvPr id="22" name="Google Shape;6699;p92">
              <a:extLst>
                <a:ext uri="{FF2B5EF4-FFF2-40B4-BE49-F238E27FC236}">
                  <a16:creationId xmlns:a16="http://schemas.microsoft.com/office/drawing/2014/main" id="{08022F32-F3FD-77E1-F74C-AEFDC68014D5}"/>
                </a:ext>
              </a:extLst>
            </p:cNvPr>
            <p:cNvPicPr preferRelativeResize="0">
              <a:picLocks noChangeAspect="1"/>
            </p:cNvPicPr>
            <p:nvPr/>
          </p:nvPicPr>
          <p:blipFill rotWithShape="1">
            <a:blip r:embed="rId7">
              <a:alphaModFix/>
            </a:blip>
            <a:srcRect/>
            <a:stretch/>
          </p:blipFill>
          <p:spPr>
            <a:xfrm>
              <a:off x="1833212" y="1782515"/>
              <a:ext cx="3653028" cy="3653033"/>
            </a:xfrm>
            <a:prstGeom prst="rect">
              <a:avLst/>
            </a:prstGeom>
            <a:noFill/>
            <a:ln>
              <a:noFill/>
            </a:ln>
          </p:spPr>
        </p:pic>
      </p:grpSp>
      <p:sp>
        <p:nvSpPr>
          <p:cNvPr id="31" name="Text Placeholder 3">
            <a:extLst>
              <a:ext uri="{FF2B5EF4-FFF2-40B4-BE49-F238E27FC236}">
                <a16:creationId xmlns:a16="http://schemas.microsoft.com/office/drawing/2014/main" id="{07BCD9A7-9801-190E-9190-F1EEED1623DA}"/>
              </a:ext>
            </a:extLst>
          </p:cNvPr>
          <p:cNvSpPr txBox="1">
            <a:spLocks/>
          </p:cNvSpPr>
          <p:nvPr/>
        </p:nvSpPr>
        <p:spPr>
          <a:xfrm>
            <a:off x="5985221" y="4962255"/>
            <a:ext cx="7577940" cy="317143"/>
          </a:xfrm>
          <a:prstGeom prst="rect">
            <a:avLst/>
          </a:prstGeom>
        </p:spPr>
        <p:txBody>
          <a:bodyPr/>
          <a:lstStyle>
            <a:lvl1pPr marL="0" indent="0" algn="l" defTabSz="914400" rtl="0" eaLnBrk="1" latinLnBrk="0" hangingPunct="1">
              <a:lnSpc>
                <a:spcPct val="100000"/>
              </a:lnSpc>
              <a:spcBef>
                <a:spcPts val="0"/>
              </a:spcBef>
              <a:spcAft>
                <a:spcPts val="600"/>
              </a:spcAft>
              <a:buClr>
                <a:schemeClr val="tx1">
                  <a:lumMod val="60000"/>
                  <a:lumOff val="40000"/>
                </a:schemeClr>
              </a:buClr>
              <a:buSzPct val="90000"/>
              <a:buFont typeface="Arial" panose="020B0604020202020204" pitchFamily="34" charset="0"/>
              <a:buChar char="​"/>
              <a:defRPr sz="2000" kern="1200">
                <a:solidFill>
                  <a:schemeClr val="tx1"/>
                </a:solidFill>
                <a:latin typeface="+mn-lt"/>
                <a:ea typeface="+mn-ea"/>
                <a:cs typeface="+mn-cs"/>
              </a:defRPr>
            </a:lvl1pPr>
            <a:lvl2pPr marL="457200" indent="-1841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800" kern="1200">
                <a:solidFill>
                  <a:schemeClr val="tx1"/>
                </a:solidFill>
                <a:latin typeface="+mn-lt"/>
                <a:ea typeface="+mn-ea"/>
                <a:cs typeface="+mn-cs"/>
              </a:defRPr>
            </a:lvl2pPr>
            <a:lvl3pPr marL="744538" indent="-16986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defRPr sz="1600" kern="1200">
                <a:solidFill>
                  <a:schemeClr val="tx1"/>
                </a:solidFill>
                <a:latin typeface="+mn-lt"/>
                <a:ea typeface="+mn-ea"/>
                <a:cs typeface="+mn-cs"/>
              </a:defRPr>
            </a:lvl3pPr>
            <a:lvl4pPr marL="969963" indent="-166688"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400" kern="1200">
                <a:solidFill>
                  <a:schemeClr val="tx1"/>
                </a:solidFill>
                <a:latin typeface="+mn-lt"/>
                <a:ea typeface="+mn-ea"/>
                <a:cs typeface="+mn-cs"/>
              </a:defRPr>
            </a:lvl4pPr>
            <a:lvl5pPr marL="1143000" indent="-13811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tabLst/>
              <a:defRPr sz="1400" kern="1200">
                <a:solidFill>
                  <a:schemeClr val="tx1"/>
                </a:solidFill>
                <a:latin typeface="+mn-lt"/>
                <a:ea typeface="+mn-ea"/>
                <a:cs typeface="+mn-cs"/>
              </a:defRPr>
            </a:lvl5pPr>
            <a:lvl6pPr marL="1258888" indent="-111125"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9pPr>
          </a:lstStyle>
          <a:p>
            <a:pPr marL="285750" indent="-285750">
              <a:buFont typeface="Arial" panose="020B0604020202020204" pitchFamily="34" charset="0"/>
              <a:buChar char="•"/>
            </a:pPr>
            <a:r>
              <a:rPr lang="en-US" sz="1800" dirty="0"/>
              <a:t> VCF-Automation 9</a:t>
            </a:r>
          </a:p>
        </p:txBody>
      </p:sp>
    </p:spTree>
    <p:extLst>
      <p:ext uri="{BB962C8B-B14F-4D97-AF65-F5344CB8AC3E}">
        <p14:creationId xmlns:p14="http://schemas.microsoft.com/office/powerpoint/2010/main" val="3878491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par>
                                <p:cTn id="8" presetID="9"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dissolve">
                                      <p:cBhvr>
                                        <p:cTn id="10" dur="500"/>
                                        <p:tgtEl>
                                          <p:spTgt spid="8"/>
                                        </p:tgtEl>
                                      </p:cBhvr>
                                    </p:animEffect>
                                  </p:childTnLst>
                                </p:cTn>
                              </p:par>
                            </p:childTnLst>
                          </p:cTn>
                        </p:par>
                        <p:par>
                          <p:cTn id="11" fill="hold">
                            <p:stCondLst>
                              <p:cond delay="500"/>
                            </p:stCondLst>
                            <p:childTnLst>
                              <p:par>
                                <p:cTn id="12" presetID="9" presetClass="entr" presetSubtype="0" fill="hold" nodeType="afterEffect">
                                  <p:stCondLst>
                                    <p:cond delay="500"/>
                                  </p:stCondLst>
                                  <p:childTnLst>
                                    <p:set>
                                      <p:cBhvr>
                                        <p:cTn id="13" dur="1" fill="hold">
                                          <p:stCondLst>
                                            <p:cond delay="0"/>
                                          </p:stCondLst>
                                        </p:cTn>
                                        <p:tgtEl>
                                          <p:spTgt spid="18"/>
                                        </p:tgtEl>
                                        <p:attrNameLst>
                                          <p:attrName>style.visibility</p:attrName>
                                        </p:attrNameLst>
                                      </p:cBhvr>
                                      <p:to>
                                        <p:strVal val="visible"/>
                                      </p:to>
                                    </p:set>
                                    <p:animEffect transition="in" filter="dissolve">
                                      <p:cBhvr>
                                        <p:cTn id="14" dur="500"/>
                                        <p:tgtEl>
                                          <p:spTgt spid="18"/>
                                        </p:tgtEl>
                                      </p:cBhvr>
                                    </p:animEffect>
                                  </p:childTnLst>
                                </p:cTn>
                              </p:par>
                              <p:par>
                                <p:cTn id="15" presetID="9"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dissolve">
                                      <p:cBhvr>
                                        <p:cTn id="17" dur="500"/>
                                        <p:tgtEl>
                                          <p:spTgt spid="19"/>
                                        </p:tgtEl>
                                      </p:cBhvr>
                                    </p:animEffect>
                                  </p:childTnLst>
                                </p:cTn>
                              </p:par>
                            </p:childTnLst>
                          </p:cTn>
                        </p:par>
                        <p:par>
                          <p:cTn id="18" fill="hold">
                            <p:stCondLst>
                              <p:cond delay="1500"/>
                            </p:stCondLst>
                            <p:childTnLst>
                              <p:par>
                                <p:cTn id="19" presetID="9" presetClass="entr" presetSubtype="0" fill="hold" nodeType="afterEffect">
                                  <p:stCondLst>
                                    <p:cond delay="500"/>
                                  </p:stCondLst>
                                  <p:childTnLst>
                                    <p:set>
                                      <p:cBhvr>
                                        <p:cTn id="20" dur="1" fill="hold">
                                          <p:stCondLst>
                                            <p:cond delay="0"/>
                                          </p:stCondLst>
                                        </p:cTn>
                                        <p:tgtEl>
                                          <p:spTgt spid="15"/>
                                        </p:tgtEl>
                                        <p:attrNameLst>
                                          <p:attrName>style.visibility</p:attrName>
                                        </p:attrNameLst>
                                      </p:cBhvr>
                                      <p:to>
                                        <p:strVal val="visible"/>
                                      </p:to>
                                    </p:set>
                                    <p:animEffect transition="in" filter="dissolve">
                                      <p:cBhvr>
                                        <p:cTn id="21" dur="500"/>
                                        <p:tgtEl>
                                          <p:spTgt spid="15"/>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dissolve">
                                      <p:cBhvr>
                                        <p:cTn id="24" dur="500"/>
                                        <p:tgtEl>
                                          <p:spTgt spid="16"/>
                                        </p:tgtEl>
                                      </p:cBhvr>
                                    </p:animEffect>
                                  </p:childTnLst>
                                </p:cTn>
                              </p:par>
                            </p:childTnLst>
                          </p:cTn>
                        </p:par>
                        <p:par>
                          <p:cTn id="25" fill="hold">
                            <p:stCondLst>
                              <p:cond delay="2500"/>
                            </p:stCondLst>
                            <p:childTnLst>
                              <p:par>
                                <p:cTn id="26" presetID="9" presetClass="entr" presetSubtype="0" fill="hold" grpId="0" nodeType="afterEffect">
                                  <p:stCondLst>
                                    <p:cond delay="500"/>
                                  </p:stCondLst>
                                  <p:childTnLst>
                                    <p:set>
                                      <p:cBhvr>
                                        <p:cTn id="27" dur="1" fill="hold">
                                          <p:stCondLst>
                                            <p:cond delay="0"/>
                                          </p:stCondLst>
                                        </p:cTn>
                                        <p:tgtEl>
                                          <p:spTgt spid="13"/>
                                        </p:tgtEl>
                                        <p:attrNameLst>
                                          <p:attrName>style.visibility</p:attrName>
                                        </p:attrNameLst>
                                      </p:cBhvr>
                                      <p:to>
                                        <p:strVal val="visible"/>
                                      </p:to>
                                    </p:set>
                                    <p:animEffect transition="in" filter="dissolve">
                                      <p:cBhvr>
                                        <p:cTn id="28" dur="500"/>
                                        <p:tgtEl>
                                          <p:spTgt spid="13"/>
                                        </p:tgtEl>
                                      </p:cBhvr>
                                    </p:animEffect>
                                  </p:childTnLst>
                                </p:cTn>
                              </p:par>
                            </p:childTnLst>
                          </p:cTn>
                        </p:par>
                        <p:par>
                          <p:cTn id="29" fill="hold">
                            <p:stCondLst>
                              <p:cond delay="3500"/>
                            </p:stCondLst>
                            <p:childTnLst>
                              <p:par>
                                <p:cTn id="30" presetID="9" presetClass="entr" presetSubtype="0" fill="hold" nodeType="afterEffect">
                                  <p:stCondLst>
                                    <p:cond delay="500"/>
                                  </p:stCondLst>
                                  <p:childTnLst>
                                    <p:set>
                                      <p:cBhvr>
                                        <p:cTn id="31" dur="1" fill="hold">
                                          <p:stCondLst>
                                            <p:cond delay="0"/>
                                          </p:stCondLst>
                                        </p:cTn>
                                        <p:tgtEl>
                                          <p:spTgt spid="12"/>
                                        </p:tgtEl>
                                        <p:attrNameLst>
                                          <p:attrName>style.visibility</p:attrName>
                                        </p:attrNameLst>
                                      </p:cBhvr>
                                      <p:to>
                                        <p:strVal val="visible"/>
                                      </p:to>
                                    </p:set>
                                    <p:animEffect transition="in" filter="dissolve">
                                      <p:cBhvr>
                                        <p:cTn id="32" dur="500"/>
                                        <p:tgtEl>
                                          <p:spTgt spid="12"/>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dissolve">
                                      <p:cBhvr>
                                        <p:cTn id="35" dur="500"/>
                                        <p:tgtEl>
                                          <p:spTgt spid="31"/>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xit" presetSubtype="0" fill="hold" grpId="1" nodeType="clickEffect">
                                  <p:stCondLst>
                                    <p:cond delay="0"/>
                                  </p:stCondLst>
                                  <p:childTnLst>
                                    <p:animEffect transition="out" filter="dissolve">
                                      <p:cBhvr>
                                        <p:cTn id="39" dur="500"/>
                                        <p:tgtEl>
                                          <p:spTgt spid="8"/>
                                        </p:tgtEl>
                                      </p:cBhvr>
                                    </p:animEffect>
                                    <p:set>
                                      <p:cBhvr>
                                        <p:cTn id="40" dur="1" fill="hold">
                                          <p:stCondLst>
                                            <p:cond delay="499"/>
                                          </p:stCondLst>
                                        </p:cTn>
                                        <p:tgtEl>
                                          <p:spTgt spid="8"/>
                                        </p:tgtEl>
                                        <p:attrNameLst>
                                          <p:attrName>style.visibility</p:attrName>
                                        </p:attrNameLst>
                                      </p:cBhvr>
                                      <p:to>
                                        <p:strVal val="hidden"/>
                                      </p:to>
                                    </p:set>
                                  </p:childTnLst>
                                </p:cTn>
                              </p:par>
                              <p:par>
                                <p:cTn id="41" presetID="9" presetClass="exit" presetSubtype="0" fill="hold" grpId="1" nodeType="withEffect">
                                  <p:stCondLst>
                                    <p:cond delay="0"/>
                                  </p:stCondLst>
                                  <p:childTnLst>
                                    <p:animEffect transition="out" filter="dissolve">
                                      <p:cBhvr>
                                        <p:cTn id="42" dur="500"/>
                                        <p:tgtEl>
                                          <p:spTgt spid="19"/>
                                        </p:tgtEl>
                                      </p:cBhvr>
                                    </p:animEffect>
                                    <p:set>
                                      <p:cBhvr>
                                        <p:cTn id="43" dur="1" fill="hold">
                                          <p:stCondLst>
                                            <p:cond delay="499"/>
                                          </p:stCondLst>
                                        </p:cTn>
                                        <p:tgtEl>
                                          <p:spTgt spid="19"/>
                                        </p:tgtEl>
                                        <p:attrNameLst>
                                          <p:attrName>style.visibility</p:attrName>
                                        </p:attrNameLst>
                                      </p:cBhvr>
                                      <p:to>
                                        <p:strVal val="hidden"/>
                                      </p:to>
                                    </p:set>
                                  </p:childTnLst>
                                </p:cTn>
                              </p:par>
                              <p:par>
                                <p:cTn id="44" presetID="9" presetClass="exit" presetSubtype="0" fill="hold" grpId="1" nodeType="withEffect">
                                  <p:stCondLst>
                                    <p:cond delay="0"/>
                                  </p:stCondLst>
                                  <p:childTnLst>
                                    <p:animEffect transition="out" filter="dissolve">
                                      <p:cBhvr>
                                        <p:cTn id="45" dur="500"/>
                                        <p:tgtEl>
                                          <p:spTgt spid="16"/>
                                        </p:tgtEl>
                                      </p:cBhvr>
                                    </p:animEffect>
                                    <p:set>
                                      <p:cBhvr>
                                        <p:cTn id="46" dur="1" fill="hold">
                                          <p:stCondLst>
                                            <p:cond delay="499"/>
                                          </p:stCondLst>
                                        </p:cTn>
                                        <p:tgtEl>
                                          <p:spTgt spid="16"/>
                                        </p:tgtEl>
                                        <p:attrNameLst>
                                          <p:attrName>style.visibility</p:attrName>
                                        </p:attrNameLst>
                                      </p:cBhvr>
                                      <p:to>
                                        <p:strVal val="hidden"/>
                                      </p:to>
                                    </p:set>
                                  </p:childTnLst>
                                </p:cTn>
                              </p:par>
                              <p:par>
                                <p:cTn id="47" presetID="9" presetClass="exit" presetSubtype="0" fill="hold" grpId="1" nodeType="withEffect">
                                  <p:stCondLst>
                                    <p:cond delay="0"/>
                                  </p:stCondLst>
                                  <p:childTnLst>
                                    <p:animEffect transition="out" filter="dissolve">
                                      <p:cBhvr>
                                        <p:cTn id="48" dur="500"/>
                                        <p:tgtEl>
                                          <p:spTgt spid="13"/>
                                        </p:tgtEl>
                                      </p:cBhvr>
                                    </p:animEffect>
                                    <p:set>
                                      <p:cBhvr>
                                        <p:cTn id="49" dur="1" fill="hold">
                                          <p:stCondLst>
                                            <p:cond delay="499"/>
                                          </p:stCondLst>
                                        </p:cTn>
                                        <p:tgtEl>
                                          <p:spTgt spid="13"/>
                                        </p:tgtEl>
                                        <p:attrNameLst>
                                          <p:attrName>style.visibility</p:attrName>
                                        </p:attrNameLst>
                                      </p:cBhvr>
                                      <p:to>
                                        <p:strVal val="hidden"/>
                                      </p:to>
                                    </p:set>
                                  </p:childTnLst>
                                </p:cTn>
                              </p:par>
                              <p:par>
                                <p:cTn id="50" presetID="9" presetClass="exit" presetSubtype="0" fill="hold" grpId="1" nodeType="withEffect">
                                  <p:stCondLst>
                                    <p:cond delay="0"/>
                                  </p:stCondLst>
                                  <p:childTnLst>
                                    <p:animEffect transition="out" filter="dissolve">
                                      <p:cBhvr>
                                        <p:cTn id="51" dur="500"/>
                                        <p:tgtEl>
                                          <p:spTgt spid="31"/>
                                        </p:tgtEl>
                                      </p:cBhvr>
                                    </p:animEffect>
                                    <p:set>
                                      <p:cBhvr>
                                        <p:cTn id="52" dur="1" fill="hold">
                                          <p:stCondLst>
                                            <p:cond delay="499"/>
                                          </p:stCondLst>
                                        </p:cTn>
                                        <p:tgtEl>
                                          <p:spTgt spid="31"/>
                                        </p:tgtEl>
                                        <p:attrNameLst>
                                          <p:attrName>style.visibility</p:attrName>
                                        </p:attrNameLst>
                                      </p:cBhvr>
                                      <p:to>
                                        <p:strVal val="hidden"/>
                                      </p:to>
                                    </p:set>
                                  </p:childTnLst>
                                </p:cTn>
                              </p:par>
                            </p:childTnLst>
                          </p:cTn>
                        </p:par>
                        <p:par>
                          <p:cTn id="53" fill="hold">
                            <p:stCondLst>
                              <p:cond delay="500"/>
                            </p:stCondLst>
                            <p:childTnLst>
                              <p:par>
                                <p:cTn id="54" presetID="9" presetClass="exit" presetSubtype="0" fill="hold" grpId="0" nodeType="afterEffect">
                                  <p:stCondLst>
                                    <p:cond delay="0"/>
                                  </p:stCondLst>
                                  <p:childTnLst>
                                    <p:animEffect transition="out" filter="dissolve">
                                      <p:cBhvr>
                                        <p:cTn id="55" dur="500"/>
                                        <p:tgtEl>
                                          <p:spTgt spid="5"/>
                                        </p:tgtEl>
                                      </p:cBhvr>
                                    </p:animEffect>
                                    <p:set>
                                      <p:cBhvr>
                                        <p:cTn id="56" dur="1" fill="hold">
                                          <p:stCondLst>
                                            <p:cond delay="499"/>
                                          </p:stCondLst>
                                        </p:cTn>
                                        <p:tgtEl>
                                          <p:spTgt spid="5"/>
                                        </p:tgtEl>
                                        <p:attrNameLst>
                                          <p:attrName>style.visibility</p:attrName>
                                        </p:attrNameLst>
                                      </p:cBhvr>
                                      <p:to>
                                        <p:strVal val="hidden"/>
                                      </p:to>
                                    </p:set>
                                  </p:childTnLst>
                                </p:cTn>
                              </p:par>
                              <p:par>
                                <p:cTn id="57" presetID="9" presetClass="entr" presetSubtype="0" fill="hold"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dissolve">
                                      <p:cBhvr>
                                        <p:cTn id="59"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p:bldP spid="8" grpId="1"/>
      <p:bldP spid="13" grpId="0"/>
      <p:bldP spid="13" grpId="1"/>
      <p:bldP spid="16" grpId="0"/>
      <p:bldP spid="16" grpId="1"/>
      <p:bldP spid="19" grpId="0"/>
      <p:bldP spid="19" grpId="1"/>
      <p:bldP spid="31" grpId="0"/>
      <p:bldP spid="31" grpId="1"/>
    </p:bld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Shape 7712">
          <a:extLst>
            <a:ext uri="{FF2B5EF4-FFF2-40B4-BE49-F238E27FC236}">
              <a16:creationId xmlns:a16="http://schemas.microsoft.com/office/drawing/2014/main" id="{E38C05D5-8696-84E8-58AF-5793CCC8ED11}"/>
            </a:ext>
          </a:extLst>
        </p:cNvPr>
        <p:cNvGrpSpPr/>
        <p:nvPr/>
      </p:nvGrpSpPr>
      <p:grpSpPr>
        <a:xfrm>
          <a:off x="0" y="0"/>
          <a:ext cx="0" cy="0"/>
          <a:chOff x="0" y="0"/>
          <a:chExt cx="0" cy="0"/>
        </a:xfrm>
      </p:grpSpPr>
      <p:sp>
        <p:nvSpPr>
          <p:cNvPr id="8193" name="Rounded Rectangle 8192">
            <a:extLst>
              <a:ext uri="{FF2B5EF4-FFF2-40B4-BE49-F238E27FC236}">
                <a16:creationId xmlns:a16="http://schemas.microsoft.com/office/drawing/2014/main" id="{7DBFBD6F-B574-C7F3-037D-8857FE81547C}"/>
              </a:ext>
            </a:extLst>
          </p:cNvPr>
          <p:cNvSpPr/>
          <p:nvPr/>
        </p:nvSpPr>
        <p:spPr bwMode="gray">
          <a:xfrm>
            <a:off x="8064" y="1228324"/>
            <a:ext cx="12179174" cy="4954740"/>
          </a:xfrm>
          <a:prstGeom prst="roundRect">
            <a:avLst>
              <a:gd name="adj" fmla="val 0"/>
            </a:avLst>
          </a:prstGeom>
          <a:solidFill>
            <a:srgbClr val="F4F8FA"/>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lumMod val="50000"/>
                </a:srgbClr>
              </a:solidFill>
              <a:effectLst/>
              <a:uLnTx/>
              <a:uFillTx/>
              <a:latin typeface="Arial" panose="020B0604020202020204"/>
              <a:ea typeface="+mn-ea"/>
              <a:cs typeface="+mn-cs"/>
            </a:endParaRPr>
          </a:p>
        </p:txBody>
      </p:sp>
      <p:sp>
        <p:nvSpPr>
          <p:cNvPr id="8194" name="Google Shape;3807;p31">
            <a:extLst>
              <a:ext uri="{FF2B5EF4-FFF2-40B4-BE49-F238E27FC236}">
                <a16:creationId xmlns:a16="http://schemas.microsoft.com/office/drawing/2014/main" id="{DF6F9758-0C6D-5CD2-3699-0281F9A19CEA}"/>
              </a:ext>
            </a:extLst>
          </p:cNvPr>
          <p:cNvSpPr/>
          <p:nvPr/>
        </p:nvSpPr>
        <p:spPr>
          <a:xfrm>
            <a:off x="607773" y="1385745"/>
            <a:ext cx="11022252" cy="4659745"/>
          </a:xfrm>
          <a:prstGeom prst="roundRect">
            <a:avLst>
              <a:gd name="adj" fmla="val 2790"/>
            </a:avLst>
          </a:prstGeom>
          <a:solidFill>
            <a:schemeClr val="bg1"/>
          </a:solidFill>
          <a:ln w="12700" cap="flat" cmpd="sng">
            <a:solidFill>
              <a:schemeClr val="bg1">
                <a:lumMod val="75000"/>
              </a:schemeClr>
            </a:solidFill>
            <a:prstDash val="solid"/>
            <a:round/>
            <a:headEnd type="none" w="sm" len="sm"/>
            <a:tailEnd type="none" w="sm" len="sm"/>
          </a:ln>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r>
              <a:rPr kumimoji="0" lang="en-AU" sz="1200" b="0" i="0" u="none" strike="noStrike" kern="1200" cap="none" spc="0" normalizeH="0" baseline="0" noProof="0" dirty="0">
                <a:ln>
                  <a:noFill/>
                </a:ln>
                <a:solidFill>
                  <a:srgbClr val="FFFFFF"/>
                </a:solidFill>
                <a:effectLst/>
                <a:uLnTx/>
                <a:uFillTx/>
                <a:latin typeface="Arial"/>
                <a:ea typeface="Arial"/>
                <a:cs typeface="Arial"/>
                <a:sym typeface="Arial"/>
              </a:rPr>
              <a:t>V\</a:t>
            </a:r>
            <a:endParaRPr kumimoji="0" sz="12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7713" name="Google Shape;7713;p109">
            <a:extLst>
              <a:ext uri="{FF2B5EF4-FFF2-40B4-BE49-F238E27FC236}">
                <a16:creationId xmlns:a16="http://schemas.microsoft.com/office/drawing/2014/main" id="{AD2DD30C-5930-93F5-5E56-D305C634A7E9}"/>
              </a:ext>
            </a:extLst>
          </p:cNvPr>
          <p:cNvSpPr txBox="1">
            <a:spLocks noGrp="1"/>
          </p:cNvSpPr>
          <p:nvPr>
            <p:ph type="title"/>
          </p:nvPr>
        </p:nvSpPr>
        <p:spPr>
          <a:xfrm>
            <a:off x="581245" y="413536"/>
            <a:ext cx="10998139" cy="380901"/>
          </a:xfrm>
          <a:noFill/>
          <a:ln>
            <a:noFill/>
          </a:ln>
        </p:spPr>
        <p:txBody>
          <a:bodyPr spcFirstLastPara="1" vert="horz" wrap="square" lIns="0" tIns="0" rIns="0" bIns="0" rtlCol="0" anchor="b" anchorCtr="0">
            <a:noAutofit/>
          </a:bodyPr>
          <a:lstStyle/>
          <a:p>
            <a:pPr lvl="0"/>
            <a:r>
              <a:rPr lang="en-US" dirty="0">
                <a:solidFill>
                  <a:schemeClr val="accent2"/>
                </a:solidFill>
              </a:rPr>
              <a:t>VCF Edge</a:t>
            </a:r>
          </a:p>
        </p:txBody>
      </p:sp>
      <p:sp>
        <p:nvSpPr>
          <p:cNvPr id="7714" name="Google Shape;7714;p109">
            <a:extLst>
              <a:ext uri="{FF2B5EF4-FFF2-40B4-BE49-F238E27FC236}">
                <a16:creationId xmlns:a16="http://schemas.microsoft.com/office/drawing/2014/main" id="{54473333-45E8-0DE5-A6D8-10950BEFD4D1}"/>
              </a:ext>
            </a:extLst>
          </p:cNvPr>
          <p:cNvSpPr txBox="1">
            <a:spLocks noGrp="1"/>
          </p:cNvSpPr>
          <p:nvPr>
            <p:ph type="subTitle" idx="1"/>
          </p:nvPr>
        </p:nvSpPr>
        <p:spPr>
          <a:xfrm>
            <a:off x="486363" y="831731"/>
            <a:ext cx="10960420" cy="247586"/>
          </a:xfrm>
          <a:noFill/>
          <a:ln>
            <a:noFill/>
          </a:ln>
        </p:spPr>
        <p:txBody>
          <a:bodyPr spcFirstLastPara="1" vert="horz" wrap="square" lIns="0" tIns="0" rIns="0" bIns="0" rtlCol="0" anchor="t" anchorCtr="0">
            <a:noAutofit/>
          </a:bodyPr>
          <a:lstStyle/>
          <a:p>
            <a:r>
              <a:rPr lang="en-US" dirty="0"/>
              <a:t>  Cost-effective licensing for VCF deployments which span multiple locations</a:t>
            </a:r>
          </a:p>
        </p:txBody>
      </p:sp>
      <p:cxnSp>
        <p:nvCxnSpPr>
          <p:cNvPr id="7994" name="Google Shape;7994;p109">
            <a:extLst>
              <a:ext uri="{FF2B5EF4-FFF2-40B4-BE49-F238E27FC236}">
                <a16:creationId xmlns:a16="http://schemas.microsoft.com/office/drawing/2014/main" id="{1CC786D6-81B0-5061-9FE6-EFAB004B3B24}"/>
              </a:ext>
            </a:extLst>
          </p:cNvPr>
          <p:cNvCxnSpPr/>
          <p:nvPr/>
        </p:nvCxnSpPr>
        <p:spPr>
          <a:xfrm>
            <a:off x="1467097" y="2965687"/>
            <a:ext cx="0" cy="665400"/>
          </a:xfrm>
          <a:prstGeom prst="straightConnector1">
            <a:avLst/>
          </a:prstGeom>
          <a:noFill/>
          <a:ln w="25400" cap="rnd" cmpd="sng">
            <a:solidFill>
              <a:schemeClr val="lt1"/>
            </a:solidFill>
            <a:prstDash val="dot"/>
            <a:miter lim="800000"/>
            <a:headEnd type="none" w="sm" len="sm"/>
            <a:tailEnd type="none" w="sm" len="sm"/>
          </a:ln>
        </p:spPr>
      </p:cxnSp>
      <p:cxnSp>
        <p:nvCxnSpPr>
          <p:cNvPr id="7995" name="Google Shape;7995;p109">
            <a:extLst>
              <a:ext uri="{FF2B5EF4-FFF2-40B4-BE49-F238E27FC236}">
                <a16:creationId xmlns:a16="http://schemas.microsoft.com/office/drawing/2014/main" id="{55028BCF-DAAC-5621-78D4-7E22FED10951}"/>
              </a:ext>
            </a:extLst>
          </p:cNvPr>
          <p:cNvCxnSpPr/>
          <p:nvPr/>
        </p:nvCxnSpPr>
        <p:spPr>
          <a:xfrm rot="10800000">
            <a:off x="1504377" y="3244043"/>
            <a:ext cx="1258688" cy="0"/>
          </a:xfrm>
          <a:prstGeom prst="straightConnector1">
            <a:avLst/>
          </a:prstGeom>
          <a:noFill/>
          <a:ln w="25400" cap="rnd" cmpd="sng">
            <a:solidFill>
              <a:schemeClr val="lt1"/>
            </a:solidFill>
            <a:prstDash val="dot"/>
            <a:miter lim="800000"/>
            <a:headEnd type="none" w="sm" len="sm"/>
            <a:tailEnd type="none" w="sm" len="sm"/>
          </a:ln>
        </p:spPr>
      </p:cxnSp>
      <p:cxnSp>
        <p:nvCxnSpPr>
          <p:cNvPr id="7996" name="Google Shape;7996;p109">
            <a:extLst>
              <a:ext uri="{FF2B5EF4-FFF2-40B4-BE49-F238E27FC236}">
                <a16:creationId xmlns:a16="http://schemas.microsoft.com/office/drawing/2014/main" id="{C1657F7A-0053-BA11-73BD-4D7F37C878D5}"/>
              </a:ext>
            </a:extLst>
          </p:cNvPr>
          <p:cNvCxnSpPr/>
          <p:nvPr/>
        </p:nvCxnSpPr>
        <p:spPr>
          <a:xfrm>
            <a:off x="2826705" y="3290039"/>
            <a:ext cx="0" cy="341045"/>
          </a:xfrm>
          <a:prstGeom prst="straightConnector1">
            <a:avLst/>
          </a:prstGeom>
          <a:noFill/>
          <a:ln w="25400" cap="rnd" cmpd="sng">
            <a:solidFill>
              <a:schemeClr val="lt1"/>
            </a:solidFill>
            <a:prstDash val="dot"/>
            <a:miter lim="800000"/>
            <a:headEnd type="none" w="sm" len="sm"/>
            <a:tailEnd type="none" w="sm" len="sm"/>
          </a:ln>
        </p:spPr>
      </p:cxnSp>
      <p:sp>
        <p:nvSpPr>
          <p:cNvPr id="7997" name="Google Shape;7997;p109">
            <a:extLst>
              <a:ext uri="{FF2B5EF4-FFF2-40B4-BE49-F238E27FC236}">
                <a16:creationId xmlns:a16="http://schemas.microsoft.com/office/drawing/2014/main" id="{743714AF-7062-7860-5839-C44D8E5D1D73}"/>
              </a:ext>
            </a:extLst>
          </p:cNvPr>
          <p:cNvSpPr txBox="1"/>
          <p:nvPr/>
        </p:nvSpPr>
        <p:spPr>
          <a:xfrm>
            <a:off x="1227125" y="1416844"/>
            <a:ext cx="2019150" cy="480006"/>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30000"/>
              </a:lnSpc>
              <a:spcBef>
                <a:spcPts val="0"/>
              </a:spcBef>
              <a:spcAft>
                <a:spcPts val="0"/>
              </a:spcAft>
              <a:buClr>
                <a:srgbClr val="1B1E35"/>
              </a:buClr>
              <a:buSzPts val="1600"/>
              <a:buFontTx/>
              <a:buNone/>
              <a:tabLst/>
              <a:defRPr/>
            </a:pPr>
            <a:r>
              <a:rPr kumimoji="0" lang="en-US" sz="1200" b="0" i="0" u="none" strike="noStrike" kern="1200" cap="none" spc="0" normalizeH="0" baseline="0" noProof="0" dirty="0">
                <a:ln>
                  <a:noFill/>
                </a:ln>
                <a:solidFill>
                  <a:srgbClr val="1B1E35"/>
                </a:solidFill>
                <a:effectLst/>
                <a:uLnTx/>
                <a:uFillTx/>
                <a:latin typeface="Arial" panose="020B0604020202020204" pitchFamily="34" charset="0"/>
                <a:ea typeface="+mn-ea"/>
                <a:cs typeface="+mn-cs"/>
                <a:sym typeface="Arial"/>
              </a:rPr>
              <a:t>Centrally Managed</a:t>
            </a:r>
            <a:br>
              <a:rPr kumimoji="0" lang="en-US" sz="1200" b="0" i="0" u="none" strike="noStrike" kern="1200" cap="none" spc="0" normalizeH="0" baseline="0" noProof="0" dirty="0">
                <a:ln>
                  <a:noFill/>
                </a:ln>
                <a:solidFill>
                  <a:srgbClr val="1B1E35"/>
                </a:solidFill>
                <a:effectLst/>
                <a:uLnTx/>
                <a:uFillTx/>
                <a:latin typeface="Arial" panose="020B0604020202020204" pitchFamily="34" charset="0"/>
                <a:ea typeface="+mn-ea"/>
                <a:cs typeface="+mn-cs"/>
                <a:sym typeface="Arial"/>
              </a:rPr>
            </a:br>
            <a:r>
              <a:rPr kumimoji="0" lang="en-US" sz="1200" b="0" i="0" u="none" strike="noStrike" kern="1200" cap="none" spc="0" normalizeH="0" baseline="0" noProof="0" dirty="0">
                <a:ln>
                  <a:noFill/>
                </a:ln>
                <a:solidFill>
                  <a:srgbClr val="1B1E35"/>
                </a:solidFill>
                <a:effectLst/>
                <a:uLnTx/>
                <a:uFillTx/>
                <a:latin typeface="Arial" panose="020B0604020202020204" pitchFamily="34" charset="0"/>
                <a:ea typeface="+mn-ea"/>
                <a:cs typeface="+mn-cs"/>
                <a:sym typeface="Arial"/>
              </a:rPr>
              <a:t>Remote Edge</a:t>
            </a:r>
            <a:endParaRPr kumimoji="0" sz="12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015" name="Google Shape;8015;p109">
            <a:extLst>
              <a:ext uri="{FF2B5EF4-FFF2-40B4-BE49-F238E27FC236}">
                <a16:creationId xmlns:a16="http://schemas.microsoft.com/office/drawing/2014/main" id="{72CD1CCD-6EE3-D8FC-9663-9C34E934FCBB}"/>
              </a:ext>
            </a:extLst>
          </p:cNvPr>
          <p:cNvSpPr txBox="1"/>
          <p:nvPr/>
        </p:nvSpPr>
        <p:spPr>
          <a:xfrm>
            <a:off x="987432" y="4605849"/>
            <a:ext cx="1018779" cy="210003"/>
          </a:xfrm>
          <a:prstGeom prst="rect">
            <a:avLst/>
          </a:prstGeom>
          <a:noFill/>
          <a:ln>
            <a:noFill/>
          </a:ln>
        </p:spPr>
        <p:txBody>
          <a:bodyPr spcFirstLastPara="1" wrap="square" lIns="0" tIns="0" rIns="0" bIns="0" anchor="ctr" anchorCtr="0">
            <a:spAutoFit/>
          </a:bodyPr>
          <a:lstStyle/>
          <a:p>
            <a:pPr marL="0" marR="0" lvl="0" indent="0" algn="ctr" defTabSz="914400" rtl="0" eaLnBrk="1" fontAlgn="auto" latinLnBrk="0" hangingPunct="1">
              <a:lnSpc>
                <a:spcPct val="130000"/>
              </a:lnSpc>
              <a:spcBef>
                <a:spcPts val="0"/>
              </a:spcBef>
              <a:spcAft>
                <a:spcPts val="0"/>
              </a:spcAft>
              <a:buClr>
                <a:srgbClr val="1B1E35"/>
              </a:buClr>
              <a:buSzPts val="1050"/>
              <a:buFontTx/>
              <a:buNone/>
              <a:tabLst/>
              <a:defRPr/>
            </a:pPr>
            <a:r>
              <a:rPr kumimoji="0" lang="en-US" sz="1050" b="0" i="0" u="none" strike="noStrike" kern="1200" cap="none" spc="0" normalizeH="0" baseline="0" noProof="0" dirty="0">
                <a:ln>
                  <a:noFill/>
                </a:ln>
                <a:solidFill>
                  <a:srgbClr val="1B1E35"/>
                </a:solidFill>
                <a:effectLst/>
                <a:uLnTx/>
                <a:uFillTx/>
                <a:latin typeface="Arial" panose="020B0604020202020204" pitchFamily="34" charset="0"/>
                <a:ea typeface="+mn-ea"/>
                <a:cs typeface="+mn-cs"/>
                <a:sym typeface="Arial"/>
              </a:rPr>
              <a:t>VCF Main DC</a:t>
            </a:r>
            <a:endParaRPr kumimoji="0" sz="1799"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016" name="Google Shape;8016;p109">
            <a:extLst>
              <a:ext uri="{FF2B5EF4-FFF2-40B4-BE49-F238E27FC236}">
                <a16:creationId xmlns:a16="http://schemas.microsoft.com/office/drawing/2014/main" id="{5AA40A3C-4A12-A13D-2F07-CD556A25028A}"/>
              </a:ext>
            </a:extLst>
          </p:cNvPr>
          <p:cNvSpPr/>
          <p:nvPr/>
        </p:nvSpPr>
        <p:spPr>
          <a:xfrm>
            <a:off x="742793" y="2894145"/>
            <a:ext cx="1474727" cy="1703805"/>
          </a:xfrm>
          <a:prstGeom prst="roundRect">
            <a:avLst>
              <a:gd name="adj" fmla="val 7786"/>
            </a:avLst>
          </a:prstGeom>
          <a:noFill/>
          <a:ln w="9525" cap="flat" cmpd="sng">
            <a:solidFill>
              <a:schemeClr val="dk1"/>
            </a:solidFill>
            <a:prstDash val="solid"/>
            <a:round/>
            <a:headEnd type="none" w="sm" len="sm"/>
            <a:tailEnd type="none" w="sm" len="sm"/>
          </a:ln>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sym typeface="Arial"/>
            </a:endParaRPr>
          </a:p>
        </p:txBody>
      </p:sp>
      <p:pic>
        <p:nvPicPr>
          <p:cNvPr id="8018" name="Google Shape;8018;p109">
            <a:extLst>
              <a:ext uri="{FF2B5EF4-FFF2-40B4-BE49-F238E27FC236}">
                <a16:creationId xmlns:a16="http://schemas.microsoft.com/office/drawing/2014/main" id="{ACD234FB-725D-0BF8-4B46-97FB4AFA8776}"/>
              </a:ext>
            </a:extLst>
          </p:cNvPr>
          <p:cNvPicPr preferRelativeResize="0"/>
          <p:nvPr/>
        </p:nvPicPr>
        <p:blipFill rotWithShape="1">
          <a:blip r:embed="rId3">
            <a:alphaModFix/>
          </a:blip>
          <a:srcRect/>
          <a:stretch/>
        </p:blipFill>
        <p:spPr>
          <a:xfrm>
            <a:off x="912498" y="3114675"/>
            <a:ext cx="420006" cy="420006"/>
          </a:xfrm>
          <a:prstGeom prst="rect">
            <a:avLst/>
          </a:prstGeom>
          <a:noFill/>
          <a:ln>
            <a:noFill/>
          </a:ln>
        </p:spPr>
      </p:pic>
      <p:sp>
        <p:nvSpPr>
          <p:cNvPr id="8019" name="Google Shape;8019;p109">
            <a:extLst>
              <a:ext uri="{FF2B5EF4-FFF2-40B4-BE49-F238E27FC236}">
                <a16:creationId xmlns:a16="http://schemas.microsoft.com/office/drawing/2014/main" id="{6D364272-2161-CE53-DCE1-D94C92FD62B9}"/>
              </a:ext>
            </a:extLst>
          </p:cNvPr>
          <p:cNvSpPr txBox="1"/>
          <p:nvPr/>
        </p:nvSpPr>
        <p:spPr>
          <a:xfrm>
            <a:off x="912496" y="3536005"/>
            <a:ext cx="420007" cy="180002"/>
          </a:xfrm>
          <a:prstGeom prst="rect">
            <a:avLst/>
          </a:prstGeom>
          <a:noFill/>
          <a:ln>
            <a:noFill/>
          </a:ln>
        </p:spPr>
        <p:txBody>
          <a:bodyPr spcFirstLastPara="1" wrap="square" lIns="0" tIns="0" rIns="0" bIns="0" anchor="ctr" anchorCtr="0">
            <a:spAutoFit/>
          </a:bodyPr>
          <a:lstStyle/>
          <a:p>
            <a:pPr marL="0" marR="0" lvl="0" indent="0" algn="ctr" defTabSz="914400" rtl="0" eaLnBrk="1" fontAlgn="auto" latinLnBrk="0" hangingPunct="1">
              <a:lnSpc>
                <a:spcPct val="130000"/>
              </a:lnSpc>
              <a:spcBef>
                <a:spcPts val="0"/>
              </a:spcBef>
              <a:spcAft>
                <a:spcPts val="0"/>
              </a:spcAft>
              <a:buClr>
                <a:srgbClr val="1B1E35"/>
              </a:buClr>
              <a:buSzPts val="900"/>
              <a:buFontTx/>
              <a:buNone/>
              <a:tabLst/>
              <a:defRPr/>
            </a:pPr>
            <a:r>
              <a:rPr kumimoji="0" lang="en-US" sz="900" b="0" i="0" u="none" strike="noStrike" kern="1200" cap="none" spc="0" normalizeH="0" baseline="0" noProof="0" dirty="0">
                <a:ln>
                  <a:noFill/>
                </a:ln>
                <a:solidFill>
                  <a:srgbClr val="1B1E35"/>
                </a:solidFill>
                <a:effectLst/>
                <a:uLnTx/>
                <a:uFillTx/>
                <a:latin typeface="Arial" panose="020B0604020202020204" pitchFamily="34" charset="0"/>
                <a:ea typeface="+mn-ea"/>
                <a:cs typeface="+mn-cs"/>
                <a:sym typeface="Arial"/>
              </a:rPr>
              <a:t>Admin</a:t>
            </a:r>
            <a:endParaRPr kumimoji="0" sz="1799"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022" name="Google Shape;8022;p109">
            <a:extLst>
              <a:ext uri="{FF2B5EF4-FFF2-40B4-BE49-F238E27FC236}">
                <a16:creationId xmlns:a16="http://schemas.microsoft.com/office/drawing/2014/main" id="{F06EE038-82DC-04D1-1CE4-395A810A7D50}"/>
              </a:ext>
            </a:extLst>
          </p:cNvPr>
          <p:cNvSpPr/>
          <p:nvPr/>
        </p:nvSpPr>
        <p:spPr>
          <a:xfrm>
            <a:off x="1479190" y="3326435"/>
            <a:ext cx="545518" cy="545512"/>
          </a:xfrm>
          <a:prstGeom prst="ellipse">
            <a:avLst/>
          </a:prstGeom>
          <a:gradFill>
            <a:gsLst>
              <a:gs pos="0">
                <a:schemeClr val="accent3"/>
              </a:gs>
              <a:gs pos="83000">
                <a:schemeClr val="accent2"/>
              </a:gs>
              <a:gs pos="100000">
                <a:schemeClr val="accent2"/>
              </a:gs>
            </a:gsLst>
            <a:lin ang="10800000" scaled="0"/>
          </a:gradFill>
          <a:ln>
            <a:noFill/>
          </a:ln>
        </p:spPr>
        <p:txBody>
          <a:bodyPr spcFirstLastPara="1" wrap="square" lIns="91351" tIns="45663" rIns="91351" bIns="45663"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sym typeface="Arial"/>
            </a:endParaRPr>
          </a:p>
        </p:txBody>
      </p:sp>
      <p:grpSp>
        <p:nvGrpSpPr>
          <p:cNvPr id="8023" name="Google Shape;8023;p109">
            <a:extLst>
              <a:ext uri="{FF2B5EF4-FFF2-40B4-BE49-F238E27FC236}">
                <a16:creationId xmlns:a16="http://schemas.microsoft.com/office/drawing/2014/main" id="{97D8BE9D-6751-415F-73D9-ED2E432F5E01}"/>
              </a:ext>
            </a:extLst>
          </p:cNvPr>
          <p:cNvGrpSpPr/>
          <p:nvPr/>
        </p:nvGrpSpPr>
        <p:grpSpPr>
          <a:xfrm>
            <a:off x="1580090" y="3470383"/>
            <a:ext cx="331093" cy="289716"/>
            <a:chOff x="861121" y="5101327"/>
            <a:chExt cx="426407" cy="373118"/>
          </a:xfrm>
        </p:grpSpPr>
        <p:grpSp>
          <p:nvGrpSpPr>
            <p:cNvPr id="8024" name="Google Shape;8024;p109">
              <a:extLst>
                <a:ext uri="{FF2B5EF4-FFF2-40B4-BE49-F238E27FC236}">
                  <a16:creationId xmlns:a16="http://schemas.microsoft.com/office/drawing/2014/main" id="{33E2B0D5-53DF-2143-F52A-8B4405D89C24}"/>
                </a:ext>
              </a:extLst>
            </p:cNvPr>
            <p:cNvGrpSpPr/>
            <p:nvPr/>
          </p:nvGrpSpPr>
          <p:grpSpPr>
            <a:xfrm>
              <a:off x="861121" y="5101327"/>
              <a:ext cx="426407" cy="373118"/>
              <a:chOff x="5509121" y="4195225"/>
              <a:chExt cx="1163860" cy="1018412"/>
            </a:xfrm>
          </p:grpSpPr>
          <p:sp>
            <p:nvSpPr>
              <p:cNvPr id="8025" name="Google Shape;8025;p109">
                <a:extLst>
                  <a:ext uri="{FF2B5EF4-FFF2-40B4-BE49-F238E27FC236}">
                    <a16:creationId xmlns:a16="http://schemas.microsoft.com/office/drawing/2014/main" id="{5AE0A676-F893-7BF9-7F30-D233C1D72121}"/>
                  </a:ext>
                </a:extLst>
              </p:cNvPr>
              <p:cNvSpPr/>
              <p:nvPr/>
            </p:nvSpPr>
            <p:spPr>
              <a:xfrm>
                <a:off x="5876518" y="4970655"/>
                <a:ext cx="429188" cy="242982"/>
              </a:xfrm>
              <a:custGeom>
                <a:avLst/>
                <a:gdLst/>
                <a:ahLst/>
                <a:cxnLst/>
                <a:rect l="l" t="t" r="r" b="b"/>
                <a:pathLst>
                  <a:path w="429188" h="242982" extrusionOk="0">
                    <a:moveTo>
                      <a:pt x="404508" y="242983"/>
                    </a:moveTo>
                    <a:lnTo>
                      <a:pt x="24651" y="242983"/>
                    </a:lnTo>
                    <a:cubicBezTo>
                      <a:pt x="13793" y="242983"/>
                      <a:pt x="4363" y="235934"/>
                      <a:pt x="1124" y="225457"/>
                    </a:cubicBezTo>
                    <a:cubicBezTo>
                      <a:pt x="-2114" y="214789"/>
                      <a:pt x="1791" y="203549"/>
                      <a:pt x="10935" y="197358"/>
                    </a:cubicBezTo>
                    <a:cubicBezTo>
                      <a:pt x="30461" y="184118"/>
                      <a:pt x="80277" y="164306"/>
                      <a:pt x="101137" y="156305"/>
                    </a:cubicBezTo>
                    <a:lnTo>
                      <a:pt x="121806" y="0"/>
                    </a:lnTo>
                    <a:lnTo>
                      <a:pt x="152477" y="4096"/>
                    </a:lnTo>
                    <a:lnTo>
                      <a:pt x="129426" y="178784"/>
                    </a:lnTo>
                    <a:lnTo>
                      <a:pt x="120758" y="182023"/>
                    </a:lnTo>
                    <a:cubicBezTo>
                      <a:pt x="106185" y="187452"/>
                      <a:pt x="72467" y="200692"/>
                      <a:pt x="48749" y="212026"/>
                    </a:cubicBezTo>
                    <a:lnTo>
                      <a:pt x="380791" y="212026"/>
                    </a:lnTo>
                    <a:cubicBezTo>
                      <a:pt x="357169" y="200692"/>
                      <a:pt x="323260" y="187452"/>
                      <a:pt x="308591" y="182023"/>
                    </a:cubicBezTo>
                    <a:lnTo>
                      <a:pt x="299543" y="178689"/>
                    </a:lnTo>
                    <a:lnTo>
                      <a:pt x="282779" y="3524"/>
                    </a:lnTo>
                    <a:lnTo>
                      <a:pt x="313544" y="571"/>
                    </a:lnTo>
                    <a:lnTo>
                      <a:pt x="328403" y="156496"/>
                    </a:lnTo>
                    <a:cubicBezTo>
                      <a:pt x="349644" y="164687"/>
                      <a:pt x="399650" y="184499"/>
                      <a:pt x="418605" y="197739"/>
                    </a:cubicBezTo>
                    <a:cubicBezTo>
                      <a:pt x="427559" y="203930"/>
                      <a:pt x="431273" y="215170"/>
                      <a:pt x="428035" y="225647"/>
                    </a:cubicBezTo>
                    <a:cubicBezTo>
                      <a:pt x="424701" y="235934"/>
                      <a:pt x="415271" y="242983"/>
                      <a:pt x="404508" y="242983"/>
                    </a:cubicBez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sp>
            <p:nvSpPr>
              <p:cNvPr id="8026" name="Google Shape;8026;p109">
                <a:extLst>
                  <a:ext uri="{FF2B5EF4-FFF2-40B4-BE49-F238E27FC236}">
                    <a16:creationId xmlns:a16="http://schemas.microsoft.com/office/drawing/2014/main" id="{5B8C67D0-D50A-18AA-5845-F4E825A27166}"/>
                  </a:ext>
                </a:extLst>
              </p:cNvPr>
              <p:cNvSpPr/>
              <p:nvPr/>
            </p:nvSpPr>
            <p:spPr>
              <a:xfrm>
                <a:off x="5509121" y="4195225"/>
                <a:ext cx="1163860" cy="742950"/>
              </a:xfrm>
              <a:custGeom>
                <a:avLst/>
                <a:gdLst/>
                <a:ahLst/>
                <a:cxnLst/>
                <a:rect l="l" t="t" r="r" b="b"/>
                <a:pathLst>
                  <a:path w="1163860" h="742950" extrusionOk="0">
                    <a:moveTo>
                      <a:pt x="1100804" y="30956"/>
                    </a:moveTo>
                    <a:cubicBezTo>
                      <a:pt x="1118521" y="30956"/>
                      <a:pt x="1132999" y="44196"/>
                      <a:pt x="1132999" y="60484"/>
                    </a:cubicBezTo>
                    <a:lnTo>
                      <a:pt x="1132999" y="684943"/>
                    </a:lnTo>
                    <a:cubicBezTo>
                      <a:pt x="1132999" y="699802"/>
                      <a:pt x="1119759" y="711994"/>
                      <a:pt x="1103471" y="711994"/>
                    </a:cubicBezTo>
                    <a:lnTo>
                      <a:pt x="58388" y="711994"/>
                    </a:lnTo>
                    <a:cubicBezTo>
                      <a:pt x="43244" y="711994"/>
                      <a:pt x="30956" y="700754"/>
                      <a:pt x="30956" y="686943"/>
                    </a:cubicBezTo>
                    <a:lnTo>
                      <a:pt x="30956" y="55626"/>
                    </a:lnTo>
                    <a:cubicBezTo>
                      <a:pt x="30956" y="42005"/>
                      <a:pt x="43148" y="30956"/>
                      <a:pt x="58103" y="30956"/>
                    </a:cubicBezTo>
                    <a:lnTo>
                      <a:pt x="1100804" y="30956"/>
                    </a:lnTo>
                    <a:moveTo>
                      <a:pt x="1100804" y="0"/>
                    </a:moveTo>
                    <a:lnTo>
                      <a:pt x="58103" y="0"/>
                    </a:lnTo>
                    <a:cubicBezTo>
                      <a:pt x="26003" y="0"/>
                      <a:pt x="0" y="24955"/>
                      <a:pt x="0" y="55626"/>
                    </a:cubicBezTo>
                    <a:lnTo>
                      <a:pt x="0" y="686943"/>
                    </a:lnTo>
                    <a:cubicBezTo>
                      <a:pt x="0" y="717899"/>
                      <a:pt x="26194" y="742950"/>
                      <a:pt x="58388" y="742950"/>
                    </a:cubicBezTo>
                    <a:lnTo>
                      <a:pt x="1103376" y="742950"/>
                    </a:lnTo>
                    <a:cubicBezTo>
                      <a:pt x="1136809" y="742950"/>
                      <a:pt x="1163860" y="716947"/>
                      <a:pt x="1163860" y="684943"/>
                    </a:cubicBezTo>
                    <a:lnTo>
                      <a:pt x="1163860" y="60484"/>
                    </a:lnTo>
                    <a:cubicBezTo>
                      <a:pt x="1163955" y="27051"/>
                      <a:pt x="1135666" y="0"/>
                      <a:pt x="1100804" y="0"/>
                    </a:cubicBezTo>
                    <a:lnTo>
                      <a:pt x="1100804" y="0"/>
                    </a:ln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sp>
            <p:nvSpPr>
              <p:cNvPr id="8027" name="Google Shape;8027;p109">
                <a:extLst>
                  <a:ext uri="{FF2B5EF4-FFF2-40B4-BE49-F238E27FC236}">
                    <a16:creationId xmlns:a16="http://schemas.microsoft.com/office/drawing/2014/main" id="{F87CDD49-A71F-CF6E-1380-C1E7C50D2616}"/>
                  </a:ext>
                </a:extLst>
              </p:cNvPr>
              <p:cNvSpPr/>
              <p:nvPr/>
            </p:nvSpPr>
            <p:spPr>
              <a:xfrm>
                <a:off x="5631612" y="4839686"/>
                <a:ext cx="918876" cy="30956"/>
              </a:xfrm>
              <a:custGeom>
                <a:avLst/>
                <a:gdLst/>
                <a:ahLst/>
                <a:cxnLst/>
                <a:rect l="l" t="t" r="r" b="b"/>
                <a:pathLst>
                  <a:path w="918876" h="30956" extrusionOk="0">
                    <a:moveTo>
                      <a:pt x="0" y="0"/>
                    </a:moveTo>
                    <a:lnTo>
                      <a:pt x="918877" y="0"/>
                    </a:lnTo>
                    <a:lnTo>
                      <a:pt x="918877" y="30956"/>
                    </a:lnTo>
                    <a:lnTo>
                      <a:pt x="0" y="30956"/>
                    </a:ln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grpSp>
        <p:sp>
          <p:nvSpPr>
            <p:cNvPr id="8028" name="Google Shape;8028;p109">
              <a:extLst>
                <a:ext uri="{FF2B5EF4-FFF2-40B4-BE49-F238E27FC236}">
                  <a16:creationId xmlns:a16="http://schemas.microsoft.com/office/drawing/2014/main" id="{A3A22257-6DAA-33AB-9774-BE82A2816BD8}"/>
                </a:ext>
              </a:extLst>
            </p:cNvPr>
            <p:cNvSpPr/>
            <p:nvPr/>
          </p:nvSpPr>
          <p:spPr>
            <a:xfrm>
              <a:off x="1110286" y="5157965"/>
              <a:ext cx="11341" cy="158781"/>
            </a:xfrm>
            <a:custGeom>
              <a:avLst/>
              <a:gdLst/>
              <a:ahLst/>
              <a:cxnLst/>
              <a:rect l="l" t="t" r="r" b="b"/>
              <a:pathLst>
                <a:path w="30956" h="433387" extrusionOk="0">
                  <a:moveTo>
                    <a:pt x="0" y="0"/>
                  </a:moveTo>
                  <a:lnTo>
                    <a:pt x="30956" y="0"/>
                  </a:lnTo>
                  <a:lnTo>
                    <a:pt x="30956" y="433388"/>
                  </a:lnTo>
                  <a:lnTo>
                    <a:pt x="0" y="433388"/>
                  </a:ln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sp>
          <p:nvSpPr>
            <p:cNvPr id="8029" name="Google Shape;8029;p109">
              <a:extLst>
                <a:ext uri="{FF2B5EF4-FFF2-40B4-BE49-F238E27FC236}">
                  <a16:creationId xmlns:a16="http://schemas.microsoft.com/office/drawing/2014/main" id="{A80EE624-93E3-F144-D9DE-16122784C133}"/>
                </a:ext>
              </a:extLst>
            </p:cNvPr>
            <p:cNvSpPr/>
            <p:nvPr/>
          </p:nvSpPr>
          <p:spPr>
            <a:xfrm>
              <a:off x="968604" y="5208635"/>
              <a:ext cx="11341" cy="108076"/>
            </a:xfrm>
            <a:custGeom>
              <a:avLst/>
              <a:gdLst/>
              <a:ahLst/>
              <a:cxnLst/>
              <a:rect l="l" t="t" r="r" b="b"/>
              <a:pathLst>
                <a:path w="30956" h="294989" extrusionOk="0">
                  <a:moveTo>
                    <a:pt x="15621" y="1524"/>
                  </a:moveTo>
                  <a:cubicBezTo>
                    <a:pt x="10287" y="1524"/>
                    <a:pt x="5144" y="1048"/>
                    <a:pt x="0" y="0"/>
                  </a:cubicBezTo>
                  <a:lnTo>
                    <a:pt x="0" y="294989"/>
                  </a:lnTo>
                  <a:lnTo>
                    <a:pt x="30956" y="294989"/>
                  </a:lnTo>
                  <a:lnTo>
                    <a:pt x="30956" y="0"/>
                  </a:lnTo>
                  <a:cubicBezTo>
                    <a:pt x="26003" y="1048"/>
                    <a:pt x="20860" y="1524"/>
                    <a:pt x="15621" y="1524"/>
                  </a:cubicBez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sp>
          <p:nvSpPr>
            <p:cNvPr id="8030" name="Google Shape;8030;p109">
              <a:extLst>
                <a:ext uri="{FF2B5EF4-FFF2-40B4-BE49-F238E27FC236}">
                  <a16:creationId xmlns:a16="http://schemas.microsoft.com/office/drawing/2014/main" id="{9BD323DF-032F-1E14-6981-94ED66C17E52}"/>
                </a:ext>
              </a:extLst>
            </p:cNvPr>
            <p:cNvSpPr/>
            <p:nvPr/>
          </p:nvSpPr>
          <p:spPr>
            <a:xfrm>
              <a:off x="951644" y="5157023"/>
              <a:ext cx="45366" cy="45366"/>
            </a:xfrm>
            <a:custGeom>
              <a:avLst/>
              <a:gdLst/>
              <a:ahLst/>
              <a:cxnLst/>
              <a:rect l="l" t="t" r="r" b="b"/>
              <a:pathLst>
                <a:path w="123825" h="123825" extrusionOk="0">
                  <a:moveTo>
                    <a:pt x="123825" y="61912"/>
                  </a:moveTo>
                  <a:cubicBezTo>
                    <a:pt x="123825" y="96106"/>
                    <a:pt x="96106" y="123825"/>
                    <a:pt x="61912" y="123825"/>
                  </a:cubicBezTo>
                  <a:cubicBezTo>
                    <a:pt x="27719" y="123825"/>
                    <a:pt x="0" y="96106"/>
                    <a:pt x="0" y="61912"/>
                  </a:cubicBezTo>
                  <a:cubicBezTo>
                    <a:pt x="0" y="27719"/>
                    <a:pt x="27719" y="0"/>
                    <a:pt x="61912" y="0"/>
                  </a:cubicBezTo>
                  <a:cubicBezTo>
                    <a:pt x="96106" y="0"/>
                    <a:pt x="123825" y="27719"/>
                    <a:pt x="123825" y="61912"/>
                  </a:cubicBez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grpSp>
          <p:nvGrpSpPr>
            <p:cNvPr id="8031" name="Google Shape;8031;p109">
              <a:extLst>
                <a:ext uri="{FF2B5EF4-FFF2-40B4-BE49-F238E27FC236}">
                  <a16:creationId xmlns:a16="http://schemas.microsoft.com/office/drawing/2014/main" id="{131698D7-C07C-88E5-9457-33C40B56505B}"/>
                </a:ext>
              </a:extLst>
            </p:cNvPr>
            <p:cNvGrpSpPr/>
            <p:nvPr/>
          </p:nvGrpSpPr>
          <p:grpSpPr>
            <a:xfrm>
              <a:off x="1045028" y="5157975"/>
              <a:ext cx="11341" cy="158747"/>
              <a:chOff x="6011088" y="4349815"/>
              <a:chExt cx="30956" cy="433292"/>
            </a:xfrm>
          </p:grpSpPr>
          <p:sp>
            <p:nvSpPr>
              <p:cNvPr id="8032" name="Google Shape;8032;p109">
                <a:extLst>
                  <a:ext uri="{FF2B5EF4-FFF2-40B4-BE49-F238E27FC236}">
                    <a16:creationId xmlns:a16="http://schemas.microsoft.com/office/drawing/2014/main" id="{0FE1DE18-056A-ED53-A7D2-FD8286B068FA}"/>
                  </a:ext>
                </a:extLst>
              </p:cNvPr>
              <p:cNvSpPr/>
              <p:nvPr/>
            </p:nvSpPr>
            <p:spPr>
              <a:xfrm>
                <a:off x="6011088" y="4349815"/>
                <a:ext cx="30956" cy="117729"/>
              </a:xfrm>
              <a:custGeom>
                <a:avLst/>
                <a:gdLst/>
                <a:ahLst/>
                <a:cxnLst/>
                <a:rect l="l" t="t" r="r" b="b"/>
                <a:pathLst>
                  <a:path w="30956" h="117729" extrusionOk="0">
                    <a:moveTo>
                      <a:pt x="13525" y="115824"/>
                    </a:moveTo>
                    <a:cubicBezTo>
                      <a:pt x="19431" y="115824"/>
                      <a:pt x="25336" y="116491"/>
                      <a:pt x="30956" y="117729"/>
                    </a:cubicBezTo>
                    <a:lnTo>
                      <a:pt x="30956" y="0"/>
                    </a:lnTo>
                    <a:lnTo>
                      <a:pt x="0" y="0"/>
                    </a:lnTo>
                    <a:lnTo>
                      <a:pt x="0" y="117158"/>
                    </a:lnTo>
                    <a:cubicBezTo>
                      <a:pt x="4477" y="116300"/>
                      <a:pt x="8953" y="115824"/>
                      <a:pt x="13525" y="115824"/>
                    </a:cubicBez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sp>
            <p:nvSpPr>
              <p:cNvPr id="8033" name="Google Shape;8033;p109">
                <a:extLst>
                  <a:ext uri="{FF2B5EF4-FFF2-40B4-BE49-F238E27FC236}">
                    <a16:creationId xmlns:a16="http://schemas.microsoft.com/office/drawing/2014/main" id="{EC68D9F9-30C5-9B1C-1209-41E21F262593}"/>
                  </a:ext>
                </a:extLst>
              </p:cNvPr>
              <p:cNvSpPr/>
              <p:nvPr/>
            </p:nvSpPr>
            <p:spPr>
              <a:xfrm>
                <a:off x="6011088" y="4624707"/>
                <a:ext cx="30956" cy="158400"/>
              </a:xfrm>
              <a:custGeom>
                <a:avLst/>
                <a:gdLst/>
                <a:ahLst/>
                <a:cxnLst/>
                <a:rect l="l" t="t" r="r" b="b"/>
                <a:pathLst>
                  <a:path w="30956" h="158400" extrusionOk="0">
                    <a:moveTo>
                      <a:pt x="13525" y="1905"/>
                    </a:moveTo>
                    <a:cubicBezTo>
                      <a:pt x="8953" y="1905"/>
                      <a:pt x="4477" y="1429"/>
                      <a:pt x="0" y="667"/>
                    </a:cubicBezTo>
                    <a:lnTo>
                      <a:pt x="0" y="158401"/>
                    </a:lnTo>
                    <a:lnTo>
                      <a:pt x="30956" y="158401"/>
                    </a:lnTo>
                    <a:lnTo>
                      <a:pt x="30956" y="0"/>
                    </a:lnTo>
                    <a:cubicBezTo>
                      <a:pt x="25336" y="1238"/>
                      <a:pt x="19526" y="1905"/>
                      <a:pt x="13525" y="1905"/>
                    </a:cubicBez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grpSp>
        <p:sp>
          <p:nvSpPr>
            <p:cNvPr id="8034" name="Google Shape;8034;p109">
              <a:extLst>
                <a:ext uri="{FF2B5EF4-FFF2-40B4-BE49-F238E27FC236}">
                  <a16:creationId xmlns:a16="http://schemas.microsoft.com/office/drawing/2014/main" id="{C0E5120F-94F0-720D-3B65-CF1CCDA5843C}"/>
                </a:ext>
              </a:extLst>
            </p:cNvPr>
            <p:cNvSpPr/>
            <p:nvPr/>
          </p:nvSpPr>
          <p:spPr>
            <a:xfrm>
              <a:off x="1027301" y="5207204"/>
              <a:ext cx="45366" cy="45366"/>
            </a:xfrm>
            <a:custGeom>
              <a:avLst/>
              <a:gdLst/>
              <a:ahLst/>
              <a:cxnLst/>
              <a:rect l="l" t="t" r="r" b="b"/>
              <a:pathLst>
                <a:path w="123825" h="123825" extrusionOk="0">
                  <a:moveTo>
                    <a:pt x="123825" y="61913"/>
                  </a:moveTo>
                  <a:cubicBezTo>
                    <a:pt x="123825" y="96106"/>
                    <a:pt x="96106" y="123825"/>
                    <a:pt x="61912" y="123825"/>
                  </a:cubicBezTo>
                  <a:cubicBezTo>
                    <a:pt x="27719" y="123825"/>
                    <a:pt x="0" y="96106"/>
                    <a:pt x="0" y="61913"/>
                  </a:cubicBezTo>
                  <a:cubicBezTo>
                    <a:pt x="0" y="27719"/>
                    <a:pt x="27719" y="0"/>
                    <a:pt x="61912" y="0"/>
                  </a:cubicBezTo>
                  <a:cubicBezTo>
                    <a:pt x="96106" y="0"/>
                    <a:pt x="123825" y="27719"/>
                    <a:pt x="123825" y="61913"/>
                  </a:cubicBez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sp>
          <p:nvSpPr>
            <p:cNvPr id="8035" name="Google Shape;8035;p109">
              <a:extLst>
                <a:ext uri="{FF2B5EF4-FFF2-40B4-BE49-F238E27FC236}">
                  <a16:creationId xmlns:a16="http://schemas.microsoft.com/office/drawing/2014/main" id="{8F649309-248C-148A-DFCF-850C6970A1A9}"/>
                </a:ext>
              </a:extLst>
            </p:cNvPr>
            <p:cNvSpPr/>
            <p:nvPr/>
          </p:nvSpPr>
          <p:spPr>
            <a:xfrm>
              <a:off x="1087166" y="5269356"/>
              <a:ext cx="58993" cy="58941"/>
            </a:xfrm>
            <a:custGeom>
              <a:avLst/>
              <a:gdLst/>
              <a:ahLst/>
              <a:cxnLst/>
              <a:rect l="l" t="t" r="r" b="b"/>
              <a:pathLst>
                <a:path w="161020" h="160877" extrusionOk="0">
                  <a:moveTo>
                    <a:pt x="80534" y="160877"/>
                  </a:moveTo>
                  <a:cubicBezTo>
                    <a:pt x="59007" y="160877"/>
                    <a:pt x="38814" y="152495"/>
                    <a:pt x="23574" y="137350"/>
                  </a:cubicBezTo>
                  <a:cubicBezTo>
                    <a:pt x="-7858" y="105918"/>
                    <a:pt x="-7858" y="54864"/>
                    <a:pt x="23574" y="23527"/>
                  </a:cubicBezTo>
                  <a:cubicBezTo>
                    <a:pt x="38814" y="8287"/>
                    <a:pt x="59007" y="0"/>
                    <a:pt x="80534" y="0"/>
                  </a:cubicBezTo>
                  <a:cubicBezTo>
                    <a:pt x="102060" y="0"/>
                    <a:pt x="122253" y="8382"/>
                    <a:pt x="137493" y="23527"/>
                  </a:cubicBezTo>
                  <a:cubicBezTo>
                    <a:pt x="152733" y="38767"/>
                    <a:pt x="161020" y="58960"/>
                    <a:pt x="161020" y="80486"/>
                  </a:cubicBezTo>
                  <a:cubicBezTo>
                    <a:pt x="161020" y="102013"/>
                    <a:pt x="152638" y="122206"/>
                    <a:pt x="137493" y="137350"/>
                  </a:cubicBezTo>
                  <a:cubicBezTo>
                    <a:pt x="122253" y="152590"/>
                    <a:pt x="102060" y="160877"/>
                    <a:pt x="80534" y="160877"/>
                  </a:cubicBez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grpSp>
          <p:nvGrpSpPr>
            <p:cNvPr id="8036" name="Google Shape;8036;p109">
              <a:extLst>
                <a:ext uri="{FF2B5EF4-FFF2-40B4-BE49-F238E27FC236}">
                  <a16:creationId xmlns:a16="http://schemas.microsoft.com/office/drawing/2014/main" id="{3581DC1B-B011-ABC3-C967-16AAF118A0E1}"/>
                </a:ext>
              </a:extLst>
            </p:cNvPr>
            <p:cNvGrpSpPr/>
            <p:nvPr/>
          </p:nvGrpSpPr>
          <p:grpSpPr>
            <a:xfrm>
              <a:off x="1179975" y="5157975"/>
              <a:ext cx="11341" cy="158782"/>
              <a:chOff x="6379420" y="4349815"/>
              <a:chExt cx="30956" cy="433387"/>
            </a:xfrm>
          </p:grpSpPr>
          <p:sp>
            <p:nvSpPr>
              <p:cNvPr id="8037" name="Google Shape;8037;p109">
                <a:extLst>
                  <a:ext uri="{FF2B5EF4-FFF2-40B4-BE49-F238E27FC236}">
                    <a16:creationId xmlns:a16="http://schemas.microsoft.com/office/drawing/2014/main" id="{9DBFE8CE-844A-444B-D1A4-670BE8CE013E}"/>
                  </a:ext>
                </a:extLst>
              </p:cNvPr>
              <p:cNvSpPr/>
              <p:nvPr/>
            </p:nvSpPr>
            <p:spPr>
              <a:xfrm>
                <a:off x="6379420" y="4349815"/>
                <a:ext cx="30956" cy="78581"/>
              </a:xfrm>
              <a:custGeom>
                <a:avLst/>
                <a:gdLst/>
                <a:ahLst/>
                <a:cxnLst/>
                <a:rect l="l" t="t" r="r" b="b"/>
                <a:pathLst>
                  <a:path w="30956" h="78581" extrusionOk="0">
                    <a:moveTo>
                      <a:pt x="15335" y="77057"/>
                    </a:moveTo>
                    <a:cubicBezTo>
                      <a:pt x="20669" y="77057"/>
                      <a:pt x="25908" y="77534"/>
                      <a:pt x="30956" y="78581"/>
                    </a:cubicBezTo>
                    <a:lnTo>
                      <a:pt x="30956" y="0"/>
                    </a:lnTo>
                    <a:lnTo>
                      <a:pt x="0" y="0"/>
                    </a:lnTo>
                    <a:lnTo>
                      <a:pt x="0" y="78486"/>
                    </a:lnTo>
                    <a:cubicBezTo>
                      <a:pt x="5048" y="77534"/>
                      <a:pt x="10192" y="77057"/>
                      <a:pt x="15335" y="77057"/>
                    </a:cubicBez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sp>
            <p:nvSpPr>
              <p:cNvPr id="8038" name="Google Shape;8038;p109">
                <a:extLst>
                  <a:ext uri="{FF2B5EF4-FFF2-40B4-BE49-F238E27FC236}">
                    <a16:creationId xmlns:a16="http://schemas.microsoft.com/office/drawing/2014/main" id="{D843ADB1-A449-9E7F-FF35-9AC2CE75DAB3}"/>
                  </a:ext>
                </a:extLst>
              </p:cNvPr>
              <p:cNvSpPr/>
              <p:nvPr/>
            </p:nvSpPr>
            <p:spPr>
              <a:xfrm>
                <a:off x="6379420" y="4586321"/>
                <a:ext cx="30956" cy="196881"/>
              </a:xfrm>
              <a:custGeom>
                <a:avLst/>
                <a:gdLst/>
                <a:ahLst/>
                <a:cxnLst/>
                <a:rect l="l" t="t" r="r" b="b"/>
                <a:pathLst>
                  <a:path w="30956" h="196881" extrusionOk="0">
                    <a:moveTo>
                      <a:pt x="15335" y="1429"/>
                    </a:moveTo>
                    <a:cubicBezTo>
                      <a:pt x="10096" y="1429"/>
                      <a:pt x="5048" y="952"/>
                      <a:pt x="0" y="0"/>
                    </a:cubicBezTo>
                    <a:lnTo>
                      <a:pt x="0" y="196882"/>
                    </a:lnTo>
                    <a:lnTo>
                      <a:pt x="30956" y="196882"/>
                    </a:lnTo>
                    <a:lnTo>
                      <a:pt x="30956" y="0"/>
                    </a:lnTo>
                    <a:cubicBezTo>
                      <a:pt x="25908" y="952"/>
                      <a:pt x="20669" y="1429"/>
                      <a:pt x="15335" y="1429"/>
                    </a:cubicBez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grpSp>
        <p:sp>
          <p:nvSpPr>
            <p:cNvPr id="8039" name="Google Shape;8039;p109">
              <a:extLst>
                <a:ext uri="{FF2B5EF4-FFF2-40B4-BE49-F238E27FC236}">
                  <a16:creationId xmlns:a16="http://schemas.microsoft.com/office/drawing/2014/main" id="{67396653-A608-F045-3CE6-F6D2B1214A95}"/>
                </a:ext>
              </a:extLst>
            </p:cNvPr>
            <p:cNvSpPr/>
            <p:nvPr/>
          </p:nvSpPr>
          <p:spPr>
            <a:xfrm>
              <a:off x="1162911" y="5192966"/>
              <a:ext cx="45366" cy="45366"/>
            </a:xfrm>
            <a:custGeom>
              <a:avLst/>
              <a:gdLst/>
              <a:ahLst/>
              <a:cxnLst/>
              <a:rect l="l" t="t" r="r" b="b"/>
              <a:pathLst>
                <a:path w="123825" h="123825" extrusionOk="0">
                  <a:moveTo>
                    <a:pt x="123825" y="61912"/>
                  </a:moveTo>
                  <a:cubicBezTo>
                    <a:pt x="123825" y="96106"/>
                    <a:pt x="96106" y="123825"/>
                    <a:pt x="61913" y="123825"/>
                  </a:cubicBezTo>
                  <a:cubicBezTo>
                    <a:pt x="27719" y="123825"/>
                    <a:pt x="0" y="96106"/>
                    <a:pt x="0" y="61912"/>
                  </a:cubicBezTo>
                  <a:cubicBezTo>
                    <a:pt x="0" y="27719"/>
                    <a:pt x="27719" y="0"/>
                    <a:pt x="61913" y="0"/>
                  </a:cubicBezTo>
                  <a:cubicBezTo>
                    <a:pt x="96106" y="0"/>
                    <a:pt x="123825" y="27719"/>
                    <a:pt x="123825" y="61912"/>
                  </a:cubicBez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grpSp>
      <p:sp>
        <p:nvSpPr>
          <p:cNvPr id="8040" name="Google Shape;8040;p109">
            <a:extLst>
              <a:ext uri="{FF2B5EF4-FFF2-40B4-BE49-F238E27FC236}">
                <a16:creationId xmlns:a16="http://schemas.microsoft.com/office/drawing/2014/main" id="{48719489-9F83-50B0-8097-F4D3E88CDC2B}"/>
              </a:ext>
            </a:extLst>
          </p:cNvPr>
          <p:cNvSpPr txBox="1"/>
          <p:nvPr/>
        </p:nvSpPr>
        <p:spPr>
          <a:xfrm>
            <a:off x="1368767" y="2946785"/>
            <a:ext cx="766364" cy="360005"/>
          </a:xfrm>
          <a:prstGeom prst="rect">
            <a:avLst/>
          </a:prstGeom>
          <a:noFill/>
          <a:ln>
            <a:noFill/>
          </a:ln>
        </p:spPr>
        <p:txBody>
          <a:bodyPr spcFirstLastPara="1" wrap="square" lIns="0" tIns="0" rIns="0" bIns="0" anchor="ctr" anchorCtr="0">
            <a:spAutoFit/>
          </a:bodyPr>
          <a:lstStyle/>
          <a:p>
            <a:pPr marL="0" marR="0" lvl="0" indent="0" algn="ctr" defTabSz="914400" rtl="0" eaLnBrk="1" fontAlgn="auto" latinLnBrk="0" hangingPunct="1">
              <a:lnSpc>
                <a:spcPct val="130000"/>
              </a:lnSpc>
              <a:spcBef>
                <a:spcPts val="0"/>
              </a:spcBef>
              <a:spcAft>
                <a:spcPts val="0"/>
              </a:spcAft>
              <a:buClr>
                <a:srgbClr val="1B1E35"/>
              </a:buClr>
              <a:buSzPts val="900"/>
              <a:buFontTx/>
              <a:buNone/>
              <a:tabLst/>
              <a:defRPr/>
            </a:pPr>
            <a:r>
              <a:rPr kumimoji="0" lang="en-US" sz="900" b="0" i="0" u="none" strike="noStrike" kern="1200" cap="none" spc="0" normalizeH="0" baseline="0" noProof="0" dirty="0">
                <a:ln>
                  <a:noFill/>
                </a:ln>
                <a:solidFill>
                  <a:srgbClr val="1B1E35"/>
                </a:solidFill>
                <a:effectLst/>
                <a:uLnTx/>
                <a:uFillTx/>
                <a:latin typeface="Arial" panose="020B0604020202020204" pitchFamily="34" charset="0"/>
                <a:ea typeface="+mn-ea"/>
                <a:cs typeface="+mn-cs"/>
                <a:sym typeface="Arial"/>
              </a:rPr>
              <a:t>Management Control Plane</a:t>
            </a:r>
            <a:endParaRPr kumimoji="0" sz="1799"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cxnSp>
        <p:nvCxnSpPr>
          <p:cNvPr id="8041" name="Google Shape;8041;p109">
            <a:extLst>
              <a:ext uri="{FF2B5EF4-FFF2-40B4-BE49-F238E27FC236}">
                <a16:creationId xmlns:a16="http://schemas.microsoft.com/office/drawing/2014/main" id="{25B5AB9E-74EA-8248-4A98-3C3652F5EB6A}"/>
              </a:ext>
            </a:extLst>
          </p:cNvPr>
          <p:cNvCxnSpPr>
            <a:cxnSpLocks/>
          </p:cNvCxnSpPr>
          <p:nvPr/>
        </p:nvCxnSpPr>
        <p:spPr>
          <a:xfrm>
            <a:off x="2405024" y="2689844"/>
            <a:ext cx="0" cy="1570064"/>
          </a:xfrm>
          <a:prstGeom prst="straightConnector1">
            <a:avLst/>
          </a:prstGeom>
          <a:noFill/>
          <a:ln w="19050" cap="flat" cmpd="sng">
            <a:solidFill>
              <a:srgbClr val="007985"/>
            </a:solidFill>
            <a:prstDash val="solid"/>
            <a:round/>
            <a:headEnd type="none" w="sm" len="sm"/>
            <a:tailEnd type="none" w="sm" len="sm"/>
          </a:ln>
        </p:spPr>
      </p:cxnSp>
      <p:cxnSp>
        <p:nvCxnSpPr>
          <p:cNvPr id="8042" name="Google Shape;8042;p109">
            <a:extLst>
              <a:ext uri="{FF2B5EF4-FFF2-40B4-BE49-F238E27FC236}">
                <a16:creationId xmlns:a16="http://schemas.microsoft.com/office/drawing/2014/main" id="{F8B7A179-7850-0E6E-9903-B6BE81DC9B77}"/>
              </a:ext>
            </a:extLst>
          </p:cNvPr>
          <p:cNvCxnSpPr>
            <a:cxnSpLocks/>
          </p:cNvCxnSpPr>
          <p:nvPr/>
        </p:nvCxnSpPr>
        <p:spPr>
          <a:xfrm>
            <a:off x="2644115" y="2681374"/>
            <a:ext cx="0" cy="284312"/>
          </a:xfrm>
          <a:prstGeom prst="straightConnector1">
            <a:avLst/>
          </a:prstGeom>
          <a:noFill/>
          <a:ln w="19050" cap="flat" cmpd="sng">
            <a:solidFill>
              <a:srgbClr val="007985"/>
            </a:solidFill>
            <a:prstDash val="solid"/>
            <a:round/>
            <a:headEnd type="none" w="sm" len="sm"/>
            <a:tailEnd type="none" w="sm" len="sm"/>
          </a:ln>
        </p:spPr>
      </p:cxnSp>
      <p:sp>
        <p:nvSpPr>
          <p:cNvPr id="8044" name="Google Shape;8044;p109">
            <a:extLst>
              <a:ext uri="{FF2B5EF4-FFF2-40B4-BE49-F238E27FC236}">
                <a16:creationId xmlns:a16="http://schemas.microsoft.com/office/drawing/2014/main" id="{66E13B12-23E6-FC39-8E3F-1F75206EAC6A}"/>
              </a:ext>
            </a:extLst>
          </p:cNvPr>
          <p:cNvSpPr/>
          <p:nvPr/>
        </p:nvSpPr>
        <p:spPr>
          <a:xfrm>
            <a:off x="2590909" y="3384577"/>
            <a:ext cx="814775" cy="180613"/>
          </a:xfrm>
          <a:custGeom>
            <a:avLst/>
            <a:gdLst/>
            <a:ahLst/>
            <a:cxnLst/>
            <a:rect l="l" t="t" r="r" b="b"/>
            <a:pathLst>
              <a:path w="424226" h="1033215" extrusionOk="0">
                <a:moveTo>
                  <a:pt x="0" y="0"/>
                </a:moveTo>
                <a:lnTo>
                  <a:pt x="424226" y="0"/>
                </a:lnTo>
                <a:lnTo>
                  <a:pt x="424226" y="1033215"/>
                </a:lnTo>
                <a:lnTo>
                  <a:pt x="0" y="1033215"/>
                </a:lnTo>
                <a:close/>
              </a:path>
            </a:pathLst>
          </a:custGeom>
          <a:solidFill>
            <a:srgbClr val="0193C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045" name="Google Shape;8045;p109">
            <a:extLst>
              <a:ext uri="{FF2B5EF4-FFF2-40B4-BE49-F238E27FC236}">
                <a16:creationId xmlns:a16="http://schemas.microsoft.com/office/drawing/2014/main" id="{1DB8CD63-0957-66F7-49D9-8A42D973AE60}"/>
              </a:ext>
            </a:extLst>
          </p:cNvPr>
          <p:cNvSpPr/>
          <p:nvPr/>
        </p:nvSpPr>
        <p:spPr>
          <a:xfrm>
            <a:off x="2590909" y="3531189"/>
            <a:ext cx="814775" cy="34002"/>
          </a:xfrm>
          <a:custGeom>
            <a:avLst/>
            <a:gdLst/>
            <a:ahLst/>
            <a:cxnLst/>
            <a:rect l="l" t="t" r="r" b="b"/>
            <a:pathLst>
              <a:path w="424226" h="149923" extrusionOk="0">
                <a:moveTo>
                  <a:pt x="0" y="0"/>
                </a:moveTo>
                <a:lnTo>
                  <a:pt x="424226" y="0"/>
                </a:lnTo>
                <a:lnTo>
                  <a:pt x="424226" y="149924"/>
                </a:lnTo>
                <a:lnTo>
                  <a:pt x="0" y="149924"/>
                </a:lnTo>
                <a:close/>
              </a:path>
            </a:pathLst>
          </a:custGeom>
          <a:solidFill>
            <a:srgbClr val="005B84"/>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046" name="Google Shape;8046;p109">
            <a:extLst>
              <a:ext uri="{FF2B5EF4-FFF2-40B4-BE49-F238E27FC236}">
                <a16:creationId xmlns:a16="http://schemas.microsoft.com/office/drawing/2014/main" id="{F9DDF862-A798-2E33-3F6F-54665F8505A1}"/>
              </a:ext>
            </a:extLst>
          </p:cNvPr>
          <p:cNvSpPr/>
          <p:nvPr/>
        </p:nvSpPr>
        <p:spPr>
          <a:xfrm>
            <a:off x="2693525" y="3397285"/>
            <a:ext cx="79884" cy="9434"/>
          </a:xfrm>
          <a:custGeom>
            <a:avLst/>
            <a:gdLst/>
            <a:ahLst/>
            <a:cxnLst/>
            <a:rect l="l" t="t" r="r" b="b"/>
            <a:pathLst>
              <a:path w="41593" h="41593" extrusionOk="0">
                <a:moveTo>
                  <a:pt x="41593" y="20797"/>
                </a:moveTo>
                <a:cubicBezTo>
                  <a:pt x="41593" y="32282"/>
                  <a:pt x="32282" y="41593"/>
                  <a:pt x="20797" y="41593"/>
                </a:cubicBezTo>
                <a:cubicBezTo>
                  <a:pt x="9311" y="41593"/>
                  <a:pt x="0" y="32282"/>
                  <a:pt x="0" y="20797"/>
                </a:cubicBezTo>
                <a:cubicBezTo>
                  <a:pt x="0" y="9311"/>
                  <a:pt x="9311" y="0"/>
                  <a:pt x="20797" y="0"/>
                </a:cubicBezTo>
                <a:cubicBezTo>
                  <a:pt x="32282" y="0"/>
                  <a:pt x="41593" y="9311"/>
                  <a:pt x="41593" y="20797"/>
                </a:cubicBezTo>
                <a:close/>
              </a:path>
            </a:pathLst>
          </a:custGeom>
          <a:solidFill>
            <a:srgbClr val="99CC48"/>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048" name="Google Shape;8048;p109">
            <a:extLst>
              <a:ext uri="{FF2B5EF4-FFF2-40B4-BE49-F238E27FC236}">
                <a16:creationId xmlns:a16="http://schemas.microsoft.com/office/drawing/2014/main" id="{53CF9E6D-B455-4291-EF79-8E5BF757443E}"/>
              </a:ext>
            </a:extLst>
          </p:cNvPr>
          <p:cNvSpPr/>
          <p:nvPr/>
        </p:nvSpPr>
        <p:spPr>
          <a:xfrm>
            <a:off x="2590907" y="3436825"/>
            <a:ext cx="814776" cy="151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049" name="Google Shape;8049;p109">
            <a:extLst>
              <a:ext uri="{FF2B5EF4-FFF2-40B4-BE49-F238E27FC236}">
                <a16:creationId xmlns:a16="http://schemas.microsoft.com/office/drawing/2014/main" id="{8BA94277-0996-6382-3445-5C650176D942}"/>
              </a:ext>
            </a:extLst>
          </p:cNvPr>
          <p:cNvSpPr/>
          <p:nvPr/>
        </p:nvSpPr>
        <p:spPr>
          <a:xfrm>
            <a:off x="2590907" y="3448442"/>
            <a:ext cx="814776" cy="151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050" name="Google Shape;8050;p109">
            <a:extLst>
              <a:ext uri="{FF2B5EF4-FFF2-40B4-BE49-F238E27FC236}">
                <a16:creationId xmlns:a16="http://schemas.microsoft.com/office/drawing/2014/main" id="{806AAC04-11F5-8A5A-0F3A-0327381787C7}"/>
              </a:ext>
            </a:extLst>
          </p:cNvPr>
          <p:cNvSpPr/>
          <p:nvPr/>
        </p:nvSpPr>
        <p:spPr>
          <a:xfrm>
            <a:off x="2590907" y="3460045"/>
            <a:ext cx="814776" cy="151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051" name="Google Shape;8051;p109">
            <a:extLst>
              <a:ext uri="{FF2B5EF4-FFF2-40B4-BE49-F238E27FC236}">
                <a16:creationId xmlns:a16="http://schemas.microsoft.com/office/drawing/2014/main" id="{4B6C4FA8-AD66-FF2D-63AE-200492791011}"/>
              </a:ext>
            </a:extLst>
          </p:cNvPr>
          <p:cNvSpPr/>
          <p:nvPr/>
        </p:nvSpPr>
        <p:spPr>
          <a:xfrm>
            <a:off x="2590907" y="3471647"/>
            <a:ext cx="814776" cy="151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052" name="Google Shape;8052;p109">
            <a:extLst>
              <a:ext uri="{FF2B5EF4-FFF2-40B4-BE49-F238E27FC236}">
                <a16:creationId xmlns:a16="http://schemas.microsoft.com/office/drawing/2014/main" id="{0124DD55-A8B2-A229-D4F9-3C9348E1BD53}"/>
              </a:ext>
            </a:extLst>
          </p:cNvPr>
          <p:cNvSpPr/>
          <p:nvPr/>
        </p:nvSpPr>
        <p:spPr>
          <a:xfrm>
            <a:off x="2590907" y="3483264"/>
            <a:ext cx="814776" cy="151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053" name="Google Shape;8053;p109">
            <a:extLst>
              <a:ext uri="{FF2B5EF4-FFF2-40B4-BE49-F238E27FC236}">
                <a16:creationId xmlns:a16="http://schemas.microsoft.com/office/drawing/2014/main" id="{F38269D8-F80A-0EE1-ECC2-5D0808842E2B}"/>
              </a:ext>
            </a:extLst>
          </p:cNvPr>
          <p:cNvSpPr/>
          <p:nvPr/>
        </p:nvSpPr>
        <p:spPr>
          <a:xfrm>
            <a:off x="2590907" y="3494866"/>
            <a:ext cx="814776" cy="151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054" name="Google Shape;8054;p109">
            <a:extLst>
              <a:ext uri="{FF2B5EF4-FFF2-40B4-BE49-F238E27FC236}">
                <a16:creationId xmlns:a16="http://schemas.microsoft.com/office/drawing/2014/main" id="{FD4B0A7D-51AC-77D3-B1CC-E3BCADEBEF21}"/>
              </a:ext>
            </a:extLst>
          </p:cNvPr>
          <p:cNvSpPr/>
          <p:nvPr/>
        </p:nvSpPr>
        <p:spPr>
          <a:xfrm>
            <a:off x="2590907" y="3506483"/>
            <a:ext cx="814776" cy="151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055" name="Google Shape;8055;p109">
            <a:extLst>
              <a:ext uri="{FF2B5EF4-FFF2-40B4-BE49-F238E27FC236}">
                <a16:creationId xmlns:a16="http://schemas.microsoft.com/office/drawing/2014/main" id="{192601EE-4D07-D405-0DC1-F7ABB6732F84}"/>
              </a:ext>
            </a:extLst>
          </p:cNvPr>
          <p:cNvSpPr/>
          <p:nvPr/>
        </p:nvSpPr>
        <p:spPr>
          <a:xfrm>
            <a:off x="2590907" y="3518085"/>
            <a:ext cx="814776" cy="151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056" name="Google Shape;8056;p109">
            <a:extLst>
              <a:ext uri="{FF2B5EF4-FFF2-40B4-BE49-F238E27FC236}">
                <a16:creationId xmlns:a16="http://schemas.microsoft.com/office/drawing/2014/main" id="{968EE647-2514-11AA-A5BA-CD93449A5C20}"/>
              </a:ext>
            </a:extLst>
          </p:cNvPr>
          <p:cNvSpPr/>
          <p:nvPr/>
        </p:nvSpPr>
        <p:spPr>
          <a:xfrm>
            <a:off x="2590907" y="3529688"/>
            <a:ext cx="814776" cy="151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057" name="Google Shape;8057;p109">
            <a:extLst>
              <a:ext uri="{FF2B5EF4-FFF2-40B4-BE49-F238E27FC236}">
                <a16:creationId xmlns:a16="http://schemas.microsoft.com/office/drawing/2014/main" id="{84EE754A-C012-20ED-0FA7-B4F852384DBA}"/>
              </a:ext>
            </a:extLst>
          </p:cNvPr>
          <p:cNvSpPr/>
          <p:nvPr/>
        </p:nvSpPr>
        <p:spPr>
          <a:xfrm>
            <a:off x="2590922" y="3541305"/>
            <a:ext cx="814776" cy="151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058" name="Google Shape;8058;p109">
            <a:extLst>
              <a:ext uri="{FF2B5EF4-FFF2-40B4-BE49-F238E27FC236}">
                <a16:creationId xmlns:a16="http://schemas.microsoft.com/office/drawing/2014/main" id="{C8D94F07-236D-D41C-E962-44AAD7E70343}"/>
              </a:ext>
            </a:extLst>
          </p:cNvPr>
          <p:cNvSpPr/>
          <p:nvPr/>
        </p:nvSpPr>
        <p:spPr>
          <a:xfrm>
            <a:off x="2590930" y="3384577"/>
            <a:ext cx="814904" cy="134053"/>
          </a:xfrm>
          <a:custGeom>
            <a:avLst/>
            <a:gdLst/>
            <a:ahLst/>
            <a:cxnLst/>
            <a:rect l="l" t="t" r="r" b="b"/>
            <a:pathLst>
              <a:path w="424293" h="591067" extrusionOk="0">
                <a:moveTo>
                  <a:pt x="0" y="254375"/>
                </a:moveTo>
                <a:lnTo>
                  <a:pt x="2407" y="591068"/>
                </a:lnTo>
                <a:lnTo>
                  <a:pt x="424293" y="174198"/>
                </a:lnTo>
                <a:lnTo>
                  <a:pt x="424226" y="0"/>
                </a:lnTo>
                <a:lnTo>
                  <a:pt x="254375" y="0"/>
                </a:lnTo>
                <a:lnTo>
                  <a:pt x="0" y="254375"/>
                </a:lnTo>
                <a:close/>
              </a:path>
            </a:pathLst>
          </a:custGeom>
          <a:gradFill>
            <a:gsLst>
              <a:gs pos="0">
                <a:srgbClr val="FFFFFF">
                  <a:alpha val="45882"/>
                </a:srgbClr>
              </a:gs>
              <a:gs pos="3000">
                <a:srgbClr val="FFFFFF">
                  <a:alpha val="45882"/>
                </a:srgbClr>
              </a:gs>
              <a:gs pos="100000">
                <a:srgbClr val="FFFFFF">
                  <a:alpha val="0"/>
                </a:srgbClr>
              </a:gs>
            </a:gsLst>
            <a:lin ang="10800000" scaled="0"/>
          </a:gra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060" name="Google Shape;8060;p109">
            <a:extLst>
              <a:ext uri="{FF2B5EF4-FFF2-40B4-BE49-F238E27FC236}">
                <a16:creationId xmlns:a16="http://schemas.microsoft.com/office/drawing/2014/main" id="{39160616-7583-7C92-1D28-6C83E56E51E2}"/>
              </a:ext>
            </a:extLst>
          </p:cNvPr>
          <p:cNvSpPr/>
          <p:nvPr/>
        </p:nvSpPr>
        <p:spPr>
          <a:xfrm>
            <a:off x="2590929" y="3637725"/>
            <a:ext cx="814776" cy="180613"/>
          </a:xfrm>
          <a:custGeom>
            <a:avLst/>
            <a:gdLst/>
            <a:ahLst/>
            <a:cxnLst/>
            <a:rect l="l" t="t" r="r" b="b"/>
            <a:pathLst>
              <a:path w="424226" h="1033215" extrusionOk="0">
                <a:moveTo>
                  <a:pt x="0" y="0"/>
                </a:moveTo>
                <a:lnTo>
                  <a:pt x="424226" y="0"/>
                </a:lnTo>
                <a:lnTo>
                  <a:pt x="424226" y="1033215"/>
                </a:lnTo>
                <a:lnTo>
                  <a:pt x="0" y="1033215"/>
                </a:lnTo>
                <a:close/>
              </a:path>
            </a:pathLst>
          </a:custGeom>
          <a:solidFill>
            <a:srgbClr val="0193C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061" name="Google Shape;8061;p109">
            <a:extLst>
              <a:ext uri="{FF2B5EF4-FFF2-40B4-BE49-F238E27FC236}">
                <a16:creationId xmlns:a16="http://schemas.microsoft.com/office/drawing/2014/main" id="{CCFCDCF4-D21F-6612-5F45-D339D089F9EB}"/>
              </a:ext>
            </a:extLst>
          </p:cNvPr>
          <p:cNvSpPr/>
          <p:nvPr/>
        </p:nvSpPr>
        <p:spPr>
          <a:xfrm>
            <a:off x="2590929" y="3784337"/>
            <a:ext cx="814776" cy="34002"/>
          </a:xfrm>
          <a:custGeom>
            <a:avLst/>
            <a:gdLst/>
            <a:ahLst/>
            <a:cxnLst/>
            <a:rect l="l" t="t" r="r" b="b"/>
            <a:pathLst>
              <a:path w="424226" h="149923" extrusionOk="0">
                <a:moveTo>
                  <a:pt x="0" y="0"/>
                </a:moveTo>
                <a:lnTo>
                  <a:pt x="424226" y="0"/>
                </a:lnTo>
                <a:lnTo>
                  <a:pt x="424226" y="149924"/>
                </a:lnTo>
                <a:lnTo>
                  <a:pt x="0" y="149924"/>
                </a:lnTo>
                <a:close/>
              </a:path>
            </a:pathLst>
          </a:custGeom>
          <a:solidFill>
            <a:srgbClr val="005B84"/>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062" name="Google Shape;8062;p109">
            <a:extLst>
              <a:ext uri="{FF2B5EF4-FFF2-40B4-BE49-F238E27FC236}">
                <a16:creationId xmlns:a16="http://schemas.microsoft.com/office/drawing/2014/main" id="{2AD6341D-E836-339B-184B-67D17CCF51C1}"/>
              </a:ext>
            </a:extLst>
          </p:cNvPr>
          <p:cNvSpPr/>
          <p:nvPr/>
        </p:nvSpPr>
        <p:spPr>
          <a:xfrm>
            <a:off x="2693547" y="3650433"/>
            <a:ext cx="79884" cy="9434"/>
          </a:xfrm>
          <a:custGeom>
            <a:avLst/>
            <a:gdLst/>
            <a:ahLst/>
            <a:cxnLst/>
            <a:rect l="l" t="t" r="r" b="b"/>
            <a:pathLst>
              <a:path w="41593" h="41593" extrusionOk="0">
                <a:moveTo>
                  <a:pt x="41593" y="20797"/>
                </a:moveTo>
                <a:cubicBezTo>
                  <a:pt x="41593" y="32282"/>
                  <a:pt x="32282" y="41593"/>
                  <a:pt x="20797" y="41593"/>
                </a:cubicBezTo>
                <a:cubicBezTo>
                  <a:pt x="9311" y="41593"/>
                  <a:pt x="0" y="32282"/>
                  <a:pt x="0" y="20797"/>
                </a:cubicBezTo>
                <a:cubicBezTo>
                  <a:pt x="0" y="9311"/>
                  <a:pt x="9311" y="0"/>
                  <a:pt x="20797" y="0"/>
                </a:cubicBezTo>
                <a:cubicBezTo>
                  <a:pt x="32282" y="0"/>
                  <a:pt x="41593" y="9311"/>
                  <a:pt x="41593" y="20797"/>
                </a:cubicBezTo>
                <a:close/>
              </a:path>
            </a:pathLst>
          </a:custGeom>
          <a:solidFill>
            <a:srgbClr val="99CC48"/>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064" name="Google Shape;8064;p109">
            <a:extLst>
              <a:ext uri="{FF2B5EF4-FFF2-40B4-BE49-F238E27FC236}">
                <a16:creationId xmlns:a16="http://schemas.microsoft.com/office/drawing/2014/main" id="{7EC11D9A-F533-73A4-2000-14E3B5C0C17C}"/>
              </a:ext>
            </a:extLst>
          </p:cNvPr>
          <p:cNvSpPr/>
          <p:nvPr/>
        </p:nvSpPr>
        <p:spPr>
          <a:xfrm>
            <a:off x="2590929" y="3689973"/>
            <a:ext cx="814776" cy="151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065" name="Google Shape;8065;p109">
            <a:extLst>
              <a:ext uri="{FF2B5EF4-FFF2-40B4-BE49-F238E27FC236}">
                <a16:creationId xmlns:a16="http://schemas.microsoft.com/office/drawing/2014/main" id="{DF5EA57B-FDCE-2ECB-36E1-4F6D76A3CB4D}"/>
              </a:ext>
            </a:extLst>
          </p:cNvPr>
          <p:cNvSpPr/>
          <p:nvPr/>
        </p:nvSpPr>
        <p:spPr>
          <a:xfrm>
            <a:off x="2590929" y="3701590"/>
            <a:ext cx="814776" cy="151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066" name="Google Shape;8066;p109">
            <a:extLst>
              <a:ext uri="{FF2B5EF4-FFF2-40B4-BE49-F238E27FC236}">
                <a16:creationId xmlns:a16="http://schemas.microsoft.com/office/drawing/2014/main" id="{112E68C6-F865-F712-FCF2-2A33C6F4B2A3}"/>
              </a:ext>
            </a:extLst>
          </p:cNvPr>
          <p:cNvSpPr/>
          <p:nvPr/>
        </p:nvSpPr>
        <p:spPr>
          <a:xfrm>
            <a:off x="2590929" y="3713193"/>
            <a:ext cx="814776" cy="151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067" name="Google Shape;8067;p109">
            <a:extLst>
              <a:ext uri="{FF2B5EF4-FFF2-40B4-BE49-F238E27FC236}">
                <a16:creationId xmlns:a16="http://schemas.microsoft.com/office/drawing/2014/main" id="{FB73BED3-3E84-22F2-DA3B-78E21836BEEE}"/>
              </a:ext>
            </a:extLst>
          </p:cNvPr>
          <p:cNvSpPr/>
          <p:nvPr/>
        </p:nvSpPr>
        <p:spPr>
          <a:xfrm>
            <a:off x="2590929" y="3724795"/>
            <a:ext cx="814776" cy="151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068" name="Google Shape;8068;p109">
            <a:extLst>
              <a:ext uri="{FF2B5EF4-FFF2-40B4-BE49-F238E27FC236}">
                <a16:creationId xmlns:a16="http://schemas.microsoft.com/office/drawing/2014/main" id="{BF053B52-89F4-E8C5-16EF-60E777A00C26}"/>
              </a:ext>
            </a:extLst>
          </p:cNvPr>
          <p:cNvSpPr/>
          <p:nvPr/>
        </p:nvSpPr>
        <p:spPr>
          <a:xfrm>
            <a:off x="2590929" y="3736412"/>
            <a:ext cx="814776" cy="151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069" name="Google Shape;8069;p109">
            <a:extLst>
              <a:ext uri="{FF2B5EF4-FFF2-40B4-BE49-F238E27FC236}">
                <a16:creationId xmlns:a16="http://schemas.microsoft.com/office/drawing/2014/main" id="{A02D6885-40FE-8BE4-F0F8-E41A497B784C}"/>
              </a:ext>
            </a:extLst>
          </p:cNvPr>
          <p:cNvSpPr/>
          <p:nvPr/>
        </p:nvSpPr>
        <p:spPr>
          <a:xfrm>
            <a:off x="2590929" y="3748014"/>
            <a:ext cx="814776" cy="151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070" name="Google Shape;8070;p109">
            <a:extLst>
              <a:ext uri="{FF2B5EF4-FFF2-40B4-BE49-F238E27FC236}">
                <a16:creationId xmlns:a16="http://schemas.microsoft.com/office/drawing/2014/main" id="{66996802-1E2C-E7E3-DA6F-EA1B9A9532DD}"/>
              </a:ext>
            </a:extLst>
          </p:cNvPr>
          <p:cNvSpPr/>
          <p:nvPr/>
        </p:nvSpPr>
        <p:spPr>
          <a:xfrm>
            <a:off x="2590929" y="3759631"/>
            <a:ext cx="814776" cy="151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071" name="Google Shape;8071;p109">
            <a:extLst>
              <a:ext uri="{FF2B5EF4-FFF2-40B4-BE49-F238E27FC236}">
                <a16:creationId xmlns:a16="http://schemas.microsoft.com/office/drawing/2014/main" id="{3725E0F9-6C4F-94C6-378F-36BB9FE715B0}"/>
              </a:ext>
            </a:extLst>
          </p:cNvPr>
          <p:cNvSpPr/>
          <p:nvPr/>
        </p:nvSpPr>
        <p:spPr>
          <a:xfrm>
            <a:off x="2590929" y="3771233"/>
            <a:ext cx="814776" cy="151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072" name="Google Shape;8072;p109">
            <a:extLst>
              <a:ext uri="{FF2B5EF4-FFF2-40B4-BE49-F238E27FC236}">
                <a16:creationId xmlns:a16="http://schemas.microsoft.com/office/drawing/2014/main" id="{F054A01F-876E-0848-A42D-C8E8B5F2FC8D}"/>
              </a:ext>
            </a:extLst>
          </p:cNvPr>
          <p:cNvSpPr/>
          <p:nvPr/>
        </p:nvSpPr>
        <p:spPr>
          <a:xfrm>
            <a:off x="2590929" y="3782836"/>
            <a:ext cx="814776" cy="151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073" name="Google Shape;8073;p109">
            <a:extLst>
              <a:ext uri="{FF2B5EF4-FFF2-40B4-BE49-F238E27FC236}">
                <a16:creationId xmlns:a16="http://schemas.microsoft.com/office/drawing/2014/main" id="{6F6F9578-0474-461A-36A5-B81390EBCCFD}"/>
              </a:ext>
            </a:extLst>
          </p:cNvPr>
          <p:cNvSpPr/>
          <p:nvPr/>
        </p:nvSpPr>
        <p:spPr>
          <a:xfrm>
            <a:off x="2590929" y="3794453"/>
            <a:ext cx="814776" cy="151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074" name="Google Shape;8074;p109">
            <a:extLst>
              <a:ext uri="{FF2B5EF4-FFF2-40B4-BE49-F238E27FC236}">
                <a16:creationId xmlns:a16="http://schemas.microsoft.com/office/drawing/2014/main" id="{8036AC3C-8890-7D9B-8F40-BA09F5E9AEC2}"/>
              </a:ext>
            </a:extLst>
          </p:cNvPr>
          <p:cNvSpPr/>
          <p:nvPr/>
        </p:nvSpPr>
        <p:spPr>
          <a:xfrm>
            <a:off x="2590931" y="3637725"/>
            <a:ext cx="814905" cy="134053"/>
          </a:xfrm>
          <a:custGeom>
            <a:avLst/>
            <a:gdLst/>
            <a:ahLst/>
            <a:cxnLst/>
            <a:rect l="l" t="t" r="r" b="b"/>
            <a:pathLst>
              <a:path w="424293" h="591067" extrusionOk="0">
                <a:moveTo>
                  <a:pt x="0" y="254375"/>
                </a:moveTo>
                <a:lnTo>
                  <a:pt x="2407" y="591068"/>
                </a:lnTo>
                <a:lnTo>
                  <a:pt x="424293" y="174198"/>
                </a:lnTo>
                <a:lnTo>
                  <a:pt x="424226" y="0"/>
                </a:lnTo>
                <a:lnTo>
                  <a:pt x="254375" y="0"/>
                </a:lnTo>
                <a:lnTo>
                  <a:pt x="0" y="254375"/>
                </a:lnTo>
                <a:close/>
              </a:path>
            </a:pathLst>
          </a:custGeom>
          <a:gradFill>
            <a:gsLst>
              <a:gs pos="0">
                <a:srgbClr val="FFFFFF">
                  <a:alpha val="45882"/>
                </a:srgbClr>
              </a:gs>
              <a:gs pos="3000">
                <a:srgbClr val="FFFFFF">
                  <a:alpha val="45882"/>
                </a:srgbClr>
              </a:gs>
              <a:gs pos="100000">
                <a:srgbClr val="FFFFFF">
                  <a:alpha val="0"/>
                </a:srgbClr>
              </a:gs>
            </a:gsLst>
            <a:lin ang="10800000" scaled="0"/>
          </a:gra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077" name="Google Shape;8077;p109">
            <a:extLst>
              <a:ext uri="{FF2B5EF4-FFF2-40B4-BE49-F238E27FC236}">
                <a16:creationId xmlns:a16="http://schemas.microsoft.com/office/drawing/2014/main" id="{EA95573C-9975-7B9E-D3CB-7FF12477FA21}"/>
              </a:ext>
            </a:extLst>
          </p:cNvPr>
          <p:cNvSpPr/>
          <p:nvPr/>
        </p:nvSpPr>
        <p:spPr>
          <a:xfrm>
            <a:off x="2414211" y="4396506"/>
            <a:ext cx="814776" cy="180613"/>
          </a:xfrm>
          <a:custGeom>
            <a:avLst/>
            <a:gdLst/>
            <a:ahLst/>
            <a:cxnLst/>
            <a:rect l="l" t="t" r="r" b="b"/>
            <a:pathLst>
              <a:path w="424226" h="1033215" extrusionOk="0">
                <a:moveTo>
                  <a:pt x="0" y="0"/>
                </a:moveTo>
                <a:lnTo>
                  <a:pt x="424226" y="0"/>
                </a:lnTo>
                <a:lnTo>
                  <a:pt x="424226" y="1033215"/>
                </a:lnTo>
                <a:lnTo>
                  <a:pt x="0" y="1033215"/>
                </a:lnTo>
                <a:close/>
              </a:path>
            </a:pathLst>
          </a:custGeom>
          <a:solidFill>
            <a:srgbClr val="0193C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078" name="Google Shape;8078;p109">
            <a:extLst>
              <a:ext uri="{FF2B5EF4-FFF2-40B4-BE49-F238E27FC236}">
                <a16:creationId xmlns:a16="http://schemas.microsoft.com/office/drawing/2014/main" id="{E2A74361-3BE2-176E-5828-959F262568A2}"/>
              </a:ext>
            </a:extLst>
          </p:cNvPr>
          <p:cNvSpPr/>
          <p:nvPr/>
        </p:nvSpPr>
        <p:spPr>
          <a:xfrm>
            <a:off x="2414211" y="4543118"/>
            <a:ext cx="814776" cy="34002"/>
          </a:xfrm>
          <a:custGeom>
            <a:avLst/>
            <a:gdLst/>
            <a:ahLst/>
            <a:cxnLst/>
            <a:rect l="l" t="t" r="r" b="b"/>
            <a:pathLst>
              <a:path w="424226" h="149923" extrusionOk="0">
                <a:moveTo>
                  <a:pt x="0" y="0"/>
                </a:moveTo>
                <a:lnTo>
                  <a:pt x="424226" y="0"/>
                </a:lnTo>
                <a:lnTo>
                  <a:pt x="424226" y="149924"/>
                </a:lnTo>
                <a:lnTo>
                  <a:pt x="0" y="149924"/>
                </a:lnTo>
                <a:close/>
              </a:path>
            </a:pathLst>
          </a:custGeom>
          <a:solidFill>
            <a:srgbClr val="005B84"/>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079" name="Google Shape;8079;p109">
            <a:extLst>
              <a:ext uri="{FF2B5EF4-FFF2-40B4-BE49-F238E27FC236}">
                <a16:creationId xmlns:a16="http://schemas.microsoft.com/office/drawing/2014/main" id="{4AABE884-351B-8366-FCF4-4AC547DD9D13}"/>
              </a:ext>
            </a:extLst>
          </p:cNvPr>
          <p:cNvSpPr/>
          <p:nvPr/>
        </p:nvSpPr>
        <p:spPr>
          <a:xfrm>
            <a:off x="2516829" y="4409214"/>
            <a:ext cx="79884" cy="9434"/>
          </a:xfrm>
          <a:custGeom>
            <a:avLst/>
            <a:gdLst/>
            <a:ahLst/>
            <a:cxnLst/>
            <a:rect l="l" t="t" r="r" b="b"/>
            <a:pathLst>
              <a:path w="41593" h="41593" extrusionOk="0">
                <a:moveTo>
                  <a:pt x="41593" y="20797"/>
                </a:moveTo>
                <a:cubicBezTo>
                  <a:pt x="41593" y="32282"/>
                  <a:pt x="32282" y="41593"/>
                  <a:pt x="20797" y="41593"/>
                </a:cubicBezTo>
                <a:cubicBezTo>
                  <a:pt x="9311" y="41593"/>
                  <a:pt x="0" y="32282"/>
                  <a:pt x="0" y="20797"/>
                </a:cubicBezTo>
                <a:cubicBezTo>
                  <a:pt x="0" y="9311"/>
                  <a:pt x="9311" y="0"/>
                  <a:pt x="20797" y="0"/>
                </a:cubicBezTo>
                <a:cubicBezTo>
                  <a:pt x="32282" y="0"/>
                  <a:pt x="41593" y="9311"/>
                  <a:pt x="41593" y="20797"/>
                </a:cubicBezTo>
                <a:close/>
              </a:path>
            </a:pathLst>
          </a:custGeom>
          <a:solidFill>
            <a:srgbClr val="99CC48"/>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081" name="Google Shape;8081;p109">
            <a:extLst>
              <a:ext uri="{FF2B5EF4-FFF2-40B4-BE49-F238E27FC236}">
                <a16:creationId xmlns:a16="http://schemas.microsoft.com/office/drawing/2014/main" id="{45FC2C1D-5F63-0974-CE56-FEADB814BE52}"/>
              </a:ext>
            </a:extLst>
          </p:cNvPr>
          <p:cNvSpPr/>
          <p:nvPr/>
        </p:nvSpPr>
        <p:spPr>
          <a:xfrm>
            <a:off x="2414211" y="4448755"/>
            <a:ext cx="814776" cy="151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082" name="Google Shape;8082;p109">
            <a:extLst>
              <a:ext uri="{FF2B5EF4-FFF2-40B4-BE49-F238E27FC236}">
                <a16:creationId xmlns:a16="http://schemas.microsoft.com/office/drawing/2014/main" id="{D0735E7F-9366-5E38-EF72-A718F8461469}"/>
              </a:ext>
            </a:extLst>
          </p:cNvPr>
          <p:cNvSpPr/>
          <p:nvPr/>
        </p:nvSpPr>
        <p:spPr>
          <a:xfrm>
            <a:off x="2414211" y="4460372"/>
            <a:ext cx="814776" cy="151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083" name="Google Shape;8083;p109">
            <a:extLst>
              <a:ext uri="{FF2B5EF4-FFF2-40B4-BE49-F238E27FC236}">
                <a16:creationId xmlns:a16="http://schemas.microsoft.com/office/drawing/2014/main" id="{3ED9D41C-6FF6-548F-3767-D4C9372B5329}"/>
              </a:ext>
            </a:extLst>
          </p:cNvPr>
          <p:cNvSpPr/>
          <p:nvPr/>
        </p:nvSpPr>
        <p:spPr>
          <a:xfrm>
            <a:off x="2414211" y="4471975"/>
            <a:ext cx="814776" cy="151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084" name="Google Shape;8084;p109">
            <a:extLst>
              <a:ext uri="{FF2B5EF4-FFF2-40B4-BE49-F238E27FC236}">
                <a16:creationId xmlns:a16="http://schemas.microsoft.com/office/drawing/2014/main" id="{40AAE299-6C9C-2711-72DD-3B2550698DBB}"/>
              </a:ext>
            </a:extLst>
          </p:cNvPr>
          <p:cNvSpPr/>
          <p:nvPr/>
        </p:nvSpPr>
        <p:spPr>
          <a:xfrm>
            <a:off x="2414211" y="4483577"/>
            <a:ext cx="814776" cy="151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085" name="Google Shape;8085;p109">
            <a:extLst>
              <a:ext uri="{FF2B5EF4-FFF2-40B4-BE49-F238E27FC236}">
                <a16:creationId xmlns:a16="http://schemas.microsoft.com/office/drawing/2014/main" id="{4E8D9B1F-6034-A8B2-C117-56875DC09191}"/>
              </a:ext>
            </a:extLst>
          </p:cNvPr>
          <p:cNvSpPr/>
          <p:nvPr/>
        </p:nvSpPr>
        <p:spPr>
          <a:xfrm>
            <a:off x="2414211" y="4495194"/>
            <a:ext cx="814776" cy="151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086" name="Google Shape;8086;p109">
            <a:extLst>
              <a:ext uri="{FF2B5EF4-FFF2-40B4-BE49-F238E27FC236}">
                <a16:creationId xmlns:a16="http://schemas.microsoft.com/office/drawing/2014/main" id="{A571E1C4-389E-DB5E-D5F9-0069F890D37B}"/>
              </a:ext>
            </a:extLst>
          </p:cNvPr>
          <p:cNvSpPr/>
          <p:nvPr/>
        </p:nvSpPr>
        <p:spPr>
          <a:xfrm>
            <a:off x="2414211" y="4506796"/>
            <a:ext cx="814776" cy="151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087" name="Google Shape;8087;p109">
            <a:extLst>
              <a:ext uri="{FF2B5EF4-FFF2-40B4-BE49-F238E27FC236}">
                <a16:creationId xmlns:a16="http://schemas.microsoft.com/office/drawing/2014/main" id="{0982BF0B-1F6C-93CE-EEAF-0BF7C5B929BF}"/>
              </a:ext>
            </a:extLst>
          </p:cNvPr>
          <p:cNvSpPr/>
          <p:nvPr/>
        </p:nvSpPr>
        <p:spPr>
          <a:xfrm>
            <a:off x="2414211" y="4518413"/>
            <a:ext cx="814776" cy="151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088" name="Google Shape;8088;p109">
            <a:extLst>
              <a:ext uri="{FF2B5EF4-FFF2-40B4-BE49-F238E27FC236}">
                <a16:creationId xmlns:a16="http://schemas.microsoft.com/office/drawing/2014/main" id="{5A111CD9-868F-9315-5D91-8B71B3DE740A}"/>
              </a:ext>
            </a:extLst>
          </p:cNvPr>
          <p:cNvSpPr/>
          <p:nvPr/>
        </p:nvSpPr>
        <p:spPr>
          <a:xfrm>
            <a:off x="2414211" y="4530015"/>
            <a:ext cx="814776" cy="151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089" name="Google Shape;8089;p109">
            <a:extLst>
              <a:ext uri="{FF2B5EF4-FFF2-40B4-BE49-F238E27FC236}">
                <a16:creationId xmlns:a16="http://schemas.microsoft.com/office/drawing/2014/main" id="{B43C519C-996B-01D8-DE13-6465CE27964A}"/>
              </a:ext>
            </a:extLst>
          </p:cNvPr>
          <p:cNvSpPr/>
          <p:nvPr/>
        </p:nvSpPr>
        <p:spPr>
          <a:xfrm>
            <a:off x="2414211" y="4541617"/>
            <a:ext cx="814776" cy="151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090" name="Google Shape;8090;p109">
            <a:extLst>
              <a:ext uri="{FF2B5EF4-FFF2-40B4-BE49-F238E27FC236}">
                <a16:creationId xmlns:a16="http://schemas.microsoft.com/office/drawing/2014/main" id="{18884D88-A2EF-F3C6-7055-D2BBBD5473F3}"/>
              </a:ext>
            </a:extLst>
          </p:cNvPr>
          <p:cNvSpPr/>
          <p:nvPr/>
        </p:nvSpPr>
        <p:spPr>
          <a:xfrm>
            <a:off x="2414211" y="4553234"/>
            <a:ext cx="814776" cy="151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091" name="Google Shape;8091;p109">
            <a:extLst>
              <a:ext uri="{FF2B5EF4-FFF2-40B4-BE49-F238E27FC236}">
                <a16:creationId xmlns:a16="http://schemas.microsoft.com/office/drawing/2014/main" id="{AA857A93-4064-9D6D-7806-7D1E5946C2CE}"/>
              </a:ext>
            </a:extLst>
          </p:cNvPr>
          <p:cNvSpPr/>
          <p:nvPr/>
        </p:nvSpPr>
        <p:spPr>
          <a:xfrm>
            <a:off x="2414212" y="4396506"/>
            <a:ext cx="814905" cy="134053"/>
          </a:xfrm>
          <a:custGeom>
            <a:avLst/>
            <a:gdLst/>
            <a:ahLst/>
            <a:cxnLst/>
            <a:rect l="l" t="t" r="r" b="b"/>
            <a:pathLst>
              <a:path w="424293" h="591067" extrusionOk="0">
                <a:moveTo>
                  <a:pt x="0" y="254375"/>
                </a:moveTo>
                <a:lnTo>
                  <a:pt x="2407" y="591068"/>
                </a:lnTo>
                <a:lnTo>
                  <a:pt x="424293" y="174198"/>
                </a:lnTo>
                <a:lnTo>
                  <a:pt x="424226" y="0"/>
                </a:lnTo>
                <a:lnTo>
                  <a:pt x="254375" y="0"/>
                </a:lnTo>
                <a:lnTo>
                  <a:pt x="0" y="254375"/>
                </a:lnTo>
                <a:close/>
              </a:path>
            </a:pathLst>
          </a:custGeom>
          <a:gradFill>
            <a:gsLst>
              <a:gs pos="0">
                <a:srgbClr val="FFFFFF">
                  <a:alpha val="45882"/>
                </a:srgbClr>
              </a:gs>
              <a:gs pos="3000">
                <a:srgbClr val="FFFFFF">
                  <a:alpha val="45882"/>
                </a:srgbClr>
              </a:gs>
              <a:gs pos="100000">
                <a:srgbClr val="FFFFFF">
                  <a:alpha val="0"/>
                </a:srgbClr>
              </a:gs>
            </a:gsLst>
            <a:lin ang="10800000" scaled="0"/>
          </a:gra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093" name="Google Shape;8093;p109">
            <a:extLst>
              <a:ext uri="{FF2B5EF4-FFF2-40B4-BE49-F238E27FC236}">
                <a16:creationId xmlns:a16="http://schemas.microsoft.com/office/drawing/2014/main" id="{408D8B96-0F32-843A-4654-6106934E7071}"/>
              </a:ext>
            </a:extLst>
          </p:cNvPr>
          <p:cNvSpPr/>
          <p:nvPr/>
        </p:nvSpPr>
        <p:spPr>
          <a:xfrm>
            <a:off x="2414211" y="4649654"/>
            <a:ext cx="814776" cy="180613"/>
          </a:xfrm>
          <a:custGeom>
            <a:avLst/>
            <a:gdLst/>
            <a:ahLst/>
            <a:cxnLst/>
            <a:rect l="l" t="t" r="r" b="b"/>
            <a:pathLst>
              <a:path w="424226" h="1033215" extrusionOk="0">
                <a:moveTo>
                  <a:pt x="0" y="0"/>
                </a:moveTo>
                <a:lnTo>
                  <a:pt x="424226" y="0"/>
                </a:lnTo>
                <a:lnTo>
                  <a:pt x="424226" y="1033215"/>
                </a:lnTo>
                <a:lnTo>
                  <a:pt x="0" y="1033215"/>
                </a:lnTo>
                <a:close/>
              </a:path>
            </a:pathLst>
          </a:custGeom>
          <a:solidFill>
            <a:srgbClr val="0193C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094" name="Google Shape;8094;p109">
            <a:extLst>
              <a:ext uri="{FF2B5EF4-FFF2-40B4-BE49-F238E27FC236}">
                <a16:creationId xmlns:a16="http://schemas.microsoft.com/office/drawing/2014/main" id="{5C939A39-AA2E-0FA5-633B-052D6390013A}"/>
              </a:ext>
            </a:extLst>
          </p:cNvPr>
          <p:cNvSpPr/>
          <p:nvPr/>
        </p:nvSpPr>
        <p:spPr>
          <a:xfrm>
            <a:off x="2414211" y="4796266"/>
            <a:ext cx="814776" cy="34002"/>
          </a:xfrm>
          <a:custGeom>
            <a:avLst/>
            <a:gdLst/>
            <a:ahLst/>
            <a:cxnLst/>
            <a:rect l="l" t="t" r="r" b="b"/>
            <a:pathLst>
              <a:path w="424226" h="149923" extrusionOk="0">
                <a:moveTo>
                  <a:pt x="0" y="0"/>
                </a:moveTo>
                <a:lnTo>
                  <a:pt x="424226" y="0"/>
                </a:lnTo>
                <a:lnTo>
                  <a:pt x="424226" y="149924"/>
                </a:lnTo>
                <a:lnTo>
                  <a:pt x="0" y="149924"/>
                </a:lnTo>
                <a:close/>
              </a:path>
            </a:pathLst>
          </a:custGeom>
          <a:solidFill>
            <a:srgbClr val="005B84"/>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095" name="Google Shape;8095;p109">
            <a:extLst>
              <a:ext uri="{FF2B5EF4-FFF2-40B4-BE49-F238E27FC236}">
                <a16:creationId xmlns:a16="http://schemas.microsoft.com/office/drawing/2014/main" id="{A82738A1-12E8-1165-0FE0-3231B5F620F9}"/>
              </a:ext>
            </a:extLst>
          </p:cNvPr>
          <p:cNvSpPr/>
          <p:nvPr/>
        </p:nvSpPr>
        <p:spPr>
          <a:xfrm>
            <a:off x="2516829" y="4662362"/>
            <a:ext cx="79884" cy="9434"/>
          </a:xfrm>
          <a:custGeom>
            <a:avLst/>
            <a:gdLst/>
            <a:ahLst/>
            <a:cxnLst/>
            <a:rect l="l" t="t" r="r" b="b"/>
            <a:pathLst>
              <a:path w="41593" h="41593" extrusionOk="0">
                <a:moveTo>
                  <a:pt x="41593" y="20797"/>
                </a:moveTo>
                <a:cubicBezTo>
                  <a:pt x="41593" y="32282"/>
                  <a:pt x="32282" y="41593"/>
                  <a:pt x="20797" y="41593"/>
                </a:cubicBezTo>
                <a:cubicBezTo>
                  <a:pt x="9311" y="41593"/>
                  <a:pt x="0" y="32282"/>
                  <a:pt x="0" y="20797"/>
                </a:cubicBezTo>
                <a:cubicBezTo>
                  <a:pt x="0" y="9311"/>
                  <a:pt x="9311" y="0"/>
                  <a:pt x="20797" y="0"/>
                </a:cubicBezTo>
                <a:cubicBezTo>
                  <a:pt x="32282" y="0"/>
                  <a:pt x="41593" y="9311"/>
                  <a:pt x="41593" y="20797"/>
                </a:cubicBezTo>
                <a:close/>
              </a:path>
            </a:pathLst>
          </a:custGeom>
          <a:solidFill>
            <a:srgbClr val="99CC48"/>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097" name="Google Shape;8097;p109">
            <a:extLst>
              <a:ext uri="{FF2B5EF4-FFF2-40B4-BE49-F238E27FC236}">
                <a16:creationId xmlns:a16="http://schemas.microsoft.com/office/drawing/2014/main" id="{A7DC686D-F017-CC18-7FA9-AD1EB7A2F9EE}"/>
              </a:ext>
            </a:extLst>
          </p:cNvPr>
          <p:cNvSpPr/>
          <p:nvPr/>
        </p:nvSpPr>
        <p:spPr>
          <a:xfrm>
            <a:off x="2414211" y="4701903"/>
            <a:ext cx="814776" cy="151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098" name="Google Shape;8098;p109">
            <a:extLst>
              <a:ext uri="{FF2B5EF4-FFF2-40B4-BE49-F238E27FC236}">
                <a16:creationId xmlns:a16="http://schemas.microsoft.com/office/drawing/2014/main" id="{1BAD5B2A-31E9-CDBF-2482-7901E75E39C9}"/>
              </a:ext>
            </a:extLst>
          </p:cNvPr>
          <p:cNvSpPr/>
          <p:nvPr/>
        </p:nvSpPr>
        <p:spPr>
          <a:xfrm>
            <a:off x="2414211" y="4713520"/>
            <a:ext cx="814776" cy="151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099" name="Google Shape;8099;p109">
            <a:extLst>
              <a:ext uri="{FF2B5EF4-FFF2-40B4-BE49-F238E27FC236}">
                <a16:creationId xmlns:a16="http://schemas.microsoft.com/office/drawing/2014/main" id="{9D031228-FFEC-554D-012D-AD8FBFA3FAE3}"/>
              </a:ext>
            </a:extLst>
          </p:cNvPr>
          <p:cNvSpPr/>
          <p:nvPr/>
        </p:nvSpPr>
        <p:spPr>
          <a:xfrm>
            <a:off x="2414211" y="4725123"/>
            <a:ext cx="814776" cy="151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100" name="Google Shape;8100;p109">
            <a:extLst>
              <a:ext uri="{FF2B5EF4-FFF2-40B4-BE49-F238E27FC236}">
                <a16:creationId xmlns:a16="http://schemas.microsoft.com/office/drawing/2014/main" id="{1DB59935-3CA9-D5AA-DFE8-D5712C9DD8E5}"/>
              </a:ext>
            </a:extLst>
          </p:cNvPr>
          <p:cNvSpPr/>
          <p:nvPr/>
        </p:nvSpPr>
        <p:spPr>
          <a:xfrm>
            <a:off x="2414211" y="4736725"/>
            <a:ext cx="814776" cy="151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101" name="Google Shape;8101;p109">
            <a:extLst>
              <a:ext uri="{FF2B5EF4-FFF2-40B4-BE49-F238E27FC236}">
                <a16:creationId xmlns:a16="http://schemas.microsoft.com/office/drawing/2014/main" id="{69BBD6F4-8F69-16F6-42EC-00DE012D1693}"/>
              </a:ext>
            </a:extLst>
          </p:cNvPr>
          <p:cNvSpPr/>
          <p:nvPr/>
        </p:nvSpPr>
        <p:spPr>
          <a:xfrm>
            <a:off x="2414211" y="4748342"/>
            <a:ext cx="814776" cy="151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102" name="Google Shape;8102;p109">
            <a:extLst>
              <a:ext uri="{FF2B5EF4-FFF2-40B4-BE49-F238E27FC236}">
                <a16:creationId xmlns:a16="http://schemas.microsoft.com/office/drawing/2014/main" id="{0C408403-1FD4-5C46-82FC-0DEFB3F9036A}"/>
              </a:ext>
            </a:extLst>
          </p:cNvPr>
          <p:cNvSpPr/>
          <p:nvPr/>
        </p:nvSpPr>
        <p:spPr>
          <a:xfrm>
            <a:off x="2414211" y="4759944"/>
            <a:ext cx="814776" cy="151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103" name="Google Shape;8103;p109">
            <a:extLst>
              <a:ext uri="{FF2B5EF4-FFF2-40B4-BE49-F238E27FC236}">
                <a16:creationId xmlns:a16="http://schemas.microsoft.com/office/drawing/2014/main" id="{DED3F880-4B1D-C610-169A-FCA59BF177B5}"/>
              </a:ext>
            </a:extLst>
          </p:cNvPr>
          <p:cNvSpPr/>
          <p:nvPr/>
        </p:nvSpPr>
        <p:spPr>
          <a:xfrm>
            <a:off x="2414211" y="4771561"/>
            <a:ext cx="814776" cy="151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104" name="Google Shape;8104;p109">
            <a:extLst>
              <a:ext uri="{FF2B5EF4-FFF2-40B4-BE49-F238E27FC236}">
                <a16:creationId xmlns:a16="http://schemas.microsoft.com/office/drawing/2014/main" id="{935B670D-0240-08F3-E970-2AD7A8C02BFB}"/>
              </a:ext>
            </a:extLst>
          </p:cNvPr>
          <p:cNvSpPr/>
          <p:nvPr/>
        </p:nvSpPr>
        <p:spPr>
          <a:xfrm>
            <a:off x="2414211" y="4783163"/>
            <a:ext cx="814776" cy="151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105" name="Google Shape;8105;p109">
            <a:extLst>
              <a:ext uri="{FF2B5EF4-FFF2-40B4-BE49-F238E27FC236}">
                <a16:creationId xmlns:a16="http://schemas.microsoft.com/office/drawing/2014/main" id="{FF8F90C9-793C-C88C-742F-53FC5608573A}"/>
              </a:ext>
            </a:extLst>
          </p:cNvPr>
          <p:cNvSpPr/>
          <p:nvPr/>
        </p:nvSpPr>
        <p:spPr>
          <a:xfrm>
            <a:off x="2414211" y="4794766"/>
            <a:ext cx="814776" cy="151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106" name="Google Shape;8106;p109">
            <a:extLst>
              <a:ext uri="{FF2B5EF4-FFF2-40B4-BE49-F238E27FC236}">
                <a16:creationId xmlns:a16="http://schemas.microsoft.com/office/drawing/2014/main" id="{CE0E8746-6CB6-B2AA-5F91-11FF2BF3FB0A}"/>
              </a:ext>
            </a:extLst>
          </p:cNvPr>
          <p:cNvSpPr/>
          <p:nvPr/>
        </p:nvSpPr>
        <p:spPr>
          <a:xfrm>
            <a:off x="2414211" y="4806383"/>
            <a:ext cx="814776" cy="151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107" name="Google Shape;8107;p109">
            <a:extLst>
              <a:ext uri="{FF2B5EF4-FFF2-40B4-BE49-F238E27FC236}">
                <a16:creationId xmlns:a16="http://schemas.microsoft.com/office/drawing/2014/main" id="{724EB48B-46DC-8399-4BCB-78C180F4B7B2}"/>
              </a:ext>
            </a:extLst>
          </p:cNvPr>
          <p:cNvSpPr/>
          <p:nvPr/>
        </p:nvSpPr>
        <p:spPr>
          <a:xfrm>
            <a:off x="2414212" y="4649654"/>
            <a:ext cx="814905" cy="134053"/>
          </a:xfrm>
          <a:custGeom>
            <a:avLst/>
            <a:gdLst/>
            <a:ahLst/>
            <a:cxnLst/>
            <a:rect l="l" t="t" r="r" b="b"/>
            <a:pathLst>
              <a:path w="424293" h="591067" extrusionOk="0">
                <a:moveTo>
                  <a:pt x="0" y="254375"/>
                </a:moveTo>
                <a:lnTo>
                  <a:pt x="2407" y="591068"/>
                </a:lnTo>
                <a:lnTo>
                  <a:pt x="424293" y="174198"/>
                </a:lnTo>
                <a:lnTo>
                  <a:pt x="424226" y="0"/>
                </a:lnTo>
                <a:lnTo>
                  <a:pt x="254375" y="0"/>
                </a:lnTo>
                <a:lnTo>
                  <a:pt x="0" y="254375"/>
                </a:lnTo>
                <a:close/>
              </a:path>
            </a:pathLst>
          </a:custGeom>
          <a:gradFill>
            <a:gsLst>
              <a:gs pos="0">
                <a:srgbClr val="FFFFFF">
                  <a:alpha val="45882"/>
                </a:srgbClr>
              </a:gs>
              <a:gs pos="3000">
                <a:srgbClr val="FFFFFF">
                  <a:alpha val="45882"/>
                </a:srgbClr>
              </a:gs>
              <a:gs pos="100000">
                <a:srgbClr val="FFFFFF">
                  <a:alpha val="0"/>
                </a:srgbClr>
              </a:gs>
            </a:gsLst>
            <a:lin ang="10800000" scaled="0"/>
          </a:gra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109" name="Google Shape;8109;p109">
            <a:extLst>
              <a:ext uri="{FF2B5EF4-FFF2-40B4-BE49-F238E27FC236}">
                <a16:creationId xmlns:a16="http://schemas.microsoft.com/office/drawing/2014/main" id="{49DAC0F4-29C0-3320-456C-B4FC6BF452DA}"/>
              </a:ext>
            </a:extLst>
          </p:cNvPr>
          <p:cNvSpPr/>
          <p:nvPr/>
        </p:nvSpPr>
        <p:spPr>
          <a:xfrm>
            <a:off x="2414211" y="4902802"/>
            <a:ext cx="814776" cy="180613"/>
          </a:xfrm>
          <a:custGeom>
            <a:avLst/>
            <a:gdLst/>
            <a:ahLst/>
            <a:cxnLst/>
            <a:rect l="l" t="t" r="r" b="b"/>
            <a:pathLst>
              <a:path w="424226" h="1033215" extrusionOk="0">
                <a:moveTo>
                  <a:pt x="0" y="0"/>
                </a:moveTo>
                <a:lnTo>
                  <a:pt x="424226" y="0"/>
                </a:lnTo>
                <a:lnTo>
                  <a:pt x="424226" y="1033215"/>
                </a:lnTo>
                <a:lnTo>
                  <a:pt x="0" y="1033215"/>
                </a:lnTo>
                <a:close/>
              </a:path>
            </a:pathLst>
          </a:custGeom>
          <a:solidFill>
            <a:srgbClr val="0193C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110" name="Google Shape;8110;p109">
            <a:extLst>
              <a:ext uri="{FF2B5EF4-FFF2-40B4-BE49-F238E27FC236}">
                <a16:creationId xmlns:a16="http://schemas.microsoft.com/office/drawing/2014/main" id="{4DB28643-B779-FFD5-8E99-0381FB95E2AA}"/>
              </a:ext>
            </a:extLst>
          </p:cNvPr>
          <p:cNvSpPr/>
          <p:nvPr/>
        </p:nvSpPr>
        <p:spPr>
          <a:xfrm>
            <a:off x="2414211" y="5049414"/>
            <a:ext cx="814776" cy="34002"/>
          </a:xfrm>
          <a:custGeom>
            <a:avLst/>
            <a:gdLst/>
            <a:ahLst/>
            <a:cxnLst/>
            <a:rect l="l" t="t" r="r" b="b"/>
            <a:pathLst>
              <a:path w="424226" h="149923" extrusionOk="0">
                <a:moveTo>
                  <a:pt x="0" y="0"/>
                </a:moveTo>
                <a:lnTo>
                  <a:pt x="424226" y="0"/>
                </a:lnTo>
                <a:lnTo>
                  <a:pt x="424226" y="149924"/>
                </a:lnTo>
                <a:lnTo>
                  <a:pt x="0" y="149924"/>
                </a:lnTo>
                <a:close/>
              </a:path>
            </a:pathLst>
          </a:custGeom>
          <a:solidFill>
            <a:srgbClr val="005B84"/>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111" name="Google Shape;8111;p109">
            <a:extLst>
              <a:ext uri="{FF2B5EF4-FFF2-40B4-BE49-F238E27FC236}">
                <a16:creationId xmlns:a16="http://schemas.microsoft.com/office/drawing/2014/main" id="{FF7C4291-26BE-4F12-FCD3-EF5D3FFB2483}"/>
              </a:ext>
            </a:extLst>
          </p:cNvPr>
          <p:cNvSpPr/>
          <p:nvPr/>
        </p:nvSpPr>
        <p:spPr>
          <a:xfrm>
            <a:off x="2516829" y="4915511"/>
            <a:ext cx="79884" cy="9434"/>
          </a:xfrm>
          <a:custGeom>
            <a:avLst/>
            <a:gdLst/>
            <a:ahLst/>
            <a:cxnLst/>
            <a:rect l="l" t="t" r="r" b="b"/>
            <a:pathLst>
              <a:path w="41593" h="41593" extrusionOk="0">
                <a:moveTo>
                  <a:pt x="41593" y="20797"/>
                </a:moveTo>
                <a:cubicBezTo>
                  <a:pt x="41593" y="32282"/>
                  <a:pt x="32282" y="41593"/>
                  <a:pt x="20797" y="41593"/>
                </a:cubicBezTo>
                <a:cubicBezTo>
                  <a:pt x="9311" y="41593"/>
                  <a:pt x="0" y="32282"/>
                  <a:pt x="0" y="20797"/>
                </a:cubicBezTo>
                <a:cubicBezTo>
                  <a:pt x="0" y="9311"/>
                  <a:pt x="9311" y="0"/>
                  <a:pt x="20797" y="0"/>
                </a:cubicBezTo>
                <a:cubicBezTo>
                  <a:pt x="32282" y="0"/>
                  <a:pt x="41593" y="9311"/>
                  <a:pt x="41593" y="20797"/>
                </a:cubicBezTo>
                <a:close/>
              </a:path>
            </a:pathLst>
          </a:custGeom>
          <a:solidFill>
            <a:srgbClr val="99CC48"/>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113" name="Google Shape;8113;p109">
            <a:extLst>
              <a:ext uri="{FF2B5EF4-FFF2-40B4-BE49-F238E27FC236}">
                <a16:creationId xmlns:a16="http://schemas.microsoft.com/office/drawing/2014/main" id="{2982AC1D-8668-7709-A77E-70F8241C024D}"/>
              </a:ext>
            </a:extLst>
          </p:cNvPr>
          <p:cNvSpPr/>
          <p:nvPr/>
        </p:nvSpPr>
        <p:spPr>
          <a:xfrm>
            <a:off x="2414211" y="4955051"/>
            <a:ext cx="814776" cy="151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114" name="Google Shape;8114;p109">
            <a:extLst>
              <a:ext uri="{FF2B5EF4-FFF2-40B4-BE49-F238E27FC236}">
                <a16:creationId xmlns:a16="http://schemas.microsoft.com/office/drawing/2014/main" id="{A6C1F995-52E1-F34A-4101-46CC88433A02}"/>
              </a:ext>
            </a:extLst>
          </p:cNvPr>
          <p:cNvSpPr/>
          <p:nvPr/>
        </p:nvSpPr>
        <p:spPr>
          <a:xfrm>
            <a:off x="2414211" y="4966668"/>
            <a:ext cx="814776" cy="151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115" name="Google Shape;8115;p109">
            <a:extLst>
              <a:ext uri="{FF2B5EF4-FFF2-40B4-BE49-F238E27FC236}">
                <a16:creationId xmlns:a16="http://schemas.microsoft.com/office/drawing/2014/main" id="{AA2ED93C-456C-9214-BE82-04CAB7BC3103}"/>
              </a:ext>
            </a:extLst>
          </p:cNvPr>
          <p:cNvSpPr/>
          <p:nvPr/>
        </p:nvSpPr>
        <p:spPr>
          <a:xfrm>
            <a:off x="2414211" y="4978271"/>
            <a:ext cx="814776" cy="151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116" name="Google Shape;8116;p109">
            <a:extLst>
              <a:ext uri="{FF2B5EF4-FFF2-40B4-BE49-F238E27FC236}">
                <a16:creationId xmlns:a16="http://schemas.microsoft.com/office/drawing/2014/main" id="{A2A74FE9-EEB1-91E4-1730-D68EED371CCF}"/>
              </a:ext>
            </a:extLst>
          </p:cNvPr>
          <p:cNvSpPr/>
          <p:nvPr/>
        </p:nvSpPr>
        <p:spPr>
          <a:xfrm>
            <a:off x="2414211" y="4989873"/>
            <a:ext cx="814776" cy="151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117" name="Google Shape;8117;p109">
            <a:extLst>
              <a:ext uri="{FF2B5EF4-FFF2-40B4-BE49-F238E27FC236}">
                <a16:creationId xmlns:a16="http://schemas.microsoft.com/office/drawing/2014/main" id="{ED968D91-C345-3FD7-2E7C-87670885CC2A}"/>
              </a:ext>
            </a:extLst>
          </p:cNvPr>
          <p:cNvSpPr/>
          <p:nvPr/>
        </p:nvSpPr>
        <p:spPr>
          <a:xfrm>
            <a:off x="2414211" y="5001490"/>
            <a:ext cx="814776" cy="151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118" name="Google Shape;8118;p109">
            <a:extLst>
              <a:ext uri="{FF2B5EF4-FFF2-40B4-BE49-F238E27FC236}">
                <a16:creationId xmlns:a16="http://schemas.microsoft.com/office/drawing/2014/main" id="{D96484C6-C309-6695-C6FD-072C143563C5}"/>
              </a:ext>
            </a:extLst>
          </p:cNvPr>
          <p:cNvSpPr/>
          <p:nvPr/>
        </p:nvSpPr>
        <p:spPr>
          <a:xfrm>
            <a:off x="2414211" y="5013092"/>
            <a:ext cx="814776" cy="151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119" name="Google Shape;8119;p109">
            <a:extLst>
              <a:ext uri="{FF2B5EF4-FFF2-40B4-BE49-F238E27FC236}">
                <a16:creationId xmlns:a16="http://schemas.microsoft.com/office/drawing/2014/main" id="{23EAA0CE-AE92-8E08-DB60-A88594A247BB}"/>
              </a:ext>
            </a:extLst>
          </p:cNvPr>
          <p:cNvSpPr/>
          <p:nvPr/>
        </p:nvSpPr>
        <p:spPr>
          <a:xfrm>
            <a:off x="2414211" y="5024709"/>
            <a:ext cx="814776" cy="151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120" name="Google Shape;8120;p109">
            <a:extLst>
              <a:ext uri="{FF2B5EF4-FFF2-40B4-BE49-F238E27FC236}">
                <a16:creationId xmlns:a16="http://schemas.microsoft.com/office/drawing/2014/main" id="{73106280-F1CB-F52E-A13A-67AB7829EDDD}"/>
              </a:ext>
            </a:extLst>
          </p:cNvPr>
          <p:cNvSpPr/>
          <p:nvPr/>
        </p:nvSpPr>
        <p:spPr>
          <a:xfrm>
            <a:off x="2414211" y="5036311"/>
            <a:ext cx="814776" cy="151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121" name="Google Shape;8121;p109">
            <a:extLst>
              <a:ext uri="{FF2B5EF4-FFF2-40B4-BE49-F238E27FC236}">
                <a16:creationId xmlns:a16="http://schemas.microsoft.com/office/drawing/2014/main" id="{69C14A1D-1CBF-7A9D-843D-ABEC976A8316}"/>
              </a:ext>
            </a:extLst>
          </p:cNvPr>
          <p:cNvSpPr/>
          <p:nvPr/>
        </p:nvSpPr>
        <p:spPr>
          <a:xfrm>
            <a:off x="2414211" y="5047914"/>
            <a:ext cx="814776" cy="151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122" name="Google Shape;8122;p109">
            <a:extLst>
              <a:ext uri="{FF2B5EF4-FFF2-40B4-BE49-F238E27FC236}">
                <a16:creationId xmlns:a16="http://schemas.microsoft.com/office/drawing/2014/main" id="{C7B977FE-8EEC-83DE-BC01-C13462612F25}"/>
              </a:ext>
            </a:extLst>
          </p:cNvPr>
          <p:cNvSpPr/>
          <p:nvPr/>
        </p:nvSpPr>
        <p:spPr>
          <a:xfrm>
            <a:off x="2414211" y="5059531"/>
            <a:ext cx="814776" cy="151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123" name="Google Shape;8123;p109">
            <a:extLst>
              <a:ext uri="{FF2B5EF4-FFF2-40B4-BE49-F238E27FC236}">
                <a16:creationId xmlns:a16="http://schemas.microsoft.com/office/drawing/2014/main" id="{71E1D3B4-FA79-ECFF-8B1A-C30FD970BA37}"/>
              </a:ext>
            </a:extLst>
          </p:cNvPr>
          <p:cNvSpPr/>
          <p:nvPr/>
        </p:nvSpPr>
        <p:spPr>
          <a:xfrm>
            <a:off x="2414212" y="4902802"/>
            <a:ext cx="814905" cy="134053"/>
          </a:xfrm>
          <a:custGeom>
            <a:avLst/>
            <a:gdLst/>
            <a:ahLst/>
            <a:cxnLst/>
            <a:rect l="l" t="t" r="r" b="b"/>
            <a:pathLst>
              <a:path w="424293" h="591067" extrusionOk="0">
                <a:moveTo>
                  <a:pt x="0" y="254375"/>
                </a:moveTo>
                <a:lnTo>
                  <a:pt x="2407" y="591068"/>
                </a:lnTo>
                <a:lnTo>
                  <a:pt x="424293" y="174198"/>
                </a:lnTo>
                <a:lnTo>
                  <a:pt x="424226" y="0"/>
                </a:lnTo>
                <a:lnTo>
                  <a:pt x="254375" y="0"/>
                </a:lnTo>
                <a:lnTo>
                  <a:pt x="0" y="254375"/>
                </a:lnTo>
                <a:close/>
              </a:path>
            </a:pathLst>
          </a:custGeom>
          <a:gradFill>
            <a:gsLst>
              <a:gs pos="0">
                <a:srgbClr val="FFFFFF">
                  <a:alpha val="45882"/>
                </a:srgbClr>
              </a:gs>
              <a:gs pos="3000">
                <a:srgbClr val="FFFFFF">
                  <a:alpha val="45882"/>
                </a:srgbClr>
              </a:gs>
              <a:gs pos="100000">
                <a:srgbClr val="FFFFFF">
                  <a:alpha val="0"/>
                </a:srgbClr>
              </a:gs>
            </a:gsLst>
            <a:lin ang="10800000" scaled="0"/>
          </a:gra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cxnSp>
        <p:nvCxnSpPr>
          <p:cNvPr id="8124" name="Google Shape;8124;p109">
            <a:extLst>
              <a:ext uri="{FF2B5EF4-FFF2-40B4-BE49-F238E27FC236}">
                <a16:creationId xmlns:a16="http://schemas.microsoft.com/office/drawing/2014/main" id="{D9B5D928-CBB2-C5DB-0220-E5931900C266}"/>
              </a:ext>
            </a:extLst>
          </p:cNvPr>
          <p:cNvCxnSpPr/>
          <p:nvPr/>
        </p:nvCxnSpPr>
        <p:spPr>
          <a:xfrm>
            <a:off x="1815641" y="2774137"/>
            <a:ext cx="0" cy="125746"/>
          </a:xfrm>
          <a:prstGeom prst="straightConnector1">
            <a:avLst/>
          </a:prstGeom>
          <a:noFill/>
          <a:ln w="19050" cap="flat" cmpd="sng">
            <a:solidFill>
              <a:srgbClr val="007985"/>
            </a:solidFill>
            <a:prstDash val="solid"/>
            <a:round/>
            <a:headEnd type="none" w="sm" len="sm"/>
            <a:tailEnd type="none" w="sm" len="sm"/>
          </a:ln>
        </p:spPr>
      </p:cxnSp>
      <p:sp>
        <p:nvSpPr>
          <p:cNvPr id="8126" name="Google Shape;8126;p109">
            <a:extLst>
              <a:ext uri="{FF2B5EF4-FFF2-40B4-BE49-F238E27FC236}">
                <a16:creationId xmlns:a16="http://schemas.microsoft.com/office/drawing/2014/main" id="{5025FCD4-A69C-07B0-EFDC-31C09254D682}"/>
              </a:ext>
            </a:extLst>
          </p:cNvPr>
          <p:cNvSpPr>
            <a:spLocks noChangeAspect="1"/>
          </p:cNvSpPr>
          <p:nvPr/>
        </p:nvSpPr>
        <p:spPr>
          <a:xfrm>
            <a:off x="1568668" y="2159975"/>
            <a:ext cx="1165897" cy="630883"/>
          </a:xfrm>
          <a:custGeom>
            <a:avLst/>
            <a:gdLst/>
            <a:ahLst/>
            <a:cxnLst/>
            <a:rect l="l" t="t" r="r" b="b"/>
            <a:pathLst>
              <a:path w="1247385" h="698422" extrusionOk="0">
                <a:moveTo>
                  <a:pt x="201176" y="698423"/>
                </a:moveTo>
                <a:cubicBezTo>
                  <a:pt x="189558" y="698423"/>
                  <a:pt x="182193" y="698423"/>
                  <a:pt x="179600" y="698319"/>
                </a:cubicBezTo>
                <a:cubicBezTo>
                  <a:pt x="83441" y="695726"/>
                  <a:pt x="-2138" y="607554"/>
                  <a:pt x="41" y="513366"/>
                </a:cubicBezTo>
                <a:cubicBezTo>
                  <a:pt x="2219" y="420838"/>
                  <a:pt x="78876" y="345633"/>
                  <a:pt x="170886" y="345633"/>
                </a:cubicBezTo>
                <a:lnTo>
                  <a:pt x="175035" y="345633"/>
                </a:lnTo>
                <a:cubicBezTo>
                  <a:pt x="189765" y="345944"/>
                  <a:pt x="203976" y="347915"/>
                  <a:pt x="217254" y="351649"/>
                </a:cubicBezTo>
                <a:lnTo>
                  <a:pt x="234473" y="356421"/>
                </a:lnTo>
                <a:lnTo>
                  <a:pt x="238208" y="338890"/>
                </a:lnTo>
                <a:cubicBezTo>
                  <a:pt x="259991" y="237545"/>
                  <a:pt x="350030" y="163895"/>
                  <a:pt x="452309" y="163895"/>
                </a:cubicBezTo>
                <a:cubicBezTo>
                  <a:pt x="454073" y="163895"/>
                  <a:pt x="455940" y="163895"/>
                  <a:pt x="457703" y="163999"/>
                </a:cubicBezTo>
                <a:cubicBezTo>
                  <a:pt x="489341" y="164829"/>
                  <a:pt x="519216" y="171986"/>
                  <a:pt x="546497" y="185264"/>
                </a:cubicBezTo>
                <a:lnTo>
                  <a:pt x="562990" y="193251"/>
                </a:lnTo>
                <a:lnTo>
                  <a:pt x="569629" y="176239"/>
                </a:lnTo>
                <a:cubicBezTo>
                  <a:pt x="611122" y="69189"/>
                  <a:pt x="705517" y="0"/>
                  <a:pt x="810182" y="0"/>
                </a:cubicBezTo>
                <a:cubicBezTo>
                  <a:pt x="812360" y="0"/>
                  <a:pt x="814435" y="0"/>
                  <a:pt x="816613" y="104"/>
                </a:cubicBezTo>
                <a:cubicBezTo>
                  <a:pt x="947834" y="3216"/>
                  <a:pt x="1056648" y="114623"/>
                  <a:pt x="1069822" y="259121"/>
                </a:cubicBezTo>
                <a:lnTo>
                  <a:pt x="1071066" y="273021"/>
                </a:lnTo>
                <a:lnTo>
                  <a:pt x="1084966" y="274369"/>
                </a:lnTo>
                <a:cubicBezTo>
                  <a:pt x="1178843" y="283290"/>
                  <a:pt x="1250107" y="377686"/>
                  <a:pt x="1247306" y="489300"/>
                </a:cubicBezTo>
                <a:cubicBezTo>
                  <a:pt x="1244816" y="603301"/>
                  <a:pt x="1164632" y="695933"/>
                  <a:pt x="1068577" y="695933"/>
                </a:cubicBezTo>
                <a:cubicBezTo>
                  <a:pt x="1067228" y="695933"/>
                  <a:pt x="1065983" y="695933"/>
                  <a:pt x="1064635" y="695933"/>
                </a:cubicBezTo>
                <a:cubicBezTo>
                  <a:pt x="1062042" y="695829"/>
                  <a:pt x="1054262" y="695829"/>
                  <a:pt x="1042229" y="695829"/>
                </a:cubicBezTo>
                <a:cubicBezTo>
                  <a:pt x="980094" y="695829"/>
                  <a:pt x="797942" y="696452"/>
                  <a:pt x="621702" y="697074"/>
                </a:cubicBezTo>
                <a:cubicBezTo>
                  <a:pt x="445463" y="697800"/>
                  <a:pt x="263311" y="698423"/>
                  <a:pt x="201176" y="698423"/>
                </a:cubicBezTo>
                <a:close/>
              </a:path>
            </a:pathLst>
          </a:custGeom>
          <a:solidFill>
            <a:schemeClr val="lt1"/>
          </a:solidFill>
          <a:ln w="25400" cap="flat" cmpd="sng">
            <a:solidFill>
              <a:schemeClr val="accent2"/>
            </a:solidFill>
            <a:prstDash val="solid"/>
            <a:miter lim="800000"/>
            <a:headEnd type="none" w="sm" len="sm"/>
            <a:tailEnd type="none" w="sm" len="sm"/>
          </a:ln>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sym typeface="Arial"/>
            </a:endParaRPr>
          </a:p>
        </p:txBody>
      </p:sp>
      <p:sp>
        <p:nvSpPr>
          <p:cNvPr id="8127" name="Google Shape;8127;p109">
            <a:extLst>
              <a:ext uri="{FF2B5EF4-FFF2-40B4-BE49-F238E27FC236}">
                <a16:creationId xmlns:a16="http://schemas.microsoft.com/office/drawing/2014/main" id="{AEEF44E0-C6E8-5A61-CB74-AD90BED4E7CD}"/>
              </a:ext>
            </a:extLst>
          </p:cNvPr>
          <p:cNvSpPr txBox="1"/>
          <p:nvPr/>
        </p:nvSpPr>
        <p:spPr>
          <a:xfrm>
            <a:off x="1535611" y="2520750"/>
            <a:ext cx="1336907" cy="276912"/>
          </a:xfrm>
          <a:prstGeom prst="rect">
            <a:avLst/>
          </a:prstGeom>
          <a:noFill/>
          <a:ln>
            <a:noFill/>
          </a:ln>
        </p:spPr>
        <p:txBody>
          <a:bodyPr spcFirstLastPara="1" wrap="square" lIns="0" tIns="0" rIns="0" bIns="91401" anchor="t" anchorCtr="0">
            <a:spAutoFit/>
          </a:bodyPr>
          <a:lstStyle/>
          <a:p>
            <a:pPr marL="0" marR="0" lvl="0" indent="0" algn="ctr" defTabSz="914400" rtl="0" eaLnBrk="1" fontAlgn="auto" latinLnBrk="0" hangingPunct="1">
              <a:lnSpc>
                <a:spcPct val="100000"/>
              </a:lnSpc>
              <a:spcBef>
                <a:spcPts val="0"/>
              </a:spcBef>
              <a:spcAft>
                <a:spcPts val="0"/>
              </a:spcAft>
              <a:buClr>
                <a:srgbClr val="1B1E35"/>
              </a:buClr>
              <a:buSzPts val="1200"/>
              <a:buFontTx/>
              <a:buNone/>
              <a:tabLst/>
              <a:defRPr/>
            </a:pPr>
            <a:r>
              <a:rPr kumimoji="0" lang="en-US" sz="1200" b="0" i="0" u="none" strike="noStrike" kern="1200" cap="none" spc="0" normalizeH="0" baseline="0" noProof="0" dirty="0">
                <a:ln>
                  <a:noFill/>
                </a:ln>
                <a:solidFill>
                  <a:srgbClr val="1B1E35"/>
                </a:solidFill>
                <a:effectLst/>
                <a:uLnTx/>
                <a:uFillTx/>
                <a:latin typeface="Arial" panose="020B0604020202020204" pitchFamily="34" charset="0"/>
                <a:ea typeface="+mn-ea"/>
                <a:cs typeface="+mn-cs"/>
                <a:sym typeface="Arial"/>
              </a:rPr>
              <a:t>Internet/WAN</a:t>
            </a:r>
            <a:endParaRPr kumimoji="0" sz="1799"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128" name="Google Shape;8128;p109">
            <a:extLst>
              <a:ext uri="{FF2B5EF4-FFF2-40B4-BE49-F238E27FC236}">
                <a16:creationId xmlns:a16="http://schemas.microsoft.com/office/drawing/2014/main" id="{A8D96CA9-61D2-4A72-97F0-581D5A225E4B}"/>
              </a:ext>
            </a:extLst>
          </p:cNvPr>
          <p:cNvSpPr/>
          <p:nvPr/>
        </p:nvSpPr>
        <p:spPr>
          <a:xfrm>
            <a:off x="2496488" y="2965686"/>
            <a:ext cx="1013964" cy="1007365"/>
          </a:xfrm>
          <a:prstGeom prst="roundRect">
            <a:avLst>
              <a:gd name="adj" fmla="val 6253"/>
            </a:avLst>
          </a:prstGeom>
          <a:noFill/>
          <a:ln w="9525" cap="flat" cmpd="sng">
            <a:solidFill>
              <a:schemeClr val="dk1"/>
            </a:solidFill>
            <a:prstDash val="solid"/>
            <a:round/>
            <a:headEnd type="none" w="sm" len="sm"/>
            <a:tailEnd type="none" w="sm" len="sm"/>
          </a:ln>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sym typeface="Arial"/>
            </a:endParaRPr>
          </a:p>
        </p:txBody>
      </p:sp>
      <p:sp>
        <p:nvSpPr>
          <p:cNvPr id="8129" name="Google Shape;8129;p109">
            <a:extLst>
              <a:ext uri="{FF2B5EF4-FFF2-40B4-BE49-F238E27FC236}">
                <a16:creationId xmlns:a16="http://schemas.microsoft.com/office/drawing/2014/main" id="{FC3E5077-36A0-E514-8A18-DFD95E2466F3}"/>
              </a:ext>
            </a:extLst>
          </p:cNvPr>
          <p:cNvSpPr/>
          <p:nvPr/>
        </p:nvSpPr>
        <p:spPr>
          <a:xfrm>
            <a:off x="2305560" y="4241702"/>
            <a:ext cx="1013964" cy="1007365"/>
          </a:xfrm>
          <a:prstGeom prst="roundRect">
            <a:avLst>
              <a:gd name="adj" fmla="val 7741"/>
            </a:avLst>
          </a:prstGeom>
          <a:noFill/>
          <a:ln w="9525" cap="flat" cmpd="sng">
            <a:solidFill>
              <a:schemeClr val="dk1"/>
            </a:solidFill>
            <a:prstDash val="solid"/>
            <a:round/>
            <a:headEnd type="none" w="sm" len="sm"/>
            <a:tailEnd type="none" w="sm" len="sm"/>
          </a:ln>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sym typeface="Arial"/>
            </a:endParaRPr>
          </a:p>
        </p:txBody>
      </p:sp>
      <p:sp>
        <p:nvSpPr>
          <p:cNvPr id="8130" name="Google Shape;8130;p109">
            <a:extLst>
              <a:ext uri="{FF2B5EF4-FFF2-40B4-BE49-F238E27FC236}">
                <a16:creationId xmlns:a16="http://schemas.microsoft.com/office/drawing/2014/main" id="{CD11FA08-9F0B-A58D-6C02-B0202FB8477C}"/>
              </a:ext>
            </a:extLst>
          </p:cNvPr>
          <p:cNvSpPr txBox="1"/>
          <p:nvPr/>
        </p:nvSpPr>
        <p:spPr>
          <a:xfrm>
            <a:off x="2623388" y="3976758"/>
            <a:ext cx="756076" cy="210003"/>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30000"/>
              </a:lnSpc>
              <a:spcBef>
                <a:spcPts val="0"/>
              </a:spcBef>
              <a:spcAft>
                <a:spcPts val="0"/>
              </a:spcAft>
              <a:buClr>
                <a:srgbClr val="1B1E35"/>
              </a:buClr>
              <a:buSzPts val="1050"/>
              <a:buFontTx/>
              <a:buNone/>
              <a:tabLst/>
              <a:defRPr/>
            </a:pPr>
            <a:r>
              <a:rPr kumimoji="0" lang="en-US" sz="1050" b="0" i="0" u="none" strike="noStrike" kern="1200" cap="none" spc="0" normalizeH="0" baseline="0" noProof="0" dirty="0">
                <a:ln>
                  <a:noFill/>
                </a:ln>
                <a:solidFill>
                  <a:srgbClr val="1B1E35"/>
                </a:solidFill>
                <a:effectLst/>
                <a:uLnTx/>
                <a:uFillTx/>
                <a:latin typeface="Arial" panose="020B0604020202020204" pitchFamily="34" charset="0"/>
                <a:ea typeface="+mn-ea"/>
                <a:cs typeface="+mn-cs"/>
                <a:sym typeface="Arial"/>
              </a:rPr>
              <a:t>VCF Edge</a:t>
            </a:r>
            <a:endParaRPr kumimoji="0" sz="1799"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131" name="Google Shape;8131;p109">
            <a:extLst>
              <a:ext uri="{FF2B5EF4-FFF2-40B4-BE49-F238E27FC236}">
                <a16:creationId xmlns:a16="http://schemas.microsoft.com/office/drawing/2014/main" id="{57523E0D-62EF-D6BA-AE82-718B23639A23}"/>
              </a:ext>
            </a:extLst>
          </p:cNvPr>
          <p:cNvSpPr txBox="1"/>
          <p:nvPr/>
        </p:nvSpPr>
        <p:spPr>
          <a:xfrm>
            <a:off x="2440305" y="5250585"/>
            <a:ext cx="756076" cy="210003"/>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30000"/>
              </a:lnSpc>
              <a:spcBef>
                <a:spcPts val="0"/>
              </a:spcBef>
              <a:spcAft>
                <a:spcPts val="0"/>
              </a:spcAft>
              <a:buClr>
                <a:srgbClr val="1B1E35"/>
              </a:buClr>
              <a:buSzPts val="1050"/>
              <a:buFontTx/>
              <a:buNone/>
              <a:tabLst/>
              <a:defRPr/>
            </a:pPr>
            <a:r>
              <a:rPr kumimoji="0" lang="en-US" sz="1050" b="0" i="0" u="none" strike="noStrike" kern="1200" cap="none" spc="0" normalizeH="0" baseline="0" noProof="0" dirty="0">
                <a:ln>
                  <a:noFill/>
                </a:ln>
                <a:solidFill>
                  <a:srgbClr val="1B1E35"/>
                </a:solidFill>
                <a:effectLst/>
                <a:uLnTx/>
                <a:uFillTx/>
                <a:latin typeface="Arial" panose="020B0604020202020204" pitchFamily="34" charset="0"/>
                <a:ea typeface="+mn-ea"/>
                <a:cs typeface="+mn-cs"/>
                <a:sym typeface="Arial"/>
              </a:rPr>
              <a:t>VCF Edge</a:t>
            </a:r>
            <a:endParaRPr kumimoji="0" sz="1799"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cxnSp>
        <p:nvCxnSpPr>
          <p:cNvPr id="4" name="Straight Connector 3">
            <a:extLst>
              <a:ext uri="{FF2B5EF4-FFF2-40B4-BE49-F238E27FC236}">
                <a16:creationId xmlns:a16="http://schemas.microsoft.com/office/drawing/2014/main" id="{A53E3A34-3F85-2942-C3BC-1FA00156877F}"/>
              </a:ext>
            </a:extLst>
          </p:cNvPr>
          <p:cNvCxnSpPr>
            <a:cxnSpLocks/>
          </p:cNvCxnSpPr>
          <p:nvPr/>
        </p:nvCxnSpPr>
        <p:spPr bwMode="gray">
          <a:xfrm>
            <a:off x="3735275" y="1676856"/>
            <a:ext cx="0" cy="4090193"/>
          </a:xfrm>
          <a:prstGeom prst="line">
            <a:avLst/>
          </a:prstGeom>
          <a:ln w="19050">
            <a:solidFill>
              <a:schemeClr val="bg2">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6" name="Google Shape;1639;g2e3d913bd4a_0_198">
            <a:extLst>
              <a:ext uri="{FF2B5EF4-FFF2-40B4-BE49-F238E27FC236}">
                <a16:creationId xmlns:a16="http://schemas.microsoft.com/office/drawing/2014/main" id="{9603698F-6231-49A7-FDEE-F48C5A683095}"/>
              </a:ext>
            </a:extLst>
          </p:cNvPr>
          <p:cNvSpPr/>
          <p:nvPr/>
        </p:nvSpPr>
        <p:spPr>
          <a:xfrm>
            <a:off x="1328004" y="4379301"/>
            <a:ext cx="149594" cy="29241"/>
          </a:xfrm>
          <a:custGeom>
            <a:avLst/>
            <a:gdLst/>
            <a:ahLst/>
            <a:cxnLst/>
            <a:rect l="l" t="t" r="r" b="b"/>
            <a:pathLst>
              <a:path w="323914" h="61960" extrusionOk="0">
                <a:moveTo>
                  <a:pt x="0" y="0"/>
                </a:moveTo>
                <a:lnTo>
                  <a:pt x="323914" y="0"/>
                </a:lnTo>
                <a:lnTo>
                  <a:pt x="323914" y="61961"/>
                </a:lnTo>
                <a:lnTo>
                  <a:pt x="0" y="61961"/>
                </a:lnTo>
                <a:close/>
              </a:path>
            </a:pathLst>
          </a:custGeom>
          <a:solidFill>
            <a:srgbClr val="91D1C7"/>
          </a:solidFill>
          <a:ln>
            <a:noFill/>
          </a:ln>
        </p:spPr>
        <p:txBody>
          <a:bodyPr spcFirstLastPara="1" wrap="square" lIns="82204" tIns="41089" rIns="82204" bIns="41089"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5"/>
              <a:buFontTx/>
              <a:buNone/>
              <a:tabLst/>
              <a:defRPr/>
            </a:pPr>
            <a:endParaRPr kumimoji="0" sz="1794" b="0" i="0" u="none" strike="noStrike" kern="1200" cap="none" spc="0" normalizeH="0" baseline="0" noProof="0" dirty="0">
              <a:ln>
                <a:noFill/>
              </a:ln>
              <a:solidFill>
                <a:srgbClr val="717074"/>
              </a:solidFill>
              <a:effectLst/>
              <a:uLnTx/>
              <a:uFillTx/>
              <a:latin typeface="Arial"/>
              <a:ea typeface="Arial"/>
              <a:cs typeface="Arial"/>
              <a:sym typeface="Arial"/>
            </a:endParaRPr>
          </a:p>
        </p:txBody>
      </p:sp>
      <p:sp>
        <p:nvSpPr>
          <p:cNvPr id="7" name="Google Shape;1640;g2e3d913bd4a_0_198">
            <a:extLst>
              <a:ext uri="{FF2B5EF4-FFF2-40B4-BE49-F238E27FC236}">
                <a16:creationId xmlns:a16="http://schemas.microsoft.com/office/drawing/2014/main" id="{2527ECFF-C577-4DE4-D190-A228AC7DEE9D}"/>
              </a:ext>
            </a:extLst>
          </p:cNvPr>
          <p:cNvSpPr/>
          <p:nvPr/>
        </p:nvSpPr>
        <p:spPr>
          <a:xfrm>
            <a:off x="1044585" y="3988450"/>
            <a:ext cx="886072" cy="460305"/>
          </a:xfrm>
          <a:custGeom>
            <a:avLst/>
            <a:gdLst/>
            <a:ahLst/>
            <a:cxnLst/>
            <a:rect l="l" t="t" r="r" b="b"/>
            <a:pathLst>
              <a:path w="1918598" h="975334" extrusionOk="0">
                <a:moveTo>
                  <a:pt x="0" y="0"/>
                </a:moveTo>
                <a:lnTo>
                  <a:pt x="1918599" y="0"/>
                </a:lnTo>
                <a:lnTo>
                  <a:pt x="1918599" y="975335"/>
                </a:lnTo>
                <a:lnTo>
                  <a:pt x="0" y="975335"/>
                </a:lnTo>
                <a:close/>
              </a:path>
            </a:pathLst>
          </a:custGeom>
          <a:gradFill>
            <a:gsLst>
              <a:gs pos="0">
                <a:schemeClr val="accent3"/>
              </a:gs>
              <a:gs pos="10000">
                <a:schemeClr val="accent3"/>
              </a:gs>
              <a:gs pos="82000">
                <a:srgbClr val="43D3FF"/>
              </a:gs>
              <a:gs pos="100000">
                <a:srgbClr val="43D3FF"/>
              </a:gs>
            </a:gsLst>
            <a:lin ang="18900044" scaled="0"/>
          </a:gradFill>
          <a:ln>
            <a:noFill/>
          </a:ln>
        </p:spPr>
        <p:txBody>
          <a:bodyPr spcFirstLastPara="1" wrap="square" lIns="82179" tIns="41089" rIns="82179" bIns="41089"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5"/>
              <a:buFontTx/>
              <a:buNone/>
              <a:tabLst/>
              <a:defRPr/>
            </a:pPr>
            <a:endParaRPr kumimoji="0" sz="1794" b="0" i="0" u="none" strike="noStrike" kern="1200" cap="none" spc="0" normalizeH="0" baseline="0" noProof="0" dirty="0">
              <a:ln>
                <a:noFill/>
              </a:ln>
              <a:solidFill>
                <a:srgbClr val="717074"/>
              </a:solidFill>
              <a:effectLst/>
              <a:uLnTx/>
              <a:uFillTx/>
              <a:latin typeface="Arial"/>
              <a:ea typeface="Arial"/>
              <a:cs typeface="Arial"/>
              <a:sym typeface="Arial"/>
            </a:endParaRPr>
          </a:p>
        </p:txBody>
      </p:sp>
      <p:sp>
        <p:nvSpPr>
          <p:cNvPr id="8" name="Google Shape;1641;g2e3d913bd4a_0_198">
            <a:extLst>
              <a:ext uri="{FF2B5EF4-FFF2-40B4-BE49-F238E27FC236}">
                <a16:creationId xmlns:a16="http://schemas.microsoft.com/office/drawing/2014/main" id="{A223B0B3-2E40-782D-A250-3B81EC04EB5B}"/>
              </a:ext>
            </a:extLst>
          </p:cNvPr>
          <p:cNvSpPr/>
          <p:nvPr/>
        </p:nvSpPr>
        <p:spPr>
          <a:xfrm>
            <a:off x="1044583" y="4067200"/>
            <a:ext cx="886073" cy="335285"/>
          </a:xfrm>
          <a:custGeom>
            <a:avLst/>
            <a:gdLst/>
            <a:ahLst/>
            <a:cxnLst/>
            <a:rect l="l" t="t" r="r" b="b"/>
            <a:pathLst>
              <a:path w="1918599" h="710430" extrusionOk="0">
                <a:moveTo>
                  <a:pt x="1644586" y="0"/>
                </a:moveTo>
                <a:lnTo>
                  <a:pt x="1690255" y="0"/>
                </a:lnTo>
                <a:lnTo>
                  <a:pt x="1735924" y="0"/>
                </a:lnTo>
                <a:lnTo>
                  <a:pt x="1781592" y="0"/>
                </a:lnTo>
                <a:lnTo>
                  <a:pt x="1781593" y="0"/>
                </a:lnTo>
                <a:lnTo>
                  <a:pt x="1827261" y="0"/>
                </a:lnTo>
                <a:lnTo>
                  <a:pt x="1872930" y="0"/>
                </a:lnTo>
                <a:lnTo>
                  <a:pt x="1918599" y="0"/>
                </a:lnTo>
                <a:lnTo>
                  <a:pt x="1918599" y="710430"/>
                </a:lnTo>
                <a:lnTo>
                  <a:pt x="1872930" y="710430"/>
                </a:lnTo>
                <a:lnTo>
                  <a:pt x="1827261" y="710430"/>
                </a:lnTo>
                <a:lnTo>
                  <a:pt x="1781593" y="710430"/>
                </a:lnTo>
                <a:lnTo>
                  <a:pt x="1781592" y="710430"/>
                </a:lnTo>
                <a:lnTo>
                  <a:pt x="1735924" y="710430"/>
                </a:lnTo>
                <a:lnTo>
                  <a:pt x="1690255" y="710430"/>
                </a:lnTo>
                <a:lnTo>
                  <a:pt x="1644586" y="710430"/>
                </a:lnTo>
                <a:close/>
                <a:moveTo>
                  <a:pt x="1142102" y="0"/>
                </a:moveTo>
                <a:lnTo>
                  <a:pt x="1187771" y="0"/>
                </a:lnTo>
                <a:lnTo>
                  <a:pt x="1233439" y="0"/>
                </a:lnTo>
                <a:lnTo>
                  <a:pt x="1233440" y="0"/>
                </a:lnTo>
                <a:lnTo>
                  <a:pt x="1279108" y="0"/>
                </a:lnTo>
                <a:lnTo>
                  <a:pt x="1324777" y="0"/>
                </a:lnTo>
                <a:lnTo>
                  <a:pt x="1370446" y="0"/>
                </a:lnTo>
                <a:lnTo>
                  <a:pt x="1416114" y="0"/>
                </a:lnTo>
                <a:lnTo>
                  <a:pt x="1416115" y="0"/>
                </a:lnTo>
                <a:lnTo>
                  <a:pt x="1461783" y="0"/>
                </a:lnTo>
                <a:lnTo>
                  <a:pt x="1507452" y="0"/>
                </a:lnTo>
                <a:lnTo>
                  <a:pt x="1553120" y="0"/>
                </a:lnTo>
                <a:lnTo>
                  <a:pt x="1553121" y="0"/>
                </a:lnTo>
                <a:lnTo>
                  <a:pt x="1598789" y="0"/>
                </a:lnTo>
                <a:lnTo>
                  <a:pt x="1644458" y="0"/>
                </a:lnTo>
                <a:lnTo>
                  <a:pt x="1644458" y="710430"/>
                </a:lnTo>
                <a:lnTo>
                  <a:pt x="1598789" y="710430"/>
                </a:lnTo>
                <a:lnTo>
                  <a:pt x="1553121" y="710430"/>
                </a:lnTo>
                <a:lnTo>
                  <a:pt x="1553120" y="710430"/>
                </a:lnTo>
                <a:lnTo>
                  <a:pt x="1507452" y="710430"/>
                </a:lnTo>
                <a:lnTo>
                  <a:pt x="1461783" y="710430"/>
                </a:lnTo>
                <a:lnTo>
                  <a:pt x="1416115" y="710430"/>
                </a:lnTo>
                <a:lnTo>
                  <a:pt x="1416114" y="710430"/>
                </a:lnTo>
                <a:lnTo>
                  <a:pt x="1370446" y="710430"/>
                </a:lnTo>
                <a:lnTo>
                  <a:pt x="1324777" y="710430"/>
                </a:lnTo>
                <a:lnTo>
                  <a:pt x="1279108" y="710430"/>
                </a:lnTo>
                <a:lnTo>
                  <a:pt x="1233440" y="710430"/>
                </a:lnTo>
                <a:lnTo>
                  <a:pt x="1233439" y="710430"/>
                </a:lnTo>
                <a:lnTo>
                  <a:pt x="1187771" y="710430"/>
                </a:lnTo>
                <a:lnTo>
                  <a:pt x="1142102" y="710430"/>
                </a:lnTo>
                <a:close/>
                <a:moveTo>
                  <a:pt x="593949" y="0"/>
                </a:moveTo>
                <a:lnTo>
                  <a:pt x="639618" y="0"/>
                </a:lnTo>
                <a:lnTo>
                  <a:pt x="685287" y="0"/>
                </a:lnTo>
                <a:lnTo>
                  <a:pt x="730955" y="0"/>
                </a:lnTo>
                <a:lnTo>
                  <a:pt x="730956" y="0"/>
                </a:lnTo>
                <a:lnTo>
                  <a:pt x="776624" y="0"/>
                </a:lnTo>
                <a:lnTo>
                  <a:pt x="822293" y="0"/>
                </a:lnTo>
                <a:lnTo>
                  <a:pt x="867962" y="0"/>
                </a:lnTo>
                <a:lnTo>
                  <a:pt x="913630" y="0"/>
                </a:lnTo>
                <a:lnTo>
                  <a:pt x="913631" y="0"/>
                </a:lnTo>
                <a:lnTo>
                  <a:pt x="959299" y="0"/>
                </a:lnTo>
                <a:lnTo>
                  <a:pt x="1004968" y="0"/>
                </a:lnTo>
                <a:lnTo>
                  <a:pt x="1050636" y="0"/>
                </a:lnTo>
                <a:lnTo>
                  <a:pt x="1050637" y="0"/>
                </a:lnTo>
                <a:lnTo>
                  <a:pt x="1096305" y="0"/>
                </a:lnTo>
                <a:lnTo>
                  <a:pt x="1141974" y="0"/>
                </a:lnTo>
                <a:lnTo>
                  <a:pt x="1141974" y="710430"/>
                </a:lnTo>
                <a:lnTo>
                  <a:pt x="1096305" y="710430"/>
                </a:lnTo>
                <a:lnTo>
                  <a:pt x="1050637" y="710430"/>
                </a:lnTo>
                <a:lnTo>
                  <a:pt x="1050636" y="710430"/>
                </a:lnTo>
                <a:lnTo>
                  <a:pt x="1004968" y="710430"/>
                </a:lnTo>
                <a:lnTo>
                  <a:pt x="959299" y="710430"/>
                </a:lnTo>
                <a:lnTo>
                  <a:pt x="913631" y="710430"/>
                </a:lnTo>
                <a:lnTo>
                  <a:pt x="913630" y="710430"/>
                </a:lnTo>
                <a:lnTo>
                  <a:pt x="867962" y="710430"/>
                </a:lnTo>
                <a:lnTo>
                  <a:pt x="822293" y="710430"/>
                </a:lnTo>
                <a:lnTo>
                  <a:pt x="776624" y="710430"/>
                </a:lnTo>
                <a:lnTo>
                  <a:pt x="730956" y="710430"/>
                </a:lnTo>
                <a:lnTo>
                  <a:pt x="730955" y="710430"/>
                </a:lnTo>
                <a:lnTo>
                  <a:pt x="685287" y="710430"/>
                </a:lnTo>
                <a:lnTo>
                  <a:pt x="639618" y="710430"/>
                </a:lnTo>
                <a:lnTo>
                  <a:pt x="593949" y="710430"/>
                </a:lnTo>
                <a:close/>
                <a:moveTo>
                  <a:pt x="91465" y="0"/>
                </a:moveTo>
                <a:lnTo>
                  <a:pt x="137134" y="0"/>
                </a:lnTo>
                <a:lnTo>
                  <a:pt x="182803" y="0"/>
                </a:lnTo>
                <a:lnTo>
                  <a:pt x="228471" y="0"/>
                </a:lnTo>
                <a:lnTo>
                  <a:pt x="228472" y="0"/>
                </a:lnTo>
                <a:lnTo>
                  <a:pt x="274140" y="0"/>
                </a:lnTo>
                <a:lnTo>
                  <a:pt x="319809" y="0"/>
                </a:lnTo>
                <a:lnTo>
                  <a:pt x="365478" y="0"/>
                </a:lnTo>
                <a:lnTo>
                  <a:pt x="411146" y="0"/>
                </a:lnTo>
                <a:lnTo>
                  <a:pt x="411147" y="0"/>
                </a:lnTo>
                <a:lnTo>
                  <a:pt x="456815" y="0"/>
                </a:lnTo>
                <a:lnTo>
                  <a:pt x="502484" y="0"/>
                </a:lnTo>
                <a:lnTo>
                  <a:pt x="548152" y="0"/>
                </a:lnTo>
                <a:lnTo>
                  <a:pt x="548153" y="0"/>
                </a:lnTo>
                <a:lnTo>
                  <a:pt x="593821" y="0"/>
                </a:lnTo>
                <a:lnTo>
                  <a:pt x="593821" y="710430"/>
                </a:lnTo>
                <a:lnTo>
                  <a:pt x="548153" y="710430"/>
                </a:lnTo>
                <a:lnTo>
                  <a:pt x="548152" y="710430"/>
                </a:lnTo>
                <a:lnTo>
                  <a:pt x="502484" y="710430"/>
                </a:lnTo>
                <a:lnTo>
                  <a:pt x="456815" y="710430"/>
                </a:lnTo>
                <a:lnTo>
                  <a:pt x="411147" y="710430"/>
                </a:lnTo>
                <a:lnTo>
                  <a:pt x="411146" y="710430"/>
                </a:lnTo>
                <a:lnTo>
                  <a:pt x="365478" y="710430"/>
                </a:lnTo>
                <a:lnTo>
                  <a:pt x="319809" y="710430"/>
                </a:lnTo>
                <a:lnTo>
                  <a:pt x="274140" y="710430"/>
                </a:lnTo>
                <a:lnTo>
                  <a:pt x="228472" y="710430"/>
                </a:lnTo>
                <a:lnTo>
                  <a:pt x="228471" y="710430"/>
                </a:lnTo>
                <a:lnTo>
                  <a:pt x="182803" y="710430"/>
                </a:lnTo>
                <a:lnTo>
                  <a:pt x="137134" y="710430"/>
                </a:lnTo>
                <a:lnTo>
                  <a:pt x="91465" y="710430"/>
                </a:lnTo>
                <a:close/>
                <a:moveTo>
                  <a:pt x="0" y="0"/>
                </a:moveTo>
                <a:lnTo>
                  <a:pt x="45668" y="0"/>
                </a:lnTo>
                <a:lnTo>
                  <a:pt x="45669" y="0"/>
                </a:lnTo>
                <a:lnTo>
                  <a:pt x="91337" y="0"/>
                </a:lnTo>
                <a:lnTo>
                  <a:pt x="91337" y="710430"/>
                </a:lnTo>
                <a:lnTo>
                  <a:pt x="45669" y="710430"/>
                </a:lnTo>
                <a:lnTo>
                  <a:pt x="45668" y="710430"/>
                </a:lnTo>
                <a:lnTo>
                  <a:pt x="0" y="710430"/>
                </a:lnTo>
                <a:close/>
              </a:path>
            </a:pathLst>
          </a:custGeom>
          <a:solidFill>
            <a:schemeClr val="accent2"/>
          </a:solidFill>
          <a:ln>
            <a:noFill/>
          </a:ln>
        </p:spPr>
        <p:txBody>
          <a:bodyPr spcFirstLastPara="1" wrap="square" lIns="82204" tIns="41089" rIns="82204" bIns="41089"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5"/>
              <a:buFontTx/>
              <a:buNone/>
              <a:tabLst/>
              <a:defRPr/>
            </a:pPr>
            <a:endParaRPr kumimoji="0" sz="1794" b="0" i="0" u="none" strike="noStrike" kern="1200" cap="none" spc="0" normalizeH="0" baseline="0" noProof="0" dirty="0">
              <a:ln>
                <a:noFill/>
              </a:ln>
              <a:solidFill>
                <a:srgbClr val="717074"/>
              </a:solidFill>
              <a:effectLst/>
              <a:uLnTx/>
              <a:uFillTx/>
              <a:latin typeface="Arial"/>
              <a:ea typeface="Arial"/>
              <a:cs typeface="Arial"/>
              <a:sym typeface="Arial"/>
            </a:endParaRPr>
          </a:p>
        </p:txBody>
      </p:sp>
      <p:sp>
        <p:nvSpPr>
          <p:cNvPr id="9" name="Google Shape;1642;g2e3d913bd4a_0_198">
            <a:extLst>
              <a:ext uri="{FF2B5EF4-FFF2-40B4-BE49-F238E27FC236}">
                <a16:creationId xmlns:a16="http://schemas.microsoft.com/office/drawing/2014/main" id="{F5B63121-E30D-69CF-396B-A5C4E136A7DE}"/>
              </a:ext>
            </a:extLst>
          </p:cNvPr>
          <p:cNvSpPr/>
          <p:nvPr/>
        </p:nvSpPr>
        <p:spPr>
          <a:xfrm>
            <a:off x="1038776" y="4056176"/>
            <a:ext cx="897329" cy="360349"/>
          </a:xfrm>
          <a:custGeom>
            <a:avLst/>
            <a:gdLst/>
            <a:ahLst/>
            <a:cxnLst/>
            <a:rect l="l" t="t" r="r" b="b"/>
            <a:pathLst>
              <a:path w="1942972" h="763539" extrusionOk="0">
                <a:moveTo>
                  <a:pt x="0" y="705812"/>
                </a:moveTo>
                <a:lnTo>
                  <a:pt x="1942972" y="705812"/>
                </a:lnTo>
                <a:lnTo>
                  <a:pt x="1942972" y="763539"/>
                </a:lnTo>
                <a:lnTo>
                  <a:pt x="0" y="763539"/>
                </a:lnTo>
                <a:close/>
                <a:moveTo>
                  <a:pt x="0" y="564573"/>
                </a:moveTo>
                <a:lnTo>
                  <a:pt x="1942972" y="564573"/>
                </a:lnTo>
                <a:lnTo>
                  <a:pt x="1942972" y="622300"/>
                </a:lnTo>
                <a:lnTo>
                  <a:pt x="0" y="622300"/>
                </a:lnTo>
                <a:close/>
                <a:moveTo>
                  <a:pt x="0" y="423333"/>
                </a:moveTo>
                <a:lnTo>
                  <a:pt x="1942972" y="423333"/>
                </a:lnTo>
                <a:lnTo>
                  <a:pt x="1942972" y="481060"/>
                </a:lnTo>
                <a:lnTo>
                  <a:pt x="0" y="481060"/>
                </a:lnTo>
                <a:close/>
                <a:moveTo>
                  <a:pt x="0" y="282094"/>
                </a:moveTo>
                <a:lnTo>
                  <a:pt x="1942972" y="282094"/>
                </a:lnTo>
                <a:lnTo>
                  <a:pt x="1942972" y="339821"/>
                </a:lnTo>
                <a:lnTo>
                  <a:pt x="0" y="339821"/>
                </a:lnTo>
                <a:close/>
                <a:moveTo>
                  <a:pt x="0" y="141239"/>
                </a:moveTo>
                <a:lnTo>
                  <a:pt x="1942972" y="141239"/>
                </a:lnTo>
                <a:lnTo>
                  <a:pt x="1942972" y="198966"/>
                </a:lnTo>
                <a:lnTo>
                  <a:pt x="0" y="198966"/>
                </a:lnTo>
                <a:close/>
                <a:moveTo>
                  <a:pt x="0" y="0"/>
                </a:moveTo>
                <a:lnTo>
                  <a:pt x="1942972" y="0"/>
                </a:lnTo>
                <a:lnTo>
                  <a:pt x="1942972" y="57727"/>
                </a:lnTo>
                <a:lnTo>
                  <a:pt x="0" y="57727"/>
                </a:lnTo>
                <a:close/>
              </a:path>
            </a:pathLst>
          </a:custGeom>
          <a:solidFill>
            <a:schemeClr val="accent3"/>
          </a:solidFill>
          <a:ln>
            <a:noFill/>
          </a:ln>
        </p:spPr>
        <p:txBody>
          <a:bodyPr spcFirstLastPara="1" wrap="square" lIns="82204" tIns="41089" rIns="82204" bIns="41089"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5"/>
              <a:buFontTx/>
              <a:buNone/>
              <a:tabLst/>
              <a:defRPr/>
            </a:pPr>
            <a:endParaRPr kumimoji="0" sz="1794" b="0" i="0" u="none" strike="noStrike" kern="1200" cap="none" spc="0" normalizeH="0" baseline="0" noProof="0" dirty="0">
              <a:ln>
                <a:noFill/>
              </a:ln>
              <a:solidFill>
                <a:srgbClr val="717074"/>
              </a:solidFill>
              <a:effectLst/>
              <a:uLnTx/>
              <a:uFillTx/>
              <a:latin typeface="Arial"/>
              <a:ea typeface="Arial"/>
              <a:cs typeface="Arial"/>
              <a:sym typeface="Arial"/>
            </a:endParaRPr>
          </a:p>
        </p:txBody>
      </p:sp>
      <p:sp>
        <p:nvSpPr>
          <p:cNvPr id="11" name="Google Shape;1643;g2e3d913bd4a_0_198">
            <a:extLst>
              <a:ext uri="{FF2B5EF4-FFF2-40B4-BE49-F238E27FC236}">
                <a16:creationId xmlns:a16="http://schemas.microsoft.com/office/drawing/2014/main" id="{A38E7220-9D58-647C-CD3F-C8ED5886F49B}"/>
              </a:ext>
            </a:extLst>
          </p:cNvPr>
          <p:cNvSpPr/>
          <p:nvPr/>
        </p:nvSpPr>
        <p:spPr>
          <a:xfrm>
            <a:off x="1011861" y="4448846"/>
            <a:ext cx="947925" cy="42380"/>
          </a:xfrm>
          <a:custGeom>
            <a:avLst/>
            <a:gdLst/>
            <a:ahLst/>
            <a:cxnLst/>
            <a:rect l="l" t="t" r="r" b="b"/>
            <a:pathLst>
              <a:path w="2052526" h="89798" extrusionOk="0">
                <a:moveTo>
                  <a:pt x="0" y="0"/>
                </a:moveTo>
                <a:lnTo>
                  <a:pt x="2052526" y="0"/>
                </a:lnTo>
                <a:lnTo>
                  <a:pt x="2052526" y="89798"/>
                </a:lnTo>
                <a:lnTo>
                  <a:pt x="0" y="89798"/>
                </a:lnTo>
                <a:close/>
              </a:path>
            </a:pathLst>
          </a:custGeom>
          <a:solidFill>
            <a:srgbClr val="002D45"/>
          </a:solidFill>
          <a:ln>
            <a:noFill/>
          </a:ln>
        </p:spPr>
        <p:txBody>
          <a:bodyPr spcFirstLastPara="1" wrap="square" lIns="82179" tIns="41089" rIns="82179" bIns="41089"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5"/>
              <a:buFontTx/>
              <a:buNone/>
              <a:tabLst/>
              <a:defRPr/>
            </a:pPr>
            <a:endParaRPr kumimoji="0" sz="1794" b="0" i="0" u="none" strike="noStrike" kern="1200" cap="none" spc="0" normalizeH="0" baseline="0" noProof="0" dirty="0">
              <a:ln>
                <a:noFill/>
              </a:ln>
              <a:solidFill>
                <a:srgbClr val="717074"/>
              </a:solidFill>
              <a:effectLst/>
              <a:uLnTx/>
              <a:uFillTx/>
              <a:latin typeface="Arial"/>
              <a:ea typeface="Arial"/>
              <a:cs typeface="Arial"/>
              <a:sym typeface="Arial"/>
            </a:endParaRPr>
          </a:p>
        </p:txBody>
      </p:sp>
      <p:sp>
        <p:nvSpPr>
          <p:cNvPr id="15" name="Google Shape;1644;g2e3d913bd4a_0_198">
            <a:extLst>
              <a:ext uri="{FF2B5EF4-FFF2-40B4-BE49-F238E27FC236}">
                <a16:creationId xmlns:a16="http://schemas.microsoft.com/office/drawing/2014/main" id="{64C0632E-2748-E9D2-FB4F-0F1CD76CFD98}"/>
              </a:ext>
            </a:extLst>
          </p:cNvPr>
          <p:cNvSpPr/>
          <p:nvPr/>
        </p:nvSpPr>
        <p:spPr>
          <a:xfrm>
            <a:off x="1348542" y="3939988"/>
            <a:ext cx="278511" cy="508738"/>
          </a:xfrm>
          <a:custGeom>
            <a:avLst/>
            <a:gdLst/>
            <a:ahLst/>
            <a:cxnLst/>
            <a:rect l="l" t="t" r="r" b="b"/>
            <a:pathLst>
              <a:path w="603057" h="1077960" extrusionOk="0">
                <a:moveTo>
                  <a:pt x="0" y="0"/>
                </a:moveTo>
                <a:lnTo>
                  <a:pt x="603058" y="0"/>
                </a:lnTo>
                <a:lnTo>
                  <a:pt x="603058" y="1077961"/>
                </a:lnTo>
                <a:lnTo>
                  <a:pt x="0" y="1077961"/>
                </a:lnTo>
                <a:close/>
              </a:path>
            </a:pathLst>
          </a:custGeom>
          <a:solidFill>
            <a:schemeClr val="accent2"/>
          </a:solidFill>
          <a:ln>
            <a:noFill/>
          </a:ln>
        </p:spPr>
        <p:txBody>
          <a:bodyPr spcFirstLastPara="1" wrap="square" lIns="82179" tIns="41089" rIns="82179" bIns="41089"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5"/>
              <a:buFontTx/>
              <a:buNone/>
              <a:tabLst/>
              <a:defRPr/>
            </a:pPr>
            <a:endParaRPr kumimoji="0" sz="1794" b="0" i="0" u="none" strike="noStrike" kern="1200" cap="none" spc="0" normalizeH="0" baseline="0" noProof="0" dirty="0">
              <a:ln>
                <a:noFill/>
              </a:ln>
              <a:solidFill>
                <a:srgbClr val="717074"/>
              </a:solidFill>
              <a:effectLst/>
              <a:uLnTx/>
              <a:uFillTx/>
              <a:latin typeface="Arial"/>
              <a:ea typeface="Arial"/>
              <a:cs typeface="Arial"/>
              <a:sym typeface="Arial"/>
            </a:endParaRPr>
          </a:p>
        </p:txBody>
      </p:sp>
      <p:sp>
        <p:nvSpPr>
          <p:cNvPr id="16" name="Google Shape;1645;g2e3d913bd4a_0_198">
            <a:extLst>
              <a:ext uri="{FF2B5EF4-FFF2-40B4-BE49-F238E27FC236}">
                <a16:creationId xmlns:a16="http://schemas.microsoft.com/office/drawing/2014/main" id="{54F907EF-DFE4-D17B-ED3F-63B2176F2C96}"/>
              </a:ext>
            </a:extLst>
          </p:cNvPr>
          <p:cNvSpPr/>
          <p:nvPr/>
        </p:nvSpPr>
        <p:spPr>
          <a:xfrm>
            <a:off x="1348543" y="4055750"/>
            <a:ext cx="278512" cy="293691"/>
          </a:xfrm>
          <a:custGeom>
            <a:avLst/>
            <a:gdLst/>
            <a:ahLst/>
            <a:cxnLst/>
            <a:rect l="l" t="t" r="r" b="b"/>
            <a:pathLst>
              <a:path w="603058" h="622300" extrusionOk="0">
                <a:moveTo>
                  <a:pt x="0" y="564573"/>
                </a:moveTo>
                <a:lnTo>
                  <a:pt x="603058" y="564573"/>
                </a:lnTo>
                <a:lnTo>
                  <a:pt x="603058" y="622300"/>
                </a:lnTo>
                <a:lnTo>
                  <a:pt x="0" y="622300"/>
                </a:lnTo>
                <a:close/>
                <a:moveTo>
                  <a:pt x="0" y="423333"/>
                </a:moveTo>
                <a:lnTo>
                  <a:pt x="603058" y="423333"/>
                </a:lnTo>
                <a:lnTo>
                  <a:pt x="603058" y="481060"/>
                </a:lnTo>
                <a:lnTo>
                  <a:pt x="0" y="481060"/>
                </a:lnTo>
                <a:close/>
                <a:moveTo>
                  <a:pt x="0" y="282094"/>
                </a:moveTo>
                <a:lnTo>
                  <a:pt x="603058" y="282094"/>
                </a:lnTo>
                <a:lnTo>
                  <a:pt x="603058" y="339821"/>
                </a:lnTo>
                <a:lnTo>
                  <a:pt x="0" y="339821"/>
                </a:lnTo>
                <a:close/>
                <a:moveTo>
                  <a:pt x="0" y="141239"/>
                </a:moveTo>
                <a:lnTo>
                  <a:pt x="603058" y="141239"/>
                </a:lnTo>
                <a:lnTo>
                  <a:pt x="603058" y="198966"/>
                </a:lnTo>
                <a:lnTo>
                  <a:pt x="0" y="198966"/>
                </a:lnTo>
                <a:close/>
                <a:moveTo>
                  <a:pt x="0" y="0"/>
                </a:moveTo>
                <a:lnTo>
                  <a:pt x="603058" y="0"/>
                </a:lnTo>
                <a:lnTo>
                  <a:pt x="603058" y="57727"/>
                </a:lnTo>
                <a:lnTo>
                  <a:pt x="0" y="57727"/>
                </a:lnTo>
                <a:close/>
              </a:path>
            </a:pathLst>
          </a:custGeom>
          <a:gradFill>
            <a:gsLst>
              <a:gs pos="0">
                <a:schemeClr val="accent3"/>
              </a:gs>
              <a:gs pos="100000">
                <a:srgbClr val="43D3FF"/>
              </a:gs>
            </a:gsLst>
            <a:lin ang="18900044" scaled="0"/>
          </a:gradFill>
          <a:ln>
            <a:noFill/>
          </a:ln>
        </p:spPr>
        <p:txBody>
          <a:bodyPr spcFirstLastPara="1" wrap="square" lIns="82204" tIns="41089" rIns="82204" bIns="41089"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5"/>
              <a:buFontTx/>
              <a:buNone/>
              <a:tabLst/>
              <a:defRPr/>
            </a:pPr>
            <a:endParaRPr kumimoji="0" sz="1794" b="0" i="0" u="none" strike="noStrike" kern="1200" cap="none" spc="0" normalizeH="0" baseline="0" noProof="0" dirty="0">
              <a:ln>
                <a:noFill/>
              </a:ln>
              <a:solidFill>
                <a:srgbClr val="717074"/>
              </a:solidFill>
              <a:effectLst/>
              <a:uLnTx/>
              <a:uFillTx/>
              <a:latin typeface="Arial"/>
              <a:ea typeface="Arial"/>
              <a:cs typeface="Arial"/>
              <a:sym typeface="Arial"/>
            </a:endParaRPr>
          </a:p>
        </p:txBody>
      </p:sp>
      <p:sp>
        <p:nvSpPr>
          <p:cNvPr id="17" name="Google Shape;1646;g2e3d913bd4a_0_198">
            <a:extLst>
              <a:ext uri="{FF2B5EF4-FFF2-40B4-BE49-F238E27FC236}">
                <a16:creationId xmlns:a16="http://schemas.microsoft.com/office/drawing/2014/main" id="{8D8B0AF7-8002-ADF2-DF79-93EE7DF2D64B}"/>
              </a:ext>
            </a:extLst>
          </p:cNvPr>
          <p:cNvSpPr/>
          <p:nvPr/>
        </p:nvSpPr>
        <p:spPr>
          <a:xfrm>
            <a:off x="1408062" y="4283916"/>
            <a:ext cx="159605" cy="164906"/>
          </a:xfrm>
          <a:prstGeom prst="rect">
            <a:avLst/>
          </a:prstGeom>
          <a:solidFill>
            <a:srgbClr val="002D45"/>
          </a:solidFill>
          <a:ln>
            <a:noFill/>
          </a:ln>
        </p:spPr>
        <p:txBody>
          <a:bodyPr spcFirstLastPara="1" wrap="square" lIns="82179" tIns="41089" rIns="82179" bIns="41089"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5"/>
              <a:buFontTx/>
              <a:buNone/>
              <a:tabLst/>
              <a:defRPr/>
            </a:pPr>
            <a:endParaRPr kumimoji="0" sz="1794" b="0" i="0" u="none" strike="noStrike" kern="1200" cap="none" spc="0" normalizeH="0" baseline="0" noProof="0" dirty="0">
              <a:ln>
                <a:noFill/>
              </a:ln>
              <a:solidFill>
                <a:srgbClr val="717074"/>
              </a:solidFill>
              <a:effectLst/>
              <a:uLnTx/>
              <a:uFillTx/>
              <a:latin typeface="Arial"/>
              <a:ea typeface="Arial"/>
              <a:cs typeface="Arial"/>
              <a:sym typeface="Arial"/>
            </a:endParaRPr>
          </a:p>
        </p:txBody>
      </p:sp>
      <p:grpSp>
        <p:nvGrpSpPr>
          <p:cNvPr id="8347" name="Group 8346">
            <a:extLst>
              <a:ext uri="{FF2B5EF4-FFF2-40B4-BE49-F238E27FC236}">
                <a16:creationId xmlns:a16="http://schemas.microsoft.com/office/drawing/2014/main" id="{D1B6B6AD-9FA8-39B3-507B-091AC07B9BB7}"/>
              </a:ext>
            </a:extLst>
          </p:cNvPr>
          <p:cNvGrpSpPr/>
          <p:nvPr/>
        </p:nvGrpSpPr>
        <p:grpSpPr>
          <a:xfrm>
            <a:off x="6327893" y="1423511"/>
            <a:ext cx="2128385" cy="4343540"/>
            <a:chOff x="6327953" y="1422987"/>
            <a:chExt cx="2128939" cy="4344671"/>
          </a:xfrm>
        </p:grpSpPr>
        <p:sp>
          <p:nvSpPr>
            <p:cNvPr id="7821" name="Google Shape;7821;p109">
              <a:extLst>
                <a:ext uri="{FF2B5EF4-FFF2-40B4-BE49-F238E27FC236}">
                  <a16:creationId xmlns:a16="http://schemas.microsoft.com/office/drawing/2014/main" id="{F23B99D1-A9D2-064A-2A0C-D8E559241B3C}"/>
                </a:ext>
              </a:extLst>
            </p:cNvPr>
            <p:cNvSpPr txBox="1"/>
            <p:nvPr/>
          </p:nvSpPr>
          <p:spPr>
            <a:xfrm>
              <a:off x="6327953" y="1422987"/>
              <a:ext cx="2019676" cy="480131"/>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30000"/>
                </a:lnSpc>
                <a:spcBef>
                  <a:spcPts val="0"/>
                </a:spcBef>
                <a:spcAft>
                  <a:spcPts val="0"/>
                </a:spcAft>
                <a:buClr>
                  <a:srgbClr val="1B1E35"/>
                </a:buClr>
                <a:buSzPts val="1600"/>
                <a:buFontTx/>
                <a:buNone/>
                <a:tabLst/>
                <a:defRPr/>
              </a:pPr>
              <a:r>
                <a:rPr kumimoji="0" lang="en-US" sz="1200" b="0" i="0" u="none" strike="noStrike" kern="1200" cap="none" spc="0" normalizeH="0" baseline="0" noProof="0" dirty="0">
                  <a:ln>
                    <a:noFill/>
                  </a:ln>
                  <a:solidFill>
                    <a:srgbClr val="1B1E35"/>
                  </a:solidFill>
                  <a:effectLst/>
                  <a:uLnTx/>
                  <a:uFillTx/>
                  <a:latin typeface="Arial" panose="020B0604020202020204" pitchFamily="34" charset="0"/>
                  <a:ea typeface="+mn-ea"/>
                  <a:cs typeface="+mn-cs"/>
                  <a:sym typeface="Arial"/>
                </a:rPr>
                <a:t>Air-Gapped</a:t>
              </a:r>
              <a:endParaRPr kumimoji="0" sz="12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a:p>
              <a:pPr marL="0" marR="0" lvl="0" indent="0" algn="ctr" defTabSz="914400" rtl="0" eaLnBrk="1" fontAlgn="auto" latinLnBrk="0" hangingPunct="1">
                <a:lnSpc>
                  <a:spcPct val="130000"/>
                </a:lnSpc>
                <a:spcBef>
                  <a:spcPts val="0"/>
                </a:spcBef>
                <a:spcAft>
                  <a:spcPts val="0"/>
                </a:spcAft>
                <a:buClr>
                  <a:srgbClr val="1B1E35"/>
                </a:buClr>
                <a:buSzPts val="1600"/>
                <a:buFontTx/>
                <a:buNone/>
                <a:tabLst/>
                <a:defRPr/>
              </a:pPr>
              <a:r>
                <a:rPr kumimoji="0" lang="en-US" sz="1200" b="0" i="0" u="none" strike="noStrike" kern="1200" cap="none" spc="0" normalizeH="0" baseline="0" noProof="0" dirty="0">
                  <a:ln>
                    <a:noFill/>
                  </a:ln>
                  <a:solidFill>
                    <a:srgbClr val="1B1E35"/>
                  </a:solidFill>
                  <a:effectLst/>
                  <a:uLnTx/>
                  <a:uFillTx/>
                  <a:latin typeface="Arial" panose="020B0604020202020204" pitchFamily="34" charset="0"/>
                  <a:ea typeface="+mn-ea"/>
                  <a:cs typeface="+mn-cs"/>
                  <a:sym typeface="Arial"/>
                </a:rPr>
                <a:t>Edge</a:t>
              </a:r>
              <a:endParaRPr kumimoji="0" sz="12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822" name="Google Shape;7822;p109">
              <a:extLst>
                <a:ext uri="{FF2B5EF4-FFF2-40B4-BE49-F238E27FC236}">
                  <a16:creationId xmlns:a16="http://schemas.microsoft.com/office/drawing/2014/main" id="{49295554-13CE-C579-6A7B-BF147FC10BFD}"/>
                </a:ext>
              </a:extLst>
            </p:cNvPr>
            <p:cNvSpPr txBox="1"/>
            <p:nvPr/>
          </p:nvSpPr>
          <p:spPr>
            <a:xfrm>
              <a:off x="6645778" y="5157004"/>
              <a:ext cx="1379041" cy="210058"/>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30000"/>
                </a:lnSpc>
                <a:spcBef>
                  <a:spcPts val="0"/>
                </a:spcBef>
                <a:spcAft>
                  <a:spcPts val="0"/>
                </a:spcAft>
                <a:buClr>
                  <a:srgbClr val="1B1E35"/>
                </a:buClr>
                <a:buSzPts val="1050"/>
                <a:buFontTx/>
                <a:buNone/>
                <a:tabLst/>
                <a:defRPr/>
              </a:pPr>
              <a:r>
                <a:rPr kumimoji="0" lang="en-US" sz="1050" b="0" i="0" u="none" strike="noStrike" kern="1200" cap="none" spc="0" normalizeH="0" baseline="0" noProof="0" dirty="0">
                  <a:ln>
                    <a:noFill/>
                  </a:ln>
                  <a:solidFill>
                    <a:srgbClr val="1B1E35"/>
                  </a:solidFill>
                  <a:effectLst/>
                  <a:uLnTx/>
                  <a:uFillTx/>
                  <a:latin typeface="Arial" panose="020B0604020202020204" pitchFamily="34" charset="0"/>
                  <a:ea typeface="+mn-ea"/>
                  <a:cs typeface="+mn-cs"/>
                  <a:sym typeface="Arial"/>
                </a:rPr>
                <a:t>VCF Edge</a:t>
              </a:r>
              <a:endParaRPr kumimoji="0" sz="1799"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823" name="Google Shape;7823;p109">
              <a:extLst>
                <a:ext uri="{FF2B5EF4-FFF2-40B4-BE49-F238E27FC236}">
                  <a16:creationId xmlns:a16="http://schemas.microsoft.com/office/drawing/2014/main" id="{71905AF4-4FF6-BE29-0F2B-A83464AF63D6}"/>
                </a:ext>
              </a:extLst>
            </p:cNvPr>
            <p:cNvSpPr/>
            <p:nvPr/>
          </p:nvSpPr>
          <p:spPr>
            <a:xfrm>
              <a:off x="6578251" y="2890544"/>
              <a:ext cx="1519080" cy="2258110"/>
            </a:xfrm>
            <a:prstGeom prst="roundRect">
              <a:avLst>
                <a:gd name="adj" fmla="val 6799"/>
              </a:avLst>
            </a:prstGeom>
            <a:noFill/>
            <a:ln w="9525" cap="flat" cmpd="sng">
              <a:solidFill>
                <a:schemeClr val="dk1"/>
              </a:solidFill>
              <a:prstDash val="solid"/>
              <a:round/>
              <a:headEnd type="none" w="sm" len="sm"/>
              <a:tailEnd type="none" w="sm" len="sm"/>
            </a:ln>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sym typeface="Arial"/>
              </a:endParaRPr>
            </a:p>
          </p:txBody>
        </p:sp>
        <p:sp>
          <p:nvSpPr>
            <p:cNvPr id="7849" name="Google Shape;7849;p109">
              <a:extLst>
                <a:ext uri="{FF2B5EF4-FFF2-40B4-BE49-F238E27FC236}">
                  <a16:creationId xmlns:a16="http://schemas.microsoft.com/office/drawing/2014/main" id="{5B0224DF-14E0-CB3D-34F1-8A211C893B28}"/>
                </a:ext>
              </a:extLst>
            </p:cNvPr>
            <p:cNvSpPr/>
            <p:nvPr/>
          </p:nvSpPr>
          <p:spPr>
            <a:xfrm>
              <a:off x="6907781" y="4079463"/>
              <a:ext cx="814988" cy="180660"/>
            </a:xfrm>
            <a:custGeom>
              <a:avLst/>
              <a:gdLst/>
              <a:ahLst/>
              <a:cxnLst/>
              <a:rect l="l" t="t" r="r" b="b"/>
              <a:pathLst>
                <a:path w="424226" h="1033215" extrusionOk="0">
                  <a:moveTo>
                    <a:pt x="0" y="0"/>
                  </a:moveTo>
                  <a:lnTo>
                    <a:pt x="424226" y="0"/>
                  </a:lnTo>
                  <a:lnTo>
                    <a:pt x="424226" y="1033215"/>
                  </a:lnTo>
                  <a:lnTo>
                    <a:pt x="0" y="1033215"/>
                  </a:lnTo>
                  <a:close/>
                </a:path>
              </a:pathLst>
            </a:custGeom>
            <a:solidFill>
              <a:srgbClr val="0193C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850" name="Google Shape;7850;p109">
              <a:extLst>
                <a:ext uri="{FF2B5EF4-FFF2-40B4-BE49-F238E27FC236}">
                  <a16:creationId xmlns:a16="http://schemas.microsoft.com/office/drawing/2014/main" id="{5D954B4E-B6B0-25DA-2C0C-24C9AC867C25}"/>
                </a:ext>
              </a:extLst>
            </p:cNvPr>
            <p:cNvSpPr/>
            <p:nvPr/>
          </p:nvSpPr>
          <p:spPr>
            <a:xfrm>
              <a:off x="6907781" y="4226112"/>
              <a:ext cx="814988" cy="34011"/>
            </a:xfrm>
            <a:custGeom>
              <a:avLst/>
              <a:gdLst/>
              <a:ahLst/>
              <a:cxnLst/>
              <a:rect l="l" t="t" r="r" b="b"/>
              <a:pathLst>
                <a:path w="424226" h="149923" extrusionOk="0">
                  <a:moveTo>
                    <a:pt x="0" y="0"/>
                  </a:moveTo>
                  <a:lnTo>
                    <a:pt x="424226" y="0"/>
                  </a:lnTo>
                  <a:lnTo>
                    <a:pt x="424226" y="149924"/>
                  </a:lnTo>
                  <a:lnTo>
                    <a:pt x="0" y="149924"/>
                  </a:lnTo>
                  <a:close/>
                </a:path>
              </a:pathLst>
            </a:custGeom>
            <a:solidFill>
              <a:srgbClr val="005B84"/>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851" name="Google Shape;7851;p109">
              <a:extLst>
                <a:ext uri="{FF2B5EF4-FFF2-40B4-BE49-F238E27FC236}">
                  <a16:creationId xmlns:a16="http://schemas.microsoft.com/office/drawing/2014/main" id="{879FAD4E-1D7D-7DFC-278C-E28BE6252B41}"/>
                </a:ext>
              </a:extLst>
            </p:cNvPr>
            <p:cNvSpPr/>
            <p:nvPr/>
          </p:nvSpPr>
          <p:spPr>
            <a:xfrm>
              <a:off x="7010424" y="4092175"/>
              <a:ext cx="79905" cy="9436"/>
            </a:xfrm>
            <a:custGeom>
              <a:avLst/>
              <a:gdLst/>
              <a:ahLst/>
              <a:cxnLst/>
              <a:rect l="l" t="t" r="r" b="b"/>
              <a:pathLst>
                <a:path w="41593" h="41593" extrusionOk="0">
                  <a:moveTo>
                    <a:pt x="41593" y="20797"/>
                  </a:moveTo>
                  <a:cubicBezTo>
                    <a:pt x="41593" y="32282"/>
                    <a:pt x="32282" y="41593"/>
                    <a:pt x="20797" y="41593"/>
                  </a:cubicBezTo>
                  <a:cubicBezTo>
                    <a:pt x="9311" y="41593"/>
                    <a:pt x="0" y="32282"/>
                    <a:pt x="0" y="20797"/>
                  </a:cubicBezTo>
                  <a:cubicBezTo>
                    <a:pt x="0" y="9311"/>
                    <a:pt x="9311" y="0"/>
                    <a:pt x="20797" y="0"/>
                  </a:cubicBezTo>
                  <a:cubicBezTo>
                    <a:pt x="32282" y="0"/>
                    <a:pt x="41593" y="9311"/>
                    <a:pt x="41593" y="20797"/>
                  </a:cubicBezTo>
                  <a:close/>
                </a:path>
              </a:pathLst>
            </a:custGeom>
            <a:solidFill>
              <a:srgbClr val="99CC48"/>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grpSp>
          <p:nvGrpSpPr>
            <p:cNvPr id="7852" name="Google Shape;7852;p109">
              <a:extLst>
                <a:ext uri="{FF2B5EF4-FFF2-40B4-BE49-F238E27FC236}">
                  <a16:creationId xmlns:a16="http://schemas.microsoft.com/office/drawing/2014/main" id="{3F6B0853-F597-BC88-CEED-E2F0D7911978}"/>
                </a:ext>
              </a:extLst>
            </p:cNvPr>
            <p:cNvGrpSpPr/>
            <p:nvPr/>
          </p:nvGrpSpPr>
          <p:grpSpPr>
            <a:xfrm>
              <a:off x="6907781" y="4131724"/>
              <a:ext cx="814988" cy="106024"/>
              <a:chOff x="8343915" y="4452280"/>
              <a:chExt cx="424226" cy="467358"/>
            </a:xfrm>
          </p:grpSpPr>
          <p:sp>
            <p:nvSpPr>
              <p:cNvPr id="7853" name="Google Shape;7853;p109">
                <a:extLst>
                  <a:ext uri="{FF2B5EF4-FFF2-40B4-BE49-F238E27FC236}">
                    <a16:creationId xmlns:a16="http://schemas.microsoft.com/office/drawing/2014/main" id="{F7F7A12B-EF2A-6BB9-3786-1DEA78ADAF47}"/>
                  </a:ext>
                </a:extLst>
              </p:cNvPr>
              <p:cNvSpPr/>
              <p:nvPr/>
            </p:nvSpPr>
            <p:spPr>
              <a:xfrm>
                <a:off x="8343915" y="4452280"/>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854" name="Google Shape;7854;p109">
                <a:extLst>
                  <a:ext uri="{FF2B5EF4-FFF2-40B4-BE49-F238E27FC236}">
                    <a16:creationId xmlns:a16="http://schemas.microsoft.com/office/drawing/2014/main" id="{35C09D35-940B-E6C5-16C3-1A370B7AE402}"/>
                  </a:ext>
                </a:extLst>
              </p:cNvPr>
              <p:cNvSpPr/>
              <p:nvPr/>
            </p:nvSpPr>
            <p:spPr>
              <a:xfrm>
                <a:off x="8343915" y="4503503"/>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855" name="Google Shape;7855;p109">
                <a:extLst>
                  <a:ext uri="{FF2B5EF4-FFF2-40B4-BE49-F238E27FC236}">
                    <a16:creationId xmlns:a16="http://schemas.microsoft.com/office/drawing/2014/main" id="{879A241A-5B25-4F51-52CE-BEE82B4345B2}"/>
                  </a:ext>
                </a:extLst>
              </p:cNvPr>
              <p:cNvSpPr/>
              <p:nvPr/>
            </p:nvSpPr>
            <p:spPr>
              <a:xfrm>
                <a:off x="8343915" y="4554659"/>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856" name="Google Shape;7856;p109">
                <a:extLst>
                  <a:ext uri="{FF2B5EF4-FFF2-40B4-BE49-F238E27FC236}">
                    <a16:creationId xmlns:a16="http://schemas.microsoft.com/office/drawing/2014/main" id="{4577AB21-2636-D613-0614-6AD36854D6A5}"/>
                  </a:ext>
                </a:extLst>
              </p:cNvPr>
              <p:cNvSpPr/>
              <p:nvPr/>
            </p:nvSpPr>
            <p:spPr>
              <a:xfrm>
                <a:off x="8343915" y="4605815"/>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857" name="Google Shape;7857;p109">
                <a:extLst>
                  <a:ext uri="{FF2B5EF4-FFF2-40B4-BE49-F238E27FC236}">
                    <a16:creationId xmlns:a16="http://schemas.microsoft.com/office/drawing/2014/main" id="{F895F708-9F3B-6466-951F-84FB51E11189}"/>
                  </a:ext>
                </a:extLst>
              </p:cNvPr>
              <p:cNvSpPr/>
              <p:nvPr/>
            </p:nvSpPr>
            <p:spPr>
              <a:xfrm>
                <a:off x="8343915" y="4657038"/>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858" name="Google Shape;7858;p109">
                <a:extLst>
                  <a:ext uri="{FF2B5EF4-FFF2-40B4-BE49-F238E27FC236}">
                    <a16:creationId xmlns:a16="http://schemas.microsoft.com/office/drawing/2014/main" id="{DF8EEF14-3BF1-897B-DB2E-3FD8E3024532}"/>
                  </a:ext>
                </a:extLst>
              </p:cNvPr>
              <p:cNvSpPr/>
              <p:nvPr/>
            </p:nvSpPr>
            <p:spPr>
              <a:xfrm>
                <a:off x="8343915" y="4708193"/>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859" name="Google Shape;7859;p109">
                <a:extLst>
                  <a:ext uri="{FF2B5EF4-FFF2-40B4-BE49-F238E27FC236}">
                    <a16:creationId xmlns:a16="http://schemas.microsoft.com/office/drawing/2014/main" id="{FC8ED1D4-9163-B404-718B-9DE432AF171B}"/>
                  </a:ext>
                </a:extLst>
              </p:cNvPr>
              <p:cNvSpPr/>
              <p:nvPr/>
            </p:nvSpPr>
            <p:spPr>
              <a:xfrm>
                <a:off x="8343915" y="4759416"/>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860" name="Google Shape;7860;p109">
                <a:extLst>
                  <a:ext uri="{FF2B5EF4-FFF2-40B4-BE49-F238E27FC236}">
                    <a16:creationId xmlns:a16="http://schemas.microsoft.com/office/drawing/2014/main" id="{FE0BAE80-EB71-6290-4CEE-08E4249B111A}"/>
                  </a:ext>
                </a:extLst>
              </p:cNvPr>
              <p:cNvSpPr/>
              <p:nvPr/>
            </p:nvSpPr>
            <p:spPr>
              <a:xfrm>
                <a:off x="8343915" y="4810572"/>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861" name="Google Shape;7861;p109">
                <a:extLst>
                  <a:ext uri="{FF2B5EF4-FFF2-40B4-BE49-F238E27FC236}">
                    <a16:creationId xmlns:a16="http://schemas.microsoft.com/office/drawing/2014/main" id="{3230B989-41B1-933D-2E5F-EF6036AF6EB1}"/>
                  </a:ext>
                </a:extLst>
              </p:cNvPr>
              <p:cNvSpPr/>
              <p:nvPr/>
            </p:nvSpPr>
            <p:spPr>
              <a:xfrm>
                <a:off x="8343915" y="4861728"/>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862" name="Google Shape;7862;p109">
                <a:extLst>
                  <a:ext uri="{FF2B5EF4-FFF2-40B4-BE49-F238E27FC236}">
                    <a16:creationId xmlns:a16="http://schemas.microsoft.com/office/drawing/2014/main" id="{31630889-3501-1374-0DD2-BFA72EF0A29B}"/>
                  </a:ext>
                </a:extLst>
              </p:cNvPr>
              <p:cNvSpPr/>
              <p:nvPr/>
            </p:nvSpPr>
            <p:spPr>
              <a:xfrm>
                <a:off x="8343915" y="4912951"/>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grpSp>
        <p:sp>
          <p:nvSpPr>
            <p:cNvPr id="7863" name="Google Shape;7863;p109">
              <a:extLst>
                <a:ext uri="{FF2B5EF4-FFF2-40B4-BE49-F238E27FC236}">
                  <a16:creationId xmlns:a16="http://schemas.microsoft.com/office/drawing/2014/main" id="{64DF5B63-9DB6-6A36-03AA-EF23D5D21EFC}"/>
                </a:ext>
              </a:extLst>
            </p:cNvPr>
            <p:cNvSpPr/>
            <p:nvPr/>
          </p:nvSpPr>
          <p:spPr>
            <a:xfrm>
              <a:off x="6907781" y="4079463"/>
              <a:ext cx="815117" cy="134088"/>
            </a:xfrm>
            <a:custGeom>
              <a:avLst/>
              <a:gdLst/>
              <a:ahLst/>
              <a:cxnLst/>
              <a:rect l="l" t="t" r="r" b="b"/>
              <a:pathLst>
                <a:path w="424293" h="591067" extrusionOk="0">
                  <a:moveTo>
                    <a:pt x="0" y="254375"/>
                  </a:moveTo>
                  <a:lnTo>
                    <a:pt x="2407" y="591068"/>
                  </a:lnTo>
                  <a:lnTo>
                    <a:pt x="424293" y="174198"/>
                  </a:lnTo>
                  <a:lnTo>
                    <a:pt x="424226" y="0"/>
                  </a:lnTo>
                  <a:lnTo>
                    <a:pt x="254375" y="0"/>
                  </a:lnTo>
                  <a:lnTo>
                    <a:pt x="0" y="254375"/>
                  </a:lnTo>
                  <a:close/>
                </a:path>
              </a:pathLst>
            </a:custGeom>
            <a:gradFill>
              <a:gsLst>
                <a:gs pos="0">
                  <a:srgbClr val="FFFFFF">
                    <a:alpha val="45882"/>
                  </a:srgbClr>
                </a:gs>
                <a:gs pos="3000">
                  <a:srgbClr val="FFFFFF">
                    <a:alpha val="45882"/>
                  </a:srgbClr>
                </a:gs>
                <a:gs pos="100000">
                  <a:srgbClr val="FFFFFF">
                    <a:alpha val="0"/>
                  </a:srgbClr>
                </a:gs>
              </a:gsLst>
              <a:lin ang="10800000" scaled="0"/>
            </a:gra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865" name="Google Shape;7865;p109">
              <a:extLst>
                <a:ext uri="{FF2B5EF4-FFF2-40B4-BE49-F238E27FC236}">
                  <a16:creationId xmlns:a16="http://schemas.microsoft.com/office/drawing/2014/main" id="{56ED7853-C148-180E-2F19-AF84484F6313}"/>
                </a:ext>
              </a:extLst>
            </p:cNvPr>
            <p:cNvSpPr/>
            <p:nvPr/>
          </p:nvSpPr>
          <p:spPr>
            <a:xfrm>
              <a:off x="6907781" y="4330563"/>
              <a:ext cx="814988" cy="180660"/>
            </a:xfrm>
            <a:custGeom>
              <a:avLst/>
              <a:gdLst/>
              <a:ahLst/>
              <a:cxnLst/>
              <a:rect l="l" t="t" r="r" b="b"/>
              <a:pathLst>
                <a:path w="424226" h="1033215" extrusionOk="0">
                  <a:moveTo>
                    <a:pt x="0" y="0"/>
                  </a:moveTo>
                  <a:lnTo>
                    <a:pt x="424226" y="0"/>
                  </a:lnTo>
                  <a:lnTo>
                    <a:pt x="424226" y="1033215"/>
                  </a:lnTo>
                  <a:lnTo>
                    <a:pt x="0" y="1033215"/>
                  </a:lnTo>
                  <a:close/>
                </a:path>
              </a:pathLst>
            </a:custGeom>
            <a:solidFill>
              <a:srgbClr val="0193C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866" name="Google Shape;7866;p109">
              <a:extLst>
                <a:ext uri="{FF2B5EF4-FFF2-40B4-BE49-F238E27FC236}">
                  <a16:creationId xmlns:a16="http://schemas.microsoft.com/office/drawing/2014/main" id="{8D57DF40-DAD9-E42B-8ADA-0016D055C94F}"/>
                </a:ext>
              </a:extLst>
            </p:cNvPr>
            <p:cNvSpPr/>
            <p:nvPr/>
          </p:nvSpPr>
          <p:spPr>
            <a:xfrm>
              <a:off x="6907781" y="4477212"/>
              <a:ext cx="814988" cy="34011"/>
            </a:xfrm>
            <a:custGeom>
              <a:avLst/>
              <a:gdLst/>
              <a:ahLst/>
              <a:cxnLst/>
              <a:rect l="l" t="t" r="r" b="b"/>
              <a:pathLst>
                <a:path w="424226" h="149923" extrusionOk="0">
                  <a:moveTo>
                    <a:pt x="0" y="0"/>
                  </a:moveTo>
                  <a:lnTo>
                    <a:pt x="424226" y="0"/>
                  </a:lnTo>
                  <a:lnTo>
                    <a:pt x="424226" y="149924"/>
                  </a:lnTo>
                  <a:lnTo>
                    <a:pt x="0" y="149924"/>
                  </a:lnTo>
                  <a:close/>
                </a:path>
              </a:pathLst>
            </a:custGeom>
            <a:solidFill>
              <a:srgbClr val="005B84"/>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867" name="Google Shape;7867;p109">
              <a:extLst>
                <a:ext uri="{FF2B5EF4-FFF2-40B4-BE49-F238E27FC236}">
                  <a16:creationId xmlns:a16="http://schemas.microsoft.com/office/drawing/2014/main" id="{C5E6F163-84AF-C3F8-2C27-C64DDE480E29}"/>
                </a:ext>
              </a:extLst>
            </p:cNvPr>
            <p:cNvSpPr/>
            <p:nvPr/>
          </p:nvSpPr>
          <p:spPr>
            <a:xfrm>
              <a:off x="7010424" y="4343275"/>
              <a:ext cx="79905" cy="9436"/>
            </a:xfrm>
            <a:custGeom>
              <a:avLst/>
              <a:gdLst/>
              <a:ahLst/>
              <a:cxnLst/>
              <a:rect l="l" t="t" r="r" b="b"/>
              <a:pathLst>
                <a:path w="41593" h="41593" extrusionOk="0">
                  <a:moveTo>
                    <a:pt x="41593" y="20797"/>
                  </a:moveTo>
                  <a:cubicBezTo>
                    <a:pt x="41593" y="32282"/>
                    <a:pt x="32282" y="41593"/>
                    <a:pt x="20797" y="41593"/>
                  </a:cubicBezTo>
                  <a:cubicBezTo>
                    <a:pt x="9311" y="41593"/>
                    <a:pt x="0" y="32282"/>
                    <a:pt x="0" y="20797"/>
                  </a:cubicBezTo>
                  <a:cubicBezTo>
                    <a:pt x="0" y="9311"/>
                    <a:pt x="9311" y="0"/>
                    <a:pt x="20797" y="0"/>
                  </a:cubicBezTo>
                  <a:cubicBezTo>
                    <a:pt x="32282" y="0"/>
                    <a:pt x="41593" y="9311"/>
                    <a:pt x="41593" y="20797"/>
                  </a:cubicBezTo>
                  <a:close/>
                </a:path>
              </a:pathLst>
            </a:custGeom>
            <a:solidFill>
              <a:srgbClr val="99CC48"/>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grpSp>
          <p:nvGrpSpPr>
            <p:cNvPr id="7868" name="Google Shape;7868;p109">
              <a:extLst>
                <a:ext uri="{FF2B5EF4-FFF2-40B4-BE49-F238E27FC236}">
                  <a16:creationId xmlns:a16="http://schemas.microsoft.com/office/drawing/2014/main" id="{41A4D960-FCC3-1B6F-A44C-2C6E918386E8}"/>
                </a:ext>
              </a:extLst>
            </p:cNvPr>
            <p:cNvGrpSpPr/>
            <p:nvPr/>
          </p:nvGrpSpPr>
          <p:grpSpPr>
            <a:xfrm>
              <a:off x="6907781" y="4382824"/>
              <a:ext cx="814988" cy="106024"/>
              <a:chOff x="8343915" y="4452280"/>
              <a:chExt cx="424226" cy="467358"/>
            </a:xfrm>
          </p:grpSpPr>
          <p:sp>
            <p:nvSpPr>
              <p:cNvPr id="7869" name="Google Shape;7869;p109">
                <a:extLst>
                  <a:ext uri="{FF2B5EF4-FFF2-40B4-BE49-F238E27FC236}">
                    <a16:creationId xmlns:a16="http://schemas.microsoft.com/office/drawing/2014/main" id="{9C7F3F56-B17A-DF00-4260-A2D86667473F}"/>
                  </a:ext>
                </a:extLst>
              </p:cNvPr>
              <p:cNvSpPr/>
              <p:nvPr/>
            </p:nvSpPr>
            <p:spPr>
              <a:xfrm>
                <a:off x="8343915" y="4452280"/>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870" name="Google Shape;7870;p109">
                <a:extLst>
                  <a:ext uri="{FF2B5EF4-FFF2-40B4-BE49-F238E27FC236}">
                    <a16:creationId xmlns:a16="http://schemas.microsoft.com/office/drawing/2014/main" id="{09995666-365E-8431-5673-82842C99C9B7}"/>
                  </a:ext>
                </a:extLst>
              </p:cNvPr>
              <p:cNvSpPr/>
              <p:nvPr/>
            </p:nvSpPr>
            <p:spPr>
              <a:xfrm>
                <a:off x="8343915" y="4503503"/>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871" name="Google Shape;7871;p109">
                <a:extLst>
                  <a:ext uri="{FF2B5EF4-FFF2-40B4-BE49-F238E27FC236}">
                    <a16:creationId xmlns:a16="http://schemas.microsoft.com/office/drawing/2014/main" id="{57532E67-249C-5B2F-8C52-519A92DE81A4}"/>
                  </a:ext>
                </a:extLst>
              </p:cNvPr>
              <p:cNvSpPr/>
              <p:nvPr/>
            </p:nvSpPr>
            <p:spPr>
              <a:xfrm>
                <a:off x="8343915" y="4554659"/>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872" name="Google Shape;7872;p109">
                <a:extLst>
                  <a:ext uri="{FF2B5EF4-FFF2-40B4-BE49-F238E27FC236}">
                    <a16:creationId xmlns:a16="http://schemas.microsoft.com/office/drawing/2014/main" id="{C482EB3B-3BEA-DDD6-B4B7-A91117D1EB15}"/>
                  </a:ext>
                </a:extLst>
              </p:cNvPr>
              <p:cNvSpPr/>
              <p:nvPr/>
            </p:nvSpPr>
            <p:spPr>
              <a:xfrm>
                <a:off x="8343915" y="4605815"/>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873" name="Google Shape;7873;p109">
                <a:extLst>
                  <a:ext uri="{FF2B5EF4-FFF2-40B4-BE49-F238E27FC236}">
                    <a16:creationId xmlns:a16="http://schemas.microsoft.com/office/drawing/2014/main" id="{844E2320-C645-DAA3-980D-DF5BB8BB01AF}"/>
                  </a:ext>
                </a:extLst>
              </p:cNvPr>
              <p:cNvSpPr/>
              <p:nvPr/>
            </p:nvSpPr>
            <p:spPr>
              <a:xfrm>
                <a:off x="8343915" y="4657038"/>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874" name="Google Shape;7874;p109">
                <a:extLst>
                  <a:ext uri="{FF2B5EF4-FFF2-40B4-BE49-F238E27FC236}">
                    <a16:creationId xmlns:a16="http://schemas.microsoft.com/office/drawing/2014/main" id="{C5D2D58A-46B8-EF54-8C49-88C36C60193A}"/>
                  </a:ext>
                </a:extLst>
              </p:cNvPr>
              <p:cNvSpPr/>
              <p:nvPr/>
            </p:nvSpPr>
            <p:spPr>
              <a:xfrm>
                <a:off x="8343915" y="4708193"/>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875" name="Google Shape;7875;p109">
                <a:extLst>
                  <a:ext uri="{FF2B5EF4-FFF2-40B4-BE49-F238E27FC236}">
                    <a16:creationId xmlns:a16="http://schemas.microsoft.com/office/drawing/2014/main" id="{3799F086-53AD-9610-71C4-4F5F78B71028}"/>
                  </a:ext>
                </a:extLst>
              </p:cNvPr>
              <p:cNvSpPr/>
              <p:nvPr/>
            </p:nvSpPr>
            <p:spPr>
              <a:xfrm>
                <a:off x="8343915" y="4759416"/>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876" name="Google Shape;7876;p109">
                <a:extLst>
                  <a:ext uri="{FF2B5EF4-FFF2-40B4-BE49-F238E27FC236}">
                    <a16:creationId xmlns:a16="http://schemas.microsoft.com/office/drawing/2014/main" id="{362D598D-EBE5-2FE3-2317-8922231C5CBF}"/>
                  </a:ext>
                </a:extLst>
              </p:cNvPr>
              <p:cNvSpPr/>
              <p:nvPr/>
            </p:nvSpPr>
            <p:spPr>
              <a:xfrm>
                <a:off x="8343915" y="4810572"/>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877" name="Google Shape;7877;p109">
                <a:extLst>
                  <a:ext uri="{FF2B5EF4-FFF2-40B4-BE49-F238E27FC236}">
                    <a16:creationId xmlns:a16="http://schemas.microsoft.com/office/drawing/2014/main" id="{01F2B014-C043-23BD-DC3F-F46E14770422}"/>
                  </a:ext>
                </a:extLst>
              </p:cNvPr>
              <p:cNvSpPr/>
              <p:nvPr/>
            </p:nvSpPr>
            <p:spPr>
              <a:xfrm>
                <a:off x="8343915" y="4861728"/>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878" name="Google Shape;7878;p109">
                <a:extLst>
                  <a:ext uri="{FF2B5EF4-FFF2-40B4-BE49-F238E27FC236}">
                    <a16:creationId xmlns:a16="http://schemas.microsoft.com/office/drawing/2014/main" id="{60850BB6-F66F-9FD3-8F8F-B2F1B2CA790F}"/>
                  </a:ext>
                </a:extLst>
              </p:cNvPr>
              <p:cNvSpPr/>
              <p:nvPr/>
            </p:nvSpPr>
            <p:spPr>
              <a:xfrm>
                <a:off x="8343915" y="4912951"/>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grpSp>
        <p:sp>
          <p:nvSpPr>
            <p:cNvPr id="7879" name="Google Shape;7879;p109">
              <a:extLst>
                <a:ext uri="{FF2B5EF4-FFF2-40B4-BE49-F238E27FC236}">
                  <a16:creationId xmlns:a16="http://schemas.microsoft.com/office/drawing/2014/main" id="{6BAB5FC2-9ECD-7B53-EEB1-4FAFFE068F9D}"/>
                </a:ext>
              </a:extLst>
            </p:cNvPr>
            <p:cNvSpPr/>
            <p:nvPr/>
          </p:nvSpPr>
          <p:spPr>
            <a:xfrm>
              <a:off x="6907781" y="4330563"/>
              <a:ext cx="815117" cy="134088"/>
            </a:xfrm>
            <a:custGeom>
              <a:avLst/>
              <a:gdLst/>
              <a:ahLst/>
              <a:cxnLst/>
              <a:rect l="l" t="t" r="r" b="b"/>
              <a:pathLst>
                <a:path w="424293" h="591067" extrusionOk="0">
                  <a:moveTo>
                    <a:pt x="0" y="254375"/>
                  </a:moveTo>
                  <a:lnTo>
                    <a:pt x="2407" y="591068"/>
                  </a:lnTo>
                  <a:lnTo>
                    <a:pt x="424293" y="174198"/>
                  </a:lnTo>
                  <a:lnTo>
                    <a:pt x="424226" y="0"/>
                  </a:lnTo>
                  <a:lnTo>
                    <a:pt x="254375" y="0"/>
                  </a:lnTo>
                  <a:lnTo>
                    <a:pt x="0" y="254375"/>
                  </a:lnTo>
                  <a:close/>
                </a:path>
              </a:pathLst>
            </a:custGeom>
            <a:gradFill>
              <a:gsLst>
                <a:gs pos="0">
                  <a:srgbClr val="FFFFFF">
                    <a:alpha val="45882"/>
                  </a:srgbClr>
                </a:gs>
                <a:gs pos="3000">
                  <a:srgbClr val="FFFFFF">
                    <a:alpha val="45882"/>
                  </a:srgbClr>
                </a:gs>
                <a:gs pos="100000">
                  <a:srgbClr val="FFFFFF">
                    <a:alpha val="0"/>
                  </a:srgbClr>
                </a:gs>
              </a:gsLst>
              <a:lin ang="10800000" scaled="0"/>
            </a:gra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881" name="Google Shape;7881;p109">
              <a:extLst>
                <a:ext uri="{FF2B5EF4-FFF2-40B4-BE49-F238E27FC236}">
                  <a16:creationId xmlns:a16="http://schemas.microsoft.com/office/drawing/2014/main" id="{3DE57363-E2EA-D9F8-FF4D-25E34E99BD6E}"/>
                </a:ext>
              </a:extLst>
            </p:cNvPr>
            <p:cNvSpPr/>
            <p:nvPr/>
          </p:nvSpPr>
          <p:spPr>
            <a:xfrm>
              <a:off x="6907781" y="4581663"/>
              <a:ext cx="814988" cy="180660"/>
            </a:xfrm>
            <a:custGeom>
              <a:avLst/>
              <a:gdLst/>
              <a:ahLst/>
              <a:cxnLst/>
              <a:rect l="l" t="t" r="r" b="b"/>
              <a:pathLst>
                <a:path w="424226" h="1033215" extrusionOk="0">
                  <a:moveTo>
                    <a:pt x="0" y="0"/>
                  </a:moveTo>
                  <a:lnTo>
                    <a:pt x="424226" y="0"/>
                  </a:lnTo>
                  <a:lnTo>
                    <a:pt x="424226" y="1033215"/>
                  </a:lnTo>
                  <a:lnTo>
                    <a:pt x="0" y="1033215"/>
                  </a:lnTo>
                  <a:close/>
                </a:path>
              </a:pathLst>
            </a:custGeom>
            <a:solidFill>
              <a:srgbClr val="0193C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882" name="Google Shape;7882;p109">
              <a:extLst>
                <a:ext uri="{FF2B5EF4-FFF2-40B4-BE49-F238E27FC236}">
                  <a16:creationId xmlns:a16="http://schemas.microsoft.com/office/drawing/2014/main" id="{F7EF9DB6-3228-C6ED-7B31-044F9402833F}"/>
                </a:ext>
              </a:extLst>
            </p:cNvPr>
            <p:cNvSpPr/>
            <p:nvPr/>
          </p:nvSpPr>
          <p:spPr>
            <a:xfrm>
              <a:off x="6907781" y="4728312"/>
              <a:ext cx="814988" cy="34011"/>
            </a:xfrm>
            <a:custGeom>
              <a:avLst/>
              <a:gdLst/>
              <a:ahLst/>
              <a:cxnLst/>
              <a:rect l="l" t="t" r="r" b="b"/>
              <a:pathLst>
                <a:path w="424226" h="149923" extrusionOk="0">
                  <a:moveTo>
                    <a:pt x="0" y="0"/>
                  </a:moveTo>
                  <a:lnTo>
                    <a:pt x="424226" y="0"/>
                  </a:lnTo>
                  <a:lnTo>
                    <a:pt x="424226" y="149924"/>
                  </a:lnTo>
                  <a:lnTo>
                    <a:pt x="0" y="149924"/>
                  </a:lnTo>
                  <a:close/>
                </a:path>
              </a:pathLst>
            </a:custGeom>
            <a:solidFill>
              <a:srgbClr val="005B84"/>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883" name="Google Shape;7883;p109">
              <a:extLst>
                <a:ext uri="{FF2B5EF4-FFF2-40B4-BE49-F238E27FC236}">
                  <a16:creationId xmlns:a16="http://schemas.microsoft.com/office/drawing/2014/main" id="{F18F265D-72DF-594D-AABA-68F798E54018}"/>
                </a:ext>
              </a:extLst>
            </p:cNvPr>
            <p:cNvSpPr/>
            <p:nvPr/>
          </p:nvSpPr>
          <p:spPr>
            <a:xfrm>
              <a:off x="7010424" y="4594375"/>
              <a:ext cx="79905" cy="9436"/>
            </a:xfrm>
            <a:custGeom>
              <a:avLst/>
              <a:gdLst/>
              <a:ahLst/>
              <a:cxnLst/>
              <a:rect l="l" t="t" r="r" b="b"/>
              <a:pathLst>
                <a:path w="41593" h="41593" extrusionOk="0">
                  <a:moveTo>
                    <a:pt x="41593" y="20797"/>
                  </a:moveTo>
                  <a:cubicBezTo>
                    <a:pt x="41593" y="32282"/>
                    <a:pt x="32282" y="41593"/>
                    <a:pt x="20797" y="41593"/>
                  </a:cubicBezTo>
                  <a:cubicBezTo>
                    <a:pt x="9311" y="41593"/>
                    <a:pt x="0" y="32282"/>
                    <a:pt x="0" y="20797"/>
                  </a:cubicBezTo>
                  <a:cubicBezTo>
                    <a:pt x="0" y="9311"/>
                    <a:pt x="9311" y="0"/>
                    <a:pt x="20797" y="0"/>
                  </a:cubicBezTo>
                  <a:cubicBezTo>
                    <a:pt x="32282" y="0"/>
                    <a:pt x="41593" y="9311"/>
                    <a:pt x="41593" y="20797"/>
                  </a:cubicBezTo>
                  <a:close/>
                </a:path>
              </a:pathLst>
            </a:custGeom>
            <a:solidFill>
              <a:srgbClr val="99CC48"/>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grpSp>
          <p:nvGrpSpPr>
            <p:cNvPr id="7884" name="Google Shape;7884;p109">
              <a:extLst>
                <a:ext uri="{FF2B5EF4-FFF2-40B4-BE49-F238E27FC236}">
                  <a16:creationId xmlns:a16="http://schemas.microsoft.com/office/drawing/2014/main" id="{253C9555-02CE-43F0-1CC9-B5FB07EB0BB2}"/>
                </a:ext>
              </a:extLst>
            </p:cNvPr>
            <p:cNvGrpSpPr/>
            <p:nvPr/>
          </p:nvGrpSpPr>
          <p:grpSpPr>
            <a:xfrm>
              <a:off x="6907781" y="4633924"/>
              <a:ext cx="814988" cy="106024"/>
              <a:chOff x="8343915" y="4452280"/>
              <a:chExt cx="424226" cy="467358"/>
            </a:xfrm>
          </p:grpSpPr>
          <p:sp>
            <p:nvSpPr>
              <p:cNvPr id="7885" name="Google Shape;7885;p109">
                <a:extLst>
                  <a:ext uri="{FF2B5EF4-FFF2-40B4-BE49-F238E27FC236}">
                    <a16:creationId xmlns:a16="http://schemas.microsoft.com/office/drawing/2014/main" id="{337FDE1D-8A78-FF0A-EAA9-82DE936D4EAF}"/>
                  </a:ext>
                </a:extLst>
              </p:cNvPr>
              <p:cNvSpPr/>
              <p:nvPr/>
            </p:nvSpPr>
            <p:spPr>
              <a:xfrm>
                <a:off x="8343915" y="4452280"/>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886" name="Google Shape;7886;p109">
                <a:extLst>
                  <a:ext uri="{FF2B5EF4-FFF2-40B4-BE49-F238E27FC236}">
                    <a16:creationId xmlns:a16="http://schemas.microsoft.com/office/drawing/2014/main" id="{132A4B8A-86A0-F76A-96ED-9934C0910AB4}"/>
                  </a:ext>
                </a:extLst>
              </p:cNvPr>
              <p:cNvSpPr/>
              <p:nvPr/>
            </p:nvSpPr>
            <p:spPr>
              <a:xfrm>
                <a:off x="8343915" y="4503503"/>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887" name="Google Shape;7887;p109">
                <a:extLst>
                  <a:ext uri="{FF2B5EF4-FFF2-40B4-BE49-F238E27FC236}">
                    <a16:creationId xmlns:a16="http://schemas.microsoft.com/office/drawing/2014/main" id="{8F3E499D-7A60-7941-2DD0-83930539A2A3}"/>
                  </a:ext>
                </a:extLst>
              </p:cNvPr>
              <p:cNvSpPr/>
              <p:nvPr/>
            </p:nvSpPr>
            <p:spPr>
              <a:xfrm>
                <a:off x="8343915" y="4554659"/>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888" name="Google Shape;7888;p109">
                <a:extLst>
                  <a:ext uri="{FF2B5EF4-FFF2-40B4-BE49-F238E27FC236}">
                    <a16:creationId xmlns:a16="http://schemas.microsoft.com/office/drawing/2014/main" id="{44BAD448-0DC7-9406-41A2-F614107D52C0}"/>
                  </a:ext>
                </a:extLst>
              </p:cNvPr>
              <p:cNvSpPr/>
              <p:nvPr/>
            </p:nvSpPr>
            <p:spPr>
              <a:xfrm>
                <a:off x="8343915" y="4605815"/>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889" name="Google Shape;7889;p109">
                <a:extLst>
                  <a:ext uri="{FF2B5EF4-FFF2-40B4-BE49-F238E27FC236}">
                    <a16:creationId xmlns:a16="http://schemas.microsoft.com/office/drawing/2014/main" id="{A867368F-6EC1-53D4-2065-54B15810D3DB}"/>
                  </a:ext>
                </a:extLst>
              </p:cNvPr>
              <p:cNvSpPr/>
              <p:nvPr/>
            </p:nvSpPr>
            <p:spPr>
              <a:xfrm>
                <a:off x="8343915" y="4657038"/>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890" name="Google Shape;7890;p109">
                <a:extLst>
                  <a:ext uri="{FF2B5EF4-FFF2-40B4-BE49-F238E27FC236}">
                    <a16:creationId xmlns:a16="http://schemas.microsoft.com/office/drawing/2014/main" id="{3F3A6C13-DCA1-F13E-280B-1507160D8F29}"/>
                  </a:ext>
                </a:extLst>
              </p:cNvPr>
              <p:cNvSpPr/>
              <p:nvPr/>
            </p:nvSpPr>
            <p:spPr>
              <a:xfrm>
                <a:off x="8343915" y="4708193"/>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891" name="Google Shape;7891;p109">
                <a:extLst>
                  <a:ext uri="{FF2B5EF4-FFF2-40B4-BE49-F238E27FC236}">
                    <a16:creationId xmlns:a16="http://schemas.microsoft.com/office/drawing/2014/main" id="{EAFA982C-7B31-0B29-CAF0-AC8A3BA382A9}"/>
                  </a:ext>
                </a:extLst>
              </p:cNvPr>
              <p:cNvSpPr/>
              <p:nvPr/>
            </p:nvSpPr>
            <p:spPr>
              <a:xfrm>
                <a:off x="8343915" y="4759416"/>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892" name="Google Shape;7892;p109">
                <a:extLst>
                  <a:ext uri="{FF2B5EF4-FFF2-40B4-BE49-F238E27FC236}">
                    <a16:creationId xmlns:a16="http://schemas.microsoft.com/office/drawing/2014/main" id="{67FED59D-B29B-CE92-BC5C-78B3E5526808}"/>
                  </a:ext>
                </a:extLst>
              </p:cNvPr>
              <p:cNvSpPr/>
              <p:nvPr/>
            </p:nvSpPr>
            <p:spPr>
              <a:xfrm>
                <a:off x="8343915" y="4810572"/>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893" name="Google Shape;7893;p109">
                <a:extLst>
                  <a:ext uri="{FF2B5EF4-FFF2-40B4-BE49-F238E27FC236}">
                    <a16:creationId xmlns:a16="http://schemas.microsoft.com/office/drawing/2014/main" id="{F5C5A8A0-2203-6E5E-A1CD-032C0FA27E5C}"/>
                  </a:ext>
                </a:extLst>
              </p:cNvPr>
              <p:cNvSpPr/>
              <p:nvPr/>
            </p:nvSpPr>
            <p:spPr>
              <a:xfrm>
                <a:off x="8343915" y="4861728"/>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894" name="Google Shape;7894;p109">
                <a:extLst>
                  <a:ext uri="{FF2B5EF4-FFF2-40B4-BE49-F238E27FC236}">
                    <a16:creationId xmlns:a16="http://schemas.microsoft.com/office/drawing/2014/main" id="{F1397351-AFCA-EB5F-40F3-EA3F7D989372}"/>
                  </a:ext>
                </a:extLst>
              </p:cNvPr>
              <p:cNvSpPr/>
              <p:nvPr/>
            </p:nvSpPr>
            <p:spPr>
              <a:xfrm>
                <a:off x="8343915" y="4912951"/>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grpSp>
        <p:sp>
          <p:nvSpPr>
            <p:cNvPr id="7895" name="Google Shape;7895;p109">
              <a:extLst>
                <a:ext uri="{FF2B5EF4-FFF2-40B4-BE49-F238E27FC236}">
                  <a16:creationId xmlns:a16="http://schemas.microsoft.com/office/drawing/2014/main" id="{2D523A04-BA64-C7A4-A79B-EA38811184A4}"/>
                </a:ext>
              </a:extLst>
            </p:cNvPr>
            <p:cNvSpPr/>
            <p:nvPr/>
          </p:nvSpPr>
          <p:spPr>
            <a:xfrm>
              <a:off x="6907781" y="4581663"/>
              <a:ext cx="815117" cy="134088"/>
            </a:xfrm>
            <a:custGeom>
              <a:avLst/>
              <a:gdLst/>
              <a:ahLst/>
              <a:cxnLst/>
              <a:rect l="l" t="t" r="r" b="b"/>
              <a:pathLst>
                <a:path w="424293" h="591067" extrusionOk="0">
                  <a:moveTo>
                    <a:pt x="0" y="254375"/>
                  </a:moveTo>
                  <a:lnTo>
                    <a:pt x="2407" y="591068"/>
                  </a:lnTo>
                  <a:lnTo>
                    <a:pt x="424293" y="174198"/>
                  </a:lnTo>
                  <a:lnTo>
                    <a:pt x="424226" y="0"/>
                  </a:lnTo>
                  <a:lnTo>
                    <a:pt x="254375" y="0"/>
                  </a:lnTo>
                  <a:lnTo>
                    <a:pt x="0" y="254375"/>
                  </a:lnTo>
                  <a:close/>
                </a:path>
              </a:pathLst>
            </a:custGeom>
            <a:gradFill>
              <a:gsLst>
                <a:gs pos="0">
                  <a:srgbClr val="FFFFFF">
                    <a:alpha val="45882"/>
                  </a:srgbClr>
                </a:gs>
                <a:gs pos="3000">
                  <a:srgbClr val="FFFFFF">
                    <a:alpha val="45882"/>
                  </a:srgbClr>
                </a:gs>
                <a:gs pos="100000">
                  <a:srgbClr val="FFFFFF">
                    <a:alpha val="0"/>
                  </a:srgbClr>
                </a:gs>
              </a:gsLst>
              <a:lin ang="10800000" scaled="0"/>
            </a:gra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897" name="Google Shape;7897;p109">
              <a:extLst>
                <a:ext uri="{FF2B5EF4-FFF2-40B4-BE49-F238E27FC236}">
                  <a16:creationId xmlns:a16="http://schemas.microsoft.com/office/drawing/2014/main" id="{7EA96E4E-DF4E-8440-3E8B-408368D8D50E}"/>
                </a:ext>
              </a:extLst>
            </p:cNvPr>
            <p:cNvSpPr/>
            <p:nvPr/>
          </p:nvSpPr>
          <p:spPr>
            <a:xfrm>
              <a:off x="6903540" y="4832764"/>
              <a:ext cx="814988" cy="180660"/>
            </a:xfrm>
            <a:custGeom>
              <a:avLst/>
              <a:gdLst/>
              <a:ahLst/>
              <a:cxnLst/>
              <a:rect l="l" t="t" r="r" b="b"/>
              <a:pathLst>
                <a:path w="424226" h="1033215" extrusionOk="0">
                  <a:moveTo>
                    <a:pt x="0" y="0"/>
                  </a:moveTo>
                  <a:lnTo>
                    <a:pt x="424226" y="0"/>
                  </a:lnTo>
                  <a:lnTo>
                    <a:pt x="424226" y="1033215"/>
                  </a:lnTo>
                  <a:lnTo>
                    <a:pt x="0" y="1033215"/>
                  </a:lnTo>
                  <a:close/>
                </a:path>
              </a:pathLst>
            </a:custGeom>
            <a:solidFill>
              <a:srgbClr val="0193C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898" name="Google Shape;7898;p109">
              <a:extLst>
                <a:ext uri="{FF2B5EF4-FFF2-40B4-BE49-F238E27FC236}">
                  <a16:creationId xmlns:a16="http://schemas.microsoft.com/office/drawing/2014/main" id="{BFE2FA69-4379-083D-598F-23CF63C42886}"/>
                </a:ext>
              </a:extLst>
            </p:cNvPr>
            <p:cNvSpPr/>
            <p:nvPr/>
          </p:nvSpPr>
          <p:spPr>
            <a:xfrm>
              <a:off x="6903540" y="4979413"/>
              <a:ext cx="814988" cy="34011"/>
            </a:xfrm>
            <a:custGeom>
              <a:avLst/>
              <a:gdLst/>
              <a:ahLst/>
              <a:cxnLst/>
              <a:rect l="l" t="t" r="r" b="b"/>
              <a:pathLst>
                <a:path w="424226" h="149923" extrusionOk="0">
                  <a:moveTo>
                    <a:pt x="0" y="0"/>
                  </a:moveTo>
                  <a:lnTo>
                    <a:pt x="424226" y="0"/>
                  </a:lnTo>
                  <a:lnTo>
                    <a:pt x="424226" y="149924"/>
                  </a:lnTo>
                  <a:lnTo>
                    <a:pt x="0" y="149924"/>
                  </a:lnTo>
                  <a:close/>
                </a:path>
              </a:pathLst>
            </a:custGeom>
            <a:solidFill>
              <a:srgbClr val="005B84"/>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899" name="Google Shape;7899;p109">
              <a:extLst>
                <a:ext uri="{FF2B5EF4-FFF2-40B4-BE49-F238E27FC236}">
                  <a16:creationId xmlns:a16="http://schemas.microsoft.com/office/drawing/2014/main" id="{7FEABF80-3D59-0739-CA6A-D9B72116AC4A}"/>
                </a:ext>
              </a:extLst>
            </p:cNvPr>
            <p:cNvSpPr/>
            <p:nvPr/>
          </p:nvSpPr>
          <p:spPr>
            <a:xfrm>
              <a:off x="7006183" y="4845476"/>
              <a:ext cx="79905" cy="9436"/>
            </a:xfrm>
            <a:custGeom>
              <a:avLst/>
              <a:gdLst/>
              <a:ahLst/>
              <a:cxnLst/>
              <a:rect l="l" t="t" r="r" b="b"/>
              <a:pathLst>
                <a:path w="41593" h="41593" extrusionOk="0">
                  <a:moveTo>
                    <a:pt x="41593" y="20797"/>
                  </a:moveTo>
                  <a:cubicBezTo>
                    <a:pt x="41593" y="32282"/>
                    <a:pt x="32282" y="41593"/>
                    <a:pt x="20797" y="41593"/>
                  </a:cubicBezTo>
                  <a:cubicBezTo>
                    <a:pt x="9311" y="41593"/>
                    <a:pt x="0" y="32282"/>
                    <a:pt x="0" y="20797"/>
                  </a:cubicBezTo>
                  <a:cubicBezTo>
                    <a:pt x="0" y="9311"/>
                    <a:pt x="9311" y="0"/>
                    <a:pt x="20797" y="0"/>
                  </a:cubicBezTo>
                  <a:cubicBezTo>
                    <a:pt x="32282" y="0"/>
                    <a:pt x="41593" y="9311"/>
                    <a:pt x="41593" y="20797"/>
                  </a:cubicBezTo>
                  <a:close/>
                </a:path>
              </a:pathLst>
            </a:custGeom>
            <a:solidFill>
              <a:srgbClr val="99CC48"/>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grpSp>
          <p:nvGrpSpPr>
            <p:cNvPr id="7900" name="Google Shape;7900;p109">
              <a:extLst>
                <a:ext uri="{FF2B5EF4-FFF2-40B4-BE49-F238E27FC236}">
                  <a16:creationId xmlns:a16="http://schemas.microsoft.com/office/drawing/2014/main" id="{3CE5B0B3-64F0-8664-072E-058BAB1066D0}"/>
                </a:ext>
              </a:extLst>
            </p:cNvPr>
            <p:cNvGrpSpPr/>
            <p:nvPr/>
          </p:nvGrpSpPr>
          <p:grpSpPr>
            <a:xfrm>
              <a:off x="6903540" y="4885025"/>
              <a:ext cx="814988" cy="106024"/>
              <a:chOff x="8343915" y="4452280"/>
              <a:chExt cx="424226" cy="467358"/>
            </a:xfrm>
          </p:grpSpPr>
          <p:sp>
            <p:nvSpPr>
              <p:cNvPr id="7901" name="Google Shape;7901;p109">
                <a:extLst>
                  <a:ext uri="{FF2B5EF4-FFF2-40B4-BE49-F238E27FC236}">
                    <a16:creationId xmlns:a16="http://schemas.microsoft.com/office/drawing/2014/main" id="{EE7A4BE1-B63B-D745-0059-9F7199F299D0}"/>
                  </a:ext>
                </a:extLst>
              </p:cNvPr>
              <p:cNvSpPr/>
              <p:nvPr/>
            </p:nvSpPr>
            <p:spPr>
              <a:xfrm>
                <a:off x="8343915" y="4452280"/>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902" name="Google Shape;7902;p109">
                <a:extLst>
                  <a:ext uri="{FF2B5EF4-FFF2-40B4-BE49-F238E27FC236}">
                    <a16:creationId xmlns:a16="http://schemas.microsoft.com/office/drawing/2014/main" id="{7E444C3E-A9A2-91E7-E065-D0BD1C27DA1B}"/>
                  </a:ext>
                </a:extLst>
              </p:cNvPr>
              <p:cNvSpPr/>
              <p:nvPr/>
            </p:nvSpPr>
            <p:spPr>
              <a:xfrm>
                <a:off x="8343915" y="4503503"/>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903" name="Google Shape;7903;p109">
                <a:extLst>
                  <a:ext uri="{FF2B5EF4-FFF2-40B4-BE49-F238E27FC236}">
                    <a16:creationId xmlns:a16="http://schemas.microsoft.com/office/drawing/2014/main" id="{B9B060B3-162A-12D8-756B-0FFEA2E01054}"/>
                  </a:ext>
                </a:extLst>
              </p:cNvPr>
              <p:cNvSpPr/>
              <p:nvPr/>
            </p:nvSpPr>
            <p:spPr>
              <a:xfrm>
                <a:off x="8343915" y="4554659"/>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904" name="Google Shape;7904;p109">
                <a:extLst>
                  <a:ext uri="{FF2B5EF4-FFF2-40B4-BE49-F238E27FC236}">
                    <a16:creationId xmlns:a16="http://schemas.microsoft.com/office/drawing/2014/main" id="{FFCDB176-2715-FFFF-9D51-ACAA8F981055}"/>
                  </a:ext>
                </a:extLst>
              </p:cNvPr>
              <p:cNvSpPr/>
              <p:nvPr/>
            </p:nvSpPr>
            <p:spPr>
              <a:xfrm>
                <a:off x="8343915" y="4605815"/>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905" name="Google Shape;7905;p109">
                <a:extLst>
                  <a:ext uri="{FF2B5EF4-FFF2-40B4-BE49-F238E27FC236}">
                    <a16:creationId xmlns:a16="http://schemas.microsoft.com/office/drawing/2014/main" id="{4A94500A-C436-484A-C3B5-260E56601000}"/>
                  </a:ext>
                </a:extLst>
              </p:cNvPr>
              <p:cNvSpPr/>
              <p:nvPr/>
            </p:nvSpPr>
            <p:spPr>
              <a:xfrm>
                <a:off x="8343915" y="4657038"/>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906" name="Google Shape;7906;p109">
                <a:extLst>
                  <a:ext uri="{FF2B5EF4-FFF2-40B4-BE49-F238E27FC236}">
                    <a16:creationId xmlns:a16="http://schemas.microsoft.com/office/drawing/2014/main" id="{7DBF133B-E769-2B71-DE3F-EE15A8C8993A}"/>
                  </a:ext>
                </a:extLst>
              </p:cNvPr>
              <p:cNvSpPr/>
              <p:nvPr/>
            </p:nvSpPr>
            <p:spPr>
              <a:xfrm>
                <a:off x="8343915" y="4708193"/>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907" name="Google Shape;7907;p109">
                <a:extLst>
                  <a:ext uri="{FF2B5EF4-FFF2-40B4-BE49-F238E27FC236}">
                    <a16:creationId xmlns:a16="http://schemas.microsoft.com/office/drawing/2014/main" id="{52492A91-50A1-A5C8-5E71-5A77987E0E74}"/>
                  </a:ext>
                </a:extLst>
              </p:cNvPr>
              <p:cNvSpPr/>
              <p:nvPr/>
            </p:nvSpPr>
            <p:spPr>
              <a:xfrm>
                <a:off x="8343915" y="4759416"/>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908" name="Google Shape;7908;p109">
                <a:extLst>
                  <a:ext uri="{FF2B5EF4-FFF2-40B4-BE49-F238E27FC236}">
                    <a16:creationId xmlns:a16="http://schemas.microsoft.com/office/drawing/2014/main" id="{2D867977-8892-BABB-C1D4-5BC7206E7004}"/>
                  </a:ext>
                </a:extLst>
              </p:cNvPr>
              <p:cNvSpPr/>
              <p:nvPr/>
            </p:nvSpPr>
            <p:spPr>
              <a:xfrm>
                <a:off x="8343915" y="4810572"/>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909" name="Google Shape;7909;p109">
                <a:extLst>
                  <a:ext uri="{FF2B5EF4-FFF2-40B4-BE49-F238E27FC236}">
                    <a16:creationId xmlns:a16="http://schemas.microsoft.com/office/drawing/2014/main" id="{1BE42BFD-F026-B99E-F3AB-77DEA4313D31}"/>
                  </a:ext>
                </a:extLst>
              </p:cNvPr>
              <p:cNvSpPr/>
              <p:nvPr/>
            </p:nvSpPr>
            <p:spPr>
              <a:xfrm>
                <a:off x="8343915" y="4861728"/>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910" name="Google Shape;7910;p109">
                <a:extLst>
                  <a:ext uri="{FF2B5EF4-FFF2-40B4-BE49-F238E27FC236}">
                    <a16:creationId xmlns:a16="http://schemas.microsoft.com/office/drawing/2014/main" id="{01FF079E-2140-B73E-CE59-F14463E561E6}"/>
                  </a:ext>
                </a:extLst>
              </p:cNvPr>
              <p:cNvSpPr/>
              <p:nvPr/>
            </p:nvSpPr>
            <p:spPr>
              <a:xfrm>
                <a:off x="8343915" y="4912951"/>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grpSp>
        <p:sp>
          <p:nvSpPr>
            <p:cNvPr id="7911" name="Google Shape;7911;p109">
              <a:extLst>
                <a:ext uri="{FF2B5EF4-FFF2-40B4-BE49-F238E27FC236}">
                  <a16:creationId xmlns:a16="http://schemas.microsoft.com/office/drawing/2014/main" id="{5F7800D1-DE22-7890-016B-0A4A3578ACF8}"/>
                </a:ext>
              </a:extLst>
            </p:cNvPr>
            <p:cNvSpPr/>
            <p:nvPr/>
          </p:nvSpPr>
          <p:spPr>
            <a:xfrm>
              <a:off x="6903540" y="4832764"/>
              <a:ext cx="815117" cy="134088"/>
            </a:xfrm>
            <a:custGeom>
              <a:avLst/>
              <a:gdLst/>
              <a:ahLst/>
              <a:cxnLst/>
              <a:rect l="l" t="t" r="r" b="b"/>
              <a:pathLst>
                <a:path w="424293" h="591067" extrusionOk="0">
                  <a:moveTo>
                    <a:pt x="0" y="254375"/>
                  </a:moveTo>
                  <a:lnTo>
                    <a:pt x="2407" y="591068"/>
                  </a:lnTo>
                  <a:lnTo>
                    <a:pt x="424293" y="174198"/>
                  </a:lnTo>
                  <a:lnTo>
                    <a:pt x="424226" y="0"/>
                  </a:lnTo>
                  <a:lnTo>
                    <a:pt x="254375" y="0"/>
                  </a:lnTo>
                  <a:lnTo>
                    <a:pt x="0" y="254375"/>
                  </a:lnTo>
                  <a:close/>
                </a:path>
              </a:pathLst>
            </a:custGeom>
            <a:gradFill>
              <a:gsLst>
                <a:gs pos="0">
                  <a:srgbClr val="FFFFFF">
                    <a:alpha val="45882"/>
                  </a:srgbClr>
                </a:gs>
                <a:gs pos="3000">
                  <a:srgbClr val="FFFFFF">
                    <a:alpha val="45882"/>
                  </a:srgbClr>
                </a:gs>
                <a:gs pos="100000">
                  <a:srgbClr val="FFFFFF">
                    <a:alpha val="0"/>
                  </a:srgbClr>
                </a:gs>
              </a:gsLst>
              <a:lin ang="10800000" scaled="0"/>
            </a:gra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913" name="Google Shape;7913;p109">
              <a:extLst>
                <a:ext uri="{FF2B5EF4-FFF2-40B4-BE49-F238E27FC236}">
                  <a16:creationId xmlns:a16="http://schemas.microsoft.com/office/drawing/2014/main" id="{05F3A8FE-D7AE-ADC0-BFE4-64C93E877B6A}"/>
                </a:ext>
              </a:extLst>
            </p:cNvPr>
            <p:cNvSpPr>
              <a:spLocks noChangeAspect="1"/>
            </p:cNvSpPr>
            <p:nvPr/>
          </p:nvSpPr>
          <p:spPr>
            <a:xfrm>
              <a:off x="6744023" y="2152084"/>
              <a:ext cx="1166201" cy="631047"/>
            </a:xfrm>
            <a:custGeom>
              <a:avLst/>
              <a:gdLst/>
              <a:ahLst/>
              <a:cxnLst/>
              <a:rect l="l" t="t" r="r" b="b"/>
              <a:pathLst>
                <a:path w="1247385" h="698422" extrusionOk="0">
                  <a:moveTo>
                    <a:pt x="201176" y="698423"/>
                  </a:moveTo>
                  <a:cubicBezTo>
                    <a:pt x="189558" y="698423"/>
                    <a:pt x="182193" y="698423"/>
                    <a:pt x="179600" y="698319"/>
                  </a:cubicBezTo>
                  <a:cubicBezTo>
                    <a:pt x="83441" y="695726"/>
                    <a:pt x="-2138" y="607554"/>
                    <a:pt x="41" y="513366"/>
                  </a:cubicBezTo>
                  <a:cubicBezTo>
                    <a:pt x="2219" y="420838"/>
                    <a:pt x="78876" y="345633"/>
                    <a:pt x="170886" y="345633"/>
                  </a:cubicBezTo>
                  <a:lnTo>
                    <a:pt x="175035" y="345633"/>
                  </a:lnTo>
                  <a:cubicBezTo>
                    <a:pt x="189765" y="345944"/>
                    <a:pt x="203976" y="347915"/>
                    <a:pt x="217254" y="351649"/>
                  </a:cubicBezTo>
                  <a:lnTo>
                    <a:pt x="234473" y="356421"/>
                  </a:lnTo>
                  <a:lnTo>
                    <a:pt x="238208" y="338890"/>
                  </a:lnTo>
                  <a:cubicBezTo>
                    <a:pt x="259991" y="237545"/>
                    <a:pt x="350030" y="163895"/>
                    <a:pt x="452309" y="163895"/>
                  </a:cubicBezTo>
                  <a:cubicBezTo>
                    <a:pt x="454073" y="163895"/>
                    <a:pt x="455940" y="163895"/>
                    <a:pt x="457703" y="163999"/>
                  </a:cubicBezTo>
                  <a:cubicBezTo>
                    <a:pt x="489341" y="164829"/>
                    <a:pt x="519216" y="171986"/>
                    <a:pt x="546497" y="185264"/>
                  </a:cubicBezTo>
                  <a:lnTo>
                    <a:pt x="562990" y="193251"/>
                  </a:lnTo>
                  <a:lnTo>
                    <a:pt x="569629" y="176239"/>
                  </a:lnTo>
                  <a:cubicBezTo>
                    <a:pt x="611122" y="69189"/>
                    <a:pt x="705517" y="0"/>
                    <a:pt x="810182" y="0"/>
                  </a:cubicBezTo>
                  <a:cubicBezTo>
                    <a:pt x="812360" y="0"/>
                    <a:pt x="814435" y="0"/>
                    <a:pt x="816613" y="104"/>
                  </a:cubicBezTo>
                  <a:cubicBezTo>
                    <a:pt x="947834" y="3216"/>
                    <a:pt x="1056648" y="114623"/>
                    <a:pt x="1069822" y="259121"/>
                  </a:cubicBezTo>
                  <a:lnTo>
                    <a:pt x="1071066" y="273021"/>
                  </a:lnTo>
                  <a:lnTo>
                    <a:pt x="1084966" y="274369"/>
                  </a:lnTo>
                  <a:cubicBezTo>
                    <a:pt x="1178843" y="283290"/>
                    <a:pt x="1250107" y="377686"/>
                    <a:pt x="1247306" y="489300"/>
                  </a:cubicBezTo>
                  <a:cubicBezTo>
                    <a:pt x="1244816" y="603301"/>
                    <a:pt x="1164632" y="695933"/>
                    <a:pt x="1068577" y="695933"/>
                  </a:cubicBezTo>
                  <a:cubicBezTo>
                    <a:pt x="1067228" y="695933"/>
                    <a:pt x="1065983" y="695933"/>
                    <a:pt x="1064635" y="695933"/>
                  </a:cubicBezTo>
                  <a:cubicBezTo>
                    <a:pt x="1062042" y="695829"/>
                    <a:pt x="1054262" y="695829"/>
                    <a:pt x="1042229" y="695829"/>
                  </a:cubicBezTo>
                  <a:cubicBezTo>
                    <a:pt x="980094" y="695829"/>
                    <a:pt x="797942" y="696452"/>
                    <a:pt x="621702" y="697074"/>
                  </a:cubicBezTo>
                  <a:cubicBezTo>
                    <a:pt x="445463" y="697800"/>
                    <a:pt x="263311" y="698423"/>
                    <a:pt x="201176" y="698423"/>
                  </a:cubicBezTo>
                  <a:close/>
                </a:path>
              </a:pathLst>
            </a:custGeom>
            <a:solidFill>
              <a:schemeClr val="lt1"/>
            </a:solidFill>
            <a:ln w="25400" cap="flat" cmpd="sng">
              <a:solidFill>
                <a:schemeClr val="accent2"/>
              </a:solidFill>
              <a:prstDash val="solid"/>
              <a:miter lim="800000"/>
              <a:headEnd type="none" w="sm" len="sm"/>
              <a:tailEnd type="none" w="sm" len="sm"/>
            </a:ln>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sym typeface="Arial"/>
              </a:endParaRPr>
            </a:p>
          </p:txBody>
        </p:sp>
        <p:sp>
          <p:nvSpPr>
            <p:cNvPr id="7914" name="Google Shape;7914;p109">
              <a:extLst>
                <a:ext uri="{FF2B5EF4-FFF2-40B4-BE49-F238E27FC236}">
                  <a16:creationId xmlns:a16="http://schemas.microsoft.com/office/drawing/2014/main" id="{F6E25D96-27CB-DE62-5D4C-14554CC0DAD9}"/>
                </a:ext>
              </a:extLst>
            </p:cNvPr>
            <p:cNvSpPr txBox="1"/>
            <p:nvPr/>
          </p:nvSpPr>
          <p:spPr>
            <a:xfrm>
              <a:off x="6710958" y="2512954"/>
              <a:ext cx="1337255" cy="276984"/>
            </a:xfrm>
            <a:prstGeom prst="rect">
              <a:avLst/>
            </a:prstGeom>
            <a:noFill/>
            <a:ln>
              <a:noFill/>
            </a:ln>
          </p:spPr>
          <p:txBody>
            <a:bodyPr spcFirstLastPara="1" wrap="square" lIns="0" tIns="0" rIns="0" bIns="91401" anchor="t" anchorCtr="0">
              <a:spAutoFit/>
            </a:bodyPr>
            <a:lstStyle/>
            <a:p>
              <a:pPr marL="0" marR="0" lvl="0" indent="0" algn="ctr" defTabSz="914400" rtl="0" eaLnBrk="1" fontAlgn="auto" latinLnBrk="0" hangingPunct="1">
                <a:lnSpc>
                  <a:spcPct val="100000"/>
                </a:lnSpc>
                <a:spcBef>
                  <a:spcPts val="0"/>
                </a:spcBef>
                <a:spcAft>
                  <a:spcPts val="0"/>
                </a:spcAft>
                <a:buClr>
                  <a:srgbClr val="1B1E35"/>
                </a:buClr>
                <a:buSzPts val="1200"/>
                <a:buFontTx/>
                <a:buNone/>
                <a:tabLst/>
                <a:defRPr/>
              </a:pPr>
              <a:r>
                <a:rPr kumimoji="0" lang="en-US" sz="1200" b="0" i="0" u="none" strike="noStrike" kern="1200" cap="none" spc="0" normalizeH="0" baseline="0" noProof="0" dirty="0">
                  <a:ln>
                    <a:noFill/>
                  </a:ln>
                  <a:solidFill>
                    <a:srgbClr val="1B1E35"/>
                  </a:solidFill>
                  <a:effectLst/>
                  <a:uLnTx/>
                  <a:uFillTx/>
                  <a:latin typeface="Arial" panose="020B0604020202020204" pitchFamily="34" charset="0"/>
                  <a:ea typeface="+mn-ea"/>
                  <a:cs typeface="+mn-cs"/>
                  <a:sym typeface="Arial"/>
                </a:rPr>
                <a:t>Internet/WAN</a:t>
              </a:r>
              <a:endParaRPr kumimoji="0" sz="1799"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cxnSp>
          <p:nvCxnSpPr>
            <p:cNvPr id="12" name="Straight Connector 11">
              <a:extLst>
                <a:ext uri="{FF2B5EF4-FFF2-40B4-BE49-F238E27FC236}">
                  <a16:creationId xmlns:a16="http://schemas.microsoft.com/office/drawing/2014/main" id="{36F7569D-C043-EA05-9470-A12B8BFD1489}"/>
                </a:ext>
              </a:extLst>
            </p:cNvPr>
            <p:cNvCxnSpPr>
              <a:cxnSpLocks/>
            </p:cNvCxnSpPr>
            <p:nvPr/>
          </p:nvCxnSpPr>
          <p:spPr bwMode="gray">
            <a:xfrm>
              <a:off x="8456892" y="1676400"/>
              <a:ext cx="0" cy="4091258"/>
            </a:xfrm>
            <a:prstGeom prst="line">
              <a:avLst/>
            </a:prstGeom>
            <a:ln w="19050">
              <a:solidFill>
                <a:schemeClr val="bg2">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8245" name="Google Shape;7994;p109">
              <a:extLst>
                <a:ext uri="{FF2B5EF4-FFF2-40B4-BE49-F238E27FC236}">
                  <a16:creationId xmlns:a16="http://schemas.microsoft.com/office/drawing/2014/main" id="{03CDBD5A-ABB1-2823-DAD2-4A8E76124994}"/>
                </a:ext>
              </a:extLst>
            </p:cNvPr>
            <p:cNvCxnSpPr/>
            <p:nvPr/>
          </p:nvCxnSpPr>
          <p:spPr>
            <a:xfrm>
              <a:off x="7353433" y="2963814"/>
              <a:ext cx="0" cy="665573"/>
            </a:xfrm>
            <a:prstGeom prst="straightConnector1">
              <a:avLst/>
            </a:prstGeom>
            <a:noFill/>
            <a:ln w="25400" cap="rnd" cmpd="sng">
              <a:solidFill>
                <a:schemeClr val="lt1"/>
              </a:solidFill>
              <a:prstDash val="dot"/>
              <a:miter lim="800000"/>
              <a:headEnd type="none" w="sm" len="sm"/>
              <a:tailEnd type="none" w="sm" len="sm"/>
            </a:ln>
          </p:spPr>
        </p:cxnSp>
        <p:pic>
          <p:nvPicPr>
            <p:cNvPr id="8246" name="Google Shape;8018;p109">
              <a:extLst>
                <a:ext uri="{FF2B5EF4-FFF2-40B4-BE49-F238E27FC236}">
                  <a16:creationId xmlns:a16="http://schemas.microsoft.com/office/drawing/2014/main" id="{809A484E-06EA-7CD9-07A1-D9B3ECAFDB65}"/>
                </a:ext>
              </a:extLst>
            </p:cNvPr>
            <p:cNvPicPr preferRelativeResize="0"/>
            <p:nvPr/>
          </p:nvPicPr>
          <p:blipFill rotWithShape="1">
            <a:blip r:embed="rId3">
              <a:alphaModFix/>
            </a:blip>
            <a:srcRect/>
            <a:stretch/>
          </p:blipFill>
          <p:spPr>
            <a:xfrm>
              <a:off x="6798688" y="3112841"/>
              <a:ext cx="420115" cy="420115"/>
            </a:xfrm>
            <a:prstGeom prst="rect">
              <a:avLst/>
            </a:prstGeom>
            <a:noFill/>
            <a:ln>
              <a:noFill/>
            </a:ln>
          </p:spPr>
        </p:pic>
        <p:sp>
          <p:nvSpPr>
            <p:cNvPr id="8247" name="Google Shape;8019;p109">
              <a:extLst>
                <a:ext uri="{FF2B5EF4-FFF2-40B4-BE49-F238E27FC236}">
                  <a16:creationId xmlns:a16="http://schemas.microsoft.com/office/drawing/2014/main" id="{E89286E5-8B27-0EC5-F96B-530CAB2F5358}"/>
                </a:ext>
              </a:extLst>
            </p:cNvPr>
            <p:cNvSpPr txBox="1"/>
            <p:nvPr/>
          </p:nvSpPr>
          <p:spPr>
            <a:xfrm>
              <a:off x="6798687" y="3534280"/>
              <a:ext cx="420116" cy="180049"/>
            </a:xfrm>
            <a:prstGeom prst="rect">
              <a:avLst/>
            </a:prstGeom>
            <a:noFill/>
            <a:ln>
              <a:noFill/>
            </a:ln>
          </p:spPr>
          <p:txBody>
            <a:bodyPr spcFirstLastPara="1" wrap="square" lIns="0" tIns="0" rIns="0" bIns="0" anchor="ctr" anchorCtr="0">
              <a:spAutoFit/>
            </a:bodyPr>
            <a:lstStyle/>
            <a:p>
              <a:pPr marL="0" marR="0" lvl="0" indent="0" algn="ctr" defTabSz="914400" rtl="0" eaLnBrk="1" fontAlgn="auto" latinLnBrk="0" hangingPunct="1">
                <a:lnSpc>
                  <a:spcPct val="130000"/>
                </a:lnSpc>
                <a:spcBef>
                  <a:spcPts val="0"/>
                </a:spcBef>
                <a:spcAft>
                  <a:spcPts val="0"/>
                </a:spcAft>
                <a:buClr>
                  <a:srgbClr val="1B1E35"/>
                </a:buClr>
                <a:buSzPts val="900"/>
                <a:buFontTx/>
                <a:buNone/>
                <a:tabLst/>
                <a:defRPr/>
              </a:pPr>
              <a:r>
                <a:rPr kumimoji="0" lang="en-US" sz="900" b="0" i="0" u="none" strike="noStrike" kern="1200" cap="none" spc="0" normalizeH="0" baseline="0" noProof="0" dirty="0">
                  <a:ln>
                    <a:noFill/>
                  </a:ln>
                  <a:solidFill>
                    <a:srgbClr val="1B1E35"/>
                  </a:solidFill>
                  <a:effectLst/>
                  <a:uLnTx/>
                  <a:uFillTx/>
                  <a:latin typeface="Arial" panose="020B0604020202020204" pitchFamily="34" charset="0"/>
                  <a:ea typeface="+mn-ea"/>
                  <a:cs typeface="+mn-cs"/>
                  <a:sym typeface="Arial"/>
                </a:rPr>
                <a:t>Admin</a:t>
              </a:r>
              <a:endParaRPr kumimoji="0" sz="1799"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8248" name="Google Shape;8022;p109">
              <a:extLst>
                <a:ext uri="{FF2B5EF4-FFF2-40B4-BE49-F238E27FC236}">
                  <a16:creationId xmlns:a16="http://schemas.microsoft.com/office/drawing/2014/main" id="{CEAF9FB3-A68F-BDD1-C1D6-2282E3D6F254}"/>
                </a:ext>
              </a:extLst>
            </p:cNvPr>
            <p:cNvSpPr/>
            <p:nvPr/>
          </p:nvSpPr>
          <p:spPr>
            <a:xfrm>
              <a:off x="7365529" y="3324657"/>
              <a:ext cx="545660" cy="545654"/>
            </a:xfrm>
            <a:prstGeom prst="ellipse">
              <a:avLst/>
            </a:prstGeom>
            <a:gradFill>
              <a:gsLst>
                <a:gs pos="0">
                  <a:schemeClr val="accent3"/>
                </a:gs>
                <a:gs pos="83000">
                  <a:schemeClr val="accent2"/>
                </a:gs>
                <a:gs pos="100000">
                  <a:schemeClr val="accent2"/>
                </a:gs>
              </a:gsLst>
              <a:lin ang="10800000" scaled="0"/>
            </a:gradFill>
            <a:ln>
              <a:noFill/>
            </a:ln>
          </p:spPr>
          <p:txBody>
            <a:bodyPr spcFirstLastPara="1" wrap="square" lIns="91351" tIns="45663" rIns="91351" bIns="45663"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sym typeface="Arial"/>
              </a:endParaRPr>
            </a:p>
          </p:txBody>
        </p:sp>
        <p:grpSp>
          <p:nvGrpSpPr>
            <p:cNvPr id="8249" name="Google Shape;8023;p109">
              <a:extLst>
                <a:ext uri="{FF2B5EF4-FFF2-40B4-BE49-F238E27FC236}">
                  <a16:creationId xmlns:a16="http://schemas.microsoft.com/office/drawing/2014/main" id="{D5F990B0-43E9-D52A-6145-4C6FB96E97B9}"/>
                </a:ext>
              </a:extLst>
            </p:cNvPr>
            <p:cNvGrpSpPr/>
            <p:nvPr/>
          </p:nvGrpSpPr>
          <p:grpSpPr>
            <a:xfrm>
              <a:off x="7466454" y="3468642"/>
              <a:ext cx="331179" cy="289791"/>
              <a:chOff x="861121" y="5101327"/>
              <a:chExt cx="426407" cy="373118"/>
            </a:xfrm>
          </p:grpSpPr>
          <p:grpSp>
            <p:nvGrpSpPr>
              <p:cNvPr id="8250" name="Google Shape;8024;p109">
                <a:extLst>
                  <a:ext uri="{FF2B5EF4-FFF2-40B4-BE49-F238E27FC236}">
                    <a16:creationId xmlns:a16="http://schemas.microsoft.com/office/drawing/2014/main" id="{2E3DC7DF-7E8B-BDCC-56F2-323B9E803307}"/>
                  </a:ext>
                </a:extLst>
              </p:cNvPr>
              <p:cNvGrpSpPr/>
              <p:nvPr/>
            </p:nvGrpSpPr>
            <p:grpSpPr>
              <a:xfrm>
                <a:off x="861121" y="5101327"/>
                <a:ext cx="426407" cy="373118"/>
                <a:chOff x="5509121" y="4195225"/>
                <a:chExt cx="1163860" cy="1018412"/>
              </a:xfrm>
            </p:grpSpPr>
            <p:sp>
              <p:nvSpPr>
                <p:cNvPr id="8263" name="Google Shape;8025;p109">
                  <a:extLst>
                    <a:ext uri="{FF2B5EF4-FFF2-40B4-BE49-F238E27FC236}">
                      <a16:creationId xmlns:a16="http://schemas.microsoft.com/office/drawing/2014/main" id="{582DEF65-B888-51BD-0558-CD560FEFE1B4}"/>
                    </a:ext>
                  </a:extLst>
                </p:cNvPr>
                <p:cNvSpPr/>
                <p:nvPr/>
              </p:nvSpPr>
              <p:spPr>
                <a:xfrm>
                  <a:off x="5876518" y="4970655"/>
                  <a:ext cx="429188" cy="242982"/>
                </a:xfrm>
                <a:custGeom>
                  <a:avLst/>
                  <a:gdLst/>
                  <a:ahLst/>
                  <a:cxnLst/>
                  <a:rect l="l" t="t" r="r" b="b"/>
                  <a:pathLst>
                    <a:path w="429188" h="242982" extrusionOk="0">
                      <a:moveTo>
                        <a:pt x="404508" y="242983"/>
                      </a:moveTo>
                      <a:lnTo>
                        <a:pt x="24651" y="242983"/>
                      </a:lnTo>
                      <a:cubicBezTo>
                        <a:pt x="13793" y="242983"/>
                        <a:pt x="4363" y="235934"/>
                        <a:pt x="1124" y="225457"/>
                      </a:cubicBezTo>
                      <a:cubicBezTo>
                        <a:pt x="-2114" y="214789"/>
                        <a:pt x="1791" y="203549"/>
                        <a:pt x="10935" y="197358"/>
                      </a:cubicBezTo>
                      <a:cubicBezTo>
                        <a:pt x="30461" y="184118"/>
                        <a:pt x="80277" y="164306"/>
                        <a:pt x="101137" y="156305"/>
                      </a:cubicBezTo>
                      <a:lnTo>
                        <a:pt x="121806" y="0"/>
                      </a:lnTo>
                      <a:lnTo>
                        <a:pt x="152477" y="4096"/>
                      </a:lnTo>
                      <a:lnTo>
                        <a:pt x="129426" y="178784"/>
                      </a:lnTo>
                      <a:lnTo>
                        <a:pt x="120758" y="182023"/>
                      </a:lnTo>
                      <a:cubicBezTo>
                        <a:pt x="106185" y="187452"/>
                        <a:pt x="72467" y="200692"/>
                        <a:pt x="48749" y="212026"/>
                      </a:cubicBezTo>
                      <a:lnTo>
                        <a:pt x="380791" y="212026"/>
                      </a:lnTo>
                      <a:cubicBezTo>
                        <a:pt x="357169" y="200692"/>
                        <a:pt x="323260" y="187452"/>
                        <a:pt x="308591" y="182023"/>
                      </a:cubicBezTo>
                      <a:lnTo>
                        <a:pt x="299543" y="178689"/>
                      </a:lnTo>
                      <a:lnTo>
                        <a:pt x="282779" y="3524"/>
                      </a:lnTo>
                      <a:lnTo>
                        <a:pt x="313544" y="571"/>
                      </a:lnTo>
                      <a:lnTo>
                        <a:pt x="328403" y="156496"/>
                      </a:lnTo>
                      <a:cubicBezTo>
                        <a:pt x="349644" y="164687"/>
                        <a:pt x="399650" y="184499"/>
                        <a:pt x="418605" y="197739"/>
                      </a:cubicBezTo>
                      <a:cubicBezTo>
                        <a:pt x="427559" y="203930"/>
                        <a:pt x="431273" y="215170"/>
                        <a:pt x="428035" y="225647"/>
                      </a:cubicBezTo>
                      <a:cubicBezTo>
                        <a:pt x="424701" y="235934"/>
                        <a:pt x="415271" y="242983"/>
                        <a:pt x="404508" y="242983"/>
                      </a:cubicBez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sp>
              <p:nvSpPr>
                <p:cNvPr id="8264" name="Google Shape;8026;p109">
                  <a:extLst>
                    <a:ext uri="{FF2B5EF4-FFF2-40B4-BE49-F238E27FC236}">
                      <a16:creationId xmlns:a16="http://schemas.microsoft.com/office/drawing/2014/main" id="{8DFC65E2-F87D-077A-8C62-331853E2E5BE}"/>
                    </a:ext>
                  </a:extLst>
                </p:cNvPr>
                <p:cNvSpPr/>
                <p:nvPr/>
              </p:nvSpPr>
              <p:spPr>
                <a:xfrm>
                  <a:off x="5509121" y="4195225"/>
                  <a:ext cx="1163860" cy="742950"/>
                </a:xfrm>
                <a:custGeom>
                  <a:avLst/>
                  <a:gdLst/>
                  <a:ahLst/>
                  <a:cxnLst/>
                  <a:rect l="l" t="t" r="r" b="b"/>
                  <a:pathLst>
                    <a:path w="1163860" h="742950" extrusionOk="0">
                      <a:moveTo>
                        <a:pt x="1100804" y="30956"/>
                      </a:moveTo>
                      <a:cubicBezTo>
                        <a:pt x="1118521" y="30956"/>
                        <a:pt x="1132999" y="44196"/>
                        <a:pt x="1132999" y="60484"/>
                      </a:cubicBezTo>
                      <a:lnTo>
                        <a:pt x="1132999" y="684943"/>
                      </a:lnTo>
                      <a:cubicBezTo>
                        <a:pt x="1132999" y="699802"/>
                        <a:pt x="1119759" y="711994"/>
                        <a:pt x="1103471" y="711994"/>
                      </a:cubicBezTo>
                      <a:lnTo>
                        <a:pt x="58388" y="711994"/>
                      </a:lnTo>
                      <a:cubicBezTo>
                        <a:pt x="43244" y="711994"/>
                        <a:pt x="30956" y="700754"/>
                        <a:pt x="30956" y="686943"/>
                      </a:cubicBezTo>
                      <a:lnTo>
                        <a:pt x="30956" y="55626"/>
                      </a:lnTo>
                      <a:cubicBezTo>
                        <a:pt x="30956" y="42005"/>
                        <a:pt x="43148" y="30956"/>
                        <a:pt x="58103" y="30956"/>
                      </a:cubicBezTo>
                      <a:lnTo>
                        <a:pt x="1100804" y="30956"/>
                      </a:lnTo>
                      <a:moveTo>
                        <a:pt x="1100804" y="0"/>
                      </a:moveTo>
                      <a:lnTo>
                        <a:pt x="58103" y="0"/>
                      </a:lnTo>
                      <a:cubicBezTo>
                        <a:pt x="26003" y="0"/>
                        <a:pt x="0" y="24955"/>
                        <a:pt x="0" y="55626"/>
                      </a:cubicBezTo>
                      <a:lnTo>
                        <a:pt x="0" y="686943"/>
                      </a:lnTo>
                      <a:cubicBezTo>
                        <a:pt x="0" y="717899"/>
                        <a:pt x="26194" y="742950"/>
                        <a:pt x="58388" y="742950"/>
                      </a:cubicBezTo>
                      <a:lnTo>
                        <a:pt x="1103376" y="742950"/>
                      </a:lnTo>
                      <a:cubicBezTo>
                        <a:pt x="1136809" y="742950"/>
                        <a:pt x="1163860" y="716947"/>
                        <a:pt x="1163860" y="684943"/>
                      </a:cubicBezTo>
                      <a:lnTo>
                        <a:pt x="1163860" y="60484"/>
                      </a:lnTo>
                      <a:cubicBezTo>
                        <a:pt x="1163955" y="27051"/>
                        <a:pt x="1135666" y="0"/>
                        <a:pt x="1100804" y="0"/>
                      </a:cubicBezTo>
                      <a:lnTo>
                        <a:pt x="1100804" y="0"/>
                      </a:ln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sp>
              <p:nvSpPr>
                <p:cNvPr id="8265" name="Google Shape;8027;p109">
                  <a:extLst>
                    <a:ext uri="{FF2B5EF4-FFF2-40B4-BE49-F238E27FC236}">
                      <a16:creationId xmlns:a16="http://schemas.microsoft.com/office/drawing/2014/main" id="{17ECE5FD-BCC7-C5AD-4DE6-35A62F193E3D}"/>
                    </a:ext>
                  </a:extLst>
                </p:cNvPr>
                <p:cNvSpPr/>
                <p:nvPr/>
              </p:nvSpPr>
              <p:spPr>
                <a:xfrm>
                  <a:off x="5631612" y="4839686"/>
                  <a:ext cx="918876" cy="30956"/>
                </a:xfrm>
                <a:custGeom>
                  <a:avLst/>
                  <a:gdLst/>
                  <a:ahLst/>
                  <a:cxnLst/>
                  <a:rect l="l" t="t" r="r" b="b"/>
                  <a:pathLst>
                    <a:path w="918876" h="30956" extrusionOk="0">
                      <a:moveTo>
                        <a:pt x="0" y="0"/>
                      </a:moveTo>
                      <a:lnTo>
                        <a:pt x="918877" y="0"/>
                      </a:lnTo>
                      <a:lnTo>
                        <a:pt x="918877" y="30956"/>
                      </a:lnTo>
                      <a:lnTo>
                        <a:pt x="0" y="30956"/>
                      </a:ln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grpSp>
          <p:sp>
            <p:nvSpPr>
              <p:cNvPr id="8251" name="Google Shape;8028;p109">
                <a:extLst>
                  <a:ext uri="{FF2B5EF4-FFF2-40B4-BE49-F238E27FC236}">
                    <a16:creationId xmlns:a16="http://schemas.microsoft.com/office/drawing/2014/main" id="{1D0605F1-A250-3357-ED00-D85FE46B0FC7}"/>
                  </a:ext>
                </a:extLst>
              </p:cNvPr>
              <p:cNvSpPr/>
              <p:nvPr/>
            </p:nvSpPr>
            <p:spPr>
              <a:xfrm>
                <a:off x="1110286" y="5157965"/>
                <a:ext cx="11341" cy="158781"/>
              </a:xfrm>
              <a:custGeom>
                <a:avLst/>
                <a:gdLst/>
                <a:ahLst/>
                <a:cxnLst/>
                <a:rect l="l" t="t" r="r" b="b"/>
                <a:pathLst>
                  <a:path w="30956" h="433387" extrusionOk="0">
                    <a:moveTo>
                      <a:pt x="0" y="0"/>
                    </a:moveTo>
                    <a:lnTo>
                      <a:pt x="30956" y="0"/>
                    </a:lnTo>
                    <a:lnTo>
                      <a:pt x="30956" y="433388"/>
                    </a:lnTo>
                    <a:lnTo>
                      <a:pt x="0" y="433388"/>
                    </a:ln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sp>
            <p:nvSpPr>
              <p:cNvPr id="8252" name="Google Shape;8029;p109">
                <a:extLst>
                  <a:ext uri="{FF2B5EF4-FFF2-40B4-BE49-F238E27FC236}">
                    <a16:creationId xmlns:a16="http://schemas.microsoft.com/office/drawing/2014/main" id="{20A65DCA-8C9E-B952-AC8F-151CEDC3E483}"/>
                  </a:ext>
                </a:extLst>
              </p:cNvPr>
              <p:cNvSpPr/>
              <p:nvPr/>
            </p:nvSpPr>
            <p:spPr>
              <a:xfrm>
                <a:off x="968604" y="5208635"/>
                <a:ext cx="11341" cy="108076"/>
              </a:xfrm>
              <a:custGeom>
                <a:avLst/>
                <a:gdLst/>
                <a:ahLst/>
                <a:cxnLst/>
                <a:rect l="l" t="t" r="r" b="b"/>
                <a:pathLst>
                  <a:path w="30956" h="294989" extrusionOk="0">
                    <a:moveTo>
                      <a:pt x="15621" y="1524"/>
                    </a:moveTo>
                    <a:cubicBezTo>
                      <a:pt x="10287" y="1524"/>
                      <a:pt x="5144" y="1048"/>
                      <a:pt x="0" y="0"/>
                    </a:cubicBezTo>
                    <a:lnTo>
                      <a:pt x="0" y="294989"/>
                    </a:lnTo>
                    <a:lnTo>
                      <a:pt x="30956" y="294989"/>
                    </a:lnTo>
                    <a:lnTo>
                      <a:pt x="30956" y="0"/>
                    </a:lnTo>
                    <a:cubicBezTo>
                      <a:pt x="26003" y="1048"/>
                      <a:pt x="20860" y="1524"/>
                      <a:pt x="15621" y="1524"/>
                    </a:cubicBez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sp>
            <p:nvSpPr>
              <p:cNvPr id="8253" name="Google Shape;8030;p109">
                <a:extLst>
                  <a:ext uri="{FF2B5EF4-FFF2-40B4-BE49-F238E27FC236}">
                    <a16:creationId xmlns:a16="http://schemas.microsoft.com/office/drawing/2014/main" id="{3EB87998-DBFF-9A33-203C-954E1D06C455}"/>
                  </a:ext>
                </a:extLst>
              </p:cNvPr>
              <p:cNvSpPr/>
              <p:nvPr/>
            </p:nvSpPr>
            <p:spPr>
              <a:xfrm>
                <a:off x="951644" y="5157023"/>
                <a:ext cx="45366" cy="45366"/>
              </a:xfrm>
              <a:custGeom>
                <a:avLst/>
                <a:gdLst/>
                <a:ahLst/>
                <a:cxnLst/>
                <a:rect l="l" t="t" r="r" b="b"/>
                <a:pathLst>
                  <a:path w="123825" h="123825" extrusionOk="0">
                    <a:moveTo>
                      <a:pt x="123825" y="61912"/>
                    </a:moveTo>
                    <a:cubicBezTo>
                      <a:pt x="123825" y="96106"/>
                      <a:pt x="96106" y="123825"/>
                      <a:pt x="61912" y="123825"/>
                    </a:cubicBezTo>
                    <a:cubicBezTo>
                      <a:pt x="27719" y="123825"/>
                      <a:pt x="0" y="96106"/>
                      <a:pt x="0" y="61912"/>
                    </a:cubicBezTo>
                    <a:cubicBezTo>
                      <a:pt x="0" y="27719"/>
                      <a:pt x="27719" y="0"/>
                      <a:pt x="61912" y="0"/>
                    </a:cubicBezTo>
                    <a:cubicBezTo>
                      <a:pt x="96106" y="0"/>
                      <a:pt x="123825" y="27719"/>
                      <a:pt x="123825" y="61912"/>
                    </a:cubicBez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grpSp>
            <p:nvGrpSpPr>
              <p:cNvPr id="8254" name="Google Shape;8031;p109">
                <a:extLst>
                  <a:ext uri="{FF2B5EF4-FFF2-40B4-BE49-F238E27FC236}">
                    <a16:creationId xmlns:a16="http://schemas.microsoft.com/office/drawing/2014/main" id="{C8E8587B-6F69-2DD6-38EE-50CF68994BF9}"/>
                  </a:ext>
                </a:extLst>
              </p:cNvPr>
              <p:cNvGrpSpPr/>
              <p:nvPr/>
            </p:nvGrpSpPr>
            <p:grpSpPr>
              <a:xfrm>
                <a:off x="1045028" y="5157975"/>
                <a:ext cx="11341" cy="158747"/>
                <a:chOff x="6011088" y="4349815"/>
                <a:chExt cx="30956" cy="433292"/>
              </a:xfrm>
            </p:grpSpPr>
            <p:sp>
              <p:nvSpPr>
                <p:cNvPr id="8261" name="Google Shape;8032;p109">
                  <a:extLst>
                    <a:ext uri="{FF2B5EF4-FFF2-40B4-BE49-F238E27FC236}">
                      <a16:creationId xmlns:a16="http://schemas.microsoft.com/office/drawing/2014/main" id="{E9D9B27E-6D64-7CDE-4BF9-F4B435CFCF3D}"/>
                    </a:ext>
                  </a:extLst>
                </p:cNvPr>
                <p:cNvSpPr/>
                <p:nvPr/>
              </p:nvSpPr>
              <p:spPr>
                <a:xfrm>
                  <a:off x="6011088" y="4349815"/>
                  <a:ext cx="30956" cy="117729"/>
                </a:xfrm>
                <a:custGeom>
                  <a:avLst/>
                  <a:gdLst/>
                  <a:ahLst/>
                  <a:cxnLst/>
                  <a:rect l="l" t="t" r="r" b="b"/>
                  <a:pathLst>
                    <a:path w="30956" h="117729" extrusionOk="0">
                      <a:moveTo>
                        <a:pt x="13525" y="115824"/>
                      </a:moveTo>
                      <a:cubicBezTo>
                        <a:pt x="19431" y="115824"/>
                        <a:pt x="25336" y="116491"/>
                        <a:pt x="30956" y="117729"/>
                      </a:cubicBezTo>
                      <a:lnTo>
                        <a:pt x="30956" y="0"/>
                      </a:lnTo>
                      <a:lnTo>
                        <a:pt x="0" y="0"/>
                      </a:lnTo>
                      <a:lnTo>
                        <a:pt x="0" y="117158"/>
                      </a:lnTo>
                      <a:cubicBezTo>
                        <a:pt x="4477" y="116300"/>
                        <a:pt x="8953" y="115824"/>
                        <a:pt x="13525" y="115824"/>
                      </a:cubicBez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sp>
              <p:nvSpPr>
                <p:cNvPr id="8262" name="Google Shape;8033;p109">
                  <a:extLst>
                    <a:ext uri="{FF2B5EF4-FFF2-40B4-BE49-F238E27FC236}">
                      <a16:creationId xmlns:a16="http://schemas.microsoft.com/office/drawing/2014/main" id="{BA54AAB7-73BF-7FF2-800B-A9541D5EDA47}"/>
                    </a:ext>
                  </a:extLst>
                </p:cNvPr>
                <p:cNvSpPr/>
                <p:nvPr/>
              </p:nvSpPr>
              <p:spPr>
                <a:xfrm>
                  <a:off x="6011088" y="4624707"/>
                  <a:ext cx="30956" cy="158400"/>
                </a:xfrm>
                <a:custGeom>
                  <a:avLst/>
                  <a:gdLst/>
                  <a:ahLst/>
                  <a:cxnLst/>
                  <a:rect l="l" t="t" r="r" b="b"/>
                  <a:pathLst>
                    <a:path w="30956" h="158400" extrusionOk="0">
                      <a:moveTo>
                        <a:pt x="13525" y="1905"/>
                      </a:moveTo>
                      <a:cubicBezTo>
                        <a:pt x="8953" y="1905"/>
                        <a:pt x="4477" y="1429"/>
                        <a:pt x="0" y="667"/>
                      </a:cubicBezTo>
                      <a:lnTo>
                        <a:pt x="0" y="158401"/>
                      </a:lnTo>
                      <a:lnTo>
                        <a:pt x="30956" y="158401"/>
                      </a:lnTo>
                      <a:lnTo>
                        <a:pt x="30956" y="0"/>
                      </a:lnTo>
                      <a:cubicBezTo>
                        <a:pt x="25336" y="1238"/>
                        <a:pt x="19526" y="1905"/>
                        <a:pt x="13525" y="1905"/>
                      </a:cubicBez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grpSp>
          <p:sp>
            <p:nvSpPr>
              <p:cNvPr id="8255" name="Google Shape;8034;p109">
                <a:extLst>
                  <a:ext uri="{FF2B5EF4-FFF2-40B4-BE49-F238E27FC236}">
                    <a16:creationId xmlns:a16="http://schemas.microsoft.com/office/drawing/2014/main" id="{C168BE92-6338-1070-C7F5-5561F95F1F61}"/>
                  </a:ext>
                </a:extLst>
              </p:cNvPr>
              <p:cNvSpPr/>
              <p:nvPr/>
            </p:nvSpPr>
            <p:spPr>
              <a:xfrm>
                <a:off x="1027301" y="5207204"/>
                <a:ext cx="45366" cy="45366"/>
              </a:xfrm>
              <a:custGeom>
                <a:avLst/>
                <a:gdLst/>
                <a:ahLst/>
                <a:cxnLst/>
                <a:rect l="l" t="t" r="r" b="b"/>
                <a:pathLst>
                  <a:path w="123825" h="123825" extrusionOk="0">
                    <a:moveTo>
                      <a:pt x="123825" y="61913"/>
                    </a:moveTo>
                    <a:cubicBezTo>
                      <a:pt x="123825" y="96106"/>
                      <a:pt x="96106" y="123825"/>
                      <a:pt x="61912" y="123825"/>
                    </a:cubicBezTo>
                    <a:cubicBezTo>
                      <a:pt x="27719" y="123825"/>
                      <a:pt x="0" y="96106"/>
                      <a:pt x="0" y="61913"/>
                    </a:cubicBezTo>
                    <a:cubicBezTo>
                      <a:pt x="0" y="27719"/>
                      <a:pt x="27719" y="0"/>
                      <a:pt x="61912" y="0"/>
                    </a:cubicBezTo>
                    <a:cubicBezTo>
                      <a:pt x="96106" y="0"/>
                      <a:pt x="123825" y="27719"/>
                      <a:pt x="123825" y="61913"/>
                    </a:cubicBez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sp>
            <p:nvSpPr>
              <p:cNvPr id="8256" name="Google Shape;8035;p109">
                <a:extLst>
                  <a:ext uri="{FF2B5EF4-FFF2-40B4-BE49-F238E27FC236}">
                    <a16:creationId xmlns:a16="http://schemas.microsoft.com/office/drawing/2014/main" id="{72C3DCD5-665C-FEF9-1ACE-F2CE474573AA}"/>
                  </a:ext>
                </a:extLst>
              </p:cNvPr>
              <p:cNvSpPr/>
              <p:nvPr/>
            </p:nvSpPr>
            <p:spPr>
              <a:xfrm>
                <a:off x="1087166" y="5269356"/>
                <a:ext cx="58993" cy="58941"/>
              </a:xfrm>
              <a:custGeom>
                <a:avLst/>
                <a:gdLst/>
                <a:ahLst/>
                <a:cxnLst/>
                <a:rect l="l" t="t" r="r" b="b"/>
                <a:pathLst>
                  <a:path w="161020" h="160877" extrusionOk="0">
                    <a:moveTo>
                      <a:pt x="80534" y="160877"/>
                    </a:moveTo>
                    <a:cubicBezTo>
                      <a:pt x="59007" y="160877"/>
                      <a:pt x="38814" y="152495"/>
                      <a:pt x="23574" y="137350"/>
                    </a:cubicBezTo>
                    <a:cubicBezTo>
                      <a:pt x="-7858" y="105918"/>
                      <a:pt x="-7858" y="54864"/>
                      <a:pt x="23574" y="23527"/>
                    </a:cubicBezTo>
                    <a:cubicBezTo>
                      <a:pt x="38814" y="8287"/>
                      <a:pt x="59007" y="0"/>
                      <a:pt x="80534" y="0"/>
                    </a:cubicBezTo>
                    <a:cubicBezTo>
                      <a:pt x="102060" y="0"/>
                      <a:pt x="122253" y="8382"/>
                      <a:pt x="137493" y="23527"/>
                    </a:cubicBezTo>
                    <a:cubicBezTo>
                      <a:pt x="152733" y="38767"/>
                      <a:pt x="161020" y="58960"/>
                      <a:pt x="161020" y="80486"/>
                    </a:cubicBezTo>
                    <a:cubicBezTo>
                      <a:pt x="161020" y="102013"/>
                      <a:pt x="152638" y="122206"/>
                      <a:pt x="137493" y="137350"/>
                    </a:cubicBezTo>
                    <a:cubicBezTo>
                      <a:pt x="122253" y="152590"/>
                      <a:pt x="102060" y="160877"/>
                      <a:pt x="80534" y="160877"/>
                    </a:cubicBez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grpSp>
            <p:nvGrpSpPr>
              <p:cNvPr id="8257" name="Google Shape;8036;p109">
                <a:extLst>
                  <a:ext uri="{FF2B5EF4-FFF2-40B4-BE49-F238E27FC236}">
                    <a16:creationId xmlns:a16="http://schemas.microsoft.com/office/drawing/2014/main" id="{6B0E41D3-3287-E520-43A5-B7F045A9F3F5}"/>
                  </a:ext>
                </a:extLst>
              </p:cNvPr>
              <p:cNvGrpSpPr/>
              <p:nvPr/>
            </p:nvGrpSpPr>
            <p:grpSpPr>
              <a:xfrm>
                <a:off x="1179975" y="5157975"/>
                <a:ext cx="11341" cy="158782"/>
                <a:chOff x="6379420" y="4349815"/>
                <a:chExt cx="30956" cy="433387"/>
              </a:xfrm>
            </p:grpSpPr>
            <p:sp>
              <p:nvSpPr>
                <p:cNvPr id="8259" name="Google Shape;8037;p109">
                  <a:extLst>
                    <a:ext uri="{FF2B5EF4-FFF2-40B4-BE49-F238E27FC236}">
                      <a16:creationId xmlns:a16="http://schemas.microsoft.com/office/drawing/2014/main" id="{0EF9A5F3-D956-7BD8-187C-B3905FB2527A}"/>
                    </a:ext>
                  </a:extLst>
                </p:cNvPr>
                <p:cNvSpPr/>
                <p:nvPr/>
              </p:nvSpPr>
              <p:spPr>
                <a:xfrm>
                  <a:off x="6379420" y="4349815"/>
                  <a:ext cx="30956" cy="78581"/>
                </a:xfrm>
                <a:custGeom>
                  <a:avLst/>
                  <a:gdLst/>
                  <a:ahLst/>
                  <a:cxnLst/>
                  <a:rect l="l" t="t" r="r" b="b"/>
                  <a:pathLst>
                    <a:path w="30956" h="78581" extrusionOk="0">
                      <a:moveTo>
                        <a:pt x="15335" y="77057"/>
                      </a:moveTo>
                      <a:cubicBezTo>
                        <a:pt x="20669" y="77057"/>
                        <a:pt x="25908" y="77534"/>
                        <a:pt x="30956" y="78581"/>
                      </a:cubicBezTo>
                      <a:lnTo>
                        <a:pt x="30956" y="0"/>
                      </a:lnTo>
                      <a:lnTo>
                        <a:pt x="0" y="0"/>
                      </a:lnTo>
                      <a:lnTo>
                        <a:pt x="0" y="78486"/>
                      </a:lnTo>
                      <a:cubicBezTo>
                        <a:pt x="5048" y="77534"/>
                        <a:pt x="10192" y="77057"/>
                        <a:pt x="15335" y="77057"/>
                      </a:cubicBez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sp>
              <p:nvSpPr>
                <p:cNvPr id="8260" name="Google Shape;8038;p109">
                  <a:extLst>
                    <a:ext uri="{FF2B5EF4-FFF2-40B4-BE49-F238E27FC236}">
                      <a16:creationId xmlns:a16="http://schemas.microsoft.com/office/drawing/2014/main" id="{0413BE29-CAE3-67DB-B075-FD08B2068924}"/>
                    </a:ext>
                  </a:extLst>
                </p:cNvPr>
                <p:cNvSpPr/>
                <p:nvPr/>
              </p:nvSpPr>
              <p:spPr>
                <a:xfrm>
                  <a:off x="6379420" y="4586321"/>
                  <a:ext cx="30956" cy="196881"/>
                </a:xfrm>
                <a:custGeom>
                  <a:avLst/>
                  <a:gdLst/>
                  <a:ahLst/>
                  <a:cxnLst/>
                  <a:rect l="l" t="t" r="r" b="b"/>
                  <a:pathLst>
                    <a:path w="30956" h="196881" extrusionOk="0">
                      <a:moveTo>
                        <a:pt x="15335" y="1429"/>
                      </a:moveTo>
                      <a:cubicBezTo>
                        <a:pt x="10096" y="1429"/>
                        <a:pt x="5048" y="952"/>
                        <a:pt x="0" y="0"/>
                      </a:cubicBezTo>
                      <a:lnTo>
                        <a:pt x="0" y="196882"/>
                      </a:lnTo>
                      <a:lnTo>
                        <a:pt x="30956" y="196882"/>
                      </a:lnTo>
                      <a:lnTo>
                        <a:pt x="30956" y="0"/>
                      </a:lnTo>
                      <a:cubicBezTo>
                        <a:pt x="25908" y="952"/>
                        <a:pt x="20669" y="1429"/>
                        <a:pt x="15335" y="1429"/>
                      </a:cubicBez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grpSp>
          <p:sp>
            <p:nvSpPr>
              <p:cNvPr id="8258" name="Google Shape;8039;p109">
                <a:extLst>
                  <a:ext uri="{FF2B5EF4-FFF2-40B4-BE49-F238E27FC236}">
                    <a16:creationId xmlns:a16="http://schemas.microsoft.com/office/drawing/2014/main" id="{AFD709AC-9E7A-CC90-BCB1-C0A530D9B76D}"/>
                  </a:ext>
                </a:extLst>
              </p:cNvPr>
              <p:cNvSpPr/>
              <p:nvPr/>
            </p:nvSpPr>
            <p:spPr>
              <a:xfrm>
                <a:off x="1162911" y="5192966"/>
                <a:ext cx="45366" cy="45366"/>
              </a:xfrm>
              <a:custGeom>
                <a:avLst/>
                <a:gdLst/>
                <a:ahLst/>
                <a:cxnLst/>
                <a:rect l="l" t="t" r="r" b="b"/>
                <a:pathLst>
                  <a:path w="123825" h="123825" extrusionOk="0">
                    <a:moveTo>
                      <a:pt x="123825" y="61912"/>
                    </a:moveTo>
                    <a:cubicBezTo>
                      <a:pt x="123825" y="96106"/>
                      <a:pt x="96106" y="123825"/>
                      <a:pt x="61913" y="123825"/>
                    </a:cubicBezTo>
                    <a:cubicBezTo>
                      <a:pt x="27719" y="123825"/>
                      <a:pt x="0" y="96106"/>
                      <a:pt x="0" y="61912"/>
                    </a:cubicBezTo>
                    <a:cubicBezTo>
                      <a:pt x="0" y="27719"/>
                      <a:pt x="27719" y="0"/>
                      <a:pt x="61913" y="0"/>
                    </a:cubicBezTo>
                    <a:cubicBezTo>
                      <a:pt x="96106" y="0"/>
                      <a:pt x="123825" y="27719"/>
                      <a:pt x="123825" y="61912"/>
                    </a:cubicBez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grpSp>
        <p:sp>
          <p:nvSpPr>
            <p:cNvPr id="8266" name="Google Shape;8040;p109">
              <a:extLst>
                <a:ext uri="{FF2B5EF4-FFF2-40B4-BE49-F238E27FC236}">
                  <a16:creationId xmlns:a16="http://schemas.microsoft.com/office/drawing/2014/main" id="{F09FA3E0-7EAF-25A6-1728-6B715AB7BC11}"/>
                </a:ext>
              </a:extLst>
            </p:cNvPr>
            <p:cNvSpPr txBox="1"/>
            <p:nvPr/>
          </p:nvSpPr>
          <p:spPr>
            <a:xfrm>
              <a:off x="7255077" y="2944907"/>
              <a:ext cx="766564" cy="360099"/>
            </a:xfrm>
            <a:prstGeom prst="rect">
              <a:avLst/>
            </a:prstGeom>
            <a:noFill/>
            <a:ln>
              <a:noFill/>
            </a:ln>
          </p:spPr>
          <p:txBody>
            <a:bodyPr spcFirstLastPara="1" wrap="square" lIns="0" tIns="0" rIns="0" bIns="0" anchor="ctr" anchorCtr="0">
              <a:spAutoFit/>
            </a:bodyPr>
            <a:lstStyle/>
            <a:p>
              <a:pPr marL="0" marR="0" lvl="0" indent="0" algn="ctr" defTabSz="914400" rtl="0" eaLnBrk="1" fontAlgn="auto" latinLnBrk="0" hangingPunct="1">
                <a:lnSpc>
                  <a:spcPct val="130000"/>
                </a:lnSpc>
                <a:spcBef>
                  <a:spcPts val="0"/>
                </a:spcBef>
                <a:spcAft>
                  <a:spcPts val="0"/>
                </a:spcAft>
                <a:buClr>
                  <a:srgbClr val="1B1E35"/>
                </a:buClr>
                <a:buSzPts val="900"/>
                <a:buFontTx/>
                <a:buNone/>
                <a:tabLst/>
                <a:defRPr/>
              </a:pPr>
              <a:r>
                <a:rPr kumimoji="0" lang="en-US" sz="900" b="0" i="0" u="none" strike="noStrike" kern="1200" cap="none" spc="0" normalizeH="0" baseline="0" noProof="0" dirty="0">
                  <a:ln>
                    <a:noFill/>
                  </a:ln>
                  <a:solidFill>
                    <a:srgbClr val="1B1E35"/>
                  </a:solidFill>
                  <a:effectLst/>
                  <a:uLnTx/>
                  <a:uFillTx/>
                  <a:latin typeface="Arial" panose="020B0604020202020204" pitchFamily="34" charset="0"/>
                  <a:ea typeface="+mn-ea"/>
                  <a:cs typeface="+mn-cs"/>
                  <a:sym typeface="Arial"/>
                </a:rPr>
                <a:t>Management Control Plane</a:t>
              </a:r>
              <a:endParaRPr kumimoji="0" sz="1799"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grpSp>
      <p:grpSp>
        <p:nvGrpSpPr>
          <p:cNvPr id="8346" name="Group 8345">
            <a:extLst>
              <a:ext uri="{FF2B5EF4-FFF2-40B4-BE49-F238E27FC236}">
                <a16:creationId xmlns:a16="http://schemas.microsoft.com/office/drawing/2014/main" id="{0229D2A8-8D0D-28CA-9F0D-998F83B907E7}"/>
              </a:ext>
            </a:extLst>
          </p:cNvPr>
          <p:cNvGrpSpPr/>
          <p:nvPr/>
        </p:nvGrpSpPr>
        <p:grpSpPr>
          <a:xfrm>
            <a:off x="3897990" y="1414887"/>
            <a:ext cx="2304438" cy="4352163"/>
            <a:chOff x="3897418" y="1414361"/>
            <a:chExt cx="2305038" cy="4353297"/>
          </a:xfrm>
        </p:grpSpPr>
        <p:cxnSp>
          <p:nvCxnSpPr>
            <p:cNvPr id="7720" name="Google Shape;7720;p109">
              <a:extLst>
                <a:ext uri="{FF2B5EF4-FFF2-40B4-BE49-F238E27FC236}">
                  <a16:creationId xmlns:a16="http://schemas.microsoft.com/office/drawing/2014/main" id="{BE701F4E-C278-63F3-691B-E3BE5080BEF1}"/>
                </a:ext>
              </a:extLst>
            </p:cNvPr>
            <p:cNvCxnSpPr/>
            <p:nvPr/>
          </p:nvCxnSpPr>
          <p:spPr>
            <a:xfrm>
              <a:off x="4390187" y="3192687"/>
              <a:ext cx="0" cy="665573"/>
            </a:xfrm>
            <a:prstGeom prst="straightConnector1">
              <a:avLst/>
            </a:prstGeom>
            <a:noFill/>
            <a:ln w="25400" cap="rnd" cmpd="sng">
              <a:solidFill>
                <a:schemeClr val="lt1"/>
              </a:solidFill>
              <a:prstDash val="dot"/>
              <a:miter lim="800000"/>
              <a:headEnd type="none" w="sm" len="sm"/>
              <a:tailEnd type="none" w="sm" len="sm"/>
            </a:ln>
          </p:spPr>
        </p:cxnSp>
        <p:cxnSp>
          <p:nvCxnSpPr>
            <p:cNvPr id="7721" name="Google Shape;7721;p109">
              <a:extLst>
                <a:ext uri="{FF2B5EF4-FFF2-40B4-BE49-F238E27FC236}">
                  <a16:creationId xmlns:a16="http://schemas.microsoft.com/office/drawing/2014/main" id="{36AE8E28-7301-73C5-EF9D-EE94F04CD165}"/>
                </a:ext>
              </a:extLst>
            </p:cNvPr>
            <p:cNvCxnSpPr/>
            <p:nvPr/>
          </p:nvCxnSpPr>
          <p:spPr>
            <a:xfrm rot="10800000">
              <a:off x="4427476" y="3471117"/>
              <a:ext cx="1259016" cy="0"/>
            </a:xfrm>
            <a:prstGeom prst="straightConnector1">
              <a:avLst/>
            </a:prstGeom>
            <a:noFill/>
            <a:ln w="25400" cap="rnd" cmpd="sng">
              <a:solidFill>
                <a:schemeClr val="lt1"/>
              </a:solidFill>
              <a:prstDash val="dot"/>
              <a:miter lim="800000"/>
              <a:headEnd type="none" w="sm" len="sm"/>
              <a:tailEnd type="none" w="sm" len="sm"/>
            </a:ln>
          </p:spPr>
        </p:cxnSp>
        <p:cxnSp>
          <p:nvCxnSpPr>
            <p:cNvPr id="7722" name="Google Shape;7722;p109">
              <a:extLst>
                <a:ext uri="{FF2B5EF4-FFF2-40B4-BE49-F238E27FC236}">
                  <a16:creationId xmlns:a16="http://schemas.microsoft.com/office/drawing/2014/main" id="{066B4619-1252-C72E-0945-C18DDB26B292}"/>
                </a:ext>
              </a:extLst>
            </p:cNvPr>
            <p:cNvCxnSpPr/>
            <p:nvPr/>
          </p:nvCxnSpPr>
          <p:spPr>
            <a:xfrm>
              <a:off x="5686492" y="3517125"/>
              <a:ext cx="0" cy="341134"/>
            </a:xfrm>
            <a:prstGeom prst="straightConnector1">
              <a:avLst/>
            </a:prstGeom>
            <a:noFill/>
            <a:ln w="25400" cap="rnd" cmpd="sng">
              <a:solidFill>
                <a:schemeClr val="lt1"/>
              </a:solidFill>
              <a:prstDash val="dot"/>
              <a:miter lim="800000"/>
              <a:headEnd type="none" w="sm" len="sm"/>
              <a:tailEnd type="none" w="sm" len="sm"/>
            </a:ln>
          </p:spPr>
        </p:cxnSp>
        <p:sp>
          <p:nvSpPr>
            <p:cNvPr id="7723" name="Google Shape;7723;p109">
              <a:extLst>
                <a:ext uri="{FF2B5EF4-FFF2-40B4-BE49-F238E27FC236}">
                  <a16:creationId xmlns:a16="http://schemas.microsoft.com/office/drawing/2014/main" id="{25546B15-F74F-6B69-4D69-99BB04625A50}"/>
                </a:ext>
              </a:extLst>
            </p:cNvPr>
            <p:cNvSpPr txBox="1"/>
            <p:nvPr/>
          </p:nvSpPr>
          <p:spPr>
            <a:xfrm>
              <a:off x="4028501" y="1414361"/>
              <a:ext cx="2019676" cy="480131"/>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30000"/>
                </a:lnSpc>
                <a:spcBef>
                  <a:spcPts val="0"/>
                </a:spcBef>
                <a:spcAft>
                  <a:spcPts val="0"/>
                </a:spcAft>
                <a:buClr>
                  <a:srgbClr val="1B1E35"/>
                </a:buClr>
                <a:buSzPts val="1600"/>
                <a:buFontTx/>
                <a:buNone/>
                <a:tabLst/>
                <a:defRPr/>
              </a:pPr>
              <a:r>
                <a:rPr kumimoji="0" lang="en-US" sz="1200" b="0" i="0" u="none" strike="noStrike" kern="1200" cap="none" spc="0" normalizeH="0" baseline="0" noProof="0" dirty="0">
                  <a:ln>
                    <a:noFill/>
                  </a:ln>
                  <a:solidFill>
                    <a:srgbClr val="1B1E35"/>
                  </a:solidFill>
                  <a:effectLst/>
                  <a:uLnTx/>
                  <a:uFillTx/>
                  <a:latin typeface="Arial" panose="020B0604020202020204" pitchFamily="34" charset="0"/>
                  <a:ea typeface="+mn-ea"/>
                  <a:cs typeface="+mn-cs"/>
                  <a:sym typeface="Arial"/>
                </a:rPr>
                <a:t>Remotely Managed</a:t>
              </a:r>
              <a:endParaRPr kumimoji="0" sz="12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30000"/>
                </a:lnSpc>
                <a:spcBef>
                  <a:spcPts val="0"/>
                </a:spcBef>
                <a:spcAft>
                  <a:spcPts val="0"/>
                </a:spcAft>
                <a:buClr>
                  <a:srgbClr val="1B1E35"/>
                </a:buClr>
                <a:buSzPts val="1600"/>
                <a:buFontTx/>
                <a:buNone/>
                <a:tabLst/>
                <a:defRPr/>
              </a:pPr>
              <a:r>
                <a:rPr kumimoji="0" lang="en-US" sz="1200" b="0" i="0" u="none" strike="noStrike" kern="1200" cap="none" spc="0" normalizeH="0" baseline="0" noProof="0" dirty="0">
                  <a:ln>
                    <a:noFill/>
                  </a:ln>
                  <a:solidFill>
                    <a:srgbClr val="1B1E35"/>
                  </a:solidFill>
                  <a:effectLst/>
                  <a:uLnTx/>
                  <a:uFillTx/>
                  <a:latin typeface="Arial" panose="020B0604020202020204" pitchFamily="34" charset="0"/>
                  <a:ea typeface="+mn-ea"/>
                  <a:cs typeface="+mn-cs"/>
                  <a:sym typeface="Arial"/>
                </a:rPr>
                <a:t>Standalone Edge</a:t>
              </a:r>
              <a:endParaRPr kumimoji="0" sz="12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pic>
          <p:nvPicPr>
            <p:cNvPr id="7725" name="Google Shape;7725;p109">
              <a:extLst>
                <a:ext uri="{FF2B5EF4-FFF2-40B4-BE49-F238E27FC236}">
                  <a16:creationId xmlns:a16="http://schemas.microsoft.com/office/drawing/2014/main" id="{AD03A8BB-2332-8F52-2A9B-7D70EE55CF14}"/>
                </a:ext>
              </a:extLst>
            </p:cNvPr>
            <p:cNvPicPr preferRelativeResize="0"/>
            <p:nvPr/>
          </p:nvPicPr>
          <p:blipFill rotWithShape="1">
            <a:blip r:embed="rId3">
              <a:alphaModFix/>
            </a:blip>
            <a:srcRect/>
            <a:stretch/>
          </p:blipFill>
          <p:spPr>
            <a:xfrm>
              <a:off x="3897419" y="2077925"/>
              <a:ext cx="420115" cy="420115"/>
            </a:xfrm>
            <a:prstGeom prst="rect">
              <a:avLst/>
            </a:prstGeom>
            <a:noFill/>
            <a:ln>
              <a:noFill/>
            </a:ln>
          </p:spPr>
        </p:pic>
        <p:sp>
          <p:nvSpPr>
            <p:cNvPr id="7726" name="Google Shape;7726;p109">
              <a:extLst>
                <a:ext uri="{FF2B5EF4-FFF2-40B4-BE49-F238E27FC236}">
                  <a16:creationId xmlns:a16="http://schemas.microsoft.com/office/drawing/2014/main" id="{F68E20E0-F982-0628-99F9-25AA9900091F}"/>
                </a:ext>
              </a:extLst>
            </p:cNvPr>
            <p:cNvSpPr txBox="1"/>
            <p:nvPr/>
          </p:nvSpPr>
          <p:spPr>
            <a:xfrm>
              <a:off x="3897418" y="2487009"/>
              <a:ext cx="420116" cy="180049"/>
            </a:xfrm>
            <a:prstGeom prst="rect">
              <a:avLst/>
            </a:prstGeom>
            <a:noFill/>
            <a:ln>
              <a:noFill/>
            </a:ln>
          </p:spPr>
          <p:txBody>
            <a:bodyPr spcFirstLastPara="1" wrap="square" lIns="0" tIns="0" rIns="0" bIns="0" anchor="ctr" anchorCtr="0">
              <a:spAutoFit/>
            </a:bodyPr>
            <a:lstStyle/>
            <a:p>
              <a:pPr marL="0" marR="0" lvl="0" indent="0" algn="ctr" defTabSz="914400" rtl="0" eaLnBrk="1" fontAlgn="auto" latinLnBrk="0" hangingPunct="1">
                <a:lnSpc>
                  <a:spcPct val="130000"/>
                </a:lnSpc>
                <a:spcBef>
                  <a:spcPts val="0"/>
                </a:spcBef>
                <a:spcAft>
                  <a:spcPts val="0"/>
                </a:spcAft>
                <a:buClr>
                  <a:srgbClr val="1B1E35"/>
                </a:buClr>
                <a:buSzPts val="900"/>
                <a:buFontTx/>
                <a:buNone/>
                <a:tabLst/>
                <a:defRPr/>
              </a:pPr>
              <a:r>
                <a:rPr kumimoji="0" lang="en-US" sz="900" b="0" i="0" u="none" strike="noStrike" kern="1200" cap="none" spc="0" normalizeH="0" baseline="0" noProof="0" dirty="0">
                  <a:ln>
                    <a:noFill/>
                  </a:ln>
                  <a:solidFill>
                    <a:srgbClr val="1B1E35"/>
                  </a:solidFill>
                  <a:effectLst/>
                  <a:uLnTx/>
                  <a:uFillTx/>
                  <a:latin typeface="Arial" panose="020B0604020202020204" pitchFamily="34" charset="0"/>
                  <a:ea typeface="+mn-ea"/>
                  <a:cs typeface="+mn-cs"/>
                  <a:sym typeface="Arial"/>
                </a:rPr>
                <a:t>Admin</a:t>
              </a:r>
              <a:endParaRPr kumimoji="0" sz="1799"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728" name="Google Shape;7728;p109">
              <a:extLst>
                <a:ext uri="{FF2B5EF4-FFF2-40B4-BE49-F238E27FC236}">
                  <a16:creationId xmlns:a16="http://schemas.microsoft.com/office/drawing/2014/main" id="{B722AEEA-FC00-D942-B11E-E53FEB40A396}"/>
                </a:ext>
              </a:extLst>
            </p:cNvPr>
            <p:cNvSpPr>
              <a:spLocks noChangeAspect="1"/>
            </p:cNvSpPr>
            <p:nvPr/>
          </p:nvSpPr>
          <p:spPr>
            <a:xfrm>
              <a:off x="4409402" y="2156849"/>
              <a:ext cx="1166201" cy="631047"/>
            </a:xfrm>
            <a:custGeom>
              <a:avLst/>
              <a:gdLst/>
              <a:ahLst/>
              <a:cxnLst/>
              <a:rect l="l" t="t" r="r" b="b"/>
              <a:pathLst>
                <a:path w="1247385" h="698422" extrusionOk="0">
                  <a:moveTo>
                    <a:pt x="201176" y="698423"/>
                  </a:moveTo>
                  <a:cubicBezTo>
                    <a:pt x="189558" y="698423"/>
                    <a:pt x="182193" y="698423"/>
                    <a:pt x="179600" y="698319"/>
                  </a:cubicBezTo>
                  <a:cubicBezTo>
                    <a:pt x="83441" y="695726"/>
                    <a:pt x="-2138" y="607554"/>
                    <a:pt x="41" y="513366"/>
                  </a:cubicBezTo>
                  <a:cubicBezTo>
                    <a:pt x="2219" y="420838"/>
                    <a:pt x="78876" y="345633"/>
                    <a:pt x="170886" y="345633"/>
                  </a:cubicBezTo>
                  <a:lnTo>
                    <a:pt x="175035" y="345633"/>
                  </a:lnTo>
                  <a:cubicBezTo>
                    <a:pt x="189765" y="345944"/>
                    <a:pt x="203976" y="347915"/>
                    <a:pt x="217254" y="351649"/>
                  </a:cubicBezTo>
                  <a:lnTo>
                    <a:pt x="234473" y="356421"/>
                  </a:lnTo>
                  <a:lnTo>
                    <a:pt x="238208" y="338890"/>
                  </a:lnTo>
                  <a:cubicBezTo>
                    <a:pt x="259991" y="237545"/>
                    <a:pt x="350030" y="163895"/>
                    <a:pt x="452309" y="163895"/>
                  </a:cubicBezTo>
                  <a:cubicBezTo>
                    <a:pt x="454073" y="163895"/>
                    <a:pt x="455940" y="163895"/>
                    <a:pt x="457703" y="163999"/>
                  </a:cubicBezTo>
                  <a:cubicBezTo>
                    <a:pt x="489341" y="164829"/>
                    <a:pt x="519216" y="171986"/>
                    <a:pt x="546497" y="185264"/>
                  </a:cubicBezTo>
                  <a:lnTo>
                    <a:pt x="562990" y="193251"/>
                  </a:lnTo>
                  <a:lnTo>
                    <a:pt x="569629" y="176239"/>
                  </a:lnTo>
                  <a:cubicBezTo>
                    <a:pt x="611122" y="69189"/>
                    <a:pt x="705517" y="0"/>
                    <a:pt x="810182" y="0"/>
                  </a:cubicBezTo>
                  <a:cubicBezTo>
                    <a:pt x="812360" y="0"/>
                    <a:pt x="814435" y="0"/>
                    <a:pt x="816613" y="104"/>
                  </a:cubicBezTo>
                  <a:cubicBezTo>
                    <a:pt x="947834" y="3216"/>
                    <a:pt x="1056648" y="114623"/>
                    <a:pt x="1069822" y="259121"/>
                  </a:cubicBezTo>
                  <a:lnTo>
                    <a:pt x="1071066" y="273021"/>
                  </a:lnTo>
                  <a:lnTo>
                    <a:pt x="1084966" y="274369"/>
                  </a:lnTo>
                  <a:cubicBezTo>
                    <a:pt x="1178843" y="283290"/>
                    <a:pt x="1250107" y="377686"/>
                    <a:pt x="1247306" y="489300"/>
                  </a:cubicBezTo>
                  <a:cubicBezTo>
                    <a:pt x="1244816" y="603301"/>
                    <a:pt x="1164632" y="695933"/>
                    <a:pt x="1068577" y="695933"/>
                  </a:cubicBezTo>
                  <a:cubicBezTo>
                    <a:pt x="1067228" y="695933"/>
                    <a:pt x="1065983" y="695933"/>
                    <a:pt x="1064635" y="695933"/>
                  </a:cubicBezTo>
                  <a:cubicBezTo>
                    <a:pt x="1062042" y="695829"/>
                    <a:pt x="1054262" y="695829"/>
                    <a:pt x="1042229" y="695829"/>
                  </a:cubicBezTo>
                  <a:cubicBezTo>
                    <a:pt x="980094" y="695829"/>
                    <a:pt x="797942" y="696452"/>
                    <a:pt x="621702" y="697074"/>
                  </a:cubicBezTo>
                  <a:cubicBezTo>
                    <a:pt x="445463" y="697800"/>
                    <a:pt x="263311" y="698423"/>
                    <a:pt x="201176" y="698423"/>
                  </a:cubicBezTo>
                  <a:close/>
                </a:path>
              </a:pathLst>
            </a:custGeom>
            <a:solidFill>
              <a:schemeClr val="lt1"/>
            </a:solidFill>
            <a:ln w="25400" cap="flat" cmpd="sng">
              <a:solidFill>
                <a:schemeClr val="accent2"/>
              </a:solidFill>
              <a:prstDash val="solid"/>
              <a:miter lim="800000"/>
              <a:headEnd type="none" w="sm" len="sm"/>
              <a:tailEnd type="none" w="sm" len="sm"/>
            </a:ln>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sym typeface="Arial"/>
              </a:endParaRPr>
            </a:p>
          </p:txBody>
        </p:sp>
        <p:sp>
          <p:nvSpPr>
            <p:cNvPr id="7729" name="Google Shape;7729;p109">
              <a:extLst>
                <a:ext uri="{FF2B5EF4-FFF2-40B4-BE49-F238E27FC236}">
                  <a16:creationId xmlns:a16="http://schemas.microsoft.com/office/drawing/2014/main" id="{DAF4B837-7EB0-5F80-C1C0-D3C638CF62A9}"/>
                </a:ext>
              </a:extLst>
            </p:cNvPr>
            <p:cNvSpPr txBox="1"/>
            <p:nvPr/>
          </p:nvSpPr>
          <p:spPr>
            <a:xfrm>
              <a:off x="4376337" y="2517719"/>
              <a:ext cx="1337255" cy="276984"/>
            </a:xfrm>
            <a:prstGeom prst="rect">
              <a:avLst/>
            </a:prstGeom>
            <a:noFill/>
            <a:ln>
              <a:noFill/>
            </a:ln>
          </p:spPr>
          <p:txBody>
            <a:bodyPr spcFirstLastPara="1" wrap="square" lIns="0" tIns="0" rIns="0" bIns="91401" anchor="t" anchorCtr="0">
              <a:spAutoFit/>
            </a:bodyPr>
            <a:lstStyle/>
            <a:p>
              <a:pPr marL="0" marR="0" lvl="0" indent="0" algn="ctr" defTabSz="914400" rtl="0" eaLnBrk="1" fontAlgn="auto" latinLnBrk="0" hangingPunct="1">
                <a:lnSpc>
                  <a:spcPct val="100000"/>
                </a:lnSpc>
                <a:spcBef>
                  <a:spcPts val="0"/>
                </a:spcBef>
                <a:spcAft>
                  <a:spcPts val="0"/>
                </a:spcAft>
                <a:buClr>
                  <a:srgbClr val="1B1E35"/>
                </a:buClr>
                <a:buSzPts val="1200"/>
                <a:buFontTx/>
                <a:buNone/>
                <a:tabLst/>
                <a:defRPr/>
              </a:pPr>
              <a:r>
                <a:rPr kumimoji="0" lang="en-US" sz="1200" b="0" i="0" u="none" strike="noStrike" kern="1200" cap="none" spc="0" normalizeH="0" baseline="0" noProof="0" dirty="0">
                  <a:ln>
                    <a:noFill/>
                  </a:ln>
                  <a:solidFill>
                    <a:srgbClr val="1B1E35"/>
                  </a:solidFill>
                  <a:effectLst/>
                  <a:uLnTx/>
                  <a:uFillTx/>
                  <a:latin typeface="Arial" panose="020B0604020202020204" pitchFamily="34" charset="0"/>
                  <a:ea typeface="+mn-ea"/>
                  <a:cs typeface="+mn-cs"/>
                  <a:sym typeface="Arial"/>
                </a:rPr>
                <a:t>Internet/WAN</a:t>
              </a:r>
              <a:endParaRPr kumimoji="0" sz="1799"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cxnSp>
          <p:nvCxnSpPr>
            <p:cNvPr id="7731" name="Google Shape;7731;p109">
              <a:extLst>
                <a:ext uri="{FF2B5EF4-FFF2-40B4-BE49-F238E27FC236}">
                  <a16:creationId xmlns:a16="http://schemas.microsoft.com/office/drawing/2014/main" id="{B00CDC3A-CEB9-0953-3D61-9B833BBAD3B2}"/>
                </a:ext>
              </a:extLst>
            </p:cNvPr>
            <p:cNvCxnSpPr/>
            <p:nvPr/>
          </p:nvCxnSpPr>
          <p:spPr>
            <a:xfrm>
              <a:off x="4881431" y="2802629"/>
              <a:ext cx="0" cy="1301792"/>
            </a:xfrm>
            <a:prstGeom prst="straightConnector1">
              <a:avLst/>
            </a:prstGeom>
            <a:noFill/>
            <a:ln w="19050" cap="flat" cmpd="sng">
              <a:solidFill>
                <a:srgbClr val="007985"/>
              </a:solidFill>
              <a:prstDash val="dash"/>
              <a:round/>
              <a:headEnd type="none" w="sm" len="sm"/>
              <a:tailEnd type="none" w="sm" len="sm"/>
            </a:ln>
          </p:spPr>
        </p:cxnSp>
        <p:grpSp>
          <p:nvGrpSpPr>
            <p:cNvPr id="7732" name="Google Shape;7732;p109">
              <a:extLst>
                <a:ext uri="{FF2B5EF4-FFF2-40B4-BE49-F238E27FC236}">
                  <a16:creationId xmlns:a16="http://schemas.microsoft.com/office/drawing/2014/main" id="{14BDE877-F0CC-5BF4-FD47-1055D7607153}"/>
                </a:ext>
              </a:extLst>
            </p:cNvPr>
            <p:cNvGrpSpPr/>
            <p:nvPr/>
          </p:nvGrpSpPr>
          <p:grpSpPr>
            <a:xfrm>
              <a:off x="4278799" y="2895309"/>
              <a:ext cx="1519080" cy="2476519"/>
              <a:chOff x="4449334" y="3275197"/>
              <a:chExt cx="1519080" cy="2476519"/>
            </a:xfrm>
          </p:grpSpPr>
          <p:sp>
            <p:nvSpPr>
              <p:cNvPr id="7733" name="Google Shape;7733;p109">
                <a:extLst>
                  <a:ext uri="{FF2B5EF4-FFF2-40B4-BE49-F238E27FC236}">
                    <a16:creationId xmlns:a16="http://schemas.microsoft.com/office/drawing/2014/main" id="{F453FB84-90E0-5084-CC94-1925A87475C5}"/>
                  </a:ext>
                </a:extLst>
              </p:cNvPr>
              <p:cNvSpPr txBox="1"/>
              <p:nvPr/>
            </p:nvSpPr>
            <p:spPr>
              <a:xfrm>
                <a:off x="4516861" y="5541658"/>
                <a:ext cx="1379041" cy="210058"/>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30000"/>
                  </a:lnSpc>
                  <a:spcBef>
                    <a:spcPts val="0"/>
                  </a:spcBef>
                  <a:spcAft>
                    <a:spcPts val="0"/>
                  </a:spcAft>
                  <a:buClr>
                    <a:srgbClr val="1B1E35"/>
                  </a:buClr>
                  <a:buSzPts val="1050"/>
                  <a:buFontTx/>
                  <a:buNone/>
                  <a:tabLst/>
                  <a:defRPr/>
                </a:pPr>
                <a:r>
                  <a:rPr kumimoji="0" lang="en-US" sz="1050" b="0" i="0" u="none" strike="noStrike" kern="1200" cap="none" spc="0" normalizeH="0" baseline="0" noProof="0" dirty="0">
                    <a:ln>
                      <a:noFill/>
                    </a:ln>
                    <a:solidFill>
                      <a:srgbClr val="1B1E35"/>
                    </a:solidFill>
                    <a:effectLst/>
                    <a:uLnTx/>
                    <a:uFillTx/>
                    <a:latin typeface="Arial" panose="020B0604020202020204" pitchFamily="34" charset="0"/>
                    <a:ea typeface="+mn-ea"/>
                    <a:cs typeface="+mn-cs"/>
                    <a:sym typeface="Arial"/>
                  </a:rPr>
                  <a:t>VCF Edge</a:t>
                </a:r>
                <a:endParaRPr kumimoji="0" sz="1799"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734" name="Google Shape;7734;p109">
                <a:extLst>
                  <a:ext uri="{FF2B5EF4-FFF2-40B4-BE49-F238E27FC236}">
                    <a16:creationId xmlns:a16="http://schemas.microsoft.com/office/drawing/2014/main" id="{5AC56100-4B01-D28A-6E5A-8532A402D05B}"/>
                  </a:ext>
                </a:extLst>
              </p:cNvPr>
              <p:cNvSpPr/>
              <p:nvPr/>
            </p:nvSpPr>
            <p:spPr>
              <a:xfrm>
                <a:off x="4449334" y="3275197"/>
                <a:ext cx="1519080" cy="2258110"/>
              </a:xfrm>
              <a:prstGeom prst="roundRect">
                <a:avLst>
                  <a:gd name="adj" fmla="val 8773"/>
                </a:avLst>
              </a:prstGeom>
              <a:noFill/>
              <a:ln w="9525" cap="flat" cmpd="sng">
                <a:solidFill>
                  <a:schemeClr val="dk1"/>
                </a:solidFill>
                <a:prstDash val="solid"/>
                <a:round/>
                <a:headEnd type="none" w="sm" len="sm"/>
                <a:tailEnd type="none" w="sm" len="sm"/>
              </a:ln>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sym typeface="Arial"/>
                </a:endParaRPr>
              </a:p>
            </p:txBody>
          </p:sp>
          <p:grpSp>
            <p:nvGrpSpPr>
              <p:cNvPr id="7738" name="Google Shape;7738;p109">
                <a:extLst>
                  <a:ext uri="{FF2B5EF4-FFF2-40B4-BE49-F238E27FC236}">
                    <a16:creationId xmlns:a16="http://schemas.microsoft.com/office/drawing/2014/main" id="{D7E85281-A81B-EB78-6223-9A4818C4EAEB}"/>
                  </a:ext>
                </a:extLst>
              </p:cNvPr>
              <p:cNvGrpSpPr/>
              <p:nvPr/>
            </p:nvGrpSpPr>
            <p:grpSpPr>
              <a:xfrm>
                <a:off x="5340715" y="3967734"/>
                <a:ext cx="331179" cy="289791"/>
                <a:chOff x="861121" y="5101327"/>
                <a:chExt cx="426407" cy="373118"/>
              </a:xfrm>
            </p:grpSpPr>
            <p:grpSp>
              <p:nvGrpSpPr>
                <p:cNvPr id="7739" name="Google Shape;7739;p109">
                  <a:extLst>
                    <a:ext uri="{FF2B5EF4-FFF2-40B4-BE49-F238E27FC236}">
                      <a16:creationId xmlns:a16="http://schemas.microsoft.com/office/drawing/2014/main" id="{A07C2DDC-C736-86AD-CB47-1A45199BA123}"/>
                    </a:ext>
                  </a:extLst>
                </p:cNvPr>
                <p:cNvGrpSpPr/>
                <p:nvPr/>
              </p:nvGrpSpPr>
              <p:grpSpPr>
                <a:xfrm>
                  <a:off x="861121" y="5101327"/>
                  <a:ext cx="426407" cy="373118"/>
                  <a:chOff x="5509121" y="4195225"/>
                  <a:chExt cx="1163860" cy="1018412"/>
                </a:xfrm>
              </p:grpSpPr>
              <p:sp>
                <p:nvSpPr>
                  <p:cNvPr id="7740" name="Google Shape;7740;p109">
                    <a:extLst>
                      <a:ext uri="{FF2B5EF4-FFF2-40B4-BE49-F238E27FC236}">
                        <a16:creationId xmlns:a16="http://schemas.microsoft.com/office/drawing/2014/main" id="{512EA2FA-A027-E5C8-568B-EB164AD5C72D}"/>
                      </a:ext>
                    </a:extLst>
                  </p:cNvPr>
                  <p:cNvSpPr/>
                  <p:nvPr/>
                </p:nvSpPr>
                <p:spPr>
                  <a:xfrm>
                    <a:off x="5876518" y="4970655"/>
                    <a:ext cx="429188" cy="242982"/>
                  </a:xfrm>
                  <a:custGeom>
                    <a:avLst/>
                    <a:gdLst/>
                    <a:ahLst/>
                    <a:cxnLst/>
                    <a:rect l="l" t="t" r="r" b="b"/>
                    <a:pathLst>
                      <a:path w="429188" h="242982" extrusionOk="0">
                        <a:moveTo>
                          <a:pt x="404508" y="242983"/>
                        </a:moveTo>
                        <a:lnTo>
                          <a:pt x="24651" y="242983"/>
                        </a:lnTo>
                        <a:cubicBezTo>
                          <a:pt x="13793" y="242983"/>
                          <a:pt x="4363" y="235934"/>
                          <a:pt x="1124" y="225457"/>
                        </a:cubicBezTo>
                        <a:cubicBezTo>
                          <a:pt x="-2114" y="214789"/>
                          <a:pt x="1791" y="203549"/>
                          <a:pt x="10935" y="197358"/>
                        </a:cubicBezTo>
                        <a:cubicBezTo>
                          <a:pt x="30461" y="184118"/>
                          <a:pt x="80277" y="164306"/>
                          <a:pt x="101137" y="156305"/>
                        </a:cubicBezTo>
                        <a:lnTo>
                          <a:pt x="121806" y="0"/>
                        </a:lnTo>
                        <a:lnTo>
                          <a:pt x="152477" y="4096"/>
                        </a:lnTo>
                        <a:lnTo>
                          <a:pt x="129426" y="178784"/>
                        </a:lnTo>
                        <a:lnTo>
                          <a:pt x="120758" y="182023"/>
                        </a:lnTo>
                        <a:cubicBezTo>
                          <a:pt x="106185" y="187452"/>
                          <a:pt x="72467" y="200692"/>
                          <a:pt x="48749" y="212026"/>
                        </a:cubicBezTo>
                        <a:lnTo>
                          <a:pt x="380791" y="212026"/>
                        </a:lnTo>
                        <a:cubicBezTo>
                          <a:pt x="357169" y="200692"/>
                          <a:pt x="323260" y="187452"/>
                          <a:pt x="308591" y="182023"/>
                        </a:cubicBezTo>
                        <a:lnTo>
                          <a:pt x="299543" y="178689"/>
                        </a:lnTo>
                        <a:lnTo>
                          <a:pt x="282779" y="3524"/>
                        </a:lnTo>
                        <a:lnTo>
                          <a:pt x="313544" y="571"/>
                        </a:lnTo>
                        <a:lnTo>
                          <a:pt x="328403" y="156496"/>
                        </a:lnTo>
                        <a:cubicBezTo>
                          <a:pt x="349644" y="164687"/>
                          <a:pt x="399650" y="184499"/>
                          <a:pt x="418605" y="197739"/>
                        </a:cubicBezTo>
                        <a:cubicBezTo>
                          <a:pt x="427559" y="203930"/>
                          <a:pt x="431273" y="215170"/>
                          <a:pt x="428035" y="225647"/>
                        </a:cubicBezTo>
                        <a:cubicBezTo>
                          <a:pt x="424701" y="235934"/>
                          <a:pt x="415271" y="242983"/>
                          <a:pt x="404508" y="242983"/>
                        </a:cubicBez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sp>
                <p:nvSpPr>
                  <p:cNvPr id="7741" name="Google Shape;7741;p109">
                    <a:extLst>
                      <a:ext uri="{FF2B5EF4-FFF2-40B4-BE49-F238E27FC236}">
                        <a16:creationId xmlns:a16="http://schemas.microsoft.com/office/drawing/2014/main" id="{2807F332-4AF6-2AA8-F2DC-A07FA2C33FFF}"/>
                      </a:ext>
                    </a:extLst>
                  </p:cNvPr>
                  <p:cNvSpPr/>
                  <p:nvPr/>
                </p:nvSpPr>
                <p:spPr>
                  <a:xfrm>
                    <a:off x="5509121" y="4195225"/>
                    <a:ext cx="1163860" cy="742950"/>
                  </a:xfrm>
                  <a:custGeom>
                    <a:avLst/>
                    <a:gdLst/>
                    <a:ahLst/>
                    <a:cxnLst/>
                    <a:rect l="l" t="t" r="r" b="b"/>
                    <a:pathLst>
                      <a:path w="1163860" h="742950" extrusionOk="0">
                        <a:moveTo>
                          <a:pt x="1100804" y="30956"/>
                        </a:moveTo>
                        <a:cubicBezTo>
                          <a:pt x="1118521" y="30956"/>
                          <a:pt x="1132999" y="44196"/>
                          <a:pt x="1132999" y="60484"/>
                        </a:cubicBezTo>
                        <a:lnTo>
                          <a:pt x="1132999" y="684943"/>
                        </a:lnTo>
                        <a:cubicBezTo>
                          <a:pt x="1132999" y="699802"/>
                          <a:pt x="1119759" y="711994"/>
                          <a:pt x="1103471" y="711994"/>
                        </a:cubicBezTo>
                        <a:lnTo>
                          <a:pt x="58388" y="711994"/>
                        </a:lnTo>
                        <a:cubicBezTo>
                          <a:pt x="43244" y="711994"/>
                          <a:pt x="30956" y="700754"/>
                          <a:pt x="30956" y="686943"/>
                        </a:cubicBezTo>
                        <a:lnTo>
                          <a:pt x="30956" y="55626"/>
                        </a:lnTo>
                        <a:cubicBezTo>
                          <a:pt x="30956" y="42005"/>
                          <a:pt x="43148" y="30956"/>
                          <a:pt x="58103" y="30956"/>
                        </a:cubicBezTo>
                        <a:lnTo>
                          <a:pt x="1100804" y="30956"/>
                        </a:lnTo>
                        <a:moveTo>
                          <a:pt x="1100804" y="0"/>
                        </a:moveTo>
                        <a:lnTo>
                          <a:pt x="58103" y="0"/>
                        </a:lnTo>
                        <a:cubicBezTo>
                          <a:pt x="26003" y="0"/>
                          <a:pt x="0" y="24955"/>
                          <a:pt x="0" y="55626"/>
                        </a:cubicBezTo>
                        <a:lnTo>
                          <a:pt x="0" y="686943"/>
                        </a:lnTo>
                        <a:cubicBezTo>
                          <a:pt x="0" y="717899"/>
                          <a:pt x="26194" y="742950"/>
                          <a:pt x="58388" y="742950"/>
                        </a:cubicBezTo>
                        <a:lnTo>
                          <a:pt x="1103376" y="742950"/>
                        </a:lnTo>
                        <a:cubicBezTo>
                          <a:pt x="1136809" y="742950"/>
                          <a:pt x="1163860" y="716947"/>
                          <a:pt x="1163860" y="684943"/>
                        </a:cubicBezTo>
                        <a:lnTo>
                          <a:pt x="1163860" y="60484"/>
                        </a:lnTo>
                        <a:cubicBezTo>
                          <a:pt x="1163955" y="27051"/>
                          <a:pt x="1135666" y="0"/>
                          <a:pt x="1100804" y="0"/>
                        </a:cubicBezTo>
                        <a:lnTo>
                          <a:pt x="1100804" y="0"/>
                        </a:ln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sp>
                <p:nvSpPr>
                  <p:cNvPr id="7742" name="Google Shape;7742;p109">
                    <a:extLst>
                      <a:ext uri="{FF2B5EF4-FFF2-40B4-BE49-F238E27FC236}">
                        <a16:creationId xmlns:a16="http://schemas.microsoft.com/office/drawing/2014/main" id="{46A103A6-1512-2BC4-4DD5-462BACC3E3EA}"/>
                      </a:ext>
                    </a:extLst>
                  </p:cNvPr>
                  <p:cNvSpPr/>
                  <p:nvPr/>
                </p:nvSpPr>
                <p:spPr>
                  <a:xfrm>
                    <a:off x="5631612" y="4839686"/>
                    <a:ext cx="918876" cy="30956"/>
                  </a:xfrm>
                  <a:custGeom>
                    <a:avLst/>
                    <a:gdLst/>
                    <a:ahLst/>
                    <a:cxnLst/>
                    <a:rect l="l" t="t" r="r" b="b"/>
                    <a:pathLst>
                      <a:path w="918876" h="30956" extrusionOk="0">
                        <a:moveTo>
                          <a:pt x="0" y="0"/>
                        </a:moveTo>
                        <a:lnTo>
                          <a:pt x="918877" y="0"/>
                        </a:lnTo>
                        <a:lnTo>
                          <a:pt x="918877" y="30956"/>
                        </a:lnTo>
                        <a:lnTo>
                          <a:pt x="0" y="30956"/>
                        </a:ln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grpSp>
            <p:sp>
              <p:nvSpPr>
                <p:cNvPr id="7743" name="Google Shape;7743;p109">
                  <a:extLst>
                    <a:ext uri="{FF2B5EF4-FFF2-40B4-BE49-F238E27FC236}">
                      <a16:creationId xmlns:a16="http://schemas.microsoft.com/office/drawing/2014/main" id="{B132998B-9DEE-1EF4-9000-CBE6A7425D38}"/>
                    </a:ext>
                  </a:extLst>
                </p:cNvPr>
                <p:cNvSpPr/>
                <p:nvPr/>
              </p:nvSpPr>
              <p:spPr>
                <a:xfrm>
                  <a:off x="1110286" y="5157965"/>
                  <a:ext cx="11341" cy="158781"/>
                </a:xfrm>
                <a:custGeom>
                  <a:avLst/>
                  <a:gdLst/>
                  <a:ahLst/>
                  <a:cxnLst/>
                  <a:rect l="l" t="t" r="r" b="b"/>
                  <a:pathLst>
                    <a:path w="30956" h="433387" extrusionOk="0">
                      <a:moveTo>
                        <a:pt x="0" y="0"/>
                      </a:moveTo>
                      <a:lnTo>
                        <a:pt x="30956" y="0"/>
                      </a:lnTo>
                      <a:lnTo>
                        <a:pt x="30956" y="433388"/>
                      </a:lnTo>
                      <a:lnTo>
                        <a:pt x="0" y="433388"/>
                      </a:ln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sp>
              <p:nvSpPr>
                <p:cNvPr id="7744" name="Google Shape;7744;p109">
                  <a:extLst>
                    <a:ext uri="{FF2B5EF4-FFF2-40B4-BE49-F238E27FC236}">
                      <a16:creationId xmlns:a16="http://schemas.microsoft.com/office/drawing/2014/main" id="{7D8E965A-2FF3-9695-1D80-12D8326F5522}"/>
                    </a:ext>
                  </a:extLst>
                </p:cNvPr>
                <p:cNvSpPr/>
                <p:nvPr/>
              </p:nvSpPr>
              <p:spPr>
                <a:xfrm>
                  <a:off x="968604" y="5208635"/>
                  <a:ext cx="11341" cy="108076"/>
                </a:xfrm>
                <a:custGeom>
                  <a:avLst/>
                  <a:gdLst/>
                  <a:ahLst/>
                  <a:cxnLst/>
                  <a:rect l="l" t="t" r="r" b="b"/>
                  <a:pathLst>
                    <a:path w="30956" h="294989" extrusionOk="0">
                      <a:moveTo>
                        <a:pt x="15621" y="1524"/>
                      </a:moveTo>
                      <a:cubicBezTo>
                        <a:pt x="10287" y="1524"/>
                        <a:pt x="5144" y="1048"/>
                        <a:pt x="0" y="0"/>
                      </a:cubicBezTo>
                      <a:lnTo>
                        <a:pt x="0" y="294989"/>
                      </a:lnTo>
                      <a:lnTo>
                        <a:pt x="30956" y="294989"/>
                      </a:lnTo>
                      <a:lnTo>
                        <a:pt x="30956" y="0"/>
                      </a:lnTo>
                      <a:cubicBezTo>
                        <a:pt x="26003" y="1048"/>
                        <a:pt x="20860" y="1524"/>
                        <a:pt x="15621" y="1524"/>
                      </a:cubicBez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sp>
              <p:nvSpPr>
                <p:cNvPr id="7745" name="Google Shape;7745;p109">
                  <a:extLst>
                    <a:ext uri="{FF2B5EF4-FFF2-40B4-BE49-F238E27FC236}">
                      <a16:creationId xmlns:a16="http://schemas.microsoft.com/office/drawing/2014/main" id="{0D1AD4D2-FD50-5FED-185B-9B5566DC3095}"/>
                    </a:ext>
                  </a:extLst>
                </p:cNvPr>
                <p:cNvSpPr/>
                <p:nvPr/>
              </p:nvSpPr>
              <p:spPr>
                <a:xfrm>
                  <a:off x="951644" y="5157023"/>
                  <a:ext cx="45366" cy="45366"/>
                </a:xfrm>
                <a:custGeom>
                  <a:avLst/>
                  <a:gdLst/>
                  <a:ahLst/>
                  <a:cxnLst/>
                  <a:rect l="l" t="t" r="r" b="b"/>
                  <a:pathLst>
                    <a:path w="123825" h="123825" extrusionOk="0">
                      <a:moveTo>
                        <a:pt x="123825" y="61912"/>
                      </a:moveTo>
                      <a:cubicBezTo>
                        <a:pt x="123825" y="96106"/>
                        <a:pt x="96106" y="123825"/>
                        <a:pt x="61912" y="123825"/>
                      </a:cubicBezTo>
                      <a:cubicBezTo>
                        <a:pt x="27719" y="123825"/>
                        <a:pt x="0" y="96106"/>
                        <a:pt x="0" y="61912"/>
                      </a:cubicBezTo>
                      <a:cubicBezTo>
                        <a:pt x="0" y="27719"/>
                        <a:pt x="27719" y="0"/>
                        <a:pt x="61912" y="0"/>
                      </a:cubicBezTo>
                      <a:cubicBezTo>
                        <a:pt x="96106" y="0"/>
                        <a:pt x="123825" y="27719"/>
                        <a:pt x="123825" y="61912"/>
                      </a:cubicBez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grpSp>
              <p:nvGrpSpPr>
                <p:cNvPr id="7746" name="Google Shape;7746;p109">
                  <a:extLst>
                    <a:ext uri="{FF2B5EF4-FFF2-40B4-BE49-F238E27FC236}">
                      <a16:creationId xmlns:a16="http://schemas.microsoft.com/office/drawing/2014/main" id="{4E8424DC-429A-AB89-8374-D2711C5B312B}"/>
                    </a:ext>
                  </a:extLst>
                </p:cNvPr>
                <p:cNvGrpSpPr/>
                <p:nvPr/>
              </p:nvGrpSpPr>
              <p:grpSpPr>
                <a:xfrm>
                  <a:off x="1045028" y="5157975"/>
                  <a:ext cx="11341" cy="158747"/>
                  <a:chOff x="6011088" y="4349815"/>
                  <a:chExt cx="30956" cy="433292"/>
                </a:xfrm>
              </p:grpSpPr>
              <p:sp>
                <p:nvSpPr>
                  <p:cNvPr id="7747" name="Google Shape;7747;p109">
                    <a:extLst>
                      <a:ext uri="{FF2B5EF4-FFF2-40B4-BE49-F238E27FC236}">
                        <a16:creationId xmlns:a16="http://schemas.microsoft.com/office/drawing/2014/main" id="{2C0EDC72-09BD-1EFF-1500-E8DB0B85238B}"/>
                      </a:ext>
                    </a:extLst>
                  </p:cNvPr>
                  <p:cNvSpPr/>
                  <p:nvPr/>
                </p:nvSpPr>
                <p:spPr>
                  <a:xfrm>
                    <a:off x="6011088" y="4349815"/>
                    <a:ext cx="30956" cy="117729"/>
                  </a:xfrm>
                  <a:custGeom>
                    <a:avLst/>
                    <a:gdLst/>
                    <a:ahLst/>
                    <a:cxnLst/>
                    <a:rect l="l" t="t" r="r" b="b"/>
                    <a:pathLst>
                      <a:path w="30956" h="117729" extrusionOk="0">
                        <a:moveTo>
                          <a:pt x="13525" y="115824"/>
                        </a:moveTo>
                        <a:cubicBezTo>
                          <a:pt x="19431" y="115824"/>
                          <a:pt x="25336" y="116491"/>
                          <a:pt x="30956" y="117729"/>
                        </a:cubicBezTo>
                        <a:lnTo>
                          <a:pt x="30956" y="0"/>
                        </a:lnTo>
                        <a:lnTo>
                          <a:pt x="0" y="0"/>
                        </a:lnTo>
                        <a:lnTo>
                          <a:pt x="0" y="117158"/>
                        </a:lnTo>
                        <a:cubicBezTo>
                          <a:pt x="4477" y="116300"/>
                          <a:pt x="8953" y="115824"/>
                          <a:pt x="13525" y="115824"/>
                        </a:cubicBez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sp>
                <p:nvSpPr>
                  <p:cNvPr id="7748" name="Google Shape;7748;p109">
                    <a:extLst>
                      <a:ext uri="{FF2B5EF4-FFF2-40B4-BE49-F238E27FC236}">
                        <a16:creationId xmlns:a16="http://schemas.microsoft.com/office/drawing/2014/main" id="{B76E672B-AD2B-F019-EA7A-FC756565FBE9}"/>
                      </a:ext>
                    </a:extLst>
                  </p:cNvPr>
                  <p:cNvSpPr/>
                  <p:nvPr/>
                </p:nvSpPr>
                <p:spPr>
                  <a:xfrm>
                    <a:off x="6011088" y="4624707"/>
                    <a:ext cx="30956" cy="158400"/>
                  </a:xfrm>
                  <a:custGeom>
                    <a:avLst/>
                    <a:gdLst/>
                    <a:ahLst/>
                    <a:cxnLst/>
                    <a:rect l="l" t="t" r="r" b="b"/>
                    <a:pathLst>
                      <a:path w="30956" h="158400" extrusionOk="0">
                        <a:moveTo>
                          <a:pt x="13525" y="1905"/>
                        </a:moveTo>
                        <a:cubicBezTo>
                          <a:pt x="8953" y="1905"/>
                          <a:pt x="4477" y="1429"/>
                          <a:pt x="0" y="667"/>
                        </a:cubicBezTo>
                        <a:lnTo>
                          <a:pt x="0" y="158401"/>
                        </a:lnTo>
                        <a:lnTo>
                          <a:pt x="30956" y="158401"/>
                        </a:lnTo>
                        <a:lnTo>
                          <a:pt x="30956" y="0"/>
                        </a:lnTo>
                        <a:cubicBezTo>
                          <a:pt x="25336" y="1238"/>
                          <a:pt x="19526" y="1905"/>
                          <a:pt x="13525" y="1905"/>
                        </a:cubicBez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grpSp>
            <p:sp>
              <p:nvSpPr>
                <p:cNvPr id="7749" name="Google Shape;7749;p109">
                  <a:extLst>
                    <a:ext uri="{FF2B5EF4-FFF2-40B4-BE49-F238E27FC236}">
                      <a16:creationId xmlns:a16="http://schemas.microsoft.com/office/drawing/2014/main" id="{E820B927-40E2-E29A-B299-7221F433E4EB}"/>
                    </a:ext>
                  </a:extLst>
                </p:cNvPr>
                <p:cNvSpPr/>
                <p:nvPr/>
              </p:nvSpPr>
              <p:spPr>
                <a:xfrm>
                  <a:off x="1027301" y="5207204"/>
                  <a:ext cx="45366" cy="45366"/>
                </a:xfrm>
                <a:custGeom>
                  <a:avLst/>
                  <a:gdLst/>
                  <a:ahLst/>
                  <a:cxnLst/>
                  <a:rect l="l" t="t" r="r" b="b"/>
                  <a:pathLst>
                    <a:path w="123825" h="123825" extrusionOk="0">
                      <a:moveTo>
                        <a:pt x="123825" y="61913"/>
                      </a:moveTo>
                      <a:cubicBezTo>
                        <a:pt x="123825" y="96106"/>
                        <a:pt x="96106" y="123825"/>
                        <a:pt x="61912" y="123825"/>
                      </a:cubicBezTo>
                      <a:cubicBezTo>
                        <a:pt x="27719" y="123825"/>
                        <a:pt x="0" y="96106"/>
                        <a:pt x="0" y="61913"/>
                      </a:cubicBezTo>
                      <a:cubicBezTo>
                        <a:pt x="0" y="27719"/>
                        <a:pt x="27719" y="0"/>
                        <a:pt x="61912" y="0"/>
                      </a:cubicBezTo>
                      <a:cubicBezTo>
                        <a:pt x="96106" y="0"/>
                        <a:pt x="123825" y="27719"/>
                        <a:pt x="123825" y="61913"/>
                      </a:cubicBez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sp>
              <p:nvSpPr>
                <p:cNvPr id="7750" name="Google Shape;7750;p109">
                  <a:extLst>
                    <a:ext uri="{FF2B5EF4-FFF2-40B4-BE49-F238E27FC236}">
                      <a16:creationId xmlns:a16="http://schemas.microsoft.com/office/drawing/2014/main" id="{42B9E1C3-5FEA-23B4-8426-1198F3EE970A}"/>
                    </a:ext>
                  </a:extLst>
                </p:cNvPr>
                <p:cNvSpPr/>
                <p:nvPr/>
              </p:nvSpPr>
              <p:spPr>
                <a:xfrm>
                  <a:off x="1087166" y="5269356"/>
                  <a:ext cx="58993" cy="58941"/>
                </a:xfrm>
                <a:custGeom>
                  <a:avLst/>
                  <a:gdLst/>
                  <a:ahLst/>
                  <a:cxnLst/>
                  <a:rect l="l" t="t" r="r" b="b"/>
                  <a:pathLst>
                    <a:path w="161020" h="160877" extrusionOk="0">
                      <a:moveTo>
                        <a:pt x="80534" y="160877"/>
                      </a:moveTo>
                      <a:cubicBezTo>
                        <a:pt x="59007" y="160877"/>
                        <a:pt x="38814" y="152495"/>
                        <a:pt x="23574" y="137350"/>
                      </a:cubicBezTo>
                      <a:cubicBezTo>
                        <a:pt x="-7858" y="105918"/>
                        <a:pt x="-7858" y="54864"/>
                        <a:pt x="23574" y="23527"/>
                      </a:cubicBezTo>
                      <a:cubicBezTo>
                        <a:pt x="38814" y="8287"/>
                        <a:pt x="59007" y="0"/>
                        <a:pt x="80534" y="0"/>
                      </a:cubicBezTo>
                      <a:cubicBezTo>
                        <a:pt x="102060" y="0"/>
                        <a:pt x="122253" y="8382"/>
                        <a:pt x="137493" y="23527"/>
                      </a:cubicBezTo>
                      <a:cubicBezTo>
                        <a:pt x="152733" y="38767"/>
                        <a:pt x="161020" y="58960"/>
                        <a:pt x="161020" y="80486"/>
                      </a:cubicBezTo>
                      <a:cubicBezTo>
                        <a:pt x="161020" y="102013"/>
                        <a:pt x="152638" y="122206"/>
                        <a:pt x="137493" y="137350"/>
                      </a:cubicBezTo>
                      <a:cubicBezTo>
                        <a:pt x="122253" y="152590"/>
                        <a:pt x="102060" y="160877"/>
                        <a:pt x="80534" y="160877"/>
                      </a:cubicBez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grpSp>
              <p:nvGrpSpPr>
                <p:cNvPr id="7751" name="Google Shape;7751;p109">
                  <a:extLst>
                    <a:ext uri="{FF2B5EF4-FFF2-40B4-BE49-F238E27FC236}">
                      <a16:creationId xmlns:a16="http://schemas.microsoft.com/office/drawing/2014/main" id="{42F2AAEB-64CF-B28F-2C9C-F5E9475BF50E}"/>
                    </a:ext>
                  </a:extLst>
                </p:cNvPr>
                <p:cNvGrpSpPr/>
                <p:nvPr/>
              </p:nvGrpSpPr>
              <p:grpSpPr>
                <a:xfrm>
                  <a:off x="1179975" y="5157975"/>
                  <a:ext cx="11341" cy="158782"/>
                  <a:chOff x="6379420" y="4349815"/>
                  <a:chExt cx="30956" cy="433387"/>
                </a:xfrm>
              </p:grpSpPr>
              <p:sp>
                <p:nvSpPr>
                  <p:cNvPr id="7752" name="Google Shape;7752;p109">
                    <a:extLst>
                      <a:ext uri="{FF2B5EF4-FFF2-40B4-BE49-F238E27FC236}">
                        <a16:creationId xmlns:a16="http://schemas.microsoft.com/office/drawing/2014/main" id="{ABAED7DC-F2E9-72E1-4084-6B116464A060}"/>
                      </a:ext>
                    </a:extLst>
                  </p:cNvPr>
                  <p:cNvSpPr/>
                  <p:nvPr/>
                </p:nvSpPr>
                <p:spPr>
                  <a:xfrm>
                    <a:off x="6379420" y="4349815"/>
                    <a:ext cx="30956" cy="78581"/>
                  </a:xfrm>
                  <a:custGeom>
                    <a:avLst/>
                    <a:gdLst/>
                    <a:ahLst/>
                    <a:cxnLst/>
                    <a:rect l="l" t="t" r="r" b="b"/>
                    <a:pathLst>
                      <a:path w="30956" h="78581" extrusionOk="0">
                        <a:moveTo>
                          <a:pt x="15335" y="77057"/>
                        </a:moveTo>
                        <a:cubicBezTo>
                          <a:pt x="20669" y="77057"/>
                          <a:pt x="25908" y="77534"/>
                          <a:pt x="30956" y="78581"/>
                        </a:cubicBezTo>
                        <a:lnTo>
                          <a:pt x="30956" y="0"/>
                        </a:lnTo>
                        <a:lnTo>
                          <a:pt x="0" y="0"/>
                        </a:lnTo>
                        <a:lnTo>
                          <a:pt x="0" y="78486"/>
                        </a:lnTo>
                        <a:cubicBezTo>
                          <a:pt x="5048" y="77534"/>
                          <a:pt x="10192" y="77057"/>
                          <a:pt x="15335" y="77057"/>
                        </a:cubicBez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sp>
                <p:nvSpPr>
                  <p:cNvPr id="7753" name="Google Shape;7753;p109">
                    <a:extLst>
                      <a:ext uri="{FF2B5EF4-FFF2-40B4-BE49-F238E27FC236}">
                        <a16:creationId xmlns:a16="http://schemas.microsoft.com/office/drawing/2014/main" id="{625139C2-1966-4CDF-4640-EE3EF1F584AB}"/>
                      </a:ext>
                    </a:extLst>
                  </p:cNvPr>
                  <p:cNvSpPr/>
                  <p:nvPr/>
                </p:nvSpPr>
                <p:spPr>
                  <a:xfrm>
                    <a:off x="6379420" y="4586321"/>
                    <a:ext cx="30956" cy="196881"/>
                  </a:xfrm>
                  <a:custGeom>
                    <a:avLst/>
                    <a:gdLst/>
                    <a:ahLst/>
                    <a:cxnLst/>
                    <a:rect l="l" t="t" r="r" b="b"/>
                    <a:pathLst>
                      <a:path w="30956" h="196881" extrusionOk="0">
                        <a:moveTo>
                          <a:pt x="15335" y="1429"/>
                        </a:moveTo>
                        <a:cubicBezTo>
                          <a:pt x="10096" y="1429"/>
                          <a:pt x="5048" y="952"/>
                          <a:pt x="0" y="0"/>
                        </a:cubicBezTo>
                        <a:lnTo>
                          <a:pt x="0" y="196882"/>
                        </a:lnTo>
                        <a:lnTo>
                          <a:pt x="30956" y="196882"/>
                        </a:lnTo>
                        <a:lnTo>
                          <a:pt x="30956" y="0"/>
                        </a:lnTo>
                        <a:cubicBezTo>
                          <a:pt x="25908" y="952"/>
                          <a:pt x="20669" y="1429"/>
                          <a:pt x="15335" y="1429"/>
                        </a:cubicBez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grpSp>
            <p:sp>
              <p:nvSpPr>
                <p:cNvPr id="7754" name="Google Shape;7754;p109">
                  <a:extLst>
                    <a:ext uri="{FF2B5EF4-FFF2-40B4-BE49-F238E27FC236}">
                      <a16:creationId xmlns:a16="http://schemas.microsoft.com/office/drawing/2014/main" id="{88EA96ED-9CCF-C8E4-D6E7-22036E2ED257}"/>
                    </a:ext>
                  </a:extLst>
                </p:cNvPr>
                <p:cNvSpPr/>
                <p:nvPr/>
              </p:nvSpPr>
              <p:spPr>
                <a:xfrm>
                  <a:off x="1162911" y="5192966"/>
                  <a:ext cx="45366" cy="45366"/>
                </a:xfrm>
                <a:custGeom>
                  <a:avLst/>
                  <a:gdLst/>
                  <a:ahLst/>
                  <a:cxnLst/>
                  <a:rect l="l" t="t" r="r" b="b"/>
                  <a:pathLst>
                    <a:path w="123825" h="123825" extrusionOk="0">
                      <a:moveTo>
                        <a:pt x="123825" y="61912"/>
                      </a:moveTo>
                      <a:cubicBezTo>
                        <a:pt x="123825" y="96106"/>
                        <a:pt x="96106" y="123825"/>
                        <a:pt x="61913" y="123825"/>
                      </a:cubicBezTo>
                      <a:cubicBezTo>
                        <a:pt x="27719" y="123825"/>
                        <a:pt x="0" y="96106"/>
                        <a:pt x="0" y="61912"/>
                      </a:cubicBezTo>
                      <a:cubicBezTo>
                        <a:pt x="0" y="27719"/>
                        <a:pt x="27719" y="0"/>
                        <a:pt x="61913" y="0"/>
                      </a:cubicBezTo>
                      <a:cubicBezTo>
                        <a:pt x="96106" y="0"/>
                        <a:pt x="123825" y="27719"/>
                        <a:pt x="123825" y="61912"/>
                      </a:cubicBez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grpSp>
          <p:grpSp>
            <p:nvGrpSpPr>
              <p:cNvPr id="7756" name="Google Shape;7756;p109">
                <a:extLst>
                  <a:ext uri="{FF2B5EF4-FFF2-40B4-BE49-F238E27FC236}">
                    <a16:creationId xmlns:a16="http://schemas.microsoft.com/office/drawing/2014/main" id="{B93D8716-54A1-C30F-6E7E-D28E8BD84655}"/>
                  </a:ext>
                </a:extLst>
              </p:cNvPr>
              <p:cNvGrpSpPr/>
              <p:nvPr/>
            </p:nvGrpSpPr>
            <p:grpSpPr>
              <a:xfrm>
                <a:off x="4778864" y="4464116"/>
                <a:ext cx="815117" cy="180660"/>
                <a:chOff x="8343915" y="4221912"/>
                <a:chExt cx="424293" cy="796357"/>
              </a:xfrm>
            </p:grpSpPr>
            <p:sp>
              <p:nvSpPr>
                <p:cNvPr id="7757" name="Google Shape;7757;p109">
                  <a:extLst>
                    <a:ext uri="{FF2B5EF4-FFF2-40B4-BE49-F238E27FC236}">
                      <a16:creationId xmlns:a16="http://schemas.microsoft.com/office/drawing/2014/main" id="{B6331B99-4EB9-572E-55A4-25C291657A65}"/>
                    </a:ext>
                  </a:extLst>
                </p:cNvPr>
                <p:cNvSpPr/>
                <p:nvPr/>
              </p:nvSpPr>
              <p:spPr>
                <a:xfrm>
                  <a:off x="8343915" y="4221913"/>
                  <a:ext cx="424226" cy="796356"/>
                </a:xfrm>
                <a:custGeom>
                  <a:avLst/>
                  <a:gdLst/>
                  <a:ahLst/>
                  <a:cxnLst/>
                  <a:rect l="l" t="t" r="r" b="b"/>
                  <a:pathLst>
                    <a:path w="424226" h="1033215" extrusionOk="0">
                      <a:moveTo>
                        <a:pt x="0" y="0"/>
                      </a:moveTo>
                      <a:lnTo>
                        <a:pt x="424226" y="0"/>
                      </a:lnTo>
                      <a:lnTo>
                        <a:pt x="424226" y="1033215"/>
                      </a:lnTo>
                      <a:lnTo>
                        <a:pt x="0" y="1033215"/>
                      </a:lnTo>
                      <a:close/>
                    </a:path>
                  </a:pathLst>
                </a:custGeom>
                <a:solidFill>
                  <a:srgbClr val="0193C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758" name="Google Shape;7758;p109">
                  <a:extLst>
                    <a:ext uri="{FF2B5EF4-FFF2-40B4-BE49-F238E27FC236}">
                      <a16:creationId xmlns:a16="http://schemas.microsoft.com/office/drawing/2014/main" id="{16289BED-EB4A-E3D9-56B6-CCDD91A02070}"/>
                    </a:ext>
                  </a:extLst>
                </p:cNvPr>
                <p:cNvSpPr/>
                <p:nvPr/>
              </p:nvSpPr>
              <p:spPr>
                <a:xfrm>
                  <a:off x="8343915" y="4868345"/>
                  <a:ext cx="424226" cy="149923"/>
                </a:xfrm>
                <a:custGeom>
                  <a:avLst/>
                  <a:gdLst/>
                  <a:ahLst/>
                  <a:cxnLst/>
                  <a:rect l="l" t="t" r="r" b="b"/>
                  <a:pathLst>
                    <a:path w="424226" h="149923" extrusionOk="0">
                      <a:moveTo>
                        <a:pt x="0" y="0"/>
                      </a:moveTo>
                      <a:lnTo>
                        <a:pt x="424226" y="0"/>
                      </a:lnTo>
                      <a:lnTo>
                        <a:pt x="424226" y="149924"/>
                      </a:lnTo>
                      <a:lnTo>
                        <a:pt x="0" y="149924"/>
                      </a:lnTo>
                      <a:close/>
                    </a:path>
                  </a:pathLst>
                </a:custGeom>
                <a:solidFill>
                  <a:srgbClr val="005B84"/>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759" name="Google Shape;7759;p109">
                  <a:extLst>
                    <a:ext uri="{FF2B5EF4-FFF2-40B4-BE49-F238E27FC236}">
                      <a16:creationId xmlns:a16="http://schemas.microsoft.com/office/drawing/2014/main" id="{3C1E0241-8684-6D69-08EF-9608F49CAD20}"/>
                    </a:ext>
                  </a:extLst>
                </p:cNvPr>
                <p:cNvSpPr/>
                <p:nvPr/>
              </p:nvSpPr>
              <p:spPr>
                <a:xfrm>
                  <a:off x="8397344" y="4277949"/>
                  <a:ext cx="41593" cy="41593"/>
                </a:xfrm>
                <a:custGeom>
                  <a:avLst/>
                  <a:gdLst/>
                  <a:ahLst/>
                  <a:cxnLst/>
                  <a:rect l="l" t="t" r="r" b="b"/>
                  <a:pathLst>
                    <a:path w="41593" h="41593" extrusionOk="0">
                      <a:moveTo>
                        <a:pt x="41593" y="20797"/>
                      </a:moveTo>
                      <a:cubicBezTo>
                        <a:pt x="41593" y="32282"/>
                        <a:pt x="32282" y="41593"/>
                        <a:pt x="20797" y="41593"/>
                      </a:cubicBezTo>
                      <a:cubicBezTo>
                        <a:pt x="9311" y="41593"/>
                        <a:pt x="0" y="32282"/>
                        <a:pt x="0" y="20797"/>
                      </a:cubicBezTo>
                      <a:cubicBezTo>
                        <a:pt x="0" y="9311"/>
                        <a:pt x="9311" y="0"/>
                        <a:pt x="20797" y="0"/>
                      </a:cubicBezTo>
                      <a:cubicBezTo>
                        <a:pt x="32282" y="0"/>
                        <a:pt x="41593" y="9311"/>
                        <a:pt x="41593" y="20797"/>
                      </a:cubicBezTo>
                      <a:close/>
                    </a:path>
                  </a:pathLst>
                </a:custGeom>
                <a:solidFill>
                  <a:srgbClr val="99CC48"/>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grpSp>
              <p:nvGrpSpPr>
                <p:cNvPr id="7760" name="Google Shape;7760;p109">
                  <a:extLst>
                    <a:ext uri="{FF2B5EF4-FFF2-40B4-BE49-F238E27FC236}">
                      <a16:creationId xmlns:a16="http://schemas.microsoft.com/office/drawing/2014/main" id="{FC3D5755-389A-C384-F2C4-ECD4B2B6DE74}"/>
                    </a:ext>
                  </a:extLst>
                </p:cNvPr>
                <p:cNvGrpSpPr/>
                <p:nvPr/>
              </p:nvGrpSpPr>
              <p:grpSpPr>
                <a:xfrm>
                  <a:off x="8343915" y="4452280"/>
                  <a:ext cx="424226" cy="467358"/>
                  <a:chOff x="8343915" y="4452280"/>
                  <a:chExt cx="424226" cy="467358"/>
                </a:xfrm>
              </p:grpSpPr>
              <p:sp>
                <p:nvSpPr>
                  <p:cNvPr id="7761" name="Google Shape;7761;p109">
                    <a:extLst>
                      <a:ext uri="{FF2B5EF4-FFF2-40B4-BE49-F238E27FC236}">
                        <a16:creationId xmlns:a16="http://schemas.microsoft.com/office/drawing/2014/main" id="{5F3648C6-27CF-0BF2-59D0-FE5FE919C94F}"/>
                      </a:ext>
                    </a:extLst>
                  </p:cNvPr>
                  <p:cNvSpPr/>
                  <p:nvPr/>
                </p:nvSpPr>
                <p:spPr>
                  <a:xfrm>
                    <a:off x="8343915" y="4452280"/>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762" name="Google Shape;7762;p109">
                    <a:extLst>
                      <a:ext uri="{FF2B5EF4-FFF2-40B4-BE49-F238E27FC236}">
                        <a16:creationId xmlns:a16="http://schemas.microsoft.com/office/drawing/2014/main" id="{84E0791B-8B0D-0D59-68EB-3814E07DA25F}"/>
                      </a:ext>
                    </a:extLst>
                  </p:cNvPr>
                  <p:cNvSpPr/>
                  <p:nvPr/>
                </p:nvSpPr>
                <p:spPr>
                  <a:xfrm>
                    <a:off x="8343915" y="4503503"/>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763" name="Google Shape;7763;p109">
                    <a:extLst>
                      <a:ext uri="{FF2B5EF4-FFF2-40B4-BE49-F238E27FC236}">
                        <a16:creationId xmlns:a16="http://schemas.microsoft.com/office/drawing/2014/main" id="{5493E713-260F-A03C-C514-0E769B0E5C08}"/>
                      </a:ext>
                    </a:extLst>
                  </p:cNvPr>
                  <p:cNvSpPr/>
                  <p:nvPr/>
                </p:nvSpPr>
                <p:spPr>
                  <a:xfrm>
                    <a:off x="8343915" y="4554659"/>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764" name="Google Shape;7764;p109">
                    <a:extLst>
                      <a:ext uri="{FF2B5EF4-FFF2-40B4-BE49-F238E27FC236}">
                        <a16:creationId xmlns:a16="http://schemas.microsoft.com/office/drawing/2014/main" id="{E68EAB71-C74B-A794-5734-C73D796D4EE3}"/>
                      </a:ext>
                    </a:extLst>
                  </p:cNvPr>
                  <p:cNvSpPr/>
                  <p:nvPr/>
                </p:nvSpPr>
                <p:spPr>
                  <a:xfrm>
                    <a:off x="8343915" y="4605815"/>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765" name="Google Shape;7765;p109">
                    <a:extLst>
                      <a:ext uri="{FF2B5EF4-FFF2-40B4-BE49-F238E27FC236}">
                        <a16:creationId xmlns:a16="http://schemas.microsoft.com/office/drawing/2014/main" id="{AE27C7B3-A903-8C37-30B8-09E8AC3287B1}"/>
                      </a:ext>
                    </a:extLst>
                  </p:cNvPr>
                  <p:cNvSpPr/>
                  <p:nvPr/>
                </p:nvSpPr>
                <p:spPr>
                  <a:xfrm>
                    <a:off x="8343915" y="4657038"/>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766" name="Google Shape;7766;p109">
                    <a:extLst>
                      <a:ext uri="{FF2B5EF4-FFF2-40B4-BE49-F238E27FC236}">
                        <a16:creationId xmlns:a16="http://schemas.microsoft.com/office/drawing/2014/main" id="{E3D9C92C-EC00-F99D-4FC0-F54C28D46E9E}"/>
                      </a:ext>
                    </a:extLst>
                  </p:cNvPr>
                  <p:cNvSpPr/>
                  <p:nvPr/>
                </p:nvSpPr>
                <p:spPr>
                  <a:xfrm>
                    <a:off x="8343915" y="4708193"/>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767" name="Google Shape;7767;p109">
                    <a:extLst>
                      <a:ext uri="{FF2B5EF4-FFF2-40B4-BE49-F238E27FC236}">
                        <a16:creationId xmlns:a16="http://schemas.microsoft.com/office/drawing/2014/main" id="{DB27FB88-40E6-91B4-6515-314D2B420BF8}"/>
                      </a:ext>
                    </a:extLst>
                  </p:cNvPr>
                  <p:cNvSpPr/>
                  <p:nvPr/>
                </p:nvSpPr>
                <p:spPr>
                  <a:xfrm>
                    <a:off x="8343915" y="4759416"/>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768" name="Google Shape;7768;p109">
                    <a:extLst>
                      <a:ext uri="{FF2B5EF4-FFF2-40B4-BE49-F238E27FC236}">
                        <a16:creationId xmlns:a16="http://schemas.microsoft.com/office/drawing/2014/main" id="{CDC8877F-6540-D56C-4B1B-BAD2300433E7}"/>
                      </a:ext>
                    </a:extLst>
                  </p:cNvPr>
                  <p:cNvSpPr/>
                  <p:nvPr/>
                </p:nvSpPr>
                <p:spPr>
                  <a:xfrm>
                    <a:off x="8343915" y="4810572"/>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769" name="Google Shape;7769;p109">
                    <a:extLst>
                      <a:ext uri="{FF2B5EF4-FFF2-40B4-BE49-F238E27FC236}">
                        <a16:creationId xmlns:a16="http://schemas.microsoft.com/office/drawing/2014/main" id="{5F8B4D82-079E-0DB3-EE50-270B6EC7F1F1}"/>
                      </a:ext>
                    </a:extLst>
                  </p:cNvPr>
                  <p:cNvSpPr/>
                  <p:nvPr/>
                </p:nvSpPr>
                <p:spPr>
                  <a:xfrm>
                    <a:off x="8343915" y="4861728"/>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770" name="Google Shape;7770;p109">
                    <a:extLst>
                      <a:ext uri="{FF2B5EF4-FFF2-40B4-BE49-F238E27FC236}">
                        <a16:creationId xmlns:a16="http://schemas.microsoft.com/office/drawing/2014/main" id="{B414D435-7547-BB1A-9BE6-9DE40084F290}"/>
                      </a:ext>
                    </a:extLst>
                  </p:cNvPr>
                  <p:cNvSpPr/>
                  <p:nvPr/>
                </p:nvSpPr>
                <p:spPr>
                  <a:xfrm>
                    <a:off x="8343915" y="4912951"/>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grpSp>
            <p:sp>
              <p:nvSpPr>
                <p:cNvPr id="7771" name="Google Shape;7771;p109">
                  <a:extLst>
                    <a:ext uri="{FF2B5EF4-FFF2-40B4-BE49-F238E27FC236}">
                      <a16:creationId xmlns:a16="http://schemas.microsoft.com/office/drawing/2014/main" id="{9B83D436-E5AD-9515-B07B-6E61215094F1}"/>
                    </a:ext>
                  </a:extLst>
                </p:cNvPr>
                <p:cNvSpPr/>
                <p:nvPr/>
              </p:nvSpPr>
              <p:spPr>
                <a:xfrm>
                  <a:off x="8343915" y="4221912"/>
                  <a:ext cx="424293" cy="591067"/>
                </a:xfrm>
                <a:custGeom>
                  <a:avLst/>
                  <a:gdLst/>
                  <a:ahLst/>
                  <a:cxnLst/>
                  <a:rect l="l" t="t" r="r" b="b"/>
                  <a:pathLst>
                    <a:path w="424293" h="591067" extrusionOk="0">
                      <a:moveTo>
                        <a:pt x="0" y="254375"/>
                      </a:moveTo>
                      <a:lnTo>
                        <a:pt x="2407" y="591068"/>
                      </a:lnTo>
                      <a:lnTo>
                        <a:pt x="424293" y="174198"/>
                      </a:lnTo>
                      <a:lnTo>
                        <a:pt x="424226" y="0"/>
                      </a:lnTo>
                      <a:lnTo>
                        <a:pt x="254375" y="0"/>
                      </a:lnTo>
                      <a:lnTo>
                        <a:pt x="0" y="254375"/>
                      </a:lnTo>
                      <a:close/>
                    </a:path>
                  </a:pathLst>
                </a:custGeom>
                <a:gradFill>
                  <a:gsLst>
                    <a:gs pos="0">
                      <a:srgbClr val="FFFFFF">
                        <a:alpha val="45882"/>
                      </a:srgbClr>
                    </a:gs>
                    <a:gs pos="3000">
                      <a:srgbClr val="FFFFFF">
                        <a:alpha val="45882"/>
                      </a:srgbClr>
                    </a:gs>
                    <a:gs pos="100000">
                      <a:srgbClr val="FFFFFF">
                        <a:alpha val="0"/>
                      </a:srgbClr>
                    </a:gs>
                  </a:gsLst>
                  <a:lin ang="10800000" scaled="0"/>
                </a:gra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grpSp>
          <p:grpSp>
            <p:nvGrpSpPr>
              <p:cNvPr id="7772" name="Google Shape;7772;p109">
                <a:extLst>
                  <a:ext uri="{FF2B5EF4-FFF2-40B4-BE49-F238E27FC236}">
                    <a16:creationId xmlns:a16="http://schemas.microsoft.com/office/drawing/2014/main" id="{9122D8C6-FF57-4627-FDE5-497194890FC9}"/>
                  </a:ext>
                </a:extLst>
              </p:cNvPr>
              <p:cNvGrpSpPr/>
              <p:nvPr/>
            </p:nvGrpSpPr>
            <p:grpSpPr>
              <a:xfrm>
                <a:off x="4778864" y="4715216"/>
                <a:ext cx="815117" cy="180660"/>
                <a:chOff x="8343915" y="4221912"/>
                <a:chExt cx="424293" cy="796357"/>
              </a:xfrm>
            </p:grpSpPr>
            <p:sp>
              <p:nvSpPr>
                <p:cNvPr id="7773" name="Google Shape;7773;p109">
                  <a:extLst>
                    <a:ext uri="{FF2B5EF4-FFF2-40B4-BE49-F238E27FC236}">
                      <a16:creationId xmlns:a16="http://schemas.microsoft.com/office/drawing/2014/main" id="{BEE7B73B-0C2B-198D-1116-7547D820892F}"/>
                    </a:ext>
                  </a:extLst>
                </p:cNvPr>
                <p:cNvSpPr/>
                <p:nvPr/>
              </p:nvSpPr>
              <p:spPr>
                <a:xfrm>
                  <a:off x="8343915" y="4221913"/>
                  <a:ext cx="424226" cy="796356"/>
                </a:xfrm>
                <a:custGeom>
                  <a:avLst/>
                  <a:gdLst/>
                  <a:ahLst/>
                  <a:cxnLst/>
                  <a:rect l="l" t="t" r="r" b="b"/>
                  <a:pathLst>
                    <a:path w="424226" h="1033215" extrusionOk="0">
                      <a:moveTo>
                        <a:pt x="0" y="0"/>
                      </a:moveTo>
                      <a:lnTo>
                        <a:pt x="424226" y="0"/>
                      </a:lnTo>
                      <a:lnTo>
                        <a:pt x="424226" y="1033215"/>
                      </a:lnTo>
                      <a:lnTo>
                        <a:pt x="0" y="1033215"/>
                      </a:lnTo>
                      <a:close/>
                    </a:path>
                  </a:pathLst>
                </a:custGeom>
                <a:solidFill>
                  <a:srgbClr val="0193C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774" name="Google Shape;7774;p109">
                  <a:extLst>
                    <a:ext uri="{FF2B5EF4-FFF2-40B4-BE49-F238E27FC236}">
                      <a16:creationId xmlns:a16="http://schemas.microsoft.com/office/drawing/2014/main" id="{D98459D9-C1CA-C048-5812-4D5FD80606E8}"/>
                    </a:ext>
                  </a:extLst>
                </p:cNvPr>
                <p:cNvSpPr/>
                <p:nvPr/>
              </p:nvSpPr>
              <p:spPr>
                <a:xfrm>
                  <a:off x="8343915" y="4868345"/>
                  <a:ext cx="424226" cy="149923"/>
                </a:xfrm>
                <a:custGeom>
                  <a:avLst/>
                  <a:gdLst/>
                  <a:ahLst/>
                  <a:cxnLst/>
                  <a:rect l="l" t="t" r="r" b="b"/>
                  <a:pathLst>
                    <a:path w="424226" h="149923" extrusionOk="0">
                      <a:moveTo>
                        <a:pt x="0" y="0"/>
                      </a:moveTo>
                      <a:lnTo>
                        <a:pt x="424226" y="0"/>
                      </a:lnTo>
                      <a:lnTo>
                        <a:pt x="424226" y="149924"/>
                      </a:lnTo>
                      <a:lnTo>
                        <a:pt x="0" y="149924"/>
                      </a:lnTo>
                      <a:close/>
                    </a:path>
                  </a:pathLst>
                </a:custGeom>
                <a:solidFill>
                  <a:srgbClr val="005B84"/>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775" name="Google Shape;7775;p109">
                  <a:extLst>
                    <a:ext uri="{FF2B5EF4-FFF2-40B4-BE49-F238E27FC236}">
                      <a16:creationId xmlns:a16="http://schemas.microsoft.com/office/drawing/2014/main" id="{70F0550C-6990-9F9F-6210-24F29540C2D6}"/>
                    </a:ext>
                  </a:extLst>
                </p:cNvPr>
                <p:cNvSpPr/>
                <p:nvPr/>
              </p:nvSpPr>
              <p:spPr>
                <a:xfrm>
                  <a:off x="8397344" y="4277949"/>
                  <a:ext cx="41593" cy="41593"/>
                </a:xfrm>
                <a:custGeom>
                  <a:avLst/>
                  <a:gdLst/>
                  <a:ahLst/>
                  <a:cxnLst/>
                  <a:rect l="l" t="t" r="r" b="b"/>
                  <a:pathLst>
                    <a:path w="41593" h="41593" extrusionOk="0">
                      <a:moveTo>
                        <a:pt x="41593" y="20797"/>
                      </a:moveTo>
                      <a:cubicBezTo>
                        <a:pt x="41593" y="32282"/>
                        <a:pt x="32282" y="41593"/>
                        <a:pt x="20797" y="41593"/>
                      </a:cubicBezTo>
                      <a:cubicBezTo>
                        <a:pt x="9311" y="41593"/>
                        <a:pt x="0" y="32282"/>
                        <a:pt x="0" y="20797"/>
                      </a:cubicBezTo>
                      <a:cubicBezTo>
                        <a:pt x="0" y="9311"/>
                        <a:pt x="9311" y="0"/>
                        <a:pt x="20797" y="0"/>
                      </a:cubicBezTo>
                      <a:cubicBezTo>
                        <a:pt x="32282" y="0"/>
                        <a:pt x="41593" y="9311"/>
                        <a:pt x="41593" y="20797"/>
                      </a:cubicBezTo>
                      <a:close/>
                    </a:path>
                  </a:pathLst>
                </a:custGeom>
                <a:solidFill>
                  <a:srgbClr val="99CC48"/>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grpSp>
              <p:nvGrpSpPr>
                <p:cNvPr id="7776" name="Google Shape;7776;p109">
                  <a:extLst>
                    <a:ext uri="{FF2B5EF4-FFF2-40B4-BE49-F238E27FC236}">
                      <a16:creationId xmlns:a16="http://schemas.microsoft.com/office/drawing/2014/main" id="{09FC4959-985B-C686-6617-72C32FBF8D76}"/>
                    </a:ext>
                  </a:extLst>
                </p:cNvPr>
                <p:cNvGrpSpPr/>
                <p:nvPr/>
              </p:nvGrpSpPr>
              <p:grpSpPr>
                <a:xfrm>
                  <a:off x="8343915" y="4452280"/>
                  <a:ext cx="424226" cy="467358"/>
                  <a:chOff x="8343915" y="4452280"/>
                  <a:chExt cx="424226" cy="467358"/>
                </a:xfrm>
              </p:grpSpPr>
              <p:sp>
                <p:nvSpPr>
                  <p:cNvPr id="7777" name="Google Shape;7777;p109">
                    <a:extLst>
                      <a:ext uri="{FF2B5EF4-FFF2-40B4-BE49-F238E27FC236}">
                        <a16:creationId xmlns:a16="http://schemas.microsoft.com/office/drawing/2014/main" id="{C83EC4AC-667C-CD11-A050-BAA0AC1321A6}"/>
                      </a:ext>
                    </a:extLst>
                  </p:cNvPr>
                  <p:cNvSpPr/>
                  <p:nvPr/>
                </p:nvSpPr>
                <p:spPr>
                  <a:xfrm>
                    <a:off x="8343915" y="4452280"/>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778" name="Google Shape;7778;p109">
                    <a:extLst>
                      <a:ext uri="{FF2B5EF4-FFF2-40B4-BE49-F238E27FC236}">
                        <a16:creationId xmlns:a16="http://schemas.microsoft.com/office/drawing/2014/main" id="{3774E59B-072E-ADCE-E57A-B8B0D152EAAE}"/>
                      </a:ext>
                    </a:extLst>
                  </p:cNvPr>
                  <p:cNvSpPr/>
                  <p:nvPr/>
                </p:nvSpPr>
                <p:spPr>
                  <a:xfrm>
                    <a:off x="8343915" y="4503503"/>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779" name="Google Shape;7779;p109">
                    <a:extLst>
                      <a:ext uri="{FF2B5EF4-FFF2-40B4-BE49-F238E27FC236}">
                        <a16:creationId xmlns:a16="http://schemas.microsoft.com/office/drawing/2014/main" id="{1CE3F049-BF65-7B7D-F6D1-3B99FB7AC4AF}"/>
                      </a:ext>
                    </a:extLst>
                  </p:cNvPr>
                  <p:cNvSpPr/>
                  <p:nvPr/>
                </p:nvSpPr>
                <p:spPr>
                  <a:xfrm>
                    <a:off x="8343915" y="4554659"/>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780" name="Google Shape;7780;p109">
                    <a:extLst>
                      <a:ext uri="{FF2B5EF4-FFF2-40B4-BE49-F238E27FC236}">
                        <a16:creationId xmlns:a16="http://schemas.microsoft.com/office/drawing/2014/main" id="{5D3BED16-1DD6-168A-545A-6A13DA04CFED}"/>
                      </a:ext>
                    </a:extLst>
                  </p:cNvPr>
                  <p:cNvSpPr/>
                  <p:nvPr/>
                </p:nvSpPr>
                <p:spPr>
                  <a:xfrm>
                    <a:off x="8343915" y="4605815"/>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781" name="Google Shape;7781;p109">
                    <a:extLst>
                      <a:ext uri="{FF2B5EF4-FFF2-40B4-BE49-F238E27FC236}">
                        <a16:creationId xmlns:a16="http://schemas.microsoft.com/office/drawing/2014/main" id="{2865124B-68D6-42C4-321F-59F14321C0F7}"/>
                      </a:ext>
                    </a:extLst>
                  </p:cNvPr>
                  <p:cNvSpPr/>
                  <p:nvPr/>
                </p:nvSpPr>
                <p:spPr>
                  <a:xfrm>
                    <a:off x="8343915" y="4657038"/>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782" name="Google Shape;7782;p109">
                    <a:extLst>
                      <a:ext uri="{FF2B5EF4-FFF2-40B4-BE49-F238E27FC236}">
                        <a16:creationId xmlns:a16="http://schemas.microsoft.com/office/drawing/2014/main" id="{D195E856-8147-E6B6-E9DE-9BF9B2F37033}"/>
                      </a:ext>
                    </a:extLst>
                  </p:cNvPr>
                  <p:cNvSpPr/>
                  <p:nvPr/>
                </p:nvSpPr>
                <p:spPr>
                  <a:xfrm>
                    <a:off x="8343915" y="4708193"/>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783" name="Google Shape;7783;p109">
                    <a:extLst>
                      <a:ext uri="{FF2B5EF4-FFF2-40B4-BE49-F238E27FC236}">
                        <a16:creationId xmlns:a16="http://schemas.microsoft.com/office/drawing/2014/main" id="{56D36FD8-9329-D9C0-DC36-30A22093B65B}"/>
                      </a:ext>
                    </a:extLst>
                  </p:cNvPr>
                  <p:cNvSpPr/>
                  <p:nvPr/>
                </p:nvSpPr>
                <p:spPr>
                  <a:xfrm>
                    <a:off x="8343915" y="4759416"/>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784" name="Google Shape;7784;p109">
                    <a:extLst>
                      <a:ext uri="{FF2B5EF4-FFF2-40B4-BE49-F238E27FC236}">
                        <a16:creationId xmlns:a16="http://schemas.microsoft.com/office/drawing/2014/main" id="{E33CA636-2CE1-2C44-7046-5BA501CDA78E}"/>
                      </a:ext>
                    </a:extLst>
                  </p:cNvPr>
                  <p:cNvSpPr/>
                  <p:nvPr/>
                </p:nvSpPr>
                <p:spPr>
                  <a:xfrm>
                    <a:off x="8343915" y="4810572"/>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785" name="Google Shape;7785;p109">
                    <a:extLst>
                      <a:ext uri="{FF2B5EF4-FFF2-40B4-BE49-F238E27FC236}">
                        <a16:creationId xmlns:a16="http://schemas.microsoft.com/office/drawing/2014/main" id="{F8D6DB28-367E-D5CE-9C5D-FAC9429FF279}"/>
                      </a:ext>
                    </a:extLst>
                  </p:cNvPr>
                  <p:cNvSpPr/>
                  <p:nvPr/>
                </p:nvSpPr>
                <p:spPr>
                  <a:xfrm>
                    <a:off x="8343915" y="4861728"/>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786" name="Google Shape;7786;p109">
                    <a:extLst>
                      <a:ext uri="{FF2B5EF4-FFF2-40B4-BE49-F238E27FC236}">
                        <a16:creationId xmlns:a16="http://schemas.microsoft.com/office/drawing/2014/main" id="{FE5C1A4E-7E14-3978-DB07-FB215ABCC2B8}"/>
                      </a:ext>
                    </a:extLst>
                  </p:cNvPr>
                  <p:cNvSpPr/>
                  <p:nvPr/>
                </p:nvSpPr>
                <p:spPr>
                  <a:xfrm>
                    <a:off x="8343915" y="4912951"/>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grpSp>
            <p:sp>
              <p:nvSpPr>
                <p:cNvPr id="7787" name="Google Shape;7787;p109">
                  <a:extLst>
                    <a:ext uri="{FF2B5EF4-FFF2-40B4-BE49-F238E27FC236}">
                      <a16:creationId xmlns:a16="http://schemas.microsoft.com/office/drawing/2014/main" id="{2F6B65DB-49E4-05E0-3C59-EC43823AE050}"/>
                    </a:ext>
                  </a:extLst>
                </p:cNvPr>
                <p:cNvSpPr/>
                <p:nvPr/>
              </p:nvSpPr>
              <p:spPr>
                <a:xfrm>
                  <a:off x="8343915" y="4221912"/>
                  <a:ext cx="424293" cy="591067"/>
                </a:xfrm>
                <a:custGeom>
                  <a:avLst/>
                  <a:gdLst/>
                  <a:ahLst/>
                  <a:cxnLst/>
                  <a:rect l="l" t="t" r="r" b="b"/>
                  <a:pathLst>
                    <a:path w="424293" h="591067" extrusionOk="0">
                      <a:moveTo>
                        <a:pt x="0" y="254375"/>
                      </a:moveTo>
                      <a:lnTo>
                        <a:pt x="2407" y="591068"/>
                      </a:lnTo>
                      <a:lnTo>
                        <a:pt x="424293" y="174198"/>
                      </a:lnTo>
                      <a:lnTo>
                        <a:pt x="424226" y="0"/>
                      </a:lnTo>
                      <a:lnTo>
                        <a:pt x="254375" y="0"/>
                      </a:lnTo>
                      <a:lnTo>
                        <a:pt x="0" y="254375"/>
                      </a:lnTo>
                      <a:close/>
                    </a:path>
                  </a:pathLst>
                </a:custGeom>
                <a:gradFill>
                  <a:gsLst>
                    <a:gs pos="0">
                      <a:srgbClr val="FFFFFF">
                        <a:alpha val="45882"/>
                      </a:srgbClr>
                    </a:gs>
                    <a:gs pos="3000">
                      <a:srgbClr val="FFFFFF">
                        <a:alpha val="45882"/>
                      </a:srgbClr>
                    </a:gs>
                    <a:gs pos="100000">
                      <a:srgbClr val="FFFFFF">
                        <a:alpha val="0"/>
                      </a:srgbClr>
                    </a:gs>
                  </a:gsLst>
                  <a:lin ang="10800000" scaled="0"/>
                </a:gra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grpSp>
          <p:grpSp>
            <p:nvGrpSpPr>
              <p:cNvPr id="7788" name="Google Shape;7788;p109">
                <a:extLst>
                  <a:ext uri="{FF2B5EF4-FFF2-40B4-BE49-F238E27FC236}">
                    <a16:creationId xmlns:a16="http://schemas.microsoft.com/office/drawing/2014/main" id="{C3737A6B-DD69-3397-F433-611849DA6749}"/>
                  </a:ext>
                </a:extLst>
              </p:cNvPr>
              <p:cNvGrpSpPr/>
              <p:nvPr/>
            </p:nvGrpSpPr>
            <p:grpSpPr>
              <a:xfrm>
                <a:off x="4778864" y="4966316"/>
                <a:ext cx="815117" cy="180660"/>
                <a:chOff x="8343915" y="4221912"/>
                <a:chExt cx="424293" cy="796357"/>
              </a:xfrm>
            </p:grpSpPr>
            <p:sp>
              <p:nvSpPr>
                <p:cNvPr id="7789" name="Google Shape;7789;p109">
                  <a:extLst>
                    <a:ext uri="{FF2B5EF4-FFF2-40B4-BE49-F238E27FC236}">
                      <a16:creationId xmlns:a16="http://schemas.microsoft.com/office/drawing/2014/main" id="{7D0EEEC2-40FC-6D5A-E2D6-AFA1A86B7E4A}"/>
                    </a:ext>
                  </a:extLst>
                </p:cNvPr>
                <p:cNvSpPr/>
                <p:nvPr/>
              </p:nvSpPr>
              <p:spPr>
                <a:xfrm>
                  <a:off x="8343915" y="4221913"/>
                  <a:ext cx="424226" cy="796356"/>
                </a:xfrm>
                <a:custGeom>
                  <a:avLst/>
                  <a:gdLst/>
                  <a:ahLst/>
                  <a:cxnLst/>
                  <a:rect l="l" t="t" r="r" b="b"/>
                  <a:pathLst>
                    <a:path w="424226" h="1033215" extrusionOk="0">
                      <a:moveTo>
                        <a:pt x="0" y="0"/>
                      </a:moveTo>
                      <a:lnTo>
                        <a:pt x="424226" y="0"/>
                      </a:lnTo>
                      <a:lnTo>
                        <a:pt x="424226" y="1033215"/>
                      </a:lnTo>
                      <a:lnTo>
                        <a:pt x="0" y="1033215"/>
                      </a:lnTo>
                      <a:close/>
                    </a:path>
                  </a:pathLst>
                </a:custGeom>
                <a:solidFill>
                  <a:srgbClr val="0193C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790" name="Google Shape;7790;p109">
                  <a:extLst>
                    <a:ext uri="{FF2B5EF4-FFF2-40B4-BE49-F238E27FC236}">
                      <a16:creationId xmlns:a16="http://schemas.microsoft.com/office/drawing/2014/main" id="{6FD01FF4-4E6A-F7DC-09EB-1400574F88B5}"/>
                    </a:ext>
                  </a:extLst>
                </p:cNvPr>
                <p:cNvSpPr/>
                <p:nvPr/>
              </p:nvSpPr>
              <p:spPr>
                <a:xfrm>
                  <a:off x="8343915" y="4868345"/>
                  <a:ext cx="424226" cy="149923"/>
                </a:xfrm>
                <a:custGeom>
                  <a:avLst/>
                  <a:gdLst/>
                  <a:ahLst/>
                  <a:cxnLst/>
                  <a:rect l="l" t="t" r="r" b="b"/>
                  <a:pathLst>
                    <a:path w="424226" h="149923" extrusionOk="0">
                      <a:moveTo>
                        <a:pt x="0" y="0"/>
                      </a:moveTo>
                      <a:lnTo>
                        <a:pt x="424226" y="0"/>
                      </a:lnTo>
                      <a:lnTo>
                        <a:pt x="424226" y="149924"/>
                      </a:lnTo>
                      <a:lnTo>
                        <a:pt x="0" y="149924"/>
                      </a:lnTo>
                      <a:close/>
                    </a:path>
                  </a:pathLst>
                </a:custGeom>
                <a:solidFill>
                  <a:srgbClr val="005B84"/>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791" name="Google Shape;7791;p109">
                  <a:extLst>
                    <a:ext uri="{FF2B5EF4-FFF2-40B4-BE49-F238E27FC236}">
                      <a16:creationId xmlns:a16="http://schemas.microsoft.com/office/drawing/2014/main" id="{DDF57ABA-301A-6610-07EC-B46CF280B05E}"/>
                    </a:ext>
                  </a:extLst>
                </p:cNvPr>
                <p:cNvSpPr/>
                <p:nvPr/>
              </p:nvSpPr>
              <p:spPr>
                <a:xfrm>
                  <a:off x="8397344" y="4277949"/>
                  <a:ext cx="41593" cy="41593"/>
                </a:xfrm>
                <a:custGeom>
                  <a:avLst/>
                  <a:gdLst/>
                  <a:ahLst/>
                  <a:cxnLst/>
                  <a:rect l="l" t="t" r="r" b="b"/>
                  <a:pathLst>
                    <a:path w="41593" h="41593" extrusionOk="0">
                      <a:moveTo>
                        <a:pt x="41593" y="20797"/>
                      </a:moveTo>
                      <a:cubicBezTo>
                        <a:pt x="41593" y="32282"/>
                        <a:pt x="32282" y="41593"/>
                        <a:pt x="20797" y="41593"/>
                      </a:cubicBezTo>
                      <a:cubicBezTo>
                        <a:pt x="9311" y="41593"/>
                        <a:pt x="0" y="32282"/>
                        <a:pt x="0" y="20797"/>
                      </a:cubicBezTo>
                      <a:cubicBezTo>
                        <a:pt x="0" y="9311"/>
                        <a:pt x="9311" y="0"/>
                        <a:pt x="20797" y="0"/>
                      </a:cubicBezTo>
                      <a:cubicBezTo>
                        <a:pt x="32282" y="0"/>
                        <a:pt x="41593" y="9311"/>
                        <a:pt x="41593" y="20797"/>
                      </a:cubicBezTo>
                      <a:close/>
                    </a:path>
                  </a:pathLst>
                </a:custGeom>
                <a:solidFill>
                  <a:srgbClr val="99CC48"/>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grpSp>
              <p:nvGrpSpPr>
                <p:cNvPr id="7792" name="Google Shape;7792;p109">
                  <a:extLst>
                    <a:ext uri="{FF2B5EF4-FFF2-40B4-BE49-F238E27FC236}">
                      <a16:creationId xmlns:a16="http://schemas.microsoft.com/office/drawing/2014/main" id="{95541D19-40B1-C48B-D480-23226CE0AC18}"/>
                    </a:ext>
                  </a:extLst>
                </p:cNvPr>
                <p:cNvGrpSpPr/>
                <p:nvPr/>
              </p:nvGrpSpPr>
              <p:grpSpPr>
                <a:xfrm>
                  <a:off x="8343915" y="4452280"/>
                  <a:ext cx="424226" cy="467358"/>
                  <a:chOff x="8343915" y="4452280"/>
                  <a:chExt cx="424226" cy="467358"/>
                </a:xfrm>
              </p:grpSpPr>
              <p:sp>
                <p:nvSpPr>
                  <p:cNvPr id="7793" name="Google Shape;7793;p109">
                    <a:extLst>
                      <a:ext uri="{FF2B5EF4-FFF2-40B4-BE49-F238E27FC236}">
                        <a16:creationId xmlns:a16="http://schemas.microsoft.com/office/drawing/2014/main" id="{CE333A7C-886F-939D-E92B-1F8F16D3EBC3}"/>
                      </a:ext>
                    </a:extLst>
                  </p:cNvPr>
                  <p:cNvSpPr/>
                  <p:nvPr/>
                </p:nvSpPr>
                <p:spPr>
                  <a:xfrm>
                    <a:off x="8343915" y="4452280"/>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794" name="Google Shape;7794;p109">
                    <a:extLst>
                      <a:ext uri="{FF2B5EF4-FFF2-40B4-BE49-F238E27FC236}">
                        <a16:creationId xmlns:a16="http://schemas.microsoft.com/office/drawing/2014/main" id="{4E57F9C5-0A8B-BB3F-F1D1-A0A1A93F6304}"/>
                      </a:ext>
                    </a:extLst>
                  </p:cNvPr>
                  <p:cNvSpPr/>
                  <p:nvPr/>
                </p:nvSpPr>
                <p:spPr>
                  <a:xfrm>
                    <a:off x="8343915" y="4503503"/>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795" name="Google Shape;7795;p109">
                    <a:extLst>
                      <a:ext uri="{FF2B5EF4-FFF2-40B4-BE49-F238E27FC236}">
                        <a16:creationId xmlns:a16="http://schemas.microsoft.com/office/drawing/2014/main" id="{54D5878E-BE8C-330C-CE6B-45F5FE27CE5D}"/>
                      </a:ext>
                    </a:extLst>
                  </p:cNvPr>
                  <p:cNvSpPr/>
                  <p:nvPr/>
                </p:nvSpPr>
                <p:spPr>
                  <a:xfrm>
                    <a:off x="8343915" y="4554659"/>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796" name="Google Shape;7796;p109">
                    <a:extLst>
                      <a:ext uri="{FF2B5EF4-FFF2-40B4-BE49-F238E27FC236}">
                        <a16:creationId xmlns:a16="http://schemas.microsoft.com/office/drawing/2014/main" id="{A0F28253-BD5C-3093-35AD-8A608EA25702}"/>
                      </a:ext>
                    </a:extLst>
                  </p:cNvPr>
                  <p:cNvSpPr/>
                  <p:nvPr/>
                </p:nvSpPr>
                <p:spPr>
                  <a:xfrm>
                    <a:off x="8343915" y="4605815"/>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797" name="Google Shape;7797;p109">
                    <a:extLst>
                      <a:ext uri="{FF2B5EF4-FFF2-40B4-BE49-F238E27FC236}">
                        <a16:creationId xmlns:a16="http://schemas.microsoft.com/office/drawing/2014/main" id="{8E7A5736-8AD9-5F22-9C99-82819914FF4B}"/>
                      </a:ext>
                    </a:extLst>
                  </p:cNvPr>
                  <p:cNvSpPr/>
                  <p:nvPr/>
                </p:nvSpPr>
                <p:spPr>
                  <a:xfrm>
                    <a:off x="8343915" y="4657038"/>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798" name="Google Shape;7798;p109">
                    <a:extLst>
                      <a:ext uri="{FF2B5EF4-FFF2-40B4-BE49-F238E27FC236}">
                        <a16:creationId xmlns:a16="http://schemas.microsoft.com/office/drawing/2014/main" id="{85A3A1E9-9581-DD97-26F5-1C0DF60BF4BB}"/>
                      </a:ext>
                    </a:extLst>
                  </p:cNvPr>
                  <p:cNvSpPr/>
                  <p:nvPr/>
                </p:nvSpPr>
                <p:spPr>
                  <a:xfrm>
                    <a:off x="8343915" y="4708193"/>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799" name="Google Shape;7799;p109">
                    <a:extLst>
                      <a:ext uri="{FF2B5EF4-FFF2-40B4-BE49-F238E27FC236}">
                        <a16:creationId xmlns:a16="http://schemas.microsoft.com/office/drawing/2014/main" id="{8A630D56-823B-E1C2-E068-19CCDC4083FD}"/>
                      </a:ext>
                    </a:extLst>
                  </p:cNvPr>
                  <p:cNvSpPr/>
                  <p:nvPr/>
                </p:nvSpPr>
                <p:spPr>
                  <a:xfrm>
                    <a:off x="8343915" y="4759416"/>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800" name="Google Shape;7800;p109">
                    <a:extLst>
                      <a:ext uri="{FF2B5EF4-FFF2-40B4-BE49-F238E27FC236}">
                        <a16:creationId xmlns:a16="http://schemas.microsoft.com/office/drawing/2014/main" id="{EE40292E-BC56-7291-9BE0-FF33A9955F44}"/>
                      </a:ext>
                    </a:extLst>
                  </p:cNvPr>
                  <p:cNvSpPr/>
                  <p:nvPr/>
                </p:nvSpPr>
                <p:spPr>
                  <a:xfrm>
                    <a:off x="8343915" y="4810572"/>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801" name="Google Shape;7801;p109">
                    <a:extLst>
                      <a:ext uri="{FF2B5EF4-FFF2-40B4-BE49-F238E27FC236}">
                        <a16:creationId xmlns:a16="http://schemas.microsoft.com/office/drawing/2014/main" id="{0748AE31-4AA9-502B-B02D-9EE72E96FD5B}"/>
                      </a:ext>
                    </a:extLst>
                  </p:cNvPr>
                  <p:cNvSpPr/>
                  <p:nvPr/>
                </p:nvSpPr>
                <p:spPr>
                  <a:xfrm>
                    <a:off x="8343915" y="4861728"/>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802" name="Google Shape;7802;p109">
                    <a:extLst>
                      <a:ext uri="{FF2B5EF4-FFF2-40B4-BE49-F238E27FC236}">
                        <a16:creationId xmlns:a16="http://schemas.microsoft.com/office/drawing/2014/main" id="{837ECCDB-BD7E-AF6C-72AB-C5C145B90A50}"/>
                      </a:ext>
                    </a:extLst>
                  </p:cNvPr>
                  <p:cNvSpPr/>
                  <p:nvPr/>
                </p:nvSpPr>
                <p:spPr>
                  <a:xfrm>
                    <a:off x="8343915" y="4912951"/>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grpSp>
            <p:sp>
              <p:nvSpPr>
                <p:cNvPr id="7803" name="Google Shape;7803;p109">
                  <a:extLst>
                    <a:ext uri="{FF2B5EF4-FFF2-40B4-BE49-F238E27FC236}">
                      <a16:creationId xmlns:a16="http://schemas.microsoft.com/office/drawing/2014/main" id="{2AB2B4EC-5011-2CCF-7C87-32D0C7F0C24C}"/>
                    </a:ext>
                  </a:extLst>
                </p:cNvPr>
                <p:cNvSpPr/>
                <p:nvPr/>
              </p:nvSpPr>
              <p:spPr>
                <a:xfrm>
                  <a:off x="8343915" y="4221912"/>
                  <a:ext cx="424293" cy="591067"/>
                </a:xfrm>
                <a:custGeom>
                  <a:avLst/>
                  <a:gdLst/>
                  <a:ahLst/>
                  <a:cxnLst/>
                  <a:rect l="l" t="t" r="r" b="b"/>
                  <a:pathLst>
                    <a:path w="424293" h="591067" extrusionOk="0">
                      <a:moveTo>
                        <a:pt x="0" y="254375"/>
                      </a:moveTo>
                      <a:lnTo>
                        <a:pt x="2407" y="591068"/>
                      </a:lnTo>
                      <a:lnTo>
                        <a:pt x="424293" y="174198"/>
                      </a:lnTo>
                      <a:lnTo>
                        <a:pt x="424226" y="0"/>
                      </a:lnTo>
                      <a:lnTo>
                        <a:pt x="254375" y="0"/>
                      </a:lnTo>
                      <a:lnTo>
                        <a:pt x="0" y="254375"/>
                      </a:lnTo>
                      <a:close/>
                    </a:path>
                  </a:pathLst>
                </a:custGeom>
                <a:gradFill>
                  <a:gsLst>
                    <a:gs pos="0">
                      <a:srgbClr val="FFFFFF">
                        <a:alpha val="45882"/>
                      </a:srgbClr>
                    </a:gs>
                    <a:gs pos="3000">
                      <a:srgbClr val="FFFFFF">
                        <a:alpha val="45882"/>
                      </a:srgbClr>
                    </a:gs>
                    <a:gs pos="100000">
                      <a:srgbClr val="FFFFFF">
                        <a:alpha val="0"/>
                      </a:srgbClr>
                    </a:gs>
                  </a:gsLst>
                  <a:lin ang="10800000" scaled="0"/>
                </a:gra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grpSp>
          <p:grpSp>
            <p:nvGrpSpPr>
              <p:cNvPr id="7804" name="Google Shape;7804;p109">
                <a:extLst>
                  <a:ext uri="{FF2B5EF4-FFF2-40B4-BE49-F238E27FC236}">
                    <a16:creationId xmlns:a16="http://schemas.microsoft.com/office/drawing/2014/main" id="{C354443A-2421-E812-30F1-DFAB21DA23A2}"/>
                  </a:ext>
                </a:extLst>
              </p:cNvPr>
              <p:cNvGrpSpPr/>
              <p:nvPr/>
            </p:nvGrpSpPr>
            <p:grpSpPr>
              <a:xfrm>
                <a:off x="4774623" y="5217417"/>
                <a:ext cx="815117" cy="180660"/>
                <a:chOff x="8343915" y="4221912"/>
                <a:chExt cx="424293" cy="796357"/>
              </a:xfrm>
            </p:grpSpPr>
            <p:sp>
              <p:nvSpPr>
                <p:cNvPr id="7805" name="Google Shape;7805;p109">
                  <a:extLst>
                    <a:ext uri="{FF2B5EF4-FFF2-40B4-BE49-F238E27FC236}">
                      <a16:creationId xmlns:a16="http://schemas.microsoft.com/office/drawing/2014/main" id="{23071325-E62C-784C-BE00-5457A82EA344}"/>
                    </a:ext>
                  </a:extLst>
                </p:cNvPr>
                <p:cNvSpPr/>
                <p:nvPr/>
              </p:nvSpPr>
              <p:spPr>
                <a:xfrm>
                  <a:off x="8343915" y="4221913"/>
                  <a:ext cx="424226" cy="796356"/>
                </a:xfrm>
                <a:custGeom>
                  <a:avLst/>
                  <a:gdLst/>
                  <a:ahLst/>
                  <a:cxnLst/>
                  <a:rect l="l" t="t" r="r" b="b"/>
                  <a:pathLst>
                    <a:path w="424226" h="1033215" extrusionOk="0">
                      <a:moveTo>
                        <a:pt x="0" y="0"/>
                      </a:moveTo>
                      <a:lnTo>
                        <a:pt x="424226" y="0"/>
                      </a:lnTo>
                      <a:lnTo>
                        <a:pt x="424226" y="1033215"/>
                      </a:lnTo>
                      <a:lnTo>
                        <a:pt x="0" y="1033215"/>
                      </a:lnTo>
                      <a:close/>
                    </a:path>
                  </a:pathLst>
                </a:custGeom>
                <a:solidFill>
                  <a:srgbClr val="0193C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806" name="Google Shape;7806;p109">
                  <a:extLst>
                    <a:ext uri="{FF2B5EF4-FFF2-40B4-BE49-F238E27FC236}">
                      <a16:creationId xmlns:a16="http://schemas.microsoft.com/office/drawing/2014/main" id="{81760AA3-D66B-CE23-52B4-A1B53D44C106}"/>
                    </a:ext>
                  </a:extLst>
                </p:cNvPr>
                <p:cNvSpPr/>
                <p:nvPr/>
              </p:nvSpPr>
              <p:spPr>
                <a:xfrm>
                  <a:off x="8343915" y="4868345"/>
                  <a:ext cx="424226" cy="149923"/>
                </a:xfrm>
                <a:custGeom>
                  <a:avLst/>
                  <a:gdLst/>
                  <a:ahLst/>
                  <a:cxnLst/>
                  <a:rect l="l" t="t" r="r" b="b"/>
                  <a:pathLst>
                    <a:path w="424226" h="149923" extrusionOk="0">
                      <a:moveTo>
                        <a:pt x="0" y="0"/>
                      </a:moveTo>
                      <a:lnTo>
                        <a:pt x="424226" y="0"/>
                      </a:lnTo>
                      <a:lnTo>
                        <a:pt x="424226" y="149924"/>
                      </a:lnTo>
                      <a:lnTo>
                        <a:pt x="0" y="149924"/>
                      </a:lnTo>
                      <a:close/>
                    </a:path>
                  </a:pathLst>
                </a:custGeom>
                <a:solidFill>
                  <a:srgbClr val="005B84"/>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807" name="Google Shape;7807;p109">
                  <a:extLst>
                    <a:ext uri="{FF2B5EF4-FFF2-40B4-BE49-F238E27FC236}">
                      <a16:creationId xmlns:a16="http://schemas.microsoft.com/office/drawing/2014/main" id="{D43F8D00-7032-9F68-2941-EE2F4B9DAC76}"/>
                    </a:ext>
                  </a:extLst>
                </p:cNvPr>
                <p:cNvSpPr/>
                <p:nvPr/>
              </p:nvSpPr>
              <p:spPr>
                <a:xfrm>
                  <a:off x="8397344" y="4277949"/>
                  <a:ext cx="41593" cy="41593"/>
                </a:xfrm>
                <a:custGeom>
                  <a:avLst/>
                  <a:gdLst/>
                  <a:ahLst/>
                  <a:cxnLst/>
                  <a:rect l="l" t="t" r="r" b="b"/>
                  <a:pathLst>
                    <a:path w="41593" h="41593" extrusionOk="0">
                      <a:moveTo>
                        <a:pt x="41593" y="20797"/>
                      </a:moveTo>
                      <a:cubicBezTo>
                        <a:pt x="41593" y="32282"/>
                        <a:pt x="32282" y="41593"/>
                        <a:pt x="20797" y="41593"/>
                      </a:cubicBezTo>
                      <a:cubicBezTo>
                        <a:pt x="9311" y="41593"/>
                        <a:pt x="0" y="32282"/>
                        <a:pt x="0" y="20797"/>
                      </a:cubicBezTo>
                      <a:cubicBezTo>
                        <a:pt x="0" y="9311"/>
                        <a:pt x="9311" y="0"/>
                        <a:pt x="20797" y="0"/>
                      </a:cubicBezTo>
                      <a:cubicBezTo>
                        <a:pt x="32282" y="0"/>
                        <a:pt x="41593" y="9311"/>
                        <a:pt x="41593" y="20797"/>
                      </a:cubicBezTo>
                      <a:close/>
                    </a:path>
                  </a:pathLst>
                </a:custGeom>
                <a:solidFill>
                  <a:srgbClr val="99CC48"/>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grpSp>
              <p:nvGrpSpPr>
                <p:cNvPr id="7808" name="Google Shape;7808;p109">
                  <a:extLst>
                    <a:ext uri="{FF2B5EF4-FFF2-40B4-BE49-F238E27FC236}">
                      <a16:creationId xmlns:a16="http://schemas.microsoft.com/office/drawing/2014/main" id="{6CA63B05-A00A-7C5C-0D22-CC4C41576374}"/>
                    </a:ext>
                  </a:extLst>
                </p:cNvPr>
                <p:cNvGrpSpPr/>
                <p:nvPr/>
              </p:nvGrpSpPr>
              <p:grpSpPr>
                <a:xfrm>
                  <a:off x="8343915" y="4452280"/>
                  <a:ext cx="424226" cy="467358"/>
                  <a:chOff x="8343915" y="4452280"/>
                  <a:chExt cx="424226" cy="467358"/>
                </a:xfrm>
              </p:grpSpPr>
              <p:sp>
                <p:nvSpPr>
                  <p:cNvPr id="7809" name="Google Shape;7809;p109">
                    <a:extLst>
                      <a:ext uri="{FF2B5EF4-FFF2-40B4-BE49-F238E27FC236}">
                        <a16:creationId xmlns:a16="http://schemas.microsoft.com/office/drawing/2014/main" id="{31A5DD83-7BA3-AACF-679A-F1C8B32EEDB9}"/>
                      </a:ext>
                    </a:extLst>
                  </p:cNvPr>
                  <p:cNvSpPr/>
                  <p:nvPr/>
                </p:nvSpPr>
                <p:spPr>
                  <a:xfrm>
                    <a:off x="8343915" y="4452280"/>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810" name="Google Shape;7810;p109">
                    <a:extLst>
                      <a:ext uri="{FF2B5EF4-FFF2-40B4-BE49-F238E27FC236}">
                        <a16:creationId xmlns:a16="http://schemas.microsoft.com/office/drawing/2014/main" id="{14253BE0-DC38-5CDE-573F-DCB8D4D8FFE5}"/>
                      </a:ext>
                    </a:extLst>
                  </p:cNvPr>
                  <p:cNvSpPr/>
                  <p:nvPr/>
                </p:nvSpPr>
                <p:spPr>
                  <a:xfrm>
                    <a:off x="8343915" y="4503503"/>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811" name="Google Shape;7811;p109">
                    <a:extLst>
                      <a:ext uri="{FF2B5EF4-FFF2-40B4-BE49-F238E27FC236}">
                        <a16:creationId xmlns:a16="http://schemas.microsoft.com/office/drawing/2014/main" id="{FEB7BC3C-CEEB-27D6-47CA-DA707AF72DC6}"/>
                      </a:ext>
                    </a:extLst>
                  </p:cNvPr>
                  <p:cNvSpPr/>
                  <p:nvPr/>
                </p:nvSpPr>
                <p:spPr>
                  <a:xfrm>
                    <a:off x="8343915" y="4554659"/>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812" name="Google Shape;7812;p109">
                    <a:extLst>
                      <a:ext uri="{FF2B5EF4-FFF2-40B4-BE49-F238E27FC236}">
                        <a16:creationId xmlns:a16="http://schemas.microsoft.com/office/drawing/2014/main" id="{7DE97B74-84C2-AF2A-68BD-EEE38643EA81}"/>
                      </a:ext>
                    </a:extLst>
                  </p:cNvPr>
                  <p:cNvSpPr/>
                  <p:nvPr/>
                </p:nvSpPr>
                <p:spPr>
                  <a:xfrm>
                    <a:off x="8343915" y="4605815"/>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813" name="Google Shape;7813;p109">
                    <a:extLst>
                      <a:ext uri="{FF2B5EF4-FFF2-40B4-BE49-F238E27FC236}">
                        <a16:creationId xmlns:a16="http://schemas.microsoft.com/office/drawing/2014/main" id="{0B545272-29FF-E885-FC40-C2C2951B9996}"/>
                      </a:ext>
                    </a:extLst>
                  </p:cNvPr>
                  <p:cNvSpPr/>
                  <p:nvPr/>
                </p:nvSpPr>
                <p:spPr>
                  <a:xfrm>
                    <a:off x="8343915" y="4657038"/>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814" name="Google Shape;7814;p109">
                    <a:extLst>
                      <a:ext uri="{FF2B5EF4-FFF2-40B4-BE49-F238E27FC236}">
                        <a16:creationId xmlns:a16="http://schemas.microsoft.com/office/drawing/2014/main" id="{0B0DA713-6482-CE09-FBAA-B14F44E7651B}"/>
                      </a:ext>
                    </a:extLst>
                  </p:cNvPr>
                  <p:cNvSpPr/>
                  <p:nvPr/>
                </p:nvSpPr>
                <p:spPr>
                  <a:xfrm>
                    <a:off x="8343915" y="4708193"/>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815" name="Google Shape;7815;p109">
                    <a:extLst>
                      <a:ext uri="{FF2B5EF4-FFF2-40B4-BE49-F238E27FC236}">
                        <a16:creationId xmlns:a16="http://schemas.microsoft.com/office/drawing/2014/main" id="{3DCBAB6C-1458-53FC-99F3-C73304C9E0E2}"/>
                      </a:ext>
                    </a:extLst>
                  </p:cNvPr>
                  <p:cNvSpPr/>
                  <p:nvPr/>
                </p:nvSpPr>
                <p:spPr>
                  <a:xfrm>
                    <a:off x="8343915" y="4759416"/>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816" name="Google Shape;7816;p109">
                    <a:extLst>
                      <a:ext uri="{FF2B5EF4-FFF2-40B4-BE49-F238E27FC236}">
                        <a16:creationId xmlns:a16="http://schemas.microsoft.com/office/drawing/2014/main" id="{12AD92FC-BC71-BC03-4410-B3293DC07989}"/>
                      </a:ext>
                    </a:extLst>
                  </p:cNvPr>
                  <p:cNvSpPr/>
                  <p:nvPr/>
                </p:nvSpPr>
                <p:spPr>
                  <a:xfrm>
                    <a:off x="8343915" y="4810572"/>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817" name="Google Shape;7817;p109">
                    <a:extLst>
                      <a:ext uri="{FF2B5EF4-FFF2-40B4-BE49-F238E27FC236}">
                        <a16:creationId xmlns:a16="http://schemas.microsoft.com/office/drawing/2014/main" id="{61C5D983-716A-1BAD-A9F0-485B94FADF7B}"/>
                      </a:ext>
                    </a:extLst>
                  </p:cNvPr>
                  <p:cNvSpPr/>
                  <p:nvPr/>
                </p:nvSpPr>
                <p:spPr>
                  <a:xfrm>
                    <a:off x="8343915" y="4861728"/>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818" name="Google Shape;7818;p109">
                    <a:extLst>
                      <a:ext uri="{FF2B5EF4-FFF2-40B4-BE49-F238E27FC236}">
                        <a16:creationId xmlns:a16="http://schemas.microsoft.com/office/drawing/2014/main" id="{22B49904-974D-D45C-E40A-96E6F9BBEABA}"/>
                      </a:ext>
                    </a:extLst>
                  </p:cNvPr>
                  <p:cNvSpPr/>
                  <p:nvPr/>
                </p:nvSpPr>
                <p:spPr>
                  <a:xfrm>
                    <a:off x="8343915" y="4912951"/>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grpSp>
            <p:sp>
              <p:nvSpPr>
                <p:cNvPr id="7819" name="Google Shape;7819;p109">
                  <a:extLst>
                    <a:ext uri="{FF2B5EF4-FFF2-40B4-BE49-F238E27FC236}">
                      <a16:creationId xmlns:a16="http://schemas.microsoft.com/office/drawing/2014/main" id="{DCE1DAB2-9DD1-D045-52F2-217DA2DB9619}"/>
                    </a:ext>
                  </a:extLst>
                </p:cNvPr>
                <p:cNvSpPr/>
                <p:nvPr/>
              </p:nvSpPr>
              <p:spPr>
                <a:xfrm>
                  <a:off x="8343915" y="4221912"/>
                  <a:ext cx="424293" cy="591067"/>
                </a:xfrm>
                <a:custGeom>
                  <a:avLst/>
                  <a:gdLst/>
                  <a:ahLst/>
                  <a:cxnLst/>
                  <a:rect l="l" t="t" r="r" b="b"/>
                  <a:pathLst>
                    <a:path w="424293" h="591067" extrusionOk="0">
                      <a:moveTo>
                        <a:pt x="0" y="254375"/>
                      </a:moveTo>
                      <a:lnTo>
                        <a:pt x="2407" y="591068"/>
                      </a:lnTo>
                      <a:lnTo>
                        <a:pt x="424293" y="174198"/>
                      </a:lnTo>
                      <a:lnTo>
                        <a:pt x="424226" y="0"/>
                      </a:lnTo>
                      <a:lnTo>
                        <a:pt x="254375" y="0"/>
                      </a:lnTo>
                      <a:lnTo>
                        <a:pt x="0" y="254375"/>
                      </a:lnTo>
                      <a:close/>
                    </a:path>
                  </a:pathLst>
                </a:custGeom>
                <a:gradFill>
                  <a:gsLst>
                    <a:gs pos="0">
                      <a:srgbClr val="FFFFFF">
                        <a:alpha val="45882"/>
                      </a:srgbClr>
                    </a:gs>
                    <a:gs pos="3000">
                      <a:srgbClr val="FFFFFF">
                        <a:alpha val="45882"/>
                      </a:srgbClr>
                    </a:gs>
                    <a:gs pos="100000">
                      <a:srgbClr val="FFFFFF">
                        <a:alpha val="0"/>
                      </a:srgbClr>
                    </a:gs>
                  </a:gsLst>
                  <a:lin ang="10800000" scaled="0"/>
                </a:gra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grpSp>
        </p:grpSp>
        <p:cxnSp>
          <p:nvCxnSpPr>
            <p:cNvPr id="10" name="Straight Connector 9">
              <a:extLst>
                <a:ext uri="{FF2B5EF4-FFF2-40B4-BE49-F238E27FC236}">
                  <a16:creationId xmlns:a16="http://schemas.microsoft.com/office/drawing/2014/main" id="{1E5965D9-A75E-E401-DAB8-E2FE7455D493}"/>
                </a:ext>
              </a:extLst>
            </p:cNvPr>
            <p:cNvCxnSpPr>
              <a:cxnSpLocks/>
            </p:cNvCxnSpPr>
            <p:nvPr/>
          </p:nvCxnSpPr>
          <p:spPr bwMode="gray">
            <a:xfrm>
              <a:off x="6202456" y="1664677"/>
              <a:ext cx="0" cy="4102981"/>
            </a:xfrm>
            <a:prstGeom prst="line">
              <a:avLst/>
            </a:prstGeom>
            <a:ln w="19050">
              <a:solidFill>
                <a:schemeClr val="bg2">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8289" name="Google Shape;7994;p109">
              <a:extLst>
                <a:ext uri="{FF2B5EF4-FFF2-40B4-BE49-F238E27FC236}">
                  <a16:creationId xmlns:a16="http://schemas.microsoft.com/office/drawing/2014/main" id="{5DF13D2E-7A49-2784-2E36-C4C4E6F752A8}"/>
                </a:ext>
              </a:extLst>
            </p:cNvPr>
            <p:cNvCxnSpPr/>
            <p:nvPr/>
          </p:nvCxnSpPr>
          <p:spPr>
            <a:xfrm>
              <a:off x="5060888" y="2963164"/>
              <a:ext cx="0" cy="665573"/>
            </a:xfrm>
            <a:prstGeom prst="straightConnector1">
              <a:avLst/>
            </a:prstGeom>
            <a:noFill/>
            <a:ln w="25400" cap="rnd" cmpd="sng">
              <a:solidFill>
                <a:schemeClr val="lt1"/>
              </a:solidFill>
              <a:prstDash val="dot"/>
              <a:miter lim="800000"/>
              <a:headEnd type="none" w="sm" len="sm"/>
              <a:tailEnd type="none" w="sm" len="sm"/>
            </a:ln>
          </p:spPr>
        </p:cxnSp>
        <p:sp>
          <p:nvSpPr>
            <p:cNvPr id="8292" name="Google Shape;8022;p109">
              <a:extLst>
                <a:ext uri="{FF2B5EF4-FFF2-40B4-BE49-F238E27FC236}">
                  <a16:creationId xmlns:a16="http://schemas.microsoft.com/office/drawing/2014/main" id="{42CD11A5-3FA3-A5CE-34BA-D9230FDA5A73}"/>
                </a:ext>
              </a:extLst>
            </p:cNvPr>
            <p:cNvSpPr/>
            <p:nvPr/>
          </p:nvSpPr>
          <p:spPr>
            <a:xfrm>
              <a:off x="5072984" y="3324007"/>
              <a:ext cx="545660" cy="545654"/>
            </a:xfrm>
            <a:prstGeom prst="ellipse">
              <a:avLst/>
            </a:prstGeom>
            <a:gradFill>
              <a:gsLst>
                <a:gs pos="0">
                  <a:schemeClr val="accent3"/>
                </a:gs>
                <a:gs pos="83000">
                  <a:schemeClr val="accent2"/>
                </a:gs>
                <a:gs pos="100000">
                  <a:schemeClr val="accent2"/>
                </a:gs>
              </a:gsLst>
              <a:lin ang="10800000" scaled="0"/>
            </a:gradFill>
            <a:ln>
              <a:noFill/>
            </a:ln>
          </p:spPr>
          <p:txBody>
            <a:bodyPr spcFirstLastPara="1" wrap="square" lIns="91351" tIns="45663" rIns="91351" bIns="45663"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sym typeface="Arial"/>
              </a:endParaRPr>
            </a:p>
          </p:txBody>
        </p:sp>
        <p:grpSp>
          <p:nvGrpSpPr>
            <p:cNvPr id="8293" name="Google Shape;8023;p109">
              <a:extLst>
                <a:ext uri="{FF2B5EF4-FFF2-40B4-BE49-F238E27FC236}">
                  <a16:creationId xmlns:a16="http://schemas.microsoft.com/office/drawing/2014/main" id="{45C60608-7A64-51B7-319E-F4CD2CB16305}"/>
                </a:ext>
              </a:extLst>
            </p:cNvPr>
            <p:cNvGrpSpPr/>
            <p:nvPr/>
          </p:nvGrpSpPr>
          <p:grpSpPr>
            <a:xfrm>
              <a:off x="5173909" y="3467992"/>
              <a:ext cx="331179" cy="289791"/>
              <a:chOff x="861121" y="5101327"/>
              <a:chExt cx="426407" cy="373118"/>
            </a:xfrm>
          </p:grpSpPr>
          <p:grpSp>
            <p:nvGrpSpPr>
              <p:cNvPr id="8294" name="Google Shape;8024;p109">
                <a:extLst>
                  <a:ext uri="{FF2B5EF4-FFF2-40B4-BE49-F238E27FC236}">
                    <a16:creationId xmlns:a16="http://schemas.microsoft.com/office/drawing/2014/main" id="{66321B3B-C91C-5A86-8C16-BDA72BCF5B94}"/>
                  </a:ext>
                </a:extLst>
              </p:cNvPr>
              <p:cNvGrpSpPr/>
              <p:nvPr/>
            </p:nvGrpSpPr>
            <p:grpSpPr>
              <a:xfrm>
                <a:off x="861121" y="5101327"/>
                <a:ext cx="426407" cy="373118"/>
                <a:chOff x="5509121" y="4195225"/>
                <a:chExt cx="1163860" cy="1018412"/>
              </a:xfrm>
            </p:grpSpPr>
            <p:sp>
              <p:nvSpPr>
                <p:cNvPr id="8307" name="Google Shape;8025;p109">
                  <a:extLst>
                    <a:ext uri="{FF2B5EF4-FFF2-40B4-BE49-F238E27FC236}">
                      <a16:creationId xmlns:a16="http://schemas.microsoft.com/office/drawing/2014/main" id="{C3BCDB23-FBCA-01BA-028E-0772EB366F78}"/>
                    </a:ext>
                  </a:extLst>
                </p:cNvPr>
                <p:cNvSpPr/>
                <p:nvPr/>
              </p:nvSpPr>
              <p:spPr>
                <a:xfrm>
                  <a:off x="5876518" y="4970655"/>
                  <a:ext cx="429188" cy="242982"/>
                </a:xfrm>
                <a:custGeom>
                  <a:avLst/>
                  <a:gdLst/>
                  <a:ahLst/>
                  <a:cxnLst/>
                  <a:rect l="l" t="t" r="r" b="b"/>
                  <a:pathLst>
                    <a:path w="429188" h="242982" extrusionOk="0">
                      <a:moveTo>
                        <a:pt x="404508" y="242983"/>
                      </a:moveTo>
                      <a:lnTo>
                        <a:pt x="24651" y="242983"/>
                      </a:lnTo>
                      <a:cubicBezTo>
                        <a:pt x="13793" y="242983"/>
                        <a:pt x="4363" y="235934"/>
                        <a:pt x="1124" y="225457"/>
                      </a:cubicBezTo>
                      <a:cubicBezTo>
                        <a:pt x="-2114" y="214789"/>
                        <a:pt x="1791" y="203549"/>
                        <a:pt x="10935" y="197358"/>
                      </a:cubicBezTo>
                      <a:cubicBezTo>
                        <a:pt x="30461" y="184118"/>
                        <a:pt x="80277" y="164306"/>
                        <a:pt x="101137" y="156305"/>
                      </a:cubicBezTo>
                      <a:lnTo>
                        <a:pt x="121806" y="0"/>
                      </a:lnTo>
                      <a:lnTo>
                        <a:pt x="152477" y="4096"/>
                      </a:lnTo>
                      <a:lnTo>
                        <a:pt x="129426" y="178784"/>
                      </a:lnTo>
                      <a:lnTo>
                        <a:pt x="120758" y="182023"/>
                      </a:lnTo>
                      <a:cubicBezTo>
                        <a:pt x="106185" y="187452"/>
                        <a:pt x="72467" y="200692"/>
                        <a:pt x="48749" y="212026"/>
                      </a:cubicBezTo>
                      <a:lnTo>
                        <a:pt x="380791" y="212026"/>
                      </a:lnTo>
                      <a:cubicBezTo>
                        <a:pt x="357169" y="200692"/>
                        <a:pt x="323260" y="187452"/>
                        <a:pt x="308591" y="182023"/>
                      </a:cubicBezTo>
                      <a:lnTo>
                        <a:pt x="299543" y="178689"/>
                      </a:lnTo>
                      <a:lnTo>
                        <a:pt x="282779" y="3524"/>
                      </a:lnTo>
                      <a:lnTo>
                        <a:pt x="313544" y="571"/>
                      </a:lnTo>
                      <a:lnTo>
                        <a:pt x="328403" y="156496"/>
                      </a:lnTo>
                      <a:cubicBezTo>
                        <a:pt x="349644" y="164687"/>
                        <a:pt x="399650" y="184499"/>
                        <a:pt x="418605" y="197739"/>
                      </a:cubicBezTo>
                      <a:cubicBezTo>
                        <a:pt x="427559" y="203930"/>
                        <a:pt x="431273" y="215170"/>
                        <a:pt x="428035" y="225647"/>
                      </a:cubicBezTo>
                      <a:cubicBezTo>
                        <a:pt x="424701" y="235934"/>
                        <a:pt x="415271" y="242983"/>
                        <a:pt x="404508" y="242983"/>
                      </a:cubicBez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sp>
              <p:nvSpPr>
                <p:cNvPr id="8308" name="Google Shape;8026;p109">
                  <a:extLst>
                    <a:ext uri="{FF2B5EF4-FFF2-40B4-BE49-F238E27FC236}">
                      <a16:creationId xmlns:a16="http://schemas.microsoft.com/office/drawing/2014/main" id="{FDC11D38-9546-C3FA-753B-BDD936075EED}"/>
                    </a:ext>
                  </a:extLst>
                </p:cNvPr>
                <p:cNvSpPr/>
                <p:nvPr/>
              </p:nvSpPr>
              <p:spPr>
                <a:xfrm>
                  <a:off x="5509121" y="4195225"/>
                  <a:ext cx="1163860" cy="742950"/>
                </a:xfrm>
                <a:custGeom>
                  <a:avLst/>
                  <a:gdLst/>
                  <a:ahLst/>
                  <a:cxnLst/>
                  <a:rect l="l" t="t" r="r" b="b"/>
                  <a:pathLst>
                    <a:path w="1163860" h="742950" extrusionOk="0">
                      <a:moveTo>
                        <a:pt x="1100804" y="30956"/>
                      </a:moveTo>
                      <a:cubicBezTo>
                        <a:pt x="1118521" y="30956"/>
                        <a:pt x="1132999" y="44196"/>
                        <a:pt x="1132999" y="60484"/>
                      </a:cubicBezTo>
                      <a:lnTo>
                        <a:pt x="1132999" y="684943"/>
                      </a:lnTo>
                      <a:cubicBezTo>
                        <a:pt x="1132999" y="699802"/>
                        <a:pt x="1119759" y="711994"/>
                        <a:pt x="1103471" y="711994"/>
                      </a:cubicBezTo>
                      <a:lnTo>
                        <a:pt x="58388" y="711994"/>
                      </a:lnTo>
                      <a:cubicBezTo>
                        <a:pt x="43244" y="711994"/>
                        <a:pt x="30956" y="700754"/>
                        <a:pt x="30956" y="686943"/>
                      </a:cubicBezTo>
                      <a:lnTo>
                        <a:pt x="30956" y="55626"/>
                      </a:lnTo>
                      <a:cubicBezTo>
                        <a:pt x="30956" y="42005"/>
                        <a:pt x="43148" y="30956"/>
                        <a:pt x="58103" y="30956"/>
                      </a:cubicBezTo>
                      <a:lnTo>
                        <a:pt x="1100804" y="30956"/>
                      </a:lnTo>
                      <a:moveTo>
                        <a:pt x="1100804" y="0"/>
                      </a:moveTo>
                      <a:lnTo>
                        <a:pt x="58103" y="0"/>
                      </a:lnTo>
                      <a:cubicBezTo>
                        <a:pt x="26003" y="0"/>
                        <a:pt x="0" y="24955"/>
                        <a:pt x="0" y="55626"/>
                      </a:cubicBezTo>
                      <a:lnTo>
                        <a:pt x="0" y="686943"/>
                      </a:lnTo>
                      <a:cubicBezTo>
                        <a:pt x="0" y="717899"/>
                        <a:pt x="26194" y="742950"/>
                        <a:pt x="58388" y="742950"/>
                      </a:cubicBezTo>
                      <a:lnTo>
                        <a:pt x="1103376" y="742950"/>
                      </a:lnTo>
                      <a:cubicBezTo>
                        <a:pt x="1136809" y="742950"/>
                        <a:pt x="1163860" y="716947"/>
                        <a:pt x="1163860" y="684943"/>
                      </a:cubicBezTo>
                      <a:lnTo>
                        <a:pt x="1163860" y="60484"/>
                      </a:lnTo>
                      <a:cubicBezTo>
                        <a:pt x="1163955" y="27051"/>
                        <a:pt x="1135666" y="0"/>
                        <a:pt x="1100804" y="0"/>
                      </a:cubicBezTo>
                      <a:lnTo>
                        <a:pt x="1100804" y="0"/>
                      </a:ln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sp>
              <p:nvSpPr>
                <p:cNvPr id="8309" name="Google Shape;8027;p109">
                  <a:extLst>
                    <a:ext uri="{FF2B5EF4-FFF2-40B4-BE49-F238E27FC236}">
                      <a16:creationId xmlns:a16="http://schemas.microsoft.com/office/drawing/2014/main" id="{22E78C97-04B7-E372-3CC0-676434B4F46C}"/>
                    </a:ext>
                  </a:extLst>
                </p:cNvPr>
                <p:cNvSpPr/>
                <p:nvPr/>
              </p:nvSpPr>
              <p:spPr>
                <a:xfrm>
                  <a:off x="5631612" y="4839686"/>
                  <a:ext cx="918876" cy="30956"/>
                </a:xfrm>
                <a:custGeom>
                  <a:avLst/>
                  <a:gdLst/>
                  <a:ahLst/>
                  <a:cxnLst/>
                  <a:rect l="l" t="t" r="r" b="b"/>
                  <a:pathLst>
                    <a:path w="918876" h="30956" extrusionOk="0">
                      <a:moveTo>
                        <a:pt x="0" y="0"/>
                      </a:moveTo>
                      <a:lnTo>
                        <a:pt x="918877" y="0"/>
                      </a:lnTo>
                      <a:lnTo>
                        <a:pt x="918877" y="30956"/>
                      </a:lnTo>
                      <a:lnTo>
                        <a:pt x="0" y="30956"/>
                      </a:ln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grpSp>
          <p:sp>
            <p:nvSpPr>
              <p:cNvPr id="8295" name="Google Shape;8028;p109">
                <a:extLst>
                  <a:ext uri="{FF2B5EF4-FFF2-40B4-BE49-F238E27FC236}">
                    <a16:creationId xmlns:a16="http://schemas.microsoft.com/office/drawing/2014/main" id="{611DE3A6-191E-9F61-16BF-C549B29E8D05}"/>
                  </a:ext>
                </a:extLst>
              </p:cNvPr>
              <p:cNvSpPr/>
              <p:nvPr/>
            </p:nvSpPr>
            <p:spPr>
              <a:xfrm>
                <a:off x="1110286" y="5157965"/>
                <a:ext cx="11341" cy="158781"/>
              </a:xfrm>
              <a:custGeom>
                <a:avLst/>
                <a:gdLst/>
                <a:ahLst/>
                <a:cxnLst/>
                <a:rect l="l" t="t" r="r" b="b"/>
                <a:pathLst>
                  <a:path w="30956" h="433387" extrusionOk="0">
                    <a:moveTo>
                      <a:pt x="0" y="0"/>
                    </a:moveTo>
                    <a:lnTo>
                      <a:pt x="30956" y="0"/>
                    </a:lnTo>
                    <a:lnTo>
                      <a:pt x="30956" y="433388"/>
                    </a:lnTo>
                    <a:lnTo>
                      <a:pt x="0" y="433388"/>
                    </a:ln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sp>
            <p:nvSpPr>
              <p:cNvPr id="8296" name="Google Shape;8029;p109">
                <a:extLst>
                  <a:ext uri="{FF2B5EF4-FFF2-40B4-BE49-F238E27FC236}">
                    <a16:creationId xmlns:a16="http://schemas.microsoft.com/office/drawing/2014/main" id="{FC83AF44-67BE-D27B-8BA4-1E8D58DC4EFF}"/>
                  </a:ext>
                </a:extLst>
              </p:cNvPr>
              <p:cNvSpPr/>
              <p:nvPr/>
            </p:nvSpPr>
            <p:spPr>
              <a:xfrm>
                <a:off x="968604" y="5208635"/>
                <a:ext cx="11341" cy="108076"/>
              </a:xfrm>
              <a:custGeom>
                <a:avLst/>
                <a:gdLst/>
                <a:ahLst/>
                <a:cxnLst/>
                <a:rect l="l" t="t" r="r" b="b"/>
                <a:pathLst>
                  <a:path w="30956" h="294989" extrusionOk="0">
                    <a:moveTo>
                      <a:pt x="15621" y="1524"/>
                    </a:moveTo>
                    <a:cubicBezTo>
                      <a:pt x="10287" y="1524"/>
                      <a:pt x="5144" y="1048"/>
                      <a:pt x="0" y="0"/>
                    </a:cubicBezTo>
                    <a:lnTo>
                      <a:pt x="0" y="294989"/>
                    </a:lnTo>
                    <a:lnTo>
                      <a:pt x="30956" y="294989"/>
                    </a:lnTo>
                    <a:lnTo>
                      <a:pt x="30956" y="0"/>
                    </a:lnTo>
                    <a:cubicBezTo>
                      <a:pt x="26003" y="1048"/>
                      <a:pt x="20860" y="1524"/>
                      <a:pt x="15621" y="1524"/>
                    </a:cubicBez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sp>
            <p:nvSpPr>
              <p:cNvPr id="8297" name="Google Shape;8030;p109">
                <a:extLst>
                  <a:ext uri="{FF2B5EF4-FFF2-40B4-BE49-F238E27FC236}">
                    <a16:creationId xmlns:a16="http://schemas.microsoft.com/office/drawing/2014/main" id="{7BB2956B-52A6-1E04-1D56-07D34B2C2208}"/>
                  </a:ext>
                </a:extLst>
              </p:cNvPr>
              <p:cNvSpPr/>
              <p:nvPr/>
            </p:nvSpPr>
            <p:spPr>
              <a:xfrm>
                <a:off x="951644" y="5157023"/>
                <a:ext cx="45366" cy="45366"/>
              </a:xfrm>
              <a:custGeom>
                <a:avLst/>
                <a:gdLst/>
                <a:ahLst/>
                <a:cxnLst/>
                <a:rect l="l" t="t" r="r" b="b"/>
                <a:pathLst>
                  <a:path w="123825" h="123825" extrusionOk="0">
                    <a:moveTo>
                      <a:pt x="123825" y="61912"/>
                    </a:moveTo>
                    <a:cubicBezTo>
                      <a:pt x="123825" y="96106"/>
                      <a:pt x="96106" y="123825"/>
                      <a:pt x="61912" y="123825"/>
                    </a:cubicBezTo>
                    <a:cubicBezTo>
                      <a:pt x="27719" y="123825"/>
                      <a:pt x="0" y="96106"/>
                      <a:pt x="0" y="61912"/>
                    </a:cubicBezTo>
                    <a:cubicBezTo>
                      <a:pt x="0" y="27719"/>
                      <a:pt x="27719" y="0"/>
                      <a:pt x="61912" y="0"/>
                    </a:cubicBezTo>
                    <a:cubicBezTo>
                      <a:pt x="96106" y="0"/>
                      <a:pt x="123825" y="27719"/>
                      <a:pt x="123825" y="61912"/>
                    </a:cubicBez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grpSp>
            <p:nvGrpSpPr>
              <p:cNvPr id="8298" name="Google Shape;8031;p109">
                <a:extLst>
                  <a:ext uri="{FF2B5EF4-FFF2-40B4-BE49-F238E27FC236}">
                    <a16:creationId xmlns:a16="http://schemas.microsoft.com/office/drawing/2014/main" id="{9B18EEEA-B760-B603-8E72-ADC19DE82700}"/>
                  </a:ext>
                </a:extLst>
              </p:cNvPr>
              <p:cNvGrpSpPr/>
              <p:nvPr/>
            </p:nvGrpSpPr>
            <p:grpSpPr>
              <a:xfrm>
                <a:off x="1045028" y="5157975"/>
                <a:ext cx="11341" cy="158747"/>
                <a:chOff x="6011088" y="4349815"/>
                <a:chExt cx="30956" cy="433292"/>
              </a:xfrm>
            </p:grpSpPr>
            <p:sp>
              <p:nvSpPr>
                <p:cNvPr id="8305" name="Google Shape;8032;p109">
                  <a:extLst>
                    <a:ext uri="{FF2B5EF4-FFF2-40B4-BE49-F238E27FC236}">
                      <a16:creationId xmlns:a16="http://schemas.microsoft.com/office/drawing/2014/main" id="{269E58FB-C1A9-30C0-BDE5-D64F1D01A6CC}"/>
                    </a:ext>
                  </a:extLst>
                </p:cNvPr>
                <p:cNvSpPr/>
                <p:nvPr/>
              </p:nvSpPr>
              <p:spPr>
                <a:xfrm>
                  <a:off x="6011088" y="4349815"/>
                  <a:ext cx="30956" cy="117729"/>
                </a:xfrm>
                <a:custGeom>
                  <a:avLst/>
                  <a:gdLst/>
                  <a:ahLst/>
                  <a:cxnLst/>
                  <a:rect l="l" t="t" r="r" b="b"/>
                  <a:pathLst>
                    <a:path w="30956" h="117729" extrusionOk="0">
                      <a:moveTo>
                        <a:pt x="13525" y="115824"/>
                      </a:moveTo>
                      <a:cubicBezTo>
                        <a:pt x="19431" y="115824"/>
                        <a:pt x="25336" y="116491"/>
                        <a:pt x="30956" y="117729"/>
                      </a:cubicBezTo>
                      <a:lnTo>
                        <a:pt x="30956" y="0"/>
                      </a:lnTo>
                      <a:lnTo>
                        <a:pt x="0" y="0"/>
                      </a:lnTo>
                      <a:lnTo>
                        <a:pt x="0" y="117158"/>
                      </a:lnTo>
                      <a:cubicBezTo>
                        <a:pt x="4477" y="116300"/>
                        <a:pt x="8953" y="115824"/>
                        <a:pt x="13525" y="115824"/>
                      </a:cubicBez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sp>
              <p:nvSpPr>
                <p:cNvPr id="8306" name="Google Shape;8033;p109">
                  <a:extLst>
                    <a:ext uri="{FF2B5EF4-FFF2-40B4-BE49-F238E27FC236}">
                      <a16:creationId xmlns:a16="http://schemas.microsoft.com/office/drawing/2014/main" id="{6620275A-9EA3-9A35-E361-905C113F4216}"/>
                    </a:ext>
                  </a:extLst>
                </p:cNvPr>
                <p:cNvSpPr/>
                <p:nvPr/>
              </p:nvSpPr>
              <p:spPr>
                <a:xfrm>
                  <a:off x="6011088" y="4624707"/>
                  <a:ext cx="30956" cy="158400"/>
                </a:xfrm>
                <a:custGeom>
                  <a:avLst/>
                  <a:gdLst/>
                  <a:ahLst/>
                  <a:cxnLst/>
                  <a:rect l="l" t="t" r="r" b="b"/>
                  <a:pathLst>
                    <a:path w="30956" h="158400" extrusionOk="0">
                      <a:moveTo>
                        <a:pt x="13525" y="1905"/>
                      </a:moveTo>
                      <a:cubicBezTo>
                        <a:pt x="8953" y="1905"/>
                        <a:pt x="4477" y="1429"/>
                        <a:pt x="0" y="667"/>
                      </a:cubicBezTo>
                      <a:lnTo>
                        <a:pt x="0" y="158401"/>
                      </a:lnTo>
                      <a:lnTo>
                        <a:pt x="30956" y="158401"/>
                      </a:lnTo>
                      <a:lnTo>
                        <a:pt x="30956" y="0"/>
                      </a:lnTo>
                      <a:cubicBezTo>
                        <a:pt x="25336" y="1238"/>
                        <a:pt x="19526" y="1905"/>
                        <a:pt x="13525" y="1905"/>
                      </a:cubicBez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grpSp>
          <p:sp>
            <p:nvSpPr>
              <p:cNvPr id="8299" name="Google Shape;8034;p109">
                <a:extLst>
                  <a:ext uri="{FF2B5EF4-FFF2-40B4-BE49-F238E27FC236}">
                    <a16:creationId xmlns:a16="http://schemas.microsoft.com/office/drawing/2014/main" id="{700CBCAB-1FDD-1BE0-599C-C2708F87B434}"/>
                  </a:ext>
                </a:extLst>
              </p:cNvPr>
              <p:cNvSpPr/>
              <p:nvPr/>
            </p:nvSpPr>
            <p:spPr>
              <a:xfrm>
                <a:off x="1027301" y="5207204"/>
                <a:ext cx="45366" cy="45366"/>
              </a:xfrm>
              <a:custGeom>
                <a:avLst/>
                <a:gdLst/>
                <a:ahLst/>
                <a:cxnLst/>
                <a:rect l="l" t="t" r="r" b="b"/>
                <a:pathLst>
                  <a:path w="123825" h="123825" extrusionOk="0">
                    <a:moveTo>
                      <a:pt x="123825" y="61913"/>
                    </a:moveTo>
                    <a:cubicBezTo>
                      <a:pt x="123825" y="96106"/>
                      <a:pt x="96106" y="123825"/>
                      <a:pt x="61912" y="123825"/>
                    </a:cubicBezTo>
                    <a:cubicBezTo>
                      <a:pt x="27719" y="123825"/>
                      <a:pt x="0" y="96106"/>
                      <a:pt x="0" y="61913"/>
                    </a:cubicBezTo>
                    <a:cubicBezTo>
                      <a:pt x="0" y="27719"/>
                      <a:pt x="27719" y="0"/>
                      <a:pt x="61912" y="0"/>
                    </a:cubicBezTo>
                    <a:cubicBezTo>
                      <a:pt x="96106" y="0"/>
                      <a:pt x="123825" y="27719"/>
                      <a:pt x="123825" y="61913"/>
                    </a:cubicBez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sp>
            <p:nvSpPr>
              <p:cNvPr id="8300" name="Google Shape;8035;p109">
                <a:extLst>
                  <a:ext uri="{FF2B5EF4-FFF2-40B4-BE49-F238E27FC236}">
                    <a16:creationId xmlns:a16="http://schemas.microsoft.com/office/drawing/2014/main" id="{3808792D-7F2C-D92D-5929-5EE7165C42A5}"/>
                  </a:ext>
                </a:extLst>
              </p:cNvPr>
              <p:cNvSpPr/>
              <p:nvPr/>
            </p:nvSpPr>
            <p:spPr>
              <a:xfrm>
                <a:off x="1087166" y="5269356"/>
                <a:ext cx="58993" cy="58941"/>
              </a:xfrm>
              <a:custGeom>
                <a:avLst/>
                <a:gdLst/>
                <a:ahLst/>
                <a:cxnLst/>
                <a:rect l="l" t="t" r="r" b="b"/>
                <a:pathLst>
                  <a:path w="161020" h="160877" extrusionOk="0">
                    <a:moveTo>
                      <a:pt x="80534" y="160877"/>
                    </a:moveTo>
                    <a:cubicBezTo>
                      <a:pt x="59007" y="160877"/>
                      <a:pt x="38814" y="152495"/>
                      <a:pt x="23574" y="137350"/>
                    </a:cubicBezTo>
                    <a:cubicBezTo>
                      <a:pt x="-7858" y="105918"/>
                      <a:pt x="-7858" y="54864"/>
                      <a:pt x="23574" y="23527"/>
                    </a:cubicBezTo>
                    <a:cubicBezTo>
                      <a:pt x="38814" y="8287"/>
                      <a:pt x="59007" y="0"/>
                      <a:pt x="80534" y="0"/>
                    </a:cubicBezTo>
                    <a:cubicBezTo>
                      <a:pt x="102060" y="0"/>
                      <a:pt x="122253" y="8382"/>
                      <a:pt x="137493" y="23527"/>
                    </a:cubicBezTo>
                    <a:cubicBezTo>
                      <a:pt x="152733" y="38767"/>
                      <a:pt x="161020" y="58960"/>
                      <a:pt x="161020" y="80486"/>
                    </a:cubicBezTo>
                    <a:cubicBezTo>
                      <a:pt x="161020" y="102013"/>
                      <a:pt x="152638" y="122206"/>
                      <a:pt x="137493" y="137350"/>
                    </a:cubicBezTo>
                    <a:cubicBezTo>
                      <a:pt x="122253" y="152590"/>
                      <a:pt x="102060" y="160877"/>
                      <a:pt x="80534" y="160877"/>
                    </a:cubicBez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grpSp>
            <p:nvGrpSpPr>
              <p:cNvPr id="8301" name="Google Shape;8036;p109">
                <a:extLst>
                  <a:ext uri="{FF2B5EF4-FFF2-40B4-BE49-F238E27FC236}">
                    <a16:creationId xmlns:a16="http://schemas.microsoft.com/office/drawing/2014/main" id="{1CA3E9C4-76B6-67D3-DABF-CD72C83E15F3}"/>
                  </a:ext>
                </a:extLst>
              </p:cNvPr>
              <p:cNvGrpSpPr/>
              <p:nvPr/>
            </p:nvGrpSpPr>
            <p:grpSpPr>
              <a:xfrm>
                <a:off x="1179975" y="5157975"/>
                <a:ext cx="11341" cy="158782"/>
                <a:chOff x="6379420" y="4349815"/>
                <a:chExt cx="30956" cy="433387"/>
              </a:xfrm>
            </p:grpSpPr>
            <p:sp>
              <p:nvSpPr>
                <p:cNvPr id="8303" name="Google Shape;8037;p109">
                  <a:extLst>
                    <a:ext uri="{FF2B5EF4-FFF2-40B4-BE49-F238E27FC236}">
                      <a16:creationId xmlns:a16="http://schemas.microsoft.com/office/drawing/2014/main" id="{A7B74CB2-6CB9-C329-5B9F-6D147A1A956E}"/>
                    </a:ext>
                  </a:extLst>
                </p:cNvPr>
                <p:cNvSpPr/>
                <p:nvPr/>
              </p:nvSpPr>
              <p:spPr>
                <a:xfrm>
                  <a:off x="6379420" y="4349815"/>
                  <a:ext cx="30956" cy="78581"/>
                </a:xfrm>
                <a:custGeom>
                  <a:avLst/>
                  <a:gdLst/>
                  <a:ahLst/>
                  <a:cxnLst/>
                  <a:rect l="l" t="t" r="r" b="b"/>
                  <a:pathLst>
                    <a:path w="30956" h="78581" extrusionOk="0">
                      <a:moveTo>
                        <a:pt x="15335" y="77057"/>
                      </a:moveTo>
                      <a:cubicBezTo>
                        <a:pt x="20669" y="77057"/>
                        <a:pt x="25908" y="77534"/>
                        <a:pt x="30956" y="78581"/>
                      </a:cubicBezTo>
                      <a:lnTo>
                        <a:pt x="30956" y="0"/>
                      </a:lnTo>
                      <a:lnTo>
                        <a:pt x="0" y="0"/>
                      </a:lnTo>
                      <a:lnTo>
                        <a:pt x="0" y="78486"/>
                      </a:lnTo>
                      <a:cubicBezTo>
                        <a:pt x="5048" y="77534"/>
                        <a:pt x="10192" y="77057"/>
                        <a:pt x="15335" y="77057"/>
                      </a:cubicBez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sp>
              <p:nvSpPr>
                <p:cNvPr id="8304" name="Google Shape;8038;p109">
                  <a:extLst>
                    <a:ext uri="{FF2B5EF4-FFF2-40B4-BE49-F238E27FC236}">
                      <a16:creationId xmlns:a16="http://schemas.microsoft.com/office/drawing/2014/main" id="{FF209029-A21D-7D00-7F3B-8EB78F4A34F1}"/>
                    </a:ext>
                  </a:extLst>
                </p:cNvPr>
                <p:cNvSpPr/>
                <p:nvPr/>
              </p:nvSpPr>
              <p:spPr>
                <a:xfrm>
                  <a:off x="6379420" y="4586321"/>
                  <a:ext cx="30956" cy="196881"/>
                </a:xfrm>
                <a:custGeom>
                  <a:avLst/>
                  <a:gdLst/>
                  <a:ahLst/>
                  <a:cxnLst/>
                  <a:rect l="l" t="t" r="r" b="b"/>
                  <a:pathLst>
                    <a:path w="30956" h="196881" extrusionOk="0">
                      <a:moveTo>
                        <a:pt x="15335" y="1429"/>
                      </a:moveTo>
                      <a:cubicBezTo>
                        <a:pt x="10096" y="1429"/>
                        <a:pt x="5048" y="952"/>
                        <a:pt x="0" y="0"/>
                      </a:cubicBezTo>
                      <a:lnTo>
                        <a:pt x="0" y="196882"/>
                      </a:lnTo>
                      <a:lnTo>
                        <a:pt x="30956" y="196882"/>
                      </a:lnTo>
                      <a:lnTo>
                        <a:pt x="30956" y="0"/>
                      </a:lnTo>
                      <a:cubicBezTo>
                        <a:pt x="25908" y="952"/>
                        <a:pt x="20669" y="1429"/>
                        <a:pt x="15335" y="1429"/>
                      </a:cubicBez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grpSp>
          <p:sp>
            <p:nvSpPr>
              <p:cNvPr id="8302" name="Google Shape;8039;p109">
                <a:extLst>
                  <a:ext uri="{FF2B5EF4-FFF2-40B4-BE49-F238E27FC236}">
                    <a16:creationId xmlns:a16="http://schemas.microsoft.com/office/drawing/2014/main" id="{2A4A8E91-8958-EDA9-C3EB-489120B604CE}"/>
                  </a:ext>
                </a:extLst>
              </p:cNvPr>
              <p:cNvSpPr/>
              <p:nvPr/>
            </p:nvSpPr>
            <p:spPr>
              <a:xfrm>
                <a:off x="1162911" y="5192966"/>
                <a:ext cx="45366" cy="45366"/>
              </a:xfrm>
              <a:custGeom>
                <a:avLst/>
                <a:gdLst/>
                <a:ahLst/>
                <a:cxnLst/>
                <a:rect l="l" t="t" r="r" b="b"/>
                <a:pathLst>
                  <a:path w="123825" h="123825" extrusionOk="0">
                    <a:moveTo>
                      <a:pt x="123825" y="61912"/>
                    </a:moveTo>
                    <a:cubicBezTo>
                      <a:pt x="123825" y="96106"/>
                      <a:pt x="96106" y="123825"/>
                      <a:pt x="61913" y="123825"/>
                    </a:cubicBezTo>
                    <a:cubicBezTo>
                      <a:pt x="27719" y="123825"/>
                      <a:pt x="0" y="96106"/>
                      <a:pt x="0" y="61912"/>
                    </a:cubicBezTo>
                    <a:cubicBezTo>
                      <a:pt x="0" y="27719"/>
                      <a:pt x="27719" y="0"/>
                      <a:pt x="61913" y="0"/>
                    </a:cubicBezTo>
                    <a:cubicBezTo>
                      <a:pt x="96106" y="0"/>
                      <a:pt x="123825" y="27719"/>
                      <a:pt x="123825" y="61912"/>
                    </a:cubicBez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grpSp>
        <p:sp>
          <p:nvSpPr>
            <p:cNvPr id="8310" name="Google Shape;8040;p109">
              <a:extLst>
                <a:ext uri="{FF2B5EF4-FFF2-40B4-BE49-F238E27FC236}">
                  <a16:creationId xmlns:a16="http://schemas.microsoft.com/office/drawing/2014/main" id="{57540AEC-1578-8B94-8B72-E8311514ADCD}"/>
                </a:ext>
              </a:extLst>
            </p:cNvPr>
            <p:cNvSpPr txBox="1"/>
            <p:nvPr/>
          </p:nvSpPr>
          <p:spPr>
            <a:xfrm>
              <a:off x="4962532" y="2944257"/>
              <a:ext cx="766564" cy="360099"/>
            </a:xfrm>
            <a:prstGeom prst="rect">
              <a:avLst/>
            </a:prstGeom>
            <a:noFill/>
            <a:ln>
              <a:noFill/>
            </a:ln>
          </p:spPr>
          <p:txBody>
            <a:bodyPr spcFirstLastPara="1" wrap="square" lIns="0" tIns="0" rIns="0" bIns="0" anchor="ctr" anchorCtr="0">
              <a:spAutoFit/>
            </a:bodyPr>
            <a:lstStyle/>
            <a:p>
              <a:pPr marL="0" marR="0" lvl="0" indent="0" algn="ctr" defTabSz="914400" rtl="0" eaLnBrk="1" fontAlgn="auto" latinLnBrk="0" hangingPunct="1">
                <a:lnSpc>
                  <a:spcPct val="130000"/>
                </a:lnSpc>
                <a:spcBef>
                  <a:spcPts val="0"/>
                </a:spcBef>
                <a:spcAft>
                  <a:spcPts val="0"/>
                </a:spcAft>
                <a:buClr>
                  <a:srgbClr val="1B1E35"/>
                </a:buClr>
                <a:buSzPts val="900"/>
                <a:buFontTx/>
                <a:buNone/>
                <a:tabLst/>
                <a:defRPr/>
              </a:pPr>
              <a:r>
                <a:rPr kumimoji="0" lang="en-US" sz="900" b="0" i="0" u="none" strike="noStrike" kern="1200" cap="none" spc="0" normalizeH="0" baseline="0" noProof="0" dirty="0">
                  <a:ln>
                    <a:noFill/>
                  </a:ln>
                  <a:solidFill>
                    <a:srgbClr val="1B1E35"/>
                  </a:solidFill>
                  <a:effectLst/>
                  <a:uLnTx/>
                  <a:uFillTx/>
                  <a:latin typeface="Arial" panose="020B0604020202020204" pitchFamily="34" charset="0"/>
                  <a:ea typeface="+mn-ea"/>
                  <a:cs typeface="+mn-cs"/>
                  <a:sym typeface="Arial"/>
                </a:rPr>
                <a:t>Management Control Plane</a:t>
              </a:r>
              <a:endParaRPr kumimoji="0" sz="1799"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grpSp>
      <p:grpSp>
        <p:nvGrpSpPr>
          <p:cNvPr id="8348" name="Group 8347">
            <a:extLst>
              <a:ext uri="{FF2B5EF4-FFF2-40B4-BE49-F238E27FC236}">
                <a16:creationId xmlns:a16="http://schemas.microsoft.com/office/drawing/2014/main" id="{284D46D6-A459-E866-6DDF-569AB02F9AB3}"/>
              </a:ext>
            </a:extLst>
          </p:cNvPr>
          <p:cNvGrpSpPr/>
          <p:nvPr/>
        </p:nvGrpSpPr>
        <p:grpSpPr>
          <a:xfrm>
            <a:off x="8759069" y="1415657"/>
            <a:ext cx="2645925" cy="4484422"/>
            <a:chOff x="8759763" y="1415133"/>
            <a:chExt cx="2646614" cy="4485590"/>
          </a:xfrm>
        </p:grpSpPr>
        <p:sp>
          <p:nvSpPr>
            <p:cNvPr id="7917" name="Google Shape;7917;p109">
              <a:extLst>
                <a:ext uri="{FF2B5EF4-FFF2-40B4-BE49-F238E27FC236}">
                  <a16:creationId xmlns:a16="http://schemas.microsoft.com/office/drawing/2014/main" id="{F1688C01-1DA0-A9F3-21D3-EC6FF031F451}"/>
                </a:ext>
              </a:extLst>
            </p:cNvPr>
            <p:cNvSpPr txBox="1"/>
            <p:nvPr/>
          </p:nvSpPr>
          <p:spPr>
            <a:xfrm>
              <a:off x="8857744" y="1415133"/>
              <a:ext cx="2307793" cy="480131"/>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30000"/>
                </a:lnSpc>
                <a:spcBef>
                  <a:spcPts val="0"/>
                </a:spcBef>
                <a:spcAft>
                  <a:spcPts val="0"/>
                </a:spcAft>
                <a:buClr>
                  <a:srgbClr val="1B1E35"/>
                </a:buClr>
                <a:buSzPts val="1600"/>
                <a:buFontTx/>
                <a:buNone/>
                <a:tabLst/>
                <a:defRPr/>
              </a:pPr>
              <a:r>
                <a:rPr kumimoji="0" lang="en-US" sz="1200" b="0" i="0" u="none" strike="noStrike" kern="1200" cap="none" spc="0" normalizeH="0" baseline="0" noProof="0" dirty="0">
                  <a:ln>
                    <a:noFill/>
                  </a:ln>
                  <a:solidFill>
                    <a:srgbClr val="1B1E35"/>
                  </a:solidFill>
                  <a:effectLst/>
                  <a:uLnTx/>
                  <a:uFillTx/>
                  <a:latin typeface="Arial" panose="020B0604020202020204" pitchFamily="34" charset="0"/>
                  <a:ea typeface="+mn-ea"/>
                  <a:cs typeface="+mn-cs"/>
                  <a:sym typeface="Arial"/>
                </a:rPr>
                <a:t>Centrally Managed</a:t>
              </a:r>
              <a:endParaRPr kumimoji="0" sz="12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p>
              <a:pPr marL="0" marR="0" lvl="0" indent="0" algn="ctr" defTabSz="914400" rtl="0" eaLnBrk="1" fontAlgn="auto" latinLnBrk="0" hangingPunct="1">
                <a:lnSpc>
                  <a:spcPct val="130000"/>
                </a:lnSpc>
                <a:spcBef>
                  <a:spcPts val="0"/>
                </a:spcBef>
                <a:spcAft>
                  <a:spcPts val="0"/>
                </a:spcAft>
                <a:buClr>
                  <a:srgbClr val="1B1E35"/>
                </a:buClr>
                <a:buSzPts val="1600"/>
                <a:buFontTx/>
                <a:buNone/>
                <a:tabLst/>
                <a:defRPr/>
              </a:pPr>
              <a:r>
                <a:rPr kumimoji="0" lang="en-US" sz="1200" b="0" i="0" u="none" strike="noStrike" kern="1200" cap="none" spc="0" normalizeH="0" baseline="0" noProof="0" dirty="0">
                  <a:ln>
                    <a:noFill/>
                  </a:ln>
                  <a:solidFill>
                    <a:srgbClr val="1B1E35"/>
                  </a:solidFill>
                  <a:effectLst/>
                  <a:uLnTx/>
                  <a:uFillTx/>
                  <a:latin typeface="Arial" panose="020B0604020202020204" pitchFamily="34" charset="0"/>
                  <a:ea typeface="+mn-ea"/>
                  <a:cs typeface="+mn-cs"/>
                  <a:sym typeface="Arial"/>
                </a:rPr>
                <a:t>Far Edge Deployment</a:t>
              </a:r>
              <a:endParaRPr kumimoji="0" sz="12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923" name="Google Shape;7923;p109">
              <a:extLst>
                <a:ext uri="{FF2B5EF4-FFF2-40B4-BE49-F238E27FC236}">
                  <a16:creationId xmlns:a16="http://schemas.microsoft.com/office/drawing/2014/main" id="{FAB38CEE-048F-0A62-398F-22D530DF9447}"/>
                </a:ext>
              </a:extLst>
            </p:cNvPr>
            <p:cNvSpPr/>
            <p:nvPr/>
          </p:nvSpPr>
          <p:spPr>
            <a:xfrm>
              <a:off x="9652054" y="5586998"/>
              <a:ext cx="814988" cy="180660"/>
            </a:xfrm>
            <a:custGeom>
              <a:avLst/>
              <a:gdLst/>
              <a:ahLst/>
              <a:cxnLst/>
              <a:rect l="l" t="t" r="r" b="b"/>
              <a:pathLst>
                <a:path w="424226" h="1033215" extrusionOk="0">
                  <a:moveTo>
                    <a:pt x="0" y="0"/>
                  </a:moveTo>
                  <a:lnTo>
                    <a:pt x="424226" y="0"/>
                  </a:lnTo>
                  <a:lnTo>
                    <a:pt x="424226" y="1033215"/>
                  </a:lnTo>
                  <a:lnTo>
                    <a:pt x="0" y="1033215"/>
                  </a:lnTo>
                  <a:close/>
                </a:path>
              </a:pathLst>
            </a:custGeom>
            <a:solidFill>
              <a:srgbClr val="0193C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924" name="Google Shape;7924;p109">
              <a:extLst>
                <a:ext uri="{FF2B5EF4-FFF2-40B4-BE49-F238E27FC236}">
                  <a16:creationId xmlns:a16="http://schemas.microsoft.com/office/drawing/2014/main" id="{5CA30ADD-26C5-969E-251E-F5C6D3D4079C}"/>
                </a:ext>
              </a:extLst>
            </p:cNvPr>
            <p:cNvSpPr/>
            <p:nvPr/>
          </p:nvSpPr>
          <p:spPr>
            <a:xfrm>
              <a:off x="9652054" y="5733647"/>
              <a:ext cx="814988" cy="34011"/>
            </a:xfrm>
            <a:custGeom>
              <a:avLst/>
              <a:gdLst/>
              <a:ahLst/>
              <a:cxnLst/>
              <a:rect l="l" t="t" r="r" b="b"/>
              <a:pathLst>
                <a:path w="424226" h="149923" extrusionOk="0">
                  <a:moveTo>
                    <a:pt x="0" y="0"/>
                  </a:moveTo>
                  <a:lnTo>
                    <a:pt x="424226" y="0"/>
                  </a:lnTo>
                  <a:lnTo>
                    <a:pt x="424226" y="149924"/>
                  </a:lnTo>
                  <a:lnTo>
                    <a:pt x="0" y="149924"/>
                  </a:lnTo>
                  <a:close/>
                </a:path>
              </a:pathLst>
            </a:custGeom>
            <a:solidFill>
              <a:srgbClr val="005B84"/>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925" name="Google Shape;7925;p109">
              <a:extLst>
                <a:ext uri="{FF2B5EF4-FFF2-40B4-BE49-F238E27FC236}">
                  <a16:creationId xmlns:a16="http://schemas.microsoft.com/office/drawing/2014/main" id="{3DC0E5FA-5904-FB69-499E-48E97E579B5B}"/>
                </a:ext>
              </a:extLst>
            </p:cNvPr>
            <p:cNvSpPr/>
            <p:nvPr/>
          </p:nvSpPr>
          <p:spPr>
            <a:xfrm>
              <a:off x="9807915" y="5599710"/>
              <a:ext cx="79905" cy="9436"/>
            </a:xfrm>
            <a:custGeom>
              <a:avLst/>
              <a:gdLst/>
              <a:ahLst/>
              <a:cxnLst/>
              <a:rect l="l" t="t" r="r" b="b"/>
              <a:pathLst>
                <a:path w="41593" h="41593" extrusionOk="0">
                  <a:moveTo>
                    <a:pt x="41593" y="20797"/>
                  </a:moveTo>
                  <a:cubicBezTo>
                    <a:pt x="41593" y="32282"/>
                    <a:pt x="32282" y="41593"/>
                    <a:pt x="20797" y="41593"/>
                  </a:cubicBezTo>
                  <a:cubicBezTo>
                    <a:pt x="9311" y="41593"/>
                    <a:pt x="0" y="32282"/>
                    <a:pt x="0" y="20797"/>
                  </a:cubicBezTo>
                  <a:cubicBezTo>
                    <a:pt x="0" y="9311"/>
                    <a:pt x="9311" y="0"/>
                    <a:pt x="20797" y="0"/>
                  </a:cubicBezTo>
                  <a:cubicBezTo>
                    <a:pt x="32282" y="0"/>
                    <a:pt x="41593" y="9311"/>
                    <a:pt x="41593" y="20797"/>
                  </a:cubicBezTo>
                  <a:close/>
                </a:path>
              </a:pathLst>
            </a:custGeom>
            <a:solidFill>
              <a:srgbClr val="99CC48"/>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grpSp>
          <p:nvGrpSpPr>
            <p:cNvPr id="7926" name="Google Shape;7926;p109">
              <a:extLst>
                <a:ext uri="{FF2B5EF4-FFF2-40B4-BE49-F238E27FC236}">
                  <a16:creationId xmlns:a16="http://schemas.microsoft.com/office/drawing/2014/main" id="{787A941D-E255-6188-7754-F4C7E42DB167}"/>
                </a:ext>
              </a:extLst>
            </p:cNvPr>
            <p:cNvGrpSpPr/>
            <p:nvPr/>
          </p:nvGrpSpPr>
          <p:grpSpPr>
            <a:xfrm>
              <a:off x="9652054" y="5639259"/>
              <a:ext cx="814988" cy="106024"/>
              <a:chOff x="8343915" y="4452280"/>
              <a:chExt cx="424226" cy="467358"/>
            </a:xfrm>
          </p:grpSpPr>
          <p:sp>
            <p:nvSpPr>
              <p:cNvPr id="7927" name="Google Shape;7927;p109">
                <a:extLst>
                  <a:ext uri="{FF2B5EF4-FFF2-40B4-BE49-F238E27FC236}">
                    <a16:creationId xmlns:a16="http://schemas.microsoft.com/office/drawing/2014/main" id="{FBBB76FF-1C2F-F16A-C018-DA667D124430}"/>
                  </a:ext>
                </a:extLst>
              </p:cNvPr>
              <p:cNvSpPr/>
              <p:nvPr/>
            </p:nvSpPr>
            <p:spPr>
              <a:xfrm>
                <a:off x="8343915" y="4452280"/>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928" name="Google Shape;7928;p109">
                <a:extLst>
                  <a:ext uri="{FF2B5EF4-FFF2-40B4-BE49-F238E27FC236}">
                    <a16:creationId xmlns:a16="http://schemas.microsoft.com/office/drawing/2014/main" id="{7639BDE0-CFE0-BB98-26B3-EDF2F41D70A8}"/>
                  </a:ext>
                </a:extLst>
              </p:cNvPr>
              <p:cNvSpPr/>
              <p:nvPr/>
            </p:nvSpPr>
            <p:spPr>
              <a:xfrm>
                <a:off x="8343915" y="4503503"/>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929" name="Google Shape;7929;p109">
                <a:extLst>
                  <a:ext uri="{FF2B5EF4-FFF2-40B4-BE49-F238E27FC236}">
                    <a16:creationId xmlns:a16="http://schemas.microsoft.com/office/drawing/2014/main" id="{60D2FC7D-65B1-6F7F-8828-6D59560AA346}"/>
                  </a:ext>
                </a:extLst>
              </p:cNvPr>
              <p:cNvSpPr/>
              <p:nvPr/>
            </p:nvSpPr>
            <p:spPr>
              <a:xfrm>
                <a:off x="8343915" y="4554659"/>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930" name="Google Shape;7930;p109">
                <a:extLst>
                  <a:ext uri="{FF2B5EF4-FFF2-40B4-BE49-F238E27FC236}">
                    <a16:creationId xmlns:a16="http://schemas.microsoft.com/office/drawing/2014/main" id="{42F7E826-DD49-62AE-04D0-FB237705125C}"/>
                  </a:ext>
                </a:extLst>
              </p:cNvPr>
              <p:cNvSpPr/>
              <p:nvPr/>
            </p:nvSpPr>
            <p:spPr>
              <a:xfrm>
                <a:off x="8343915" y="4605815"/>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931" name="Google Shape;7931;p109">
                <a:extLst>
                  <a:ext uri="{FF2B5EF4-FFF2-40B4-BE49-F238E27FC236}">
                    <a16:creationId xmlns:a16="http://schemas.microsoft.com/office/drawing/2014/main" id="{DBCFED14-E09A-1496-E55A-2B80949EBDE6}"/>
                  </a:ext>
                </a:extLst>
              </p:cNvPr>
              <p:cNvSpPr/>
              <p:nvPr/>
            </p:nvSpPr>
            <p:spPr>
              <a:xfrm>
                <a:off x="8343915" y="4657038"/>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932" name="Google Shape;7932;p109">
                <a:extLst>
                  <a:ext uri="{FF2B5EF4-FFF2-40B4-BE49-F238E27FC236}">
                    <a16:creationId xmlns:a16="http://schemas.microsoft.com/office/drawing/2014/main" id="{63B593FF-6912-AD64-F4A8-C410804FA35B}"/>
                  </a:ext>
                </a:extLst>
              </p:cNvPr>
              <p:cNvSpPr/>
              <p:nvPr/>
            </p:nvSpPr>
            <p:spPr>
              <a:xfrm>
                <a:off x="8343915" y="4708193"/>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933" name="Google Shape;7933;p109">
                <a:extLst>
                  <a:ext uri="{FF2B5EF4-FFF2-40B4-BE49-F238E27FC236}">
                    <a16:creationId xmlns:a16="http://schemas.microsoft.com/office/drawing/2014/main" id="{0F8BB5C8-2312-68D6-F913-98994D0C45E4}"/>
                  </a:ext>
                </a:extLst>
              </p:cNvPr>
              <p:cNvSpPr/>
              <p:nvPr/>
            </p:nvSpPr>
            <p:spPr>
              <a:xfrm>
                <a:off x="8343915" y="4759416"/>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934" name="Google Shape;7934;p109">
                <a:extLst>
                  <a:ext uri="{FF2B5EF4-FFF2-40B4-BE49-F238E27FC236}">
                    <a16:creationId xmlns:a16="http://schemas.microsoft.com/office/drawing/2014/main" id="{0F97ABBE-060E-B661-B088-E04AB063A27F}"/>
                  </a:ext>
                </a:extLst>
              </p:cNvPr>
              <p:cNvSpPr/>
              <p:nvPr/>
            </p:nvSpPr>
            <p:spPr>
              <a:xfrm>
                <a:off x="8343915" y="4810572"/>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935" name="Google Shape;7935;p109">
                <a:extLst>
                  <a:ext uri="{FF2B5EF4-FFF2-40B4-BE49-F238E27FC236}">
                    <a16:creationId xmlns:a16="http://schemas.microsoft.com/office/drawing/2014/main" id="{E18C725D-0710-D69B-EEDD-CB55DA9DD342}"/>
                  </a:ext>
                </a:extLst>
              </p:cNvPr>
              <p:cNvSpPr/>
              <p:nvPr/>
            </p:nvSpPr>
            <p:spPr>
              <a:xfrm>
                <a:off x="8343915" y="4861728"/>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936" name="Google Shape;7936;p109">
                <a:extLst>
                  <a:ext uri="{FF2B5EF4-FFF2-40B4-BE49-F238E27FC236}">
                    <a16:creationId xmlns:a16="http://schemas.microsoft.com/office/drawing/2014/main" id="{2013D720-789C-D7AC-C29A-019639F29F6C}"/>
                  </a:ext>
                </a:extLst>
              </p:cNvPr>
              <p:cNvSpPr/>
              <p:nvPr/>
            </p:nvSpPr>
            <p:spPr>
              <a:xfrm>
                <a:off x="8343915" y="4912951"/>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grpSp>
        <p:sp>
          <p:nvSpPr>
            <p:cNvPr id="7937" name="Google Shape;7937;p109">
              <a:extLst>
                <a:ext uri="{FF2B5EF4-FFF2-40B4-BE49-F238E27FC236}">
                  <a16:creationId xmlns:a16="http://schemas.microsoft.com/office/drawing/2014/main" id="{641341BC-BE05-7657-E8F4-B5D75B5CDC48}"/>
                </a:ext>
              </a:extLst>
            </p:cNvPr>
            <p:cNvSpPr/>
            <p:nvPr/>
          </p:nvSpPr>
          <p:spPr>
            <a:xfrm>
              <a:off x="9652054" y="5586998"/>
              <a:ext cx="815117" cy="134088"/>
            </a:xfrm>
            <a:custGeom>
              <a:avLst/>
              <a:gdLst/>
              <a:ahLst/>
              <a:cxnLst/>
              <a:rect l="l" t="t" r="r" b="b"/>
              <a:pathLst>
                <a:path w="424293" h="591067" extrusionOk="0">
                  <a:moveTo>
                    <a:pt x="0" y="254375"/>
                  </a:moveTo>
                  <a:lnTo>
                    <a:pt x="2407" y="591068"/>
                  </a:lnTo>
                  <a:lnTo>
                    <a:pt x="424293" y="174198"/>
                  </a:lnTo>
                  <a:lnTo>
                    <a:pt x="424226" y="0"/>
                  </a:lnTo>
                  <a:lnTo>
                    <a:pt x="254375" y="0"/>
                  </a:lnTo>
                  <a:lnTo>
                    <a:pt x="0" y="254375"/>
                  </a:lnTo>
                  <a:close/>
                </a:path>
              </a:pathLst>
            </a:custGeom>
            <a:gradFill>
              <a:gsLst>
                <a:gs pos="0">
                  <a:srgbClr val="FFFFFF">
                    <a:alpha val="45882"/>
                  </a:srgbClr>
                </a:gs>
                <a:gs pos="3000">
                  <a:srgbClr val="FFFFFF">
                    <a:alpha val="45882"/>
                  </a:srgbClr>
                </a:gs>
                <a:gs pos="100000">
                  <a:srgbClr val="FFFFFF">
                    <a:alpha val="0"/>
                  </a:srgbClr>
                </a:gs>
              </a:gsLst>
              <a:lin ang="10800000" scaled="0"/>
            </a:gra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938" name="Google Shape;7938;p109">
              <a:extLst>
                <a:ext uri="{FF2B5EF4-FFF2-40B4-BE49-F238E27FC236}">
                  <a16:creationId xmlns:a16="http://schemas.microsoft.com/office/drawing/2014/main" id="{4D061413-67BC-A8FF-4DE2-7D70AC1DDD27}"/>
                </a:ext>
              </a:extLst>
            </p:cNvPr>
            <p:cNvSpPr/>
            <p:nvPr/>
          </p:nvSpPr>
          <p:spPr>
            <a:xfrm>
              <a:off x="9489864" y="5453934"/>
              <a:ext cx="1139496" cy="446789"/>
            </a:xfrm>
            <a:prstGeom prst="roundRect">
              <a:avLst>
                <a:gd name="adj" fmla="val 16667"/>
              </a:avLst>
            </a:prstGeom>
            <a:noFill/>
            <a:ln w="9525" cap="flat" cmpd="sng">
              <a:solidFill>
                <a:schemeClr val="dk1"/>
              </a:solidFill>
              <a:prstDash val="solid"/>
              <a:round/>
              <a:headEnd type="none" w="sm" len="sm"/>
              <a:tailEnd type="none" w="sm" len="sm"/>
            </a:ln>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sym typeface="Arial"/>
              </a:endParaRPr>
            </a:p>
          </p:txBody>
        </p:sp>
        <p:sp>
          <p:nvSpPr>
            <p:cNvPr id="7959" name="Google Shape;7959;p109">
              <a:extLst>
                <a:ext uri="{FF2B5EF4-FFF2-40B4-BE49-F238E27FC236}">
                  <a16:creationId xmlns:a16="http://schemas.microsoft.com/office/drawing/2014/main" id="{38903963-7244-1188-A9E1-BEBD1450312D}"/>
                </a:ext>
              </a:extLst>
            </p:cNvPr>
            <p:cNvSpPr/>
            <p:nvPr/>
          </p:nvSpPr>
          <p:spPr>
            <a:xfrm>
              <a:off x="8921953" y="4926458"/>
              <a:ext cx="814988" cy="180660"/>
            </a:xfrm>
            <a:custGeom>
              <a:avLst/>
              <a:gdLst/>
              <a:ahLst/>
              <a:cxnLst/>
              <a:rect l="l" t="t" r="r" b="b"/>
              <a:pathLst>
                <a:path w="424226" h="1033215" extrusionOk="0">
                  <a:moveTo>
                    <a:pt x="0" y="0"/>
                  </a:moveTo>
                  <a:lnTo>
                    <a:pt x="424226" y="0"/>
                  </a:lnTo>
                  <a:lnTo>
                    <a:pt x="424226" y="1033215"/>
                  </a:lnTo>
                  <a:lnTo>
                    <a:pt x="0" y="1033215"/>
                  </a:lnTo>
                  <a:close/>
                </a:path>
              </a:pathLst>
            </a:custGeom>
            <a:solidFill>
              <a:srgbClr val="0193C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960" name="Google Shape;7960;p109">
              <a:extLst>
                <a:ext uri="{FF2B5EF4-FFF2-40B4-BE49-F238E27FC236}">
                  <a16:creationId xmlns:a16="http://schemas.microsoft.com/office/drawing/2014/main" id="{C77D8BE4-1CE0-C048-C157-5A40AB91A012}"/>
                </a:ext>
              </a:extLst>
            </p:cNvPr>
            <p:cNvSpPr/>
            <p:nvPr/>
          </p:nvSpPr>
          <p:spPr>
            <a:xfrm>
              <a:off x="8921953" y="5073107"/>
              <a:ext cx="814988" cy="34011"/>
            </a:xfrm>
            <a:custGeom>
              <a:avLst/>
              <a:gdLst/>
              <a:ahLst/>
              <a:cxnLst/>
              <a:rect l="l" t="t" r="r" b="b"/>
              <a:pathLst>
                <a:path w="424226" h="149923" extrusionOk="0">
                  <a:moveTo>
                    <a:pt x="0" y="0"/>
                  </a:moveTo>
                  <a:lnTo>
                    <a:pt x="424226" y="0"/>
                  </a:lnTo>
                  <a:lnTo>
                    <a:pt x="424226" y="149924"/>
                  </a:lnTo>
                  <a:lnTo>
                    <a:pt x="0" y="149924"/>
                  </a:lnTo>
                  <a:close/>
                </a:path>
              </a:pathLst>
            </a:custGeom>
            <a:solidFill>
              <a:srgbClr val="005B84"/>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961" name="Google Shape;7961;p109">
              <a:extLst>
                <a:ext uri="{FF2B5EF4-FFF2-40B4-BE49-F238E27FC236}">
                  <a16:creationId xmlns:a16="http://schemas.microsoft.com/office/drawing/2014/main" id="{730C2B0B-ABEC-2508-95CD-2DDB05697623}"/>
                </a:ext>
              </a:extLst>
            </p:cNvPr>
            <p:cNvSpPr/>
            <p:nvPr/>
          </p:nvSpPr>
          <p:spPr>
            <a:xfrm>
              <a:off x="9024596" y="4939170"/>
              <a:ext cx="79905" cy="9436"/>
            </a:xfrm>
            <a:custGeom>
              <a:avLst/>
              <a:gdLst/>
              <a:ahLst/>
              <a:cxnLst/>
              <a:rect l="l" t="t" r="r" b="b"/>
              <a:pathLst>
                <a:path w="41593" h="41593" extrusionOk="0">
                  <a:moveTo>
                    <a:pt x="41593" y="20797"/>
                  </a:moveTo>
                  <a:cubicBezTo>
                    <a:pt x="41593" y="32282"/>
                    <a:pt x="32282" y="41593"/>
                    <a:pt x="20797" y="41593"/>
                  </a:cubicBezTo>
                  <a:cubicBezTo>
                    <a:pt x="9311" y="41593"/>
                    <a:pt x="0" y="32282"/>
                    <a:pt x="0" y="20797"/>
                  </a:cubicBezTo>
                  <a:cubicBezTo>
                    <a:pt x="0" y="9311"/>
                    <a:pt x="9311" y="0"/>
                    <a:pt x="20797" y="0"/>
                  </a:cubicBezTo>
                  <a:cubicBezTo>
                    <a:pt x="32282" y="0"/>
                    <a:pt x="41593" y="9311"/>
                    <a:pt x="41593" y="20797"/>
                  </a:cubicBezTo>
                  <a:close/>
                </a:path>
              </a:pathLst>
            </a:custGeom>
            <a:solidFill>
              <a:srgbClr val="99CC48"/>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grpSp>
          <p:nvGrpSpPr>
            <p:cNvPr id="7962" name="Google Shape;7962;p109">
              <a:extLst>
                <a:ext uri="{FF2B5EF4-FFF2-40B4-BE49-F238E27FC236}">
                  <a16:creationId xmlns:a16="http://schemas.microsoft.com/office/drawing/2014/main" id="{7A1C954C-D0C9-7C61-7AC5-CD61B4F1F75E}"/>
                </a:ext>
              </a:extLst>
            </p:cNvPr>
            <p:cNvGrpSpPr/>
            <p:nvPr/>
          </p:nvGrpSpPr>
          <p:grpSpPr>
            <a:xfrm>
              <a:off x="8921953" y="4978719"/>
              <a:ext cx="814988" cy="106024"/>
              <a:chOff x="8343915" y="4452280"/>
              <a:chExt cx="424226" cy="467358"/>
            </a:xfrm>
          </p:grpSpPr>
          <p:sp>
            <p:nvSpPr>
              <p:cNvPr id="7963" name="Google Shape;7963;p109">
                <a:extLst>
                  <a:ext uri="{FF2B5EF4-FFF2-40B4-BE49-F238E27FC236}">
                    <a16:creationId xmlns:a16="http://schemas.microsoft.com/office/drawing/2014/main" id="{90D8D2E9-0B0E-EDC4-097B-63C2F01DA9C2}"/>
                  </a:ext>
                </a:extLst>
              </p:cNvPr>
              <p:cNvSpPr/>
              <p:nvPr/>
            </p:nvSpPr>
            <p:spPr>
              <a:xfrm>
                <a:off x="8343915" y="4452280"/>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964" name="Google Shape;7964;p109">
                <a:extLst>
                  <a:ext uri="{FF2B5EF4-FFF2-40B4-BE49-F238E27FC236}">
                    <a16:creationId xmlns:a16="http://schemas.microsoft.com/office/drawing/2014/main" id="{E7B4382B-FFAF-15E7-66C8-3D6C04BAE38C}"/>
                  </a:ext>
                </a:extLst>
              </p:cNvPr>
              <p:cNvSpPr/>
              <p:nvPr/>
            </p:nvSpPr>
            <p:spPr>
              <a:xfrm>
                <a:off x="8343915" y="4503503"/>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965" name="Google Shape;7965;p109">
                <a:extLst>
                  <a:ext uri="{FF2B5EF4-FFF2-40B4-BE49-F238E27FC236}">
                    <a16:creationId xmlns:a16="http://schemas.microsoft.com/office/drawing/2014/main" id="{8281355F-4D11-5F9A-BFB9-46074A6927CB}"/>
                  </a:ext>
                </a:extLst>
              </p:cNvPr>
              <p:cNvSpPr/>
              <p:nvPr/>
            </p:nvSpPr>
            <p:spPr>
              <a:xfrm>
                <a:off x="8343915" y="4554659"/>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966" name="Google Shape;7966;p109">
                <a:extLst>
                  <a:ext uri="{FF2B5EF4-FFF2-40B4-BE49-F238E27FC236}">
                    <a16:creationId xmlns:a16="http://schemas.microsoft.com/office/drawing/2014/main" id="{90E58CB0-74F7-1260-2A2F-2A122F1DE707}"/>
                  </a:ext>
                </a:extLst>
              </p:cNvPr>
              <p:cNvSpPr/>
              <p:nvPr/>
            </p:nvSpPr>
            <p:spPr>
              <a:xfrm>
                <a:off x="8343915" y="4605815"/>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967" name="Google Shape;7967;p109">
                <a:extLst>
                  <a:ext uri="{FF2B5EF4-FFF2-40B4-BE49-F238E27FC236}">
                    <a16:creationId xmlns:a16="http://schemas.microsoft.com/office/drawing/2014/main" id="{471B72B9-2BB9-B81C-145B-121F924C282E}"/>
                  </a:ext>
                </a:extLst>
              </p:cNvPr>
              <p:cNvSpPr/>
              <p:nvPr/>
            </p:nvSpPr>
            <p:spPr>
              <a:xfrm>
                <a:off x="8343915" y="4657038"/>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968" name="Google Shape;7968;p109">
                <a:extLst>
                  <a:ext uri="{FF2B5EF4-FFF2-40B4-BE49-F238E27FC236}">
                    <a16:creationId xmlns:a16="http://schemas.microsoft.com/office/drawing/2014/main" id="{E1538BC6-5741-1142-C5D7-FB5FDDA5FD16}"/>
                  </a:ext>
                </a:extLst>
              </p:cNvPr>
              <p:cNvSpPr/>
              <p:nvPr/>
            </p:nvSpPr>
            <p:spPr>
              <a:xfrm>
                <a:off x="8343915" y="4708193"/>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969" name="Google Shape;7969;p109">
                <a:extLst>
                  <a:ext uri="{FF2B5EF4-FFF2-40B4-BE49-F238E27FC236}">
                    <a16:creationId xmlns:a16="http://schemas.microsoft.com/office/drawing/2014/main" id="{7933CF37-C6FB-E17D-9EAB-C6BA9E51C57D}"/>
                  </a:ext>
                </a:extLst>
              </p:cNvPr>
              <p:cNvSpPr/>
              <p:nvPr/>
            </p:nvSpPr>
            <p:spPr>
              <a:xfrm>
                <a:off x="8343915" y="4759416"/>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970" name="Google Shape;7970;p109">
                <a:extLst>
                  <a:ext uri="{FF2B5EF4-FFF2-40B4-BE49-F238E27FC236}">
                    <a16:creationId xmlns:a16="http://schemas.microsoft.com/office/drawing/2014/main" id="{B4AC3D05-63CB-FA99-5418-33DAF2DBC372}"/>
                  </a:ext>
                </a:extLst>
              </p:cNvPr>
              <p:cNvSpPr/>
              <p:nvPr/>
            </p:nvSpPr>
            <p:spPr>
              <a:xfrm>
                <a:off x="8343915" y="4810572"/>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971" name="Google Shape;7971;p109">
                <a:extLst>
                  <a:ext uri="{FF2B5EF4-FFF2-40B4-BE49-F238E27FC236}">
                    <a16:creationId xmlns:a16="http://schemas.microsoft.com/office/drawing/2014/main" id="{D097D77F-D4D6-80AA-BAB1-5967F7CE6A04}"/>
                  </a:ext>
                </a:extLst>
              </p:cNvPr>
              <p:cNvSpPr/>
              <p:nvPr/>
            </p:nvSpPr>
            <p:spPr>
              <a:xfrm>
                <a:off x="8343915" y="4861728"/>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972" name="Google Shape;7972;p109">
                <a:extLst>
                  <a:ext uri="{FF2B5EF4-FFF2-40B4-BE49-F238E27FC236}">
                    <a16:creationId xmlns:a16="http://schemas.microsoft.com/office/drawing/2014/main" id="{6853E9CD-FFBE-3F25-12D7-5E935B54B53D}"/>
                  </a:ext>
                </a:extLst>
              </p:cNvPr>
              <p:cNvSpPr/>
              <p:nvPr/>
            </p:nvSpPr>
            <p:spPr>
              <a:xfrm>
                <a:off x="8343915" y="4912951"/>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grpSp>
        <p:sp>
          <p:nvSpPr>
            <p:cNvPr id="7973" name="Google Shape;7973;p109">
              <a:extLst>
                <a:ext uri="{FF2B5EF4-FFF2-40B4-BE49-F238E27FC236}">
                  <a16:creationId xmlns:a16="http://schemas.microsoft.com/office/drawing/2014/main" id="{EB7BFC0C-EB17-8F3C-ACEC-5D152ACF6C21}"/>
                </a:ext>
              </a:extLst>
            </p:cNvPr>
            <p:cNvSpPr/>
            <p:nvPr/>
          </p:nvSpPr>
          <p:spPr>
            <a:xfrm>
              <a:off x="8921953" y="4926458"/>
              <a:ext cx="815117" cy="134088"/>
            </a:xfrm>
            <a:custGeom>
              <a:avLst/>
              <a:gdLst/>
              <a:ahLst/>
              <a:cxnLst/>
              <a:rect l="l" t="t" r="r" b="b"/>
              <a:pathLst>
                <a:path w="424293" h="591067" extrusionOk="0">
                  <a:moveTo>
                    <a:pt x="0" y="254375"/>
                  </a:moveTo>
                  <a:lnTo>
                    <a:pt x="2407" y="591068"/>
                  </a:lnTo>
                  <a:lnTo>
                    <a:pt x="424293" y="174198"/>
                  </a:lnTo>
                  <a:lnTo>
                    <a:pt x="424226" y="0"/>
                  </a:lnTo>
                  <a:lnTo>
                    <a:pt x="254375" y="0"/>
                  </a:lnTo>
                  <a:lnTo>
                    <a:pt x="0" y="254375"/>
                  </a:lnTo>
                  <a:close/>
                </a:path>
              </a:pathLst>
            </a:custGeom>
            <a:gradFill>
              <a:gsLst>
                <a:gs pos="0">
                  <a:srgbClr val="FFFFFF">
                    <a:alpha val="45882"/>
                  </a:srgbClr>
                </a:gs>
                <a:gs pos="3000">
                  <a:srgbClr val="FFFFFF">
                    <a:alpha val="45882"/>
                  </a:srgbClr>
                </a:gs>
                <a:gs pos="100000">
                  <a:srgbClr val="FFFFFF">
                    <a:alpha val="0"/>
                  </a:srgbClr>
                </a:gs>
              </a:gsLst>
              <a:lin ang="10800000" scaled="0"/>
            </a:gra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974" name="Google Shape;7974;p109">
              <a:extLst>
                <a:ext uri="{FF2B5EF4-FFF2-40B4-BE49-F238E27FC236}">
                  <a16:creationId xmlns:a16="http://schemas.microsoft.com/office/drawing/2014/main" id="{7C233E27-3C52-23A1-AB8E-37FD6D2B59B9}"/>
                </a:ext>
              </a:extLst>
            </p:cNvPr>
            <p:cNvSpPr/>
            <p:nvPr/>
          </p:nvSpPr>
          <p:spPr>
            <a:xfrm>
              <a:off x="8759763" y="4793394"/>
              <a:ext cx="1139496" cy="446789"/>
            </a:xfrm>
            <a:prstGeom prst="roundRect">
              <a:avLst>
                <a:gd name="adj" fmla="val 16667"/>
              </a:avLst>
            </a:prstGeom>
            <a:noFill/>
            <a:ln w="9525" cap="flat" cmpd="sng">
              <a:solidFill>
                <a:schemeClr val="dk1"/>
              </a:solidFill>
              <a:prstDash val="solid"/>
              <a:round/>
              <a:headEnd type="none" w="sm" len="sm"/>
              <a:tailEnd type="none" w="sm" len="sm"/>
            </a:ln>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sym typeface="Arial"/>
              </a:endParaRPr>
            </a:p>
          </p:txBody>
        </p:sp>
        <p:sp>
          <p:nvSpPr>
            <p:cNvPr id="7977" name="Google Shape;7977;p109">
              <a:extLst>
                <a:ext uri="{FF2B5EF4-FFF2-40B4-BE49-F238E27FC236}">
                  <a16:creationId xmlns:a16="http://schemas.microsoft.com/office/drawing/2014/main" id="{059D06C5-ACD6-7CF1-4A96-2AA247E42143}"/>
                </a:ext>
              </a:extLst>
            </p:cNvPr>
            <p:cNvSpPr/>
            <p:nvPr/>
          </p:nvSpPr>
          <p:spPr>
            <a:xfrm>
              <a:off x="10429071" y="4924064"/>
              <a:ext cx="814988" cy="180660"/>
            </a:xfrm>
            <a:custGeom>
              <a:avLst/>
              <a:gdLst/>
              <a:ahLst/>
              <a:cxnLst/>
              <a:rect l="l" t="t" r="r" b="b"/>
              <a:pathLst>
                <a:path w="424226" h="1033215" extrusionOk="0">
                  <a:moveTo>
                    <a:pt x="0" y="0"/>
                  </a:moveTo>
                  <a:lnTo>
                    <a:pt x="424226" y="0"/>
                  </a:lnTo>
                  <a:lnTo>
                    <a:pt x="424226" y="1033215"/>
                  </a:lnTo>
                  <a:lnTo>
                    <a:pt x="0" y="1033215"/>
                  </a:lnTo>
                  <a:close/>
                </a:path>
              </a:pathLst>
            </a:custGeom>
            <a:solidFill>
              <a:srgbClr val="0193C2"/>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978" name="Google Shape;7978;p109">
              <a:extLst>
                <a:ext uri="{FF2B5EF4-FFF2-40B4-BE49-F238E27FC236}">
                  <a16:creationId xmlns:a16="http://schemas.microsoft.com/office/drawing/2014/main" id="{B4FD01DE-E43B-DF57-860E-539286566332}"/>
                </a:ext>
              </a:extLst>
            </p:cNvPr>
            <p:cNvSpPr/>
            <p:nvPr/>
          </p:nvSpPr>
          <p:spPr>
            <a:xfrm>
              <a:off x="10429071" y="5070713"/>
              <a:ext cx="814988" cy="34011"/>
            </a:xfrm>
            <a:custGeom>
              <a:avLst/>
              <a:gdLst/>
              <a:ahLst/>
              <a:cxnLst/>
              <a:rect l="l" t="t" r="r" b="b"/>
              <a:pathLst>
                <a:path w="424226" h="149923" extrusionOk="0">
                  <a:moveTo>
                    <a:pt x="0" y="0"/>
                  </a:moveTo>
                  <a:lnTo>
                    <a:pt x="424226" y="0"/>
                  </a:lnTo>
                  <a:lnTo>
                    <a:pt x="424226" y="149924"/>
                  </a:lnTo>
                  <a:lnTo>
                    <a:pt x="0" y="149924"/>
                  </a:lnTo>
                  <a:close/>
                </a:path>
              </a:pathLst>
            </a:custGeom>
            <a:solidFill>
              <a:srgbClr val="005B84"/>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979" name="Google Shape;7979;p109">
              <a:extLst>
                <a:ext uri="{FF2B5EF4-FFF2-40B4-BE49-F238E27FC236}">
                  <a16:creationId xmlns:a16="http://schemas.microsoft.com/office/drawing/2014/main" id="{351E451B-4CA6-0F23-AC9A-1FAFEF869887}"/>
                </a:ext>
              </a:extLst>
            </p:cNvPr>
            <p:cNvSpPr/>
            <p:nvPr/>
          </p:nvSpPr>
          <p:spPr>
            <a:xfrm>
              <a:off x="10531714" y="4936776"/>
              <a:ext cx="79905" cy="9436"/>
            </a:xfrm>
            <a:custGeom>
              <a:avLst/>
              <a:gdLst/>
              <a:ahLst/>
              <a:cxnLst/>
              <a:rect l="l" t="t" r="r" b="b"/>
              <a:pathLst>
                <a:path w="41593" h="41593" extrusionOk="0">
                  <a:moveTo>
                    <a:pt x="41593" y="20797"/>
                  </a:moveTo>
                  <a:cubicBezTo>
                    <a:pt x="41593" y="32282"/>
                    <a:pt x="32282" y="41593"/>
                    <a:pt x="20797" y="41593"/>
                  </a:cubicBezTo>
                  <a:cubicBezTo>
                    <a:pt x="9311" y="41593"/>
                    <a:pt x="0" y="32282"/>
                    <a:pt x="0" y="20797"/>
                  </a:cubicBezTo>
                  <a:cubicBezTo>
                    <a:pt x="0" y="9311"/>
                    <a:pt x="9311" y="0"/>
                    <a:pt x="20797" y="0"/>
                  </a:cubicBezTo>
                  <a:cubicBezTo>
                    <a:pt x="32282" y="0"/>
                    <a:pt x="41593" y="9311"/>
                    <a:pt x="41593" y="20797"/>
                  </a:cubicBezTo>
                  <a:close/>
                </a:path>
              </a:pathLst>
            </a:custGeom>
            <a:solidFill>
              <a:srgbClr val="99CC48"/>
            </a:soli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grpSp>
          <p:nvGrpSpPr>
            <p:cNvPr id="7980" name="Google Shape;7980;p109">
              <a:extLst>
                <a:ext uri="{FF2B5EF4-FFF2-40B4-BE49-F238E27FC236}">
                  <a16:creationId xmlns:a16="http://schemas.microsoft.com/office/drawing/2014/main" id="{C3E053AF-9D08-3C78-0B0B-E73EAA9C48E7}"/>
                </a:ext>
              </a:extLst>
            </p:cNvPr>
            <p:cNvGrpSpPr/>
            <p:nvPr/>
          </p:nvGrpSpPr>
          <p:grpSpPr>
            <a:xfrm>
              <a:off x="10429071" y="4976325"/>
              <a:ext cx="814988" cy="106024"/>
              <a:chOff x="8343915" y="4452280"/>
              <a:chExt cx="424226" cy="467358"/>
            </a:xfrm>
          </p:grpSpPr>
          <p:sp>
            <p:nvSpPr>
              <p:cNvPr id="7981" name="Google Shape;7981;p109">
                <a:extLst>
                  <a:ext uri="{FF2B5EF4-FFF2-40B4-BE49-F238E27FC236}">
                    <a16:creationId xmlns:a16="http://schemas.microsoft.com/office/drawing/2014/main" id="{54962284-83CF-845F-4EC4-442693B203FD}"/>
                  </a:ext>
                </a:extLst>
              </p:cNvPr>
              <p:cNvSpPr/>
              <p:nvPr/>
            </p:nvSpPr>
            <p:spPr>
              <a:xfrm>
                <a:off x="8343915" y="4452280"/>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982" name="Google Shape;7982;p109">
                <a:extLst>
                  <a:ext uri="{FF2B5EF4-FFF2-40B4-BE49-F238E27FC236}">
                    <a16:creationId xmlns:a16="http://schemas.microsoft.com/office/drawing/2014/main" id="{04129060-C7C3-710F-984E-704BB2A5433E}"/>
                  </a:ext>
                </a:extLst>
              </p:cNvPr>
              <p:cNvSpPr/>
              <p:nvPr/>
            </p:nvSpPr>
            <p:spPr>
              <a:xfrm>
                <a:off x="8343915" y="4503503"/>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983" name="Google Shape;7983;p109">
                <a:extLst>
                  <a:ext uri="{FF2B5EF4-FFF2-40B4-BE49-F238E27FC236}">
                    <a16:creationId xmlns:a16="http://schemas.microsoft.com/office/drawing/2014/main" id="{37174D8B-236B-B259-F22C-84F880EBF673}"/>
                  </a:ext>
                </a:extLst>
              </p:cNvPr>
              <p:cNvSpPr/>
              <p:nvPr/>
            </p:nvSpPr>
            <p:spPr>
              <a:xfrm>
                <a:off x="8343915" y="4554659"/>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984" name="Google Shape;7984;p109">
                <a:extLst>
                  <a:ext uri="{FF2B5EF4-FFF2-40B4-BE49-F238E27FC236}">
                    <a16:creationId xmlns:a16="http://schemas.microsoft.com/office/drawing/2014/main" id="{66115E33-1124-20AB-BA9D-BE4A9B74C03C}"/>
                  </a:ext>
                </a:extLst>
              </p:cNvPr>
              <p:cNvSpPr/>
              <p:nvPr/>
            </p:nvSpPr>
            <p:spPr>
              <a:xfrm>
                <a:off x="8343915" y="4605815"/>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985" name="Google Shape;7985;p109">
                <a:extLst>
                  <a:ext uri="{FF2B5EF4-FFF2-40B4-BE49-F238E27FC236}">
                    <a16:creationId xmlns:a16="http://schemas.microsoft.com/office/drawing/2014/main" id="{676600B2-BF83-E28F-C803-8BDFE75FFDFC}"/>
                  </a:ext>
                </a:extLst>
              </p:cNvPr>
              <p:cNvSpPr/>
              <p:nvPr/>
            </p:nvSpPr>
            <p:spPr>
              <a:xfrm>
                <a:off x="8343915" y="4657038"/>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986" name="Google Shape;7986;p109">
                <a:extLst>
                  <a:ext uri="{FF2B5EF4-FFF2-40B4-BE49-F238E27FC236}">
                    <a16:creationId xmlns:a16="http://schemas.microsoft.com/office/drawing/2014/main" id="{4804A193-B9DD-641E-57F0-F5E358313E1A}"/>
                  </a:ext>
                </a:extLst>
              </p:cNvPr>
              <p:cNvSpPr/>
              <p:nvPr/>
            </p:nvSpPr>
            <p:spPr>
              <a:xfrm>
                <a:off x="8343915" y="4708193"/>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987" name="Google Shape;7987;p109">
                <a:extLst>
                  <a:ext uri="{FF2B5EF4-FFF2-40B4-BE49-F238E27FC236}">
                    <a16:creationId xmlns:a16="http://schemas.microsoft.com/office/drawing/2014/main" id="{226F13F7-E959-9458-61A2-BDE90D72919E}"/>
                  </a:ext>
                </a:extLst>
              </p:cNvPr>
              <p:cNvSpPr/>
              <p:nvPr/>
            </p:nvSpPr>
            <p:spPr>
              <a:xfrm>
                <a:off x="8343915" y="4759416"/>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988" name="Google Shape;7988;p109">
                <a:extLst>
                  <a:ext uri="{FF2B5EF4-FFF2-40B4-BE49-F238E27FC236}">
                    <a16:creationId xmlns:a16="http://schemas.microsoft.com/office/drawing/2014/main" id="{DDAAC4F2-C1DF-DEE7-6552-31D48C031C90}"/>
                  </a:ext>
                </a:extLst>
              </p:cNvPr>
              <p:cNvSpPr/>
              <p:nvPr/>
            </p:nvSpPr>
            <p:spPr>
              <a:xfrm>
                <a:off x="8343915" y="4810572"/>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989" name="Google Shape;7989;p109">
                <a:extLst>
                  <a:ext uri="{FF2B5EF4-FFF2-40B4-BE49-F238E27FC236}">
                    <a16:creationId xmlns:a16="http://schemas.microsoft.com/office/drawing/2014/main" id="{65FCCF70-305B-AD4A-5628-5B183D06960C}"/>
                  </a:ext>
                </a:extLst>
              </p:cNvPr>
              <p:cNvSpPr/>
              <p:nvPr/>
            </p:nvSpPr>
            <p:spPr>
              <a:xfrm>
                <a:off x="8343915" y="4861728"/>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990" name="Google Shape;7990;p109">
                <a:extLst>
                  <a:ext uri="{FF2B5EF4-FFF2-40B4-BE49-F238E27FC236}">
                    <a16:creationId xmlns:a16="http://schemas.microsoft.com/office/drawing/2014/main" id="{4112773B-2BCA-3075-7FDE-FA91C98EF249}"/>
                  </a:ext>
                </a:extLst>
              </p:cNvPr>
              <p:cNvSpPr/>
              <p:nvPr/>
            </p:nvSpPr>
            <p:spPr>
              <a:xfrm>
                <a:off x="8343915" y="4912951"/>
                <a:ext cx="424226" cy="6687"/>
              </a:xfrm>
              <a:custGeom>
                <a:avLst/>
                <a:gdLst/>
                <a:ahLst/>
                <a:cxnLst/>
                <a:rect l="l" t="t" r="r" b="b"/>
                <a:pathLst>
                  <a:path w="424226" h="6687" extrusionOk="0">
                    <a:moveTo>
                      <a:pt x="0" y="0"/>
                    </a:moveTo>
                    <a:lnTo>
                      <a:pt x="424226" y="0"/>
                    </a:lnTo>
                  </a:path>
                </a:pathLst>
              </a:custGeom>
              <a:noFill/>
              <a:ln w="16075" cap="flat" cmpd="sng">
                <a:solidFill>
                  <a:srgbClr val="005B84"/>
                </a:solidFill>
                <a:prstDash val="solid"/>
                <a:miter lim="8000"/>
                <a:headEnd type="none" w="sm" len="sm"/>
                <a:tailEnd type="none" w="sm" len="sm"/>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grpSp>
        <p:sp>
          <p:nvSpPr>
            <p:cNvPr id="7991" name="Google Shape;7991;p109">
              <a:extLst>
                <a:ext uri="{FF2B5EF4-FFF2-40B4-BE49-F238E27FC236}">
                  <a16:creationId xmlns:a16="http://schemas.microsoft.com/office/drawing/2014/main" id="{319EA14F-CCF4-61E6-17A3-A38B63BA3FBF}"/>
                </a:ext>
              </a:extLst>
            </p:cNvPr>
            <p:cNvSpPr/>
            <p:nvPr/>
          </p:nvSpPr>
          <p:spPr>
            <a:xfrm>
              <a:off x="10429071" y="4924064"/>
              <a:ext cx="815117" cy="134088"/>
            </a:xfrm>
            <a:custGeom>
              <a:avLst/>
              <a:gdLst/>
              <a:ahLst/>
              <a:cxnLst/>
              <a:rect l="l" t="t" r="r" b="b"/>
              <a:pathLst>
                <a:path w="424293" h="591067" extrusionOk="0">
                  <a:moveTo>
                    <a:pt x="0" y="254375"/>
                  </a:moveTo>
                  <a:lnTo>
                    <a:pt x="2407" y="591068"/>
                  </a:lnTo>
                  <a:lnTo>
                    <a:pt x="424293" y="174198"/>
                  </a:lnTo>
                  <a:lnTo>
                    <a:pt x="424226" y="0"/>
                  </a:lnTo>
                  <a:lnTo>
                    <a:pt x="254375" y="0"/>
                  </a:lnTo>
                  <a:lnTo>
                    <a:pt x="0" y="254375"/>
                  </a:lnTo>
                  <a:close/>
                </a:path>
              </a:pathLst>
            </a:custGeom>
            <a:gradFill>
              <a:gsLst>
                <a:gs pos="0">
                  <a:srgbClr val="FFFFFF">
                    <a:alpha val="45882"/>
                  </a:srgbClr>
                </a:gs>
                <a:gs pos="3000">
                  <a:srgbClr val="FFFFFF">
                    <a:alpha val="45882"/>
                  </a:srgbClr>
                </a:gs>
                <a:gs pos="100000">
                  <a:srgbClr val="FFFFFF">
                    <a:alpha val="0"/>
                  </a:srgbClr>
                </a:gs>
              </a:gsLst>
              <a:lin ang="10800000" scaled="0"/>
            </a:gradFill>
            <a:ln>
              <a:noFill/>
            </a:ln>
          </p:spPr>
          <p:txBody>
            <a:bodyPr spcFirstLastPara="1" wrap="square" lIns="91401" tIns="45688" rIns="91401" bIns="45688"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992" name="Google Shape;7992;p109">
              <a:extLst>
                <a:ext uri="{FF2B5EF4-FFF2-40B4-BE49-F238E27FC236}">
                  <a16:creationId xmlns:a16="http://schemas.microsoft.com/office/drawing/2014/main" id="{27C855C8-B090-F980-C02E-6D88FF9CCD3D}"/>
                </a:ext>
              </a:extLst>
            </p:cNvPr>
            <p:cNvSpPr/>
            <p:nvPr/>
          </p:nvSpPr>
          <p:spPr>
            <a:xfrm>
              <a:off x="10266881" y="4791000"/>
              <a:ext cx="1139496" cy="446789"/>
            </a:xfrm>
            <a:prstGeom prst="roundRect">
              <a:avLst>
                <a:gd name="adj" fmla="val 16667"/>
              </a:avLst>
            </a:prstGeom>
            <a:noFill/>
            <a:ln w="9525" cap="flat" cmpd="sng">
              <a:solidFill>
                <a:schemeClr val="dk1"/>
              </a:solidFill>
              <a:prstDash val="solid"/>
              <a:round/>
              <a:headEnd type="none" w="sm" len="sm"/>
              <a:tailEnd type="none" w="sm" len="sm"/>
            </a:ln>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sym typeface="Arial"/>
              </a:endParaRPr>
            </a:p>
          </p:txBody>
        </p:sp>
        <p:sp>
          <p:nvSpPr>
            <p:cNvPr id="8173" name="Google Shape;8173;p109">
              <a:extLst>
                <a:ext uri="{FF2B5EF4-FFF2-40B4-BE49-F238E27FC236}">
                  <a16:creationId xmlns:a16="http://schemas.microsoft.com/office/drawing/2014/main" id="{3F939471-71BB-E094-246D-9D3B1F51DA95}"/>
                </a:ext>
              </a:extLst>
            </p:cNvPr>
            <p:cNvSpPr txBox="1"/>
            <p:nvPr/>
          </p:nvSpPr>
          <p:spPr>
            <a:xfrm>
              <a:off x="9714729" y="5230627"/>
              <a:ext cx="696075" cy="210058"/>
            </a:xfrm>
            <a:prstGeom prst="rect">
              <a:avLst/>
            </a:prstGeom>
            <a:noFill/>
            <a:ln>
              <a:noFill/>
            </a:ln>
          </p:spPr>
          <p:txBody>
            <a:bodyPr spcFirstLastPara="1" wrap="square" lIns="0" tIns="0" rIns="0" bIns="0" anchor="ctr" anchorCtr="0">
              <a:spAutoFit/>
            </a:bodyPr>
            <a:lstStyle/>
            <a:p>
              <a:pPr marL="0" marR="0" lvl="0" indent="0" algn="ctr" defTabSz="914400" rtl="0" eaLnBrk="1" fontAlgn="auto" latinLnBrk="0" hangingPunct="1">
                <a:lnSpc>
                  <a:spcPct val="130000"/>
                </a:lnSpc>
                <a:spcBef>
                  <a:spcPts val="0"/>
                </a:spcBef>
                <a:spcAft>
                  <a:spcPts val="0"/>
                </a:spcAft>
                <a:buClr>
                  <a:srgbClr val="1B1E35"/>
                </a:buClr>
                <a:buSzPts val="1050"/>
                <a:buFontTx/>
                <a:buNone/>
                <a:tabLst/>
                <a:defRPr/>
              </a:pPr>
              <a:r>
                <a:rPr kumimoji="0" lang="en-US" sz="1050" b="0" i="0" u="none" strike="noStrike" kern="1200" cap="none" spc="0" normalizeH="0" baseline="0" noProof="0" dirty="0">
                  <a:ln>
                    <a:noFill/>
                  </a:ln>
                  <a:solidFill>
                    <a:srgbClr val="1B1E35"/>
                  </a:solidFill>
                  <a:effectLst/>
                  <a:uLnTx/>
                  <a:uFillTx/>
                  <a:latin typeface="Arial" panose="020B0604020202020204" pitchFamily="34" charset="0"/>
                  <a:ea typeface="+mn-ea"/>
                  <a:cs typeface="+mn-cs"/>
                  <a:sym typeface="Arial"/>
                </a:rPr>
                <a:t>Edge Sites</a:t>
              </a:r>
              <a:endParaRPr kumimoji="0" sz="1799"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cxnSp>
          <p:nvCxnSpPr>
            <p:cNvPr id="59" name="Google Shape;7994;p109">
              <a:extLst>
                <a:ext uri="{FF2B5EF4-FFF2-40B4-BE49-F238E27FC236}">
                  <a16:creationId xmlns:a16="http://schemas.microsoft.com/office/drawing/2014/main" id="{A1B103D2-4AD2-CB4E-5102-97E4F203C1CF}"/>
                </a:ext>
              </a:extLst>
            </p:cNvPr>
            <p:cNvCxnSpPr/>
            <p:nvPr/>
          </p:nvCxnSpPr>
          <p:spPr>
            <a:xfrm>
              <a:off x="10046275" y="2964464"/>
              <a:ext cx="0" cy="665573"/>
            </a:xfrm>
            <a:prstGeom prst="straightConnector1">
              <a:avLst/>
            </a:prstGeom>
            <a:noFill/>
            <a:ln w="25400" cap="rnd" cmpd="sng">
              <a:solidFill>
                <a:schemeClr val="lt1"/>
              </a:solidFill>
              <a:prstDash val="dot"/>
              <a:miter lim="800000"/>
              <a:headEnd type="none" w="sm" len="sm"/>
              <a:tailEnd type="none" w="sm" len="sm"/>
            </a:ln>
          </p:spPr>
        </p:cxnSp>
        <p:sp>
          <p:nvSpPr>
            <p:cNvPr id="60" name="Google Shape;8015;p109">
              <a:extLst>
                <a:ext uri="{FF2B5EF4-FFF2-40B4-BE49-F238E27FC236}">
                  <a16:creationId xmlns:a16="http://schemas.microsoft.com/office/drawing/2014/main" id="{3E8E8629-C948-A208-BAFC-D52FD9B373D7}"/>
                </a:ext>
              </a:extLst>
            </p:cNvPr>
            <p:cNvSpPr txBox="1"/>
            <p:nvPr/>
          </p:nvSpPr>
          <p:spPr>
            <a:xfrm>
              <a:off x="9572272" y="4599268"/>
              <a:ext cx="1019044" cy="210058"/>
            </a:xfrm>
            <a:prstGeom prst="rect">
              <a:avLst/>
            </a:prstGeom>
            <a:noFill/>
            <a:ln>
              <a:noFill/>
            </a:ln>
          </p:spPr>
          <p:txBody>
            <a:bodyPr spcFirstLastPara="1" wrap="square" lIns="0" tIns="0" rIns="0" bIns="0" anchor="ctr" anchorCtr="0">
              <a:spAutoFit/>
            </a:bodyPr>
            <a:lstStyle/>
            <a:p>
              <a:pPr marL="0" marR="0" lvl="0" indent="0" algn="ctr" defTabSz="914400" rtl="0" eaLnBrk="1" fontAlgn="auto" latinLnBrk="0" hangingPunct="1">
                <a:lnSpc>
                  <a:spcPct val="130000"/>
                </a:lnSpc>
                <a:spcBef>
                  <a:spcPts val="0"/>
                </a:spcBef>
                <a:spcAft>
                  <a:spcPts val="0"/>
                </a:spcAft>
                <a:buClr>
                  <a:srgbClr val="1B1E35"/>
                </a:buClr>
                <a:buSzPts val="1050"/>
                <a:buFontTx/>
                <a:buNone/>
                <a:tabLst/>
                <a:defRPr/>
              </a:pPr>
              <a:r>
                <a:rPr kumimoji="0" lang="en-US" sz="1050" b="0" i="0" u="none" strike="noStrike" kern="1200" cap="none" spc="0" normalizeH="0" baseline="0" noProof="0" dirty="0">
                  <a:ln>
                    <a:noFill/>
                  </a:ln>
                  <a:solidFill>
                    <a:srgbClr val="1B1E35"/>
                  </a:solidFill>
                  <a:effectLst/>
                  <a:uLnTx/>
                  <a:uFillTx/>
                  <a:latin typeface="Arial" panose="020B0604020202020204" pitchFamily="34" charset="0"/>
                  <a:ea typeface="+mn-ea"/>
                  <a:cs typeface="+mn-cs"/>
                  <a:sym typeface="Arial"/>
                </a:rPr>
                <a:t>VCF Main DC</a:t>
              </a:r>
              <a:endParaRPr kumimoji="0" sz="1799"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61" name="Google Shape;8016;p109">
              <a:extLst>
                <a:ext uri="{FF2B5EF4-FFF2-40B4-BE49-F238E27FC236}">
                  <a16:creationId xmlns:a16="http://schemas.microsoft.com/office/drawing/2014/main" id="{A51BFF7C-51A7-85C3-9F2B-F30F27887D41}"/>
                </a:ext>
              </a:extLst>
            </p:cNvPr>
            <p:cNvSpPr/>
            <p:nvPr/>
          </p:nvSpPr>
          <p:spPr>
            <a:xfrm>
              <a:off x="9321781" y="2892903"/>
              <a:ext cx="1475111" cy="1704249"/>
            </a:xfrm>
            <a:prstGeom prst="roundRect">
              <a:avLst>
                <a:gd name="adj" fmla="val 7786"/>
              </a:avLst>
            </a:prstGeom>
            <a:noFill/>
            <a:ln w="9525" cap="flat" cmpd="sng">
              <a:solidFill>
                <a:schemeClr val="dk1"/>
              </a:solidFill>
              <a:prstDash val="solid"/>
              <a:round/>
              <a:headEnd type="none" w="sm" len="sm"/>
              <a:tailEnd type="none" w="sm" len="sm"/>
            </a:ln>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sym typeface="Arial"/>
              </a:endParaRPr>
            </a:p>
          </p:txBody>
        </p:sp>
        <p:pic>
          <p:nvPicPr>
            <p:cNvPr id="63" name="Google Shape;8018;p109">
              <a:extLst>
                <a:ext uri="{FF2B5EF4-FFF2-40B4-BE49-F238E27FC236}">
                  <a16:creationId xmlns:a16="http://schemas.microsoft.com/office/drawing/2014/main" id="{8567F0C7-D92E-36F0-E622-60B9B9F9D4FD}"/>
                </a:ext>
              </a:extLst>
            </p:cNvPr>
            <p:cNvPicPr preferRelativeResize="0"/>
            <p:nvPr/>
          </p:nvPicPr>
          <p:blipFill rotWithShape="1">
            <a:blip r:embed="rId3">
              <a:alphaModFix/>
            </a:blip>
            <a:srcRect/>
            <a:stretch/>
          </p:blipFill>
          <p:spPr>
            <a:xfrm>
              <a:off x="9491530" y="3113491"/>
              <a:ext cx="420115" cy="420115"/>
            </a:xfrm>
            <a:prstGeom prst="rect">
              <a:avLst/>
            </a:prstGeom>
            <a:noFill/>
            <a:ln>
              <a:noFill/>
            </a:ln>
          </p:spPr>
        </p:pic>
        <p:sp>
          <p:nvSpPr>
            <p:cNvPr id="7680" name="Google Shape;8019;p109">
              <a:extLst>
                <a:ext uri="{FF2B5EF4-FFF2-40B4-BE49-F238E27FC236}">
                  <a16:creationId xmlns:a16="http://schemas.microsoft.com/office/drawing/2014/main" id="{5B61703F-9D97-FC0B-9544-8A261AEBB3DC}"/>
                </a:ext>
              </a:extLst>
            </p:cNvPr>
            <p:cNvSpPr txBox="1"/>
            <p:nvPr/>
          </p:nvSpPr>
          <p:spPr>
            <a:xfrm>
              <a:off x="9491529" y="3534930"/>
              <a:ext cx="420116" cy="180049"/>
            </a:xfrm>
            <a:prstGeom prst="rect">
              <a:avLst/>
            </a:prstGeom>
            <a:noFill/>
            <a:ln>
              <a:noFill/>
            </a:ln>
          </p:spPr>
          <p:txBody>
            <a:bodyPr spcFirstLastPara="1" wrap="square" lIns="0" tIns="0" rIns="0" bIns="0" anchor="ctr" anchorCtr="0">
              <a:spAutoFit/>
            </a:bodyPr>
            <a:lstStyle/>
            <a:p>
              <a:pPr marL="0" marR="0" lvl="0" indent="0" algn="ctr" defTabSz="914400" rtl="0" eaLnBrk="1" fontAlgn="auto" latinLnBrk="0" hangingPunct="1">
                <a:lnSpc>
                  <a:spcPct val="130000"/>
                </a:lnSpc>
                <a:spcBef>
                  <a:spcPts val="0"/>
                </a:spcBef>
                <a:spcAft>
                  <a:spcPts val="0"/>
                </a:spcAft>
                <a:buClr>
                  <a:srgbClr val="1B1E35"/>
                </a:buClr>
                <a:buSzPts val="900"/>
                <a:buFontTx/>
                <a:buNone/>
                <a:tabLst/>
                <a:defRPr/>
              </a:pPr>
              <a:r>
                <a:rPr kumimoji="0" lang="en-US" sz="900" b="0" i="0" u="none" strike="noStrike" kern="1200" cap="none" spc="0" normalizeH="0" baseline="0" noProof="0" dirty="0">
                  <a:ln>
                    <a:noFill/>
                  </a:ln>
                  <a:solidFill>
                    <a:srgbClr val="1B1E35"/>
                  </a:solidFill>
                  <a:effectLst/>
                  <a:uLnTx/>
                  <a:uFillTx/>
                  <a:latin typeface="Arial" panose="020B0604020202020204" pitchFamily="34" charset="0"/>
                  <a:ea typeface="+mn-ea"/>
                  <a:cs typeface="+mn-cs"/>
                  <a:sym typeface="Arial"/>
                </a:rPr>
                <a:t>Admin</a:t>
              </a:r>
              <a:endParaRPr kumimoji="0" sz="1799"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684" name="Google Shape;8022;p109">
              <a:extLst>
                <a:ext uri="{FF2B5EF4-FFF2-40B4-BE49-F238E27FC236}">
                  <a16:creationId xmlns:a16="http://schemas.microsoft.com/office/drawing/2014/main" id="{B68258E5-6132-177B-19E9-64C7352BAF26}"/>
                </a:ext>
              </a:extLst>
            </p:cNvPr>
            <p:cNvSpPr/>
            <p:nvPr/>
          </p:nvSpPr>
          <p:spPr>
            <a:xfrm>
              <a:off x="10058371" y="3325307"/>
              <a:ext cx="545660" cy="545654"/>
            </a:xfrm>
            <a:prstGeom prst="ellipse">
              <a:avLst/>
            </a:prstGeom>
            <a:gradFill>
              <a:gsLst>
                <a:gs pos="0">
                  <a:schemeClr val="accent3"/>
                </a:gs>
                <a:gs pos="83000">
                  <a:schemeClr val="accent2"/>
                </a:gs>
                <a:gs pos="100000">
                  <a:schemeClr val="accent2"/>
                </a:gs>
              </a:gsLst>
              <a:lin ang="10800000" scaled="0"/>
            </a:gradFill>
            <a:ln>
              <a:noFill/>
            </a:ln>
          </p:spPr>
          <p:txBody>
            <a:bodyPr spcFirstLastPara="1" wrap="square" lIns="91351" tIns="45663" rIns="91351" bIns="45663"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sym typeface="Arial"/>
              </a:endParaRPr>
            </a:p>
          </p:txBody>
        </p:sp>
        <p:grpSp>
          <p:nvGrpSpPr>
            <p:cNvPr id="7685" name="Google Shape;8023;p109">
              <a:extLst>
                <a:ext uri="{FF2B5EF4-FFF2-40B4-BE49-F238E27FC236}">
                  <a16:creationId xmlns:a16="http://schemas.microsoft.com/office/drawing/2014/main" id="{1AD7D7BD-1BA3-C0AB-BB23-37427CD6F19C}"/>
                </a:ext>
              </a:extLst>
            </p:cNvPr>
            <p:cNvGrpSpPr/>
            <p:nvPr/>
          </p:nvGrpSpPr>
          <p:grpSpPr>
            <a:xfrm>
              <a:off x="10159296" y="3469292"/>
              <a:ext cx="331179" cy="289791"/>
              <a:chOff x="861121" y="5101327"/>
              <a:chExt cx="426407" cy="373118"/>
            </a:xfrm>
          </p:grpSpPr>
          <p:grpSp>
            <p:nvGrpSpPr>
              <p:cNvPr id="7686" name="Google Shape;8024;p109">
                <a:extLst>
                  <a:ext uri="{FF2B5EF4-FFF2-40B4-BE49-F238E27FC236}">
                    <a16:creationId xmlns:a16="http://schemas.microsoft.com/office/drawing/2014/main" id="{A01E0D83-775C-AE04-9ED7-FDA02378AD9F}"/>
                  </a:ext>
                </a:extLst>
              </p:cNvPr>
              <p:cNvGrpSpPr/>
              <p:nvPr/>
            </p:nvGrpSpPr>
            <p:grpSpPr>
              <a:xfrm>
                <a:off x="861121" y="5101327"/>
                <a:ext cx="426407" cy="373118"/>
                <a:chOff x="5509121" y="4195225"/>
                <a:chExt cx="1163860" cy="1018412"/>
              </a:xfrm>
            </p:grpSpPr>
            <p:sp>
              <p:nvSpPr>
                <p:cNvPr id="7699" name="Google Shape;8025;p109">
                  <a:extLst>
                    <a:ext uri="{FF2B5EF4-FFF2-40B4-BE49-F238E27FC236}">
                      <a16:creationId xmlns:a16="http://schemas.microsoft.com/office/drawing/2014/main" id="{FB04F372-DBA1-75AE-73CD-BEAF3868298B}"/>
                    </a:ext>
                  </a:extLst>
                </p:cNvPr>
                <p:cNvSpPr/>
                <p:nvPr/>
              </p:nvSpPr>
              <p:spPr>
                <a:xfrm>
                  <a:off x="5876518" y="4970655"/>
                  <a:ext cx="429188" cy="242982"/>
                </a:xfrm>
                <a:custGeom>
                  <a:avLst/>
                  <a:gdLst/>
                  <a:ahLst/>
                  <a:cxnLst/>
                  <a:rect l="l" t="t" r="r" b="b"/>
                  <a:pathLst>
                    <a:path w="429188" h="242982" extrusionOk="0">
                      <a:moveTo>
                        <a:pt x="404508" y="242983"/>
                      </a:moveTo>
                      <a:lnTo>
                        <a:pt x="24651" y="242983"/>
                      </a:lnTo>
                      <a:cubicBezTo>
                        <a:pt x="13793" y="242983"/>
                        <a:pt x="4363" y="235934"/>
                        <a:pt x="1124" y="225457"/>
                      </a:cubicBezTo>
                      <a:cubicBezTo>
                        <a:pt x="-2114" y="214789"/>
                        <a:pt x="1791" y="203549"/>
                        <a:pt x="10935" y="197358"/>
                      </a:cubicBezTo>
                      <a:cubicBezTo>
                        <a:pt x="30461" y="184118"/>
                        <a:pt x="80277" y="164306"/>
                        <a:pt x="101137" y="156305"/>
                      </a:cubicBezTo>
                      <a:lnTo>
                        <a:pt x="121806" y="0"/>
                      </a:lnTo>
                      <a:lnTo>
                        <a:pt x="152477" y="4096"/>
                      </a:lnTo>
                      <a:lnTo>
                        <a:pt x="129426" y="178784"/>
                      </a:lnTo>
                      <a:lnTo>
                        <a:pt x="120758" y="182023"/>
                      </a:lnTo>
                      <a:cubicBezTo>
                        <a:pt x="106185" y="187452"/>
                        <a:pt x="72467" y="200692"/>
                        <a:pt x="48749" y="212026"/>
                      </a:cubicBezTo>
                      <a:lnTo>
                        <a:pt x="380791" y="212026"/>
                      </a:lnTo>
                      <a:cubicBezTo>
                        <a:pt x="357169" y="200692"/>
                        <a:pt x="323260" y="187452"/>
                        <a:pt x="308591" y="182023"/>
                      </a:cubicBezTo>
                      <a:lnTo>
                        <a:pt x="299543" y="178689"/>
                      </a:lnTo>
                      <a:lnTo>
                        <a:pt x="282779" y="3524"/>
                      </a:lnTo>
                      <a:lnTo>
                        <a:pt x="313544" y="571"/>
                      </a:lnTo>
                      <a:lnTo>
                        <a:pt x="328403" y="156496"/>
                      </a:lnTo>
                      <a:cubicBezTo>
                        <a:pt x="349644" y="164687"/>
                        <a:pt x="399650" y="184499"/>
                        <a:pt x="418605" y="197739"/>
                      </a:cubicBezTo>
                      <a:cubicBezTo>
                        <a:pt x="427559" y="203930"/>
                        <a:pt x="431273" y="215170"/>
                        <a:pt x="428035" y="225647"/>
                      </a:cubicBezTo>
                      <a:cubicBezTo>
                        <a:pt x="424701" y="235934"/>
                        <a:pt x="415271" y="242983"/>
                        <a:pt x="404508" y="242983"/>
                      </a:cubicBez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sp>
              <p:nvSpPr>
                <p:cNvPr id="7700" name="Google Shape;8026;p109">
                  <a:extLst>
                    <a:ext uri="{FF2B5EF4-FFF2-40B4-BE49-F238E27FC236}">
                      <a16:creationId xmlns:a16="http://schemas.microsoft.com/office/drawing/2014/main" id="{2EF6CC02-146B-7C2C-A6A5-F306AF3AF55A}"/>
                    </a:ext>
                  </a:extLst>
                </p:cNvPr>
                <p:cNvSpPr/>
                <p:nvPr/>
              </p:nvSpPr>
              <p:spPr>
                <a:xfrm>
                  <a:off x="5509121" y="4195225"/>
                  <a:ext cx="1163860" cy="742950"/>
                </a:xfrm>
                <a:custGeom>
                  <a:avLst/>
                  <a:gdLst/>
                  <a:ahLst/>
                  <a:cxnLst/>
                  <a:rect l="l" t="t" r="r" b="b"/>
                  <a:pathLst>
                    <a:path w="1163860" h="742950" extrusionOk="0">
                      <a:moveTo>
                        <a:pt x="1100804" y="30956"/>
                      </a:moveTo>
                      <a:cubicBezTo>
                        <a:pt x="1118521" y="30956"/>
                        <a:pt x="1132999" y="44196"/>
                        <a:pt x="1132999" y="60484"/>
                      </a:cubicBezTo>
                      <a:lnTo>
                        <a:pt x="1132999" y="684943"/>
                      </a:lnTo>
                      <a:cubicBezTo>
                        <a:pt x="1132999" y="699802"/>
                        <a:pt x="1119759" y="711994"/>
                        <a:pt x="1103471" y="711994"/>
                      </a:cubicBezTo>
                      <a:lnTo>
                        <a:pt x="58388" y="711994"/>
                      </a:lnTo>
                      <a:cubicBezTo>
                        <a:pt x="43244" y="711994"/>
                        <a:pt x="30956" y="700754"/>
                        <a:pt x="30956" y="686943"/>
                      </a:cubicBezTo>
                      <a:lnTo>
                        <a:pt x="30956" y="55626"/>
                      </a:lnTo>
                      <a:cubicBezTo>
                        <a:pt x="30956" y="42005"/>
                        <a:pt x="43148" y="30956"/>
                        <a:pt x="58103" y="30956"/>
                      </a:cubicBezTo>
                      <a:lnTo>
                        <a:pt x="1100804" y="30956"/>
                      </a:lnTo>
                      <a:moveTo>
                        <a:pt x="1100804" y="0"/>
                      </a:moveTo>
                      <a:lnTo>
                        <a:pt x="58103" y="0"/>
                      </a:lnTo>
                      <a:cubicBezTo>
                        <a:pt x="26003" y="0"/>
                        <a:pt x="0" y="24955"/>
                        <a:pt x="0" y="55626"/>
                      </a:cubicBezTo>
                      <a:lnTo>
                        <a:pt x="0" y="686943"/>
                      </a:lnTo>
                      <a:cubicBezTo>
                        <a:pt x="0" y="717899"/>
                        <a:pt x="26194" y="742950"/>
                        <a:pt x="58388" y="742950"/>
                      </a:cubicBezTo>
                      <a:lnTo>
                        <a:pt x="1103376" y="742950"/>
                      </a:lnTo>
                      <a:cubicBezTo>
                        <a:pt x="1136809" y="742950"/>
                        <a:pt x="1163860" y="716947"/>
                        <a:pt x="1163860" y="684943"/>
                      </a:cubicBezTo>
                      <a:lnTo>
                        <a:pt x="1163860" y="60484"/>
                      </a:lnTo>
                      <a:cubicBezTo>
                        <a:pt x="1163955" y="27051"/>
                        <a:pt x="1135666" y="0"/>
                        <a:pt x="1100804" y="0"/>
                      </a:cubicBezTo>
                      <a:lnTo>
                        <a:pt x="1100804" y="0"/>
                      </a:ln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sp>
              <p:nvSpPr>
                <p:cNvPr id="7701" name="Google Shape;8027;p109">
                  <a:extLst>
                    <a:ext uri="{FF2B5EF4-FFF2-40B4-BE49-F238E27FC236}">
                      <a16:creationId xmlns:a16="http://schemas.microsoft.com/office/drawing/2014/main" id="{0BAE1FF1-311A-DFEC-1C9D-A6C0D49671FC}"/>
                    </a:ext>
                  </a:extLst>
                </p:cNvPr>
                <p:cNvSpPr/>
                <p:nvPr/>
              </p:nvSpPr>
              <p:spPr>
                <a:xfrm>
                  <a:off x="5631612" y="4839686"/>
                  <a:ext cx="918876" cy="30956"/>
                </a:xfrm>
                <a:custGeom>
                  <a:avLst/>
                  <a:gdLst/>
                  <a:ahLst/>
                  <a:cxnLst/>
                  <a:rect l="l" t="t" r="r" b="b"/>
                  <a:pathLst>
                    <a:path w="918876" h="30956" extrusionOk="0">
                      <a:moveTo>
                        <a:pt x="0" y="0"/>
                      </a:moveTo>
                      <a:lnTo>
                        <a:pt x="918877" y="0"/>
                      </a:lnTo>
                      <a:lnTo>
                        <a:pt x="918877" y="30956"/>
                      </a:lnTo>
                      <a:lnTo>
                        <a:pt x="0" y="30956"/>
                      </a:ln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grpSp>
          <p:sp>
            <p:nvSpPr>
              <p:cNvPr id="7687" name="Google Shape;8028;p109">
                <a:extLst>
                  <a:ext uri="{FF2B5EF4-FFF2-40B4-BE49-F238E27FC236}">
                    <a16:creationId xmlns:a16="http://schemas.microsoft.com/office/drawing/2014/main" id="{BB66319D-D304-A0D6-C1FA-E79339A5F41D}"/>
                  </a:ext>
                </a:extLst>
              </p:cNvPr>
              <p:cNvSpPr/>
              <p:nvPr/>
            </p:nvSpPr>
            <p:spPr>
              <a:xfrm>
                <a:off x="1110286" y="5157965"/>
                <a:ext cx="11341" cy="158781"/>
              </a:xfrm>
              <a:custGeom>
                <a:avLst/>
                <a:gdLst/>
                <a:ahLst/>
                <a:cxnLst/>
                <a:rect l="l" t="t" r="r" b="b"/>
                <a:pathLst>
                  <a:path w="30956" h="433387" extrusionOk="0">
                    <a:moveTo>
                      <a:pt x="0" y="0"/>
                    </a:moveTo>
                    <a:lnTo>
                      <a:pt x="30956" y="0"/>
                    </a:lnTo>
                    <a:lnTo>
                      <a:pt x="30956" y="433388"/>
                    </a:lnTo>
                    <a:lnTo>
                      <a:pt x="0" y="433388"/>
                    </a:ln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sp>
            <p:nvSpPr>
              <p:cNvPr id="7688" name="Google Shape;8029;p109">
                <a:extLst>
                  <a:ext uri="{FF2B5EF4-FFF2-40B4-BE49-F238E27FC236}">
                    <a16:creationId xmlns:a16="http://schemas.microsoft.com/office/drawing/2014/main" id="{EB7518B8-6FE4-546D-58B3-52C60B323F05}"/>
                  </a:ext>
                </a:extLst>
              </p:cNvPr>
              <p:cNvSpPr/>
              <p:nvPr/>
            </p:nvSpPr>
            <p:spPr>
              <a:xfrm>
                <a:off x="968604" y="5208635"/>
                <a:ext cx="11341" cy="108076"/>
              </a:xfrm>
              <a:custGeom>
                <a:avLst/>
                <a:gdLst/>
                <a:ahLst/>
                <a:cxnLst/>
                <a:rect l="l" t="t" r="r" b="b"/>
                <a:pathLst>
                  <a:path w="30956" h="294989" extrusionOk="0">
                    <a:moveTo>
                      <a:pt x="15621" y="1524"/>
                    </a:moveTo>
                    <a:cubicBezTo>
                      <a:pt x="10287" y="1524"/>
                      <a:pt x="5144" y="1048"/>
                      <a:pt x="0" y="0"/>
                    </a:cubicBezTo>
                    <a:lnTo>
                      <a:pt x="0" y="294989"/>
                    </a:lnTo>
                    <a:lnTo>
                      <a:pt x="30956" y="294989"/>
                    </a:lnTo>
                    <a:lnTo>
                      <a:pt x="30956" y="0"/>
                    </a:lnTo>
                    <a:cubicBezTo>
                      <a:pt x="26003" y="1048"/>
                      <a:pt x="20860" y="1524"/>
                      <a:pt x="15621" y="1524"/>
                    </a:cubicBez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sp>
            <p:nvSpPr>
              <p:cNvPr id="7689" name="Google Shape;8030;p109">
                <a:extLst>
                  <a:ext uri="{FF2B5EF4-FFF2-40B4-BE49-F238E27FC236}">
                    <a16:creationId xmlns:a16="http://schemas.microsoft.com/office/drawing/2014/main" id="{82F2A977-A165-79DF-9932-0DEB6D42ADC7}"/>
                  </a:ext>
                </a:extLst>
              </p:cNvPr>
              <p:cNvSpPr/>
              <p:nvPr/>
            </p:nvSpPr>
            <p:spPr>
              <a:xfrm>
                <a:off x="951644" y="5157023"/>
                <a:ext cx="45366" cy="45366"/>
              </a:xfrm>
              <a:custGeom>
                <a:avLst/>
                <a:gdLst/>
                <a:ahLst/>
                <a:cxnLst/>
                <a:rect l="l" t="t" r="r" b="b"/>
                <a:pathLst>
                  <a:path w="123825" h="123825" extrusionOk="0">
                    <a:moveTo>
                      <a:pt x="123825" y="61912"/>
                    </a:moveTo>
                    <a:cubicBezTo>
                      <a:pt x="123825" y="96106"/>
                      <a:pt x="96106" y="123825"/>
                      <a:pt x="61912" y="123825"/>
                    </a:cubicBezTo>
                    <a:cubicBezTo>
                      <a:pt x="27719" y="123825"/>
                      <a:pt x="0" y="96106"/>
                      <a:pt x="0" y="61912"/>
                    </a:cubicBezTo>
                    <a:cubicBezTo>
                      <a:pt x="0" y="27719"/>
                      <a:pt x="27719" y="0"/>
                      <a:pt x="61912" y="0"/>
                    </a:cubicBezTo>
                    <a:cubicBezTo>
                      <a:pt x="96106" y="0"/>
                      <a:pt x="123825" y="27719"/>
                      <a:pt x="123825" y="61912"/>
                    </a:cubicBez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grpSp>
            <p:nvGrpSpPr>
              <p:cNvPr id="7690" name="Google Shape;8031;p109">
                <a:extLst>
                  <a:ext uri="{FF2B5EF4-FFF2-40B4-BE49-F238E27FC236}">
                    <a16:creationId xmlns:a16="http://schemas.microsoft.com/office/drawing/2014/main" id="{09596CAE-174D-D2D7-D846-9D849F32FE33}"/>
                  </a:ext>
                </a:extLst>
              </p:cNvPr>
              <p:cNvGrpSpPr/>
              <p:nvPr/>
            </p:nvGrpSpPr>
            <p:grpSpPr>
              <a:xfrm>
                <a:off x="1045028" y="5157975"/>
                <a:ext cx="11341" cy="158747"/>
                <a:chOff x="6011088" y="4349815"/>
                <a:chExt cx="30956" cy="433292"/>
              </a:xfrm>
            </p:grpSpPr>
            <p:sp>
              <p:nvSpPr>
                <p:cNvPr id="7697" name="Google Shape;8032;p109">
                  <a:extLst>
                    <a:ext uri="{FF2B5EF4-FFF2-40B4-BE49-F238E27FC236}">
                      <a16:creationId xmlns:a16="http://schemas.microsoft.com/office/drawing/2014/main" id="{1C7ADCA8-3435-4077-CD46-871AEA63132D}"/>
                    </a:ext>
                  </a:extLst>
                </p:cNvPr>
                <p:cNvSpPr/>
                <p:nvPr/>
              </p:nvSpPr>
              <p:spPr>
                <a:xfrm>
                  <a:off x="6011088" y="4349815"/>
                  <a:ext cx="30956" cy="117729"/>
                </a:xfrm>
                <a:custGeom>
                  <a:avLst/>
                  <a:gdLst/>
                  <a:ahLst/>
                  <a:cxnLst/>
                  <a:rect l="l" t="t" r="r" b="b"/>
                  <a:pathLst>
                    <a:path w="30956" h="117729" extrusionOk="0">
                      <a:moveTo>
                        <a:pt x="13525" y="115824"/>
                      </a:moveTo>
                      <a:cubicBezTo>
                        <a:pt x="19431" y="115824"/>
                        <a:pt x="25336" y="116491"/>
                        <a:pt x="30956" y="117729"/>
                      </a:cubicBezTo>
                      <a:lnTo>
                        <a:pt x="30956" y="0"/>
                      </a:lnTo>
                      <a:lnTo>
                        <a:pt x="0" y="0"/>
                      </a:lnTo>
                      <a:lnTo>
                        <a:pt x="0" y="117158"/>
                      </a:lnTo>
                      <a:cubicBezTo>
                        <a:pt x="4477" y="116300"/>
                        <a:pt x="8953" y="115824"/>
                        <a:pt x="13525" y="115824"/>
                      </a:cubicBez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sp>
              <p:nvSpPr>
                <p:cNvPr id="7698" name="Google Shape;8033;p109">
                  <a:extLst>
                    <a:ext uri="{FF2B5EF4-FFF2-40B4-BE49-F238E27FC236}">
                      <a16:creationId xmlns:a16="http://schemas.microsoft.com/office/drawing/2014/main" id="{02AE6181-ACEC-AD82-61B6-482FB9E7BD2F}"/>
                    </a:ext>
                  </a:extLst>
                </p:cNvPr>
                <p:cNvSpPr/>
                <p:nvPr/>
              </p:nvSpPr>
              <p:spPr>
                <a:xfrm>
                  <a:off x="6011088" y="4624707"/>
                  <a:ext cx="30956" cy="158400"/>
                </a:xfrm>
                <a:custGeom>
                  <a:avLst/>
                  <a:gdLst/>
                  <a:ahLst/>
                  <a:cxnLst/>
                  <a:rect l="l" t="t" r="r" b="b"/>
                  <a:pathLst>
                    <a:path w="30956" h="158400" extrusionOk="0">
                      <a:moveTo>
                        <a:pt x="13525" y="1905"/>
                      </a:moveTo>
                      <a:cubicBezTo>
                        <a:pt x="8953" y="1905"/>
                        <a:pt x="4477" y="1429"/>
                        <a:pt x="0" y="667"/>
                      </a:cubicBezTo>
                      <a:lnTo>
                        <a:pt x="0" y="158401"/>
                      </a:lnTo>
                      <a:lnTo>
                        <a:pt x="30956" y="158401"/>
                      </a:lnTo>
                      <a:lnTo>
                        <a:pt x="30956" y="0"/>
                      </a:lnTo>
                      <a:cubicBezTo>
                        <a:pt x="25336" y="1238"/>
                        <a:pt x="19526" y="1905"/>
                        <a:pt x="13525" y="1905"/>
                      </a:cubicBez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grpSp>
          <p:sp>
            <p:nvSpPr>
              <p:cNvPr id="7691" name="Google Shape;8034;p109">
                <a:extLst>
                  <a:ext uri="{FF2B5EF4-FFF2-40B4-BE49-F238E27FC236}">
                    <a16:creationId xmlns:a16="http://schemas.microsoft.com/office/drawing/2014/main" id="{7BD984FA-3167-6800-3C9E-5A3779408908}"/>
                  </a:ext>
                </a:extLst>
              </p:cNvPr>
              <p:cNvSpPr/>
              <p:nvPr/>
            </p:nvSpPr>
            <p:spPr>
              <a:xfrm>
                <a:off x="1027301" y="5207204"/>
                <a:ext cx="45366" cy="45366"/>
              </a:xfrm>
              <a:custGeom>
                <a:avLst/>
                <a:gdLst/>
                <a:ahLst/>
                <a:cxnLst/>
                <a:rect l="l" t="t" r="r" b="b"/>
                <a:pathLst>
                  <a:path w="123825" h="123825" extrusionOk="0">
                    <a:moveTo>
                      <a:pt x="123825" y="61913"/>
                    </a:moveTo>
                    <a:cubicBezTo>
                      <a:pt x="123825" y="96106"/>
                      <a:pt x="96106" y="123825"/>
                      <a:pt x="61912" y="123825"/>
                    </a:cubicBezTo>
                    <a:cubicBezTo>
                      <a:pt x="27719" y="123825"/>
                      <a:pt x="0" y="96106"/>
                      <a:pt x="0" y="61913"/>
                    </a:cubicBezTo>
                    <a:cubicBezTo>
                      <a:pt x="0" y="27719"/>
                      <a:pt x="27719" y="0"/>
                      <a:pt x="61912" y="0"/>
                    </a:cubicBezTo>
                    <a:cubicBezTo>
                      <a:pt x="96106" y="0"/>
                      <a:pt x="123825" y="27719"/>
                      <a:pt x="123825" y="61913"/>
                    </a:cubicBez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sp>
            <p:nvSpPr>
              <p:cNvPr id="7692" name="Google Shape;8035;p109">
                <a:extLst>
                  <a:ext uri="{FF2B5EF4-FFF2-40B4-BE49-F238E27FC236}">
                    <a16:creationId xmlns:a16="http://schemas.microsoft.com/office/drawing/2014/main" id="{CE42B270-2B00-E012-0FED-29843D47E0C5}"/>
                  </a:ext>
                </a:extLst>
              </p:cNvPr>
              <p:cNvSpPr/>
              <p:nvPr/>
            </p:nvSpPr>
            <p:spPr>
              <a:xfrm>
                <a:off x="1087166" y="5269356"/>
                <a:ext cx="58993" cy="58941"/>
              </a:xfrm>
              <a:custGeom>
                <a:avLst/>
                <a:gdLst/>
                <a:ahLst/>
                <a:cxnLst/>
                <a:rect l="l" t="t" r="r" b="b"/>
                <a:pathLst>
                  <a:path w="161020" h="160877" extrusionOk="0">
                    <a:moveTo>
                      <a:pt x="80534" y="160877"/>
                    </a:moveTo>
                    <a:cubicBezTo>
                      <a:pt x="59007" y="160877"/>
                      <a:pt x="38814" y="152495"/>
                      <a:pt x="23574" y="137350"/>
                    </a:cubicBezTo>
                    <a:cubicBezTo>
                      <a:pt x="-7858" y="105918"/>
                      <a:pt x="-7858" y="54864"/>
                      <a:pt x="23574" y="23527"/>
                    </a:cubicBezTo>
                    <a:cubicBezTo>
                      <a:pt x="38814" y="8287"/>
                      <a:pt x="59007" y="0"/>
                      <a:pt x="80534" y="0"/>
                    </a:cubicBezTo>
                    <a:cubicBezTo>
                      <a:pt x="102060" y="0"/>
                      <a:pt x="122253" y="8382"/>
                      <a:pt x="137493" y="23527"/>
                    </a:cubicBezTo>
                    <a:cubicBezTo>
                      <a:pt x="152733" y="38767"/>
                      <a:pt x="161020" y="58960"/>
                      <a:pt x="161020" y="80486"/>
                    </a:cubicBezTo>
                    <a:cubicBezTo>
                      <a:pt x="161020" y="102013"/>
                      <a:pt x="152638" y="122206"/>
                      <a:pt x="137493" y="137350"/>
                    </a:cubicBezTo>
                    <a:cubicBezTo>
                      <a:pt x="122253" y="152590"/>
                      <a:pt x="102060" y="160877"/>
                      <a:pt x="80534" y="160877"/>
                    </a:cubicBez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grpSp>
            <p:nvGrpSpPr>
              <p:cNvPr id="7693" name="Google Shape;8036;p109">
                <a:extLst>
                  <a:ext uri="{FF2B5EF4-FFF2-40B4-BE49-F238E27FC236}">
                    <a16:creationId xmlns:a16="http://schemas.microsoft.com/office/drawing/2014/main" id="{D1E63E59-9C52-C564-1D96-8E7299EC486C}"/>
                  </a:ext>
                </a:extLst>
              </p:cNvPr>
              <p:cNvGrpSpPr/>
              <p:nvPr/>
            </p:nvGrpSpPr>
            <p:grpSpPr>
              <a:xfrm>
                <a:off x="1179975" y="5157975"/>
                <a:ext cx="11341" cy="158782"/>
                <a:chOff x="6379420" y="4349815"/>
                <a:chExt cx="30956" cy="433387"/>
              </a:xfrm>
            </p:grpSpPr>
            <p:sp>
              <p:nvSpPr>
                <p:cNvPr id="7695" name="Google Shape;8037;p109">
                  <a:extLst>
                    <a:ext uri="{FF2B5EF4-FFF2-40B4-BE49-F238E27FC236}">
                      <a16:creationId xmlns:a16="http://schemas.microsoft.com/office/drawing/2014/main" id="{EB2285E6-3432-E9E0-C818-AFD0A269B6D8}"/>
                    </a:ext>
                  </a:extLst>
                </p:cNvPr>
                <p:cNvSpPr/>
                <p:nvPr/>
              </p:nvSpPr>
              <p:spPr>
                <a:xfrm>
                  <a:off x="6379420" y="4349815"/>
                  <a:ext cx="30956" cy="78581"/>
                </a:xfrm>
                <a:custGeom>
                  <a:avLst/>
                  <a:gdLst/>
                  <a:ahLst/>
                  <a:cxnLst/>
                  <a:rect l="l" t="t" r="r" b="b"/>
                  <a:pathLst>
                    <a:path w="30956" h="78581" extrusionOk="0">
                      <a:moveTo>
                        <a:pt x="15335" y="77057"/>
                      </a:moveTo>
                      <a:cubicBezTo>
                        <a:pt x="20669" y="77057"/>
                        <a:pt x="25908" y="77534"/>
                        <a:pt x="30956" y="78581"/>
                      </a:cubicBezTo>
                      <a:lnTo>
                        <a:pt x="30956" y="0"/>
                      </a:lnTo>
                      <a:lnTo>
                        <a:pt x="0" y="0"/>
                      </a:lnTo>
                      <a:lnTo>
                        <a:pt x="0" y="78486"/>
                      </a:lnTo>
                      <a:cubicBezTo>
                        <a:pt x="5048" y="77534"/>
                        <a:pt x="10192" y="77057"/>
                        <a:pt x="15335" y="77057"/>
                      </a:cubicBez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sp>
              <p:nvSpPr>
                <p:cNvPr id="7696" name="Google Shape;8038;p109">
                  <a:extLst>
                    <a:ext uri="{FF2B5EF4-FFF2-40B4-BE49-F238E27FC236}">
                      <a16:creationId xmlns:a16="http://schemas.microsoft.com/office/drawing/2014/main" id="{B526DB59-780F-1D5B-D4C3-70BE23CFE584}"/>
                    </a:ext>
                  </a:extLst>
                </p:cNvPr>
                <p:cNvSpPr/>
                <p:nvPr/>
              </p:nvSpPr>
              <p:spPr>
                <a:xfrm>
                  <a:off x="6379420" y="4586321"/>
                  <a:ext cx="30956" cy="196881"/>
                </a:xfrm>
                <a:custGeom>
                  <a:avLst/>
                  <a:gdLst/>
                  <a:ahLst/>
                  <a:cxnLst/>
                  <a:rect l="l" t="t" r="r" b="b"/>
                  <a:pathLst>
                    <a:path w="30956" h="196881" extrusionOk="0">
                      <a:moveTo>
                        <a:pt x="15335" y="1429"/>
                      </a:moveTo>
                      <a:cubicBezTo>
                        <a:pt x="10096" y="1429"/>
                        <a:pt x="5048" y="952"/>
                        <a:pt x="0" y="0"/>
                      </a:cubicBezTo>
                      <a:lnTo>
                        <a:pt x="0" y="196882"/>
                      </a:lnTo>
                      <a:lnTo>
                        <a:pt x="30956" y="196882"/>
                      </a:lnTo>
                      <a:lnTo>
                        <a:pt x="30956" y="0"/>
                      </a:lnTo>
                      <a:cubicBezTo>
                        <a:pt x="25908" y="952"/>
                        <a:pt x="20669" y="1429"/>
                        <a:pt x="15335" y="1429"/>
                      </a:cubicBez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grpSp>
          <p:sp>
            <p:nvSpPr>
              <p:cNvPr id="7694" name="Google Shape;8039;p109">
                <a:extLst>
                  <a:ext uri="{FF2B5EF4-FFF2-40B4-BE49-F238E27FC236}">
                    <a16:creationId xmlns:a16="http://schemas.microsoft.com/office/drawing/2014/main" id="{503236B3-C7A0-65C2-D3B2-9F5DB4C503DA}"/>
                  </a:ext>
                </a:extLst>
              </p:cNvPr>
              <p:cNvSpPr/>
              <p:nvPr/>
            </p:nvSpPr>
            <p:spPr>
              <a:xfrm>
                <a:off x="1162911" y="5192966"/>
                <a:ext cx="45366" cy="45366"/>
              </a:xfrm>
              <a:custGeom>
                <a:avLst/>
                <a:gdLst/>
                <a:ahLst/>
                <a:cxnLst/>
                <a:rect l="l" t="t" r="r" b="b"/>
                <a:pathLst>
                  <a:path w="123825" h="123825" extrusionOk="0">
                    <a:moveTo>
                      <a:pt x="123825" y="61912"/>
                    </a:moveTo>
                    <a:cubicBezTo>
                      <a:pt x="123825" y="96106"/>
                      <a:pt x="96106" y="123825"/>
                      <a:pt x="61913" y="123825"/>
                    </a:cubicBezTo>
                    <a:cubicBezTo>
                      <a:pt x="27719" y="123825"/>
                      <a:pt x="0" y="96106"/>
                      <a:pt x="0" y="61912"/>
                    </a:cubicBezTo>
                    <a:cubicBezTo>
                      <a:pt x="0" y="27719"/>
                      <a:pt x="27719" y="0"/>
                      <a:pt x="61913" y="0"/>
                    </a:cubicBezTo>
                    <a:cubicBezTo>
                      <a:pt x="96106" y="0"/>
                      <a:pt x="123825" y="27719"/>
                      <a:pt x="123825" y="61912"/>
                    </a:cubicBezTo>
                    <a:close/>
                  </a:path>
                </a:pathLst>
              </a:custGeom>
              <a:solidFill>
                <a:schemeClr val="lt1"/>
              </a:solidFill>
              <a:ln>
                <a:noFill/>
              </a:ln>
            </p:spPr>
            <p:txBody>
              <a:bodyPr spcFirstLastPara="1" wrap="square" lIns="91351" tIns="45663" rIns="91351" bIns="4566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8"/>
                  <a:buFontTx/>
                  <a:buNone/>
                  <a:tabLst/>
                  <a:defRPr/>
                </a:pPr>
                <a:endParaRPr kumimoji="0" sz="1797" b="0" i="0" u="none" strike="noStrike" kern="1200" cap="none" spc="0" normalizeH="0" baseline="0" noProof="0" dirty="0">
                  <a:ln>
                    <a:noFill/>
                  </a:ln>
                  <a:solidFill>
                    <a:srgbClr val="1A428A"/>
                  </a:solidFill>
                  <a:effectLst/>
                  <a:uLnTx/>
                  <a:uFillTx/>
                  <a:latin typeface="Arial" panose="020B0604020202020204" pitchFamily="34" charset="0"/>
                  <a:ea typeface="+mn-ea"/>
                  <a:cs typeface="+mn-cs"/>
                  <a:sym typeface="Arial"/>
                </a:endParaRPr>
              </a:p>
            </p:txBody>
          </p:sp>
        </p:grpSp>
        <p:sp>
          <p:nvSpPr>
            <p:cNvPr id="7683" name="Google Shape;8040;p109">
              <a:extLst>
                <a:ext uri="{FF2B5EF4-FFF2-40B4-BE49-F238E27FC236}">
                  <a16:creationId xmlns:a16="http://schemas.microsoft.com/office/drawing/2014/main" id="{05053CD2-615C-BBE6-4C71-00AE7711D1B8}"/>
                </a:ext>
              </a:extLst>
            </p:cNvPr>
            <p:cNvSpPr txBox="1"/>
            <p:nvPr/>
          </p:nvSpPr>
          <p:spPr>
            <a:xfrm>
              <a:off x="9947919" y="2945557"/>
              <a:ext cx="766564" cy="360099"/>
            </a:xfrm>
            <a:prstGeom prst="rect">
              <a:avLst/>
            </a:prstGeom>
            <a:noFill/>
            <a:ln>
              <a:noFill/>
            </a:ln>
          </p:spPr>
          <p:txBody>
            <a:bodyPr spcFirstLastPara="1" wrap="square" lIns="0" tIns="0" rIns="0" bIns="0" anchor="ctr" anchorCtr="0">
              <a:spAutoFit/>
            </a:bodyPr>
            <a:lstStyle/>
            <a:p>
              <a:pPr marL="0" marR="0" lvl="0" indent="0" algn="ctr" defTabSz="914400" rtl="0" eaLnBrk="1" fontAlgn="auto" latinLnBrk="0" hangingPunct="1">
                <a:lnSpc>
                  <a:spcPct val="130000"/>
                </a:lnSpc>
                <a:spcBef>
                  <a:spcPts val="0"/>
                </a:spcBef>
                <a:spcAft>
                  <a:spcPts val="0"/>
                </a:spcAft>
                <a:buClr>
                  <a:srgbClr val="1B1E35"/>
                </a:buClr>
                <a:buSzPts val="900"/>
                <a:buFontTx/>
                <a:buNone/>
                <a:tabLst/>
                <a:defRPr/>
              </a:pPr>
              <a:r>
                <a:rPr kumimoji="0" lang="en-US" sz="900" b="0" i="0" u="none" strike="noStrike" kern="1200" cap="none" spc="0" normalizeH="0" baseline="0" noProof="0" dirty="0">
                  <a:ln>
                    <a:noFill/>
                  </a:ln>
                  <a:solidFill>
                    <a:srgbClr val="1B1E35"/>
                  </a:solidFill>
                  <a:effectLst/>
                  <a:uLnTx/>
                  <a:uFillTx/>
                  <a:latin typeface="Arial" panose="020B0604020202020204" pitchFamily="34" charset="0"/>
                  <a:ea typeface="+mn-ea"/>
                  <a:cs typeface="+mn-cs"/>
                  <a:sym typeface="Arial"/>
                </a:rPr>
                <a:t>Management Control Plane</a:t>
              </a:r>
              <a:endParaRPr kumimoji="0" sz="1799"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sp>
          <p:nvSpPr>
            <p:cNvPr id="7703" name="Google Shape;1639;g2e3d913bd4a_0_198">
              <a:extLst>
                <a:ext uri="{FF2B5EF4-FFF2-40B4-BE49-F238E27FC236}">
                  <a16:creationId xmlns:a16="http://schemas.microsoft.com/office/drawing/2014/main" id="{9DE324D7-04B8-4EDC-EE58-BAF788C42DCD}"/>
                </a:ext>
              </a:extLst>
            </p:cNvPr>
            <p:cNvSpPr/>
            <p:nvPr/>
          </p:nvSpPr>
          <p:spPr>
            <a:xfrm>
              <a:off x="9907144" y="4378446"/>
              <a:ext cx="149633" cy="29249"/>
            </a:xfrm>
            <a:custGeom>
              <a:avLst/>
              <a:gdLst/>
              <a:ahLst/>
              <a:cxnLst/>
              <a:rect l="l" t="t" r="r" b="b"/>
              <a:pathLst>
                <a:path w="323914" h="61960" extrusionOk="0">
                  <a:moveTo>
                    <a:pt x="0" y="0"/>
                  </a:moveTo>
                  <a:lnTo>
                    <a:pt x="323914" y="0"/>
                  </a:lnTo>
                  <a:lnTo>
                    <a:pt x="323914" y="61961"/>
                  </a:lnTo>
                  <a:lnTo>
                    <a:pt x="0" y="61961"/>
                  </a:lnTo>
                  <a:close/>
                </a:path>
              </a:pathLst>
            </a:custGeom>
            <a:solidFill>
              <a:srgbClr val="91D1C7"/>
            </a:solidFill>
            <a:ln>
              <a:noFill/>
            </a:ln>
          </p:spPr>
          <p:txBody>
            <a:bodyPr spcFirstLastPara="1" wrap="square" lIns="82204" tIns="41089" rIns="82204" bIns="41089"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5"/>
                <a:buFontTx/>
                <a:buNone/>
                <a:tabLst/>
                <a:defRPr/>
              </a:pPr>
              <a:endParaRPr kumimoji="0" sz="1794" b="0" i="0" u="none" strike="noStrike" kern="1200" cap="none" spc="0" normalizeH="0" baseline="0" noProof="0" dirty="0">
                <a:ln>
                  <a:noFill/>
                </a:ln>
                <a:solidFill>
                  <a:srgbClr val="717074"/>
                </a:solidFill>
                <a:effectLst/>
                <a:uLnTx/>
                <a:uFillTx/>
                <a:latin typeface="Arial"/>
                <a:ea typeface="Arial"/>
                <a:cs typeface="Arial"/>
                <a:sym typeface="Arial"/>
              </a:endParaRPr>
            </a:p>
          </p:txBody>
        </p:sp>
        <p:sp>
          <p:nvSpPr>
            <p:cNvPr id="7704" name="Google Shape;1640;g2e3d913bd4a_0_198">
              <a:extLst>
                <a:ext uri="{FF2B5EF4-FFF2-40B4-BE49-F238E27FC236}">
                  <a16:creationId xmlns:a16="http://schemas.microsoft.com/office/drawing/2014/main" id="{92103F21-6EB7-95F7-CE75-FF2FE7E26465}"/>
                </a:ext>
              </a:extLst>
            </p:cNvPr>
            <p:cNvSpPr/>
            <p:nvPr/>
          </p:nvSpPr>
          <p:spPr>
            <a:xfrm>
              <a:off x="9623651" y="3987493"/>
              <a:ext cx="886303" cy="460425"/>
            </a:xfrm>
            <a:custGeom>
              <a:avLst/>
              <a:gdLst/>
              <a:ahLst/>
              <a:cxnLst/>
              <a:rect l="l" t="t" r="r" b="b"/>
              <a:pathLst>
                <a:path w="1918598" h="975334" extrusionOk="0">
                  <a:moveTo>
                    <a:pt x="0" y="0"/>
                  </a:moveTo>
                  <a:lnTo>
                    <a:pt x="1918599" y="0"/>
                  </a:lnTo>
                  <a:lnTo>
                    <a:pt x="1918599" y="975335"/>
                  </a:lnTo>
                  <a:lnTo>
                    <a:pt x="0" y="975335"/>
                  </a:lnTo>
                  <a:close/>
                </a:path>
              </a:pathLst>
            </a:custGeom>
            <a:gradFill>
              <a:gsLst>
                <a:gs pos="0">
                  <a:schemeClr val="accent3"/>
                </a:gs>
                <a:gs pos="10000">
                  <a:schemeClr val="accent3"/>
                </a:gs>
                <a:gs pos="82000">
                  <a:srgbClr val="43D3FF"/>
                </a:gs>
                <a:gs pos="100000">
                  <a:srgbClr val="43D3FF"/>
                </a:gs>
              </a:gsLst>
              <a:lin ang="18900044" scaled="0"/>
            </a:gradFill>
            <a:ln>
              <a:noFill/>
            </a:ln>
          </p:spPr>
          <p:txBody>
            <a:bodyPr spcFirstLastPara="1" wrap="square" lIns="82179" tIns="41089" rIns="82179" bIns="41089"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5"/>
                <a:buFontTx/>
                <a:buNone/>
                <a:tabLst/>
                <a:defRPr/>
              </a:pPr>
              <a:endParaRPr kumimoji="0" sz="1794" b="0" i="0" u="none" strike="noStrike" kern="1200" cap="none" spc="0" normalizeH="0" baseline="0" noProof="0" dirty="0">
                <a:ln>
                  <a:noFill/>
                </a:ln>
                <a:solidFill>
                  <a:srgbClr val="717074"/>
                </a:solidFill>
                <a:effectLst/>
                <a:uLnTx/>
                <a:uFillTx/>
                <a:latin typeface="Arial"/>
                <a:ea typeface="Arial"/>
                <a:cs typeface="Arial"/>
                <a:sym typeface="Arial"/>
              </a:endParaRPr>
            </a:p>
          </p:txBody>
        </p:sp>
        <p:sp>
          <p:nvSpPr>
            <p:cNvPr id="7705" name="Google Shape;1641;g2e3d913bd4a_0_198">
              <a:extLst>
                <a:ext uri="{FF2B5EF4-FFF2-40B4-BE49-F238E27FC236}">
                  <a16:creationId xmlns:a16="http://schemas.microsoft.com/office/drawing/2014/main" id="{1CABC82E-0A9F-0454-77CE-F3C688CC21E9}"/>
                </a:ext>
              </a:extLst>
            </p:cNvPr>
            <p:cNvSpPr/>
            <p:nvPr/>
          </p:nvSpPr>
          <p:spPr>
            <a:xfrm>
              <a:off x="9623651" y="4066265"/>
              <a:ext cx="886304" cy="335372"/>
            </a:xfrm>
            <a:custGeom>
              <a:avLst/>
              <a:gdLst/>
              <a:ahLst/>
              <a:cxnLst/>
              <a:rect l="l" t="t" r="r" b="b"/>
              <a:pathLst>
                <a:path w="1918599" h="710430" extrusionOk="0">
                  <a:moveTo>
                    <a:pt x="1644586" y="0"/>
                  </a:moveTo>
                  <a:lnTo>
                    <a:pt x="1690255" y="0"/>
                  </a:lnTo>
                  <a:lnTo>
                    <a:pt x="1735924" y="0"/>
                  </a:lnTo>
                  <a:lnTo>
                    <a:pt x="1781592" y="0"/>
                  </a:lnTo>
                  <a:lnTo>
                    <a:pt x="1781593" y="0"/>
                  </a:lnTo>
                  <a:lnTo>
                    <a:pt x="1827261" y="0"/>
                  </a:lnTo>
                  <a:lnTo>
                    <a:pt x="1872930" y="0"/>
                  </a:lnTo>
                  <a:lnTo>
                    <a:pt x="1918599" y="0"/>
                  </a:lnTo>
                  <a:lnTo>
                    <a:pt x="1918599" y="710430"/>
                  </a:lnTo>
                  <a:lnTo>
                    <a:pt x="1872930" y="710430"/>
                  </a:lnTo>
                  <a:lnTo>
                    <a:pt x="1827261" y="710430"/>
                  </a:lnTo>
                  <a:lnTo>
                    <a:pt x="1781593" y="710430"/>
                  </a:lnTo>
                  <a:lnTo>
                    <a:pt x="1781592" y="710430"/>
                  </a:lnTo>
                  <a:lnTo>
                    <a:pt x="1735924" y="710430"/>
                  </a:lnTo>
                  <a:lnTo>
                    <a:pt x="1690255" y="710430"/>
                  </a:lnTo>
                  <a:lnTo>
                    <a:pt x="1644586" y="710430"/>
                  </a:lnTo>
                  <a:close/>
                  <a:moveTo>
                    <a:pt x="1142102" y="0"/>
                  </a:moveTo>
                  <a:lnTo>
                    <a:pt x="1187771" y="0"/>
                  </a:lnTo>
                  <a:lnTo>
                    <a:pt x="1233439" y="0"/>
                  </a:lnTo>
                  <a:lnTo>
                    <a:pt x="1233440" y="0"/>
                  </a:lnTo>
                  <a:lnTo>
                    <a:pt x="1279108" y="0"/>
                  </a:lnTo>
                  <a:lnTo>
                    <a:pt x="1324777" y="0"/>
                  </a:lnTo>
                  <a:lnTo>
                    <a:pt x="1370446" y="0"/>
                  </a:lnTo>
                  <a:lnTo>
                    <a:pt x="1416114" y="0"/>
                  </a:lnTo>
                  <a:lnTo>
                    <a:pt x="1416115" y="0"/>
                  </a:lnTo>
                  <a:lnTo>
                    <a:pt x="1461783" y="0"/>
                  </a:lnTo>
                  <a:lnTo>
                    <a:pt x="1507452" y="0"/>
                  </a:lnTo>
                  <a:lnTo>
                    <a:pt x="1553120" y="0"/>
                  </a:lnTo>
                  <a:lnTo>
                    <a:pt x="1553121" y="0"/>
                  </a:lnTo>
                  <a:lnTo>
                    <a:pt x="1598789" y="0"/>
                  </a:lnTo>
                  <a:lnTo>
                    <a:pt x="1644458" y="0"/>
                  </a:lnTo>
                  <a:lnTo>
                    <a:pt x="1644458" y="710430"/>
                  </a:lnTo>
                  <a:lnTo>
                    <a:pt x="1598789" y="710430"/>
                  </a:lnTo>
                  <a:lnTo>
                    <a:pt x="1553121" y="710430"/>
                  </a:lnTo>
                  <a:lnTo>
                    <a:pt x="1553120" y="710430"/>
                  </a:lnTo>
                  <a:lnTo>
                    <a:pt x="1507452" y="710430"/>
                  </a:lnTo>
                  <a:lnTo>
                    <a:pt x="1461783" y="710430"/>
                  </a:lnTo>
                  <a:lnTo>
                    <a:pt x="1416115" y="710430"/>
                  </a:lnTo>
                  <a:lnTo>
                    <a:pt x="1416114" y="710430"/>
                  </a:lnTo>
                  <a:lnTo>
                    <a:pt x="1370446" y="710430"/>
                  </a:lnTo>
                  <a:lnTo>
                    <a:pt x="1324777" y="710430"/>
                  </a:lnTo>
                  <a:lnTo>
                    <a:pt x="1279108" y="710430"/>
                  </a:lnTo>
                  <a:lnTo>
                    <a:pt x="1233440" y="710430"/>
                  </a:lnTo>
                  <a:lnTo>
                    <a:pt x="1233439" y="710430"/>
                  </a:lnTo>
                  <a:lnTo>
                    <a:pt x="1187771" y="710430"/>
                  </a:lnTo>
                  <a:lnTo>
                    <a:pt x="1142102" y="710430"/>
                  </a:lnTo>
                  <a:close/>
                  <a:moveTo>
                    <a:pt x="593949" y="0"/>
                  </a:moveTo>
                  <a:lnTo>
                    <a:pt x="639618" y="0"/>
                  </a:lnTo>
                  <a:lnTo>
                    <a:pt x="685287" y="0"/>
                  </a:lnTo>
                  <a:lnTo>
                    <a:pt x="730955" y="0"/>
                  </a:lnTo>
                  <a:lnTo>
                    <a:pt x="730956" y="0"/>
                  </a:lnTo>
                  <a:lnTo>
                    <a:pt x="776624" y="0"/>
                  </a:lnTo>
                  <a:lnTo>
                    <a:pt x="822293" y="0"/>
                  </a:lnTo>
                  <a:lnTo>
                    <a:pt x="867962" y="0"/>
                  </a:lnTo>
                  <a:lnTo>
                    <a:pt x="913630" y="0"/>
                  </a:lnTo>
                  <a:lnTo>
                    <a:pt x="913631" y="0"/>
                  </a:lnTo>
                  <a:lnTo>
                    <a:pt x="959299" y="0"/>
                  </a:lnTo>
                  <a:lnTo>
                    <a:pt x="1004968" y="0"/>
                  </a:lnTo>
                  <a:lnTo>
                    <a:pt x="1050636" y="0"/>
                  </a:lnTo>
                  <a:lnTo>
                    <a:pt x="1050637" y="0"/>
                  </a:lnTo>
                  <a:lnTo>
                    <a:pt x="1096305" y="0"/>
                  </a:lnTo>
                  <a:lnTo>
                    <a:pt x="1141974" y="0"/>
                  </a:lnTo>
                  <a:lnTo>
                    <a:pt x="1141974" y="710430"/>
                  </a:lnTo>
                  <a:lnTo>
                    <a:pt x="1096305" y="710430"/>
                  </a:lnTo>
                  <a:lnTo>
                    <a:pt x="1050637" y="710430"/>
                  </a:lnTo>
                  <a:lnTo>
                    <a:pt x="1050636" y="710430"/>
                  </a:lnTo>
                  <a:lnTo>
                    <a:pt x="1004968" y="710430"/>
                  </a:lnTo>
                  <a:lnTo>
                    <a:pt x="959299" y="710430"/>
                  </a:lnTo>
                  <a:lnTo>
                    <a:pt x="913631" y="710430"/>
                  </a:lnTo>
                  <a:lnTo>
                    <a:pt x="913630" y="710430"/>
                  </a:lnTo>
                  <a:lnTo>
                    <a:pt x="867962" y="710430"/>
                  </a:lnTo>
                  <a:lnTo>
                    <a:pt x="822293" y="710430"/>
                  </a:lnTo>
                  <a:lnTo>
                    <a:pt x="776624" y="710430"/>
                  </a:lnTo>
                  <a:lnTo>
                    <a:pt x="730956" y="710430"/>
                  </a:lnTo>
                  <a:lnTo>
                    <a:pt x="730955" y="710430"/>
                  </a:lnTo>
                  <a:lnTo>
                    <a:pt x="685287" y="710430"/>
                  </a:lnTo>
                  <a:lnTo>
                    <a:pt x="639618" y="710430"/>
                  </a:lnTo>
                  <a:lnTo>
                    <a:pt x="593949" y="710430"/>
                  </a:lnTo>
                  <a:close/>
                  <a:moveTo>
                    <a:pt x="91465" y="0"/>
                  </a:moveTo>
                  <a:lnTo>
                    <a:pt x="137134" y="0"/>
                  </a:lnTo>
                  <a:lnTo>
                    <a:pt x="182803" y="0"/>
                  </a:lnTo>
                  <a:lnTo>
                    <a:pt x="228471" y="0"/>
                  </a:lnTo>
                  <a:lnTo>
                    <a:pt x="228472" y="0"/>
                  </a:lnTo>
                  <a:lnTo>
                    <a:pt x="274140" y="0"/>
                  </a:lnTo>
                  <a:lnTo>
                    <a:pt x="319809" y="0"/>
                  </a:lnTo>
                  <a:lnTo>
                    <a:pt x="365478" y="0"/>
                  </a:lnTo>
                  <a:lnTo>
                    <a:pt x="411146" y="0"/>
                  </a:lnTo>
                  <a:lnTo>
                    <a:pt x="411147" y="0"/>
                  </a:lnTo>
                  <a:lnTo>
                    <a:pt x="456815" y="0"/>
                  </a:lnTo>
                  <a:lnTo>
                    <a:pt x="502484" y="0"/>
                  </a:lnTo>
                  <a:lnTo>
                    <a:pt x="548152" y="0"/>
                  </a:lnTo>
                  <a:lnTo>
                    <a:pt x="548153" y="0"/>
                  </a:lnTo>
                  <a:lnTo>
                    <a:pt x="593821" y="0"/>
                  </a:lnTo>
                  <a:lnTo>
                    <a:pt x="593821" y="710430"/>
                  </a:lnTo>
                  <a:lnTo>
                    <a:pt x="548153" y="710430"/>
                  </a:lnTo>
                  <a:lnTo>
                    <a:pt x="548152" y="710430"/>
                  </a:lnTo>
                  <a:lnTo>
                    <a:pt x="502484" y="710430"/>
                  </a:lnTo>
                  <a:lnTo>
                    <a:pt x="456815" y="710430"/>
                  </a:lnTo>
                  <a:lnTo>
                    <a:pt x="411147" y="710430"/>
                  </a:lnTo>
                  <a:lnTo>
                    <a:pt x="411146" y="710430"/>
                  </a:lnTo>
                  <a:lnTo>
                    <a:pt x="365478" y="710430"/>
                  </a:lnTo>
                  <a:lnTo>
                    <a:pt x="319809" y="710430"/>
                  </a:lnTo>
                  <a:lnTo>
                    <a:pt x="274140" y="710430"/>
                  </a:lnTo>
                  <a:lnTo>
                    <a:pt x="228472" y="710430"/>
                  </a:lnTo>
                  <a:lnTo>
                    <a:pt x="228471" y="710430"/>
                  </a:lnTo>
                  <a:lnTo>
                    <a:pt x="182803" y="710430"/>
                  </a:lnTo>
                  <a:lnTo>
                    <a:pt x="137134" y="710430"/>
                  </a:lnTo>
                  <a:lnTo>
                    <a:pt x="91465" y="710430"/>
                  </a:lnTo>
                  <a:close/>
                  <a:moveTo>
                    <a:pt x="0" y="0"/>
                  </a:moveTo>
                  <a:lnTo>
                    <a:pt x="45668" y="0"/>
                  </a:lnTo>
                  <a:lnTo>
                    <a:pt x="45669" y="0"/>
                  </a:lnTo>
                  <a:lnTo>
                    <a:pt x="91337" y="0"/>
                  </a:lnTo>
                  <a:lnTo>
                    <a:pt x="91337" y="710430"/>
                  </a:lnTo>
                  <a:lnTo>
                    <a:pt x="45669" y="710430"/>
                  </a:lnTo>
                  <a:lnTo>
                    <a:pt x="45668" y="710430"/>
                  </a:lnTo>
                  <a:lnTo>
                    <a:pt x="0" y="710430"/>
                  </a:lnTo>
                  <a:close/>
                </a:path>
              </a:pathLst>
            </a:custGeom>
            <a:solidFill>
              <a:schemeClr val="accent2"/>
            </a:solidFill>
            <a:ln>
              <a:noFill/>
            </a:ln>
          </p:spPr>
          <p:txBody>
            <a:bodyPr spcFirstLastPara="1" wrap="square" lIns="82204" tIns="41089" rIns="82204" bIns="41089"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5"/>
                <a:buFontTx/>
                <a:buNone/>
                <a:tabLst/>
                <a:defRPr/>
              </a:pPr>
              <a:endParaRPr kumimoji="0" sz="1794" b="0" i="0" u="none" strike="noStrike" kern="1200" cap="none" spc="0" normalizeH="0" baseline="0" noProof="0" dirty="0">
                <a:ln>
                  <a:noFill/>
                </a:ln>
                <a:solidFill>
                  <a:srgbClr val="717074"/>
                </a:solidFill>
                <a:effectLst/>
                <a:uLnTx/>
                <a:uFillTx/>
                <a:latin typeface="Arial"/>
                <a:ea typeface="Arial"/>
                <a:cs typeface="Arial"/>
                <a:sym typeface="Arial"/>
              </a:endParaRPr>
            </a:p>
          </p:txBody>
        </p:sp>
        <p:sp>
          <p:nvSpPr>
            <p:cNvPr id="7706" name="Google Shape;1642;g2e3d913bd4a_0_198">
              <a:extLst>
                <a:ext uri="{FF2B5EF4-FFF2-40B4-BE49-F238E27FC236}">
                  <a16:creationId xmlns:a16="http://schemas.microsoft.com/office/drawing/2014/main" id="{E001548E-7C99-883C-484A-067FB68AC1A5}"/>
                </a:ext>
              </a:extLst>
            </p:cNvPr>
            <p:cNvSpPr/>
            <p:nvPr/>
          </p:nvSpPr>
          <p:spPr>
            <a:xfrm>
              <a:off x="9617840" y="4055237"/>
              <a:ext cx="897563" cy="360443"/>
            </a:xfrm>
            <a:custGeom>
              <a:avLst/>
              <a:gdLst/>
              <a:ahLst/>
              <a:cxnLst/>
              <a:rect l="l" t="t" r="r" b="b"/>
              <a:pathLst>
                <a:path w="1942972" h="763539" extrusionOk="0">
                  <a:moveTo>
                    <a:pt x="0" y="705812"/>
                  </a:moveTo>
                  <a:lnTo>
                    <a:pt x="1942972" y="705812"/>
                  </a:lnTo>
                  <a:lnTo>
                    <a:pt x="1942972" y="763539"/>
                  </a:lnTo>
                  <a:lnTo>
                    <a:pt x="0" y="763539"/>
                  </a:lnTo>
                  <a:close/>
                  <a:moveTo>
                    <a:pt x="0" y="564573"/>
                  </a:moveTo>
                  <a:lnTo>
                    <a:pt x="1942972" y="564573"/>
                  </a:lnTo>
                  <a:lnTo>
                    <a:pt x="1942972" y="622300"/>
                  </a:lnTo>
                  <a:lnTo>
                    <a:pt x="0" y="622300"/>
                  </a:lnTo>
                  <a:close/>
                  <a:moveTo>
                    <a:pt x="0" y="423333"/>
                  </a:moveTo>
                  <a:lnTo>
                    <a:pt x="1942972" y="423333"/>
                  </a:lnTo>
                  <a:lnTo>
                    <a:pt x="1942972" y="481060"/>
                  </a:lnTo>
                  <a:lnTo>
                    <a:pt x="0" y="481060"/>
                  </a:lnTo>
                  <a:close/>
                  <a:moveTo>
                    <a:pt x="0" y="282094"/>
                  </a:moveTo>
                  <a:lnTo>
                    <a:pt x="1942972" y="282094"/>
                  </a:lnTo>
                  <a:lnTo>
                    <a:pt x="1942972" y="339821"/>
                  </a:lnTo>
                  <a:lnTo>
                    <a:pt x="0" y="339821"/>
                  </a:lnTo>
                  <a:close/>
                  <a:moveTo>
                    <a:pt x="0" y="141239"/>
                  </a:moveTo>
                  <a:lnTo>
                    <a:pt x="1942972" y="141239"/>
                  </a:lnTo>
                  <a:lnTo>
                    <a:pt x="1942972" y="198966"/>
                  </a:lnTo>
                  <a:lnTo>
                    <a:pt x="0" y="198966"/>
                  </a:lnTo>
                  <a:close/>
                  <a:moveTo>
                    <a:pt x="0" y="0"/>
                  </a:moveTo>
                  <a:lnTo>
                    <a:pt x="1942972" y="0"/>
                  </a:lnTo>
                  <a:lnTo>
                    <a:pt x="1942972" y="57727"/>
                  </a:lnTo>
                  <a:lnTo>
                    <a:pt x="0" y="57727"/>
                  </a:lnTo>
                  <a:close/>
                </a:path>
              </a:pathLst>
            </a:custGeom>
            <a:solidFill>
              <a:schemeClr val="accent3"/>
            </a:solidFill>
            <a:ln>
              <a:noFill/>
            </a:ln>
          </p:spPr>
          <p:txBody>
            <a:bodyPr spcFirstLastPara="1" wrap="square" lIns="82204" tIns="41089" rIns="82204" bIns="41089"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5"/>
                <a:buFontTx/>
                <a:buNone/>
                <a:tabLst/>
                <a:defRPr/>
              </a:pPr>
              <a:endParaRPr kumimoji="0" sz="1794" b="0" i="0" u="none" strike="noStrike" kern="1200" cap="none" spc="0" normalizeH="0" baseline="0" noProof="0" dirty="0">
                <a:ln>
                  <a:noFill/>
                </a:ln>
                <a:solidFill>
                  <a:srgbClr val="717074"/>
                </a:solidFill>
                <a:effectLst/>
                <a:uLnTx/>
                <a:uFillTx/>
                <a:latin typeface="Arial"/>
                <a:ea typeface="Arial"/>
                <a:cs typeface="Arial"/>
                <a:sym typeface="Arial"/>
              </a:endParaRPr>
            </a:p>
          </p:txBody>
        </p:sp>
        <p:sp>
          <p:nvSpPr>
            <p:cNvPr id="7707" name="Google Shape;1643;g2e3d913bd4a_0_198">
              <a:extLst>
                <a:ext uri="{FF2B5EF4-FFF2-40B4-BE49-F238E27FC236}">
                  <a16:creationId xmlns:a16="http://schemas.microsoft.com/office/drawing/2014/main" id="{ACB87E2E-1A7A-9A4A-9F2E-42DD2B5F7402}"/>
                </a:ext>
              </a:extLst>
            </p:cNvPr>
            <p:cNvSpPr/>
            <p:nvPr/>
          </p:nvSpPr>
          <p:spPr>
            <a:xfrm>
              <a:off x="9590920" y="4448009"/>
              <a:ext cx="948172" cy="42391"/>
            </a:xfrm>
            <a:custGeom>
              <a:avLst/>
              <a:gdLst/>
              <a:ahLst/>
              <a:cxnLst/>
              <a:rect l="l" t="t" r="r" b="b"/>
              <a:pathLst>
                <a:path w="2052526" h="89798" extrusionOk="0">
                  <a:moveTo>
                    <a:pt x="0" y="0"/>
                  </a:moveTo>
                  <a:lnTo>
                    <a:pt x="2052526" y="0"/>
                  </a:lnTo>
                  <a:lnTo>
                    <a:pt x="2052526" y="89798"/>
                  </a:lnTo>
                  <a:lnTo>
                    <a:pt x="0" y="89798"/>
                  </a:lnTo>
                  <a:close/>
                </a:path>
              </a:pathLst>
            </a:custGeom>
            <a:solidFill>
              <a:srgbClr val="002D45"/>
            </a:solidFill>
            <a:ln>
              <a:noFill/>
            </a:ln>
          </p:spPr>
          <p:txBody>
            <a:bodyPr spcFirstLastPara="1" wrap="square" lIns="82179" tIns="41089" rIns="82179" bIns="41089"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5"/>
                <a:buFontTx/>
                <a:buNone/>
                <a:tabLst/>
                <a:defRPr/>
              </a:pPr>
              <a:endParaRPr kumimoji="0" sz="1794" b="0" i="0" u="none" strike="noStrike" kern="1200" cap="none" spc="0" normalizeH="0" baseline="0" noProof="0" dirty="0">
                <a:ln>
                  <a:noFill/>
                </a:ln>
                <a:solidFill>
                  <a:srgbClr val="717074"/>
                </a:solidFill>
                <a:effectLst/>
                <a:uLnTx/>
                <a:uFillTx/>
                <a:latin typeface="Arial"/>
                <a:ea typeface="Arial"/>
                <a:cs typeface="Arial"/>
                <a:sym typeface="Arial"/>
              </a:endParaRPr>
            </a:p>
          </p:txBody>
        </p:sp>
        <p:sp>
          <p:nvSpPr>
            <p:cNvPr id="7708" name="Google Shape;1644;g2e3d913bd4a_0_198">
              <a:extLst>
                <a:ext uri="{FF2B5EF4-FFF2-40B4-BE49-F238E27FC236}">
                  <a16:creationId xmlns:a16="http://schemas.microsoft.com/office/drawing/2014/main" id="{90B7B759-27B9-4736-ECFF-A27F18D7C77D}"/>
                </a:ext>
              </a:extLst>
            </p:cNvPr>
            <p:cNvSpPr/>
            <p:nvPr/>
          </p:nvSpPr>
          <p:spPr>
            <a:xfrm>
              <a:off x="9927689" y="3939018"/>
              <a:ext cx="278584" cy="508871"/>
            </a:xfrm>
            <a:custGeom>
              <a:avLst/>
              <a:gdLst/>
              <a:ahLst/>
              <a:cxnLst/>
              <a:rect l="l" t="t" r="r" b="b"/>
              <a:pathLst>
                <a:path w="603057" h="1077960" extrusionOk="0">
                  <a:moveTo>
                    <a:pt x="0" y="0"/>
                  </a:moveTo>
                  <a:lnTo>
                    <a:pt x="603058" y="0"/>
                  </a:lnTo>
                  <a:lnTo>
                    <a:pt x="603058" y="1077961"/>
                  </a:lnTo>
                  <a:lnTo>
                    <a:pt x="0" y="1077961"/>
                  </a:lnTo>
                  <a:close/>
                </a:path>
              </a:pathLst>
            </a:custGeom>
            <a:solidFill>
              <a:schemeClr val="accent2"/>
            </a:solidFill>
            <a:ln>
              <a:noFill/>
            </a:ln>
          </p:spPr>
          <p:txBody>
            <a:bodyPr spcFirstLastPara="1" wrap="square" lIns="82179" tIns="41089" rIns="82179" bIns="41089"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5"/>
                <a:buFontTx/>
                <a:buNone/>
                <a:tabLst/>
                <a:defRPr/>
              </a:pPr>
              <a:endParaRPr kumimoji="0" sz="1794" b="0" i="0" u="none" strike="noStrike" kern="1200" cap="none" spc="0" normalizeH="0" baseline="0" noProof="0" dirty="0">
                <a:ln>
                  <a:noFill/>
                </a:ln>
                <a:solidFill>
                  <a:srgbClr val="717074"/>
                </a:solidFill>
                <a:effectLst/>
                <a:uLnTx/>
                <a:uFillTx/>
                <a:latin typeface="Arial"/>
                <a:ea typeface="Arial"/>
                <a:cs typeface="Arial"/>
                <a:sym typeface="Arial"/>
              </a:endParaRPr>
            </a:p>
          </p:txBody>
        </p:sp>
        <p:sp>
          <p:nvSpPr>
            <p:cNvPr id="7709" name="Google Shape;1645;g2e3d913bd4a_0_198">
              <a:extLst>
                <a:ext uri="{FF2B5EF4-FFF2-40B4-BE49-F238E27FC236}">
                  <a16:creationId xmlns:a16="http://schemas.microsoft.com/office/drawing/2014/main" id="{B551B789-6AEC-32C2-B7B1-3729A8D6B750}"/>
                </a:ext>
              </a:extLst>
            </p:cNvPr>
            <p:cNvSpPr/>
            <p:nvPr/>
          </p:nvSpPr>
          <p:spPr>
            <a:xfrm>
              <a:off x="9927688" y="4054812"/>
              <a:ext cx="278585" cy="293768"/>
            </a:xfrm>
            <a:custGeom>
              <a:avLst/>
              <a:gdLst/>
              <a:ahLst/>
              <a:cxnLst/>
              <a:rect l="l" t="t" r="r" b="b"/>
              <a:pathLst>
                <a:path w="603058" h="622300" extrusionOk="0">
                  <a:moveTo>
                    <a:pt x="0" y="564573"/>
                  </a:moveTo>
                  <a:lnTo>
                    <a:pt x="603058" y="564573"/>
                  </a:lnTo>
                  <a:lnTo>
                    <a:pt x="603058" y="622300"/>
                  </a:lnTo>
                  <a:lnTo>
                    <a:pt x="0" y="622300"/>
                  </a:lnTo>
                  <a:close/>
                  <a:moveTo>
                    <a:pt x="0" y="423333"/>
                  </a:moveTo>
                  <a:lnTo>
                    <a:pt x="603058" y="423333"/>
                  </a:lnTo>
                  <a:lnTo>
                    <a:pt x="603058" y="481060"/>
                  </a:lnTo>
                  <a:lnTo>
                    <a:pt x="0" y="481060"/>
                  </a:lnTo>
                  <a:close/>
                  <a:moveTo>
                    <a:pt x="0" y="282094"/>
                  </a:moveTo>
                  <a:lnTo>
                    <a:pt x="603058" y="282094"/>
                  </a:lnTo>
                  <a:lnTo>
                    <a:pt x="603058" y="339821"/>
                  </a:lnTo>
                  <a:lnTo>
                    <a:pt x="0" y="339821"/>
                  </a:lnTo>
                  <a:close/>
                  <a:moveTo>
                    <a:pt x="0" y="141239"/>
                  </a:moveTo>
                  <a:lnTo>
                    <a:pt x="603058" y="141239"/>
                  </a:lnTo>
                  <a:lnTo>
                    <a:pt x="603058" y="198966"/>
                  </a:lnTo>
                  <a:lnTo>
                    <a:pt x="0" y="198966"/>
                  </a:lnTo>
                  <a:close/>
                  <a:moveTo>
                    <a:pt x="0" y="0"/>
                  </a:moveTo>
                  <a:lnTo>
                    <a:pt x="603058" y="0"/>
                  </a:lnTo>
                  <a:lnTo>
                    <a:pt x="603058" y="57727"/>
                  </a:lnTo>
                  <a:lnTo>
                    <a:pt x="0" y="57727"/>
                  </a:lnTo>
                  <a:close/>
                </a:path>
              </a:pathLst>
            </a:custGeom>
            <a:gradFill>
              <a:gsLst>
                <a:gs pos="0">
                  <a:schemeClr val="accent3"/>
                </a:gs>
                <a:gs pos="100000">
                  <a:srgbClr val="43D3FF"/>
                </a:gs>
              </a:gsLst>
              <a:lin ang="18900044" scaled="0"/>
            </a:gradFill>
            <a:ln>
              <a:noFill/>
            </a:ln>
          </p:spPr>
          <p:txBody>
            <a:bodyPr spcFirstLastPara="1" wrap="square" lIns="82204" tIns="41089" rIns="82204" bIns="41089"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5"/>
                <a:buFontTx/>
                <a:buNone/>
                <a:tabLst/>
                <a:defRPr/>
              </a:pPr>
              <a:endParaRPr kumimoji="0" sz="1794" b="0" i="0" u="none" strike="noStrike" kern="1200" cap="none" spc="0" normalizeH="0" baseline="0" noProof="0" dirty="0">
                <a:ln>
                  <a:noFill/>
                </a:ln>
                <a:solidFill>
                  <a:srgbClr val="717074"/>
                </a:solidFill>
                <a:effectLst/>
                <a:uLnTx/>
                <a:uFillTx/>
                <a:latin typeface="Arial"/>
                <a:ea typeface="Arial"/>
                <a:cs typeface="Arial"/>
                <a:sym typeface="Arial"/>
              </a:endParaRPr>
            </a:p>
          </p:txBody>
        </p:sp>
        <p:sp>
          <p:nvSpPr>
            <p:cNvPr id="7710" name="Google Shape;1646;g2e3d913bd4a_0_198">
              <a:extLst>
                <a:ext uri="{FF2B5EF4-FFF2-40B4-BE49-F238E27FC236}">
                  <a16:creationId xmlns:a16="http://schemas.microsoft.com/office/drawing/2014/main" id="{A998FCDB-685E-5139-1F98-346F1ED47C34}"/>
                </a:ext>
              </a:extLst>
            </p:cNvPr>
            <p:cNvSpPr/>
            <p:nvPr/>
          </p:nvSpPr>
          <p:spPr>
            <a:xfrm>
              <a:off x="9987223" y="4283036"/>
              <a:ext cx="159647" cy="164949"/>
            </a:xfrm>
            <a:prstGeom prst="rect">
              <a:avLst/>
            </a:prstGeom>
            <a:solidFill>
              <a:srgbClr val="002D45"/>
            </a:solidFill>
            <a:ln>
              <a:noFill/>
            </a:ln>
          </p:spPr>
          <p:txBody>
            <a:bodyPr spcFirstLastPara="1" wrap="square" lIns="82179" tIns="41089" rIns="82179" bIns="41089"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795"/>
                <a:buFontTx/>
                <a:buNone/>
                <a:tabLst/>
                <a:defRPr/>
              </a:pPr>
              <a:endParaRPr kumimoji="0" sz="1794" b="0" i="0" u="none" strike="noStrike" kern="1200" cap="none" spc="0" normalizeH="0" baseline="0" noProof="0" dirty="0">
                <a:ln>
                  <a:noFill/>
                </a:ln>
                <a:solidFill>
                  <a:srgbClr val="717074"/>
                </a:solidFill>
                <a:effectLst/>
                <a:uLnTx/>
                <a:uFillTx/>
                <a:latin typeface="Arial"/>
                <a:ea typeface="Arial"/>
                <a:cs typeface="Arial"/>
                <a:sym typeface="Arial"/>
              </a:endParaRPr>
            </a:p>
          </p:txBody>
        </p:sp>
        <p:cxnSp>
          <p:nvCxnSpPr>
            <p:cNvPr id="8177" name="Google Shape;7916;p109">
              <a:extLst>
                <a:ext uri="{FF2B5EF4-FFF2-40B4-BE49-F238E27FC236}">
                  <a16:creationId xmlns:a16="http://schemas.microsoft.com/office/drawing/2014/main" id="{D3C93B27-092E-75A9-2282-937CE3550934}"/>
                </a:ext>
              </a:extLst>
            </p:cNvPr>
            <p:cNvCxnSpPr>
              <a:cxnSpLocks/>
              <a:stCxn id="60" idx="2"/>
            </p:cNvCxnSpPr>
            <p:nvPr/>
          </p:nvCxnSpPr>
          <p:spPr>
            <a:xfrm>
              <a:off x="10081794" y="4809326"/>
              <a:ext cx="0" cy="421301"/>
            </a:xfrm>
            <a:prstGeom prst="straightConnector1">
              <a:avLst/>
            </a:prstGeom>
            <a:noFill/>
            <a:ln w="25400" cap="flat" cmpd="sng">
              <a:solidFill>
                <a:srgbClr val="007985"/>
              </a:solidFill>
              <a:prstDash val="solid"/>
              <a:round/>
              <a:headEnd type="none" w="sm" len="sm"/>
              <a:tailEnd type="none" w="sm" len="sm"/>
            </a:ln>
          </p:spPr>
        </p:cxnSp>
        <p:cxnSp>
          <p:nvCxnSpPr>
            <p:cNvPr id="8184" name="Google Shape;7916;p109">
              <a:extLst>
                <a:ext uri="{FF2B5EF4-FFF2-40B4-BE49-F238E27FC236}">
                  <a16:creationId xmlns:a16="http://schemas.microsoft.com/office/drawing/2014/main" id="{CB35C248-E911-94BC-E92C-6E8F7A7DAC6D}"/>
                </a:ext>
              </a:extLst>
            </p:cNvPr>
            <p:cNvCxnSpPr>
              <a:cxnSpLocks/>
              <a:endCxn id="7974" idx="0"/>
            </p:cNvCxnSpPr>
            <p:nvPr/>
          </p:nvCxnSpPr>
          <p:spPr>
            <a:xfrm flipH="1">
              <a:off x="9329511" y="4603811"/>
              <a:ext cx="99937" cy="189583"/>
            </a:xfrm>
            <a:prstGeom prst="straightConnector1">
              <a:avLst/>
            </a:prstGeom>
            <a:noFill/>
            <a:ln w="25400" cap="flat" cmpd="sng">
              <a:solidFill>
                <a:srgbClr val="007985"/>
              </a:solidFill>
              <a:prstDash val="solid"/>
              <a:round/>
              <a:headEnd type="none" w="sm" len="sm"/>
              <a:tailEnd type="none" w="sm" len="sm"/>
            </a:ln>
          </p:spPr>
        </p:cxnSp>
        <p:cxnSp>
          <p:nvCxnSpPr>
            <p:cNvPr id="8185" name="Google Shape;7915;p109">
              <a:extLst>
                <a:ext uri="{FF2B5EF4-FFF2-40B4-BE49-F238E27FC236}">
                  <a16:creationId xmlns:a16="http://schemas.microsoft.com/office/drawing/2014/main" id="{4F6F0C7A-3439-F074-C7CC-FE8BA7B6D47E}"/>
                </a:ext>
              </a:extLst>
            </p:cNvPr>
            <p:cNvCxnSpPr>
              <a:cxnSpLocks/>
              <a:endCxn id="7992" idx="0"/>
            </p:cNvCxnSpPr>
            <p:nvPr/>
          </p:nvCxnSpPr>
          <p:spPr>
            <a:xfrm>
              <a:off x="10696729" y="4604325"/>
              <a:ext cx="139900" cy="186675"/>
            </a:xfrm>
            <a:prstGeom prst="straightConnector1">
              <a:avLst/>
            </a:prstGeom>
            <a:noFill/>
            <a:ln w="25400" cap="flat" cmpd="sng">
              <a:solidFill>
                <a:srgbClr val="007985"/>
              </a:solidFill>
              <a:prstDash val="solid"/>
              <a:round/>
              <a:headEnd type="none" w="sm" len="sm"/>
              <a:tailEnd type="none" w="sm" len="sm"/>
            </a:ln>
          </p:spPr>
        </p:cxnSp>
        <p:sp>
          <p:nvSpPr>
            <p:cNvPr id="8344" name="Google Shape;7913;p109">
              <a:extLst>
                <a:ext uri="{FF2B5EF4-FFF2-40B4-BE49-F238E27FC236}">
                  <a16:creationId xmlns:a16="http://schemas.microsoft.com/office/drawing/2014/main" id="{AA9E0F1B-84E3-AA15-BAA2-D3412ADDC0F6}"/>
                </a:ext>
              </a:extLst>
            </p:cNvPr>
            <p:cNvSpPr>
              <a:spLocks noChangeAspect="1"/>
            </p:cNvSpPr>
            <p:nvPr/>
          </p:nvSpPr>
          <p:spPr>
            <a:xfrm>
              <a:off x="9452048" y="2163808"/>
              <a:ext cx="1166201" cy="631047"/>
            </a:xfrm>
            <a:custGeom>
              <a:avLst/>
              <a:gdLst/>
              <a:ahLst/>
              <a:cxnLst/>
              <a:rect l="l" t="t" r="r" b="b"/>
              <a:pathLst>
                <a:path w="1247385" h="698422" extrusionOk="0">
                  <a:moveTo>
                    <a:pt x="201176" y="698423"/>
                  </a:moveTo>
                  <a:cubicBezTo>
                    <a:pt x="189558" y="698423"/>
                    <a:pt x="182193" y="698423"/>
                    <a:pt x="179600" y="698319"/>
                  </a:cubicBezTo>
                  <a:cubicBezTo>
                    <a:pt x="83441" y="695726"/>
                    <a:pt x="-2138" y="607554"/>
                    <a:pt x="41" y="513366"/>
                  </a:cubicBezTo>
                  <a:cubicBezTo>
                    <a:pt x="2219" y="420838"/>
                    <a:pt x="78876" y="345633"/>
                    <a:pt x="170886" y="345633"/>
                  </a:cubicBezTo>
                  <a:lnTo>
                    <a:pt x="175035" y="345633"/>
                  </a:lnTo>
                  <a:cubicBezTo>
                    <a:pt x="189765" y="345944"/>
                    <a:pt x="203976" y="347915"/>
                    <a:pt x="217254" y="351649"/>
                  </a:cubicBezTo>
                  <a:lnTo>
                    <a:pt x="234473" y="356421"/>
                  </a:lnTo>
                  <a:lnTo>
                    <a:pt x="238208" y="338890"/>
                  </a:lnTo>
                  <a:cubicBezTo>
                    <a:pt x="259991" y="237545"/>
                    <a:pt x="350030" y="163895"/>
                    <a:pt x="452309" y="163895"/>
                  </a:cubicBezTo>
                  <a:cubicBezTo>
                    <a:pt x="454073" y="163895"/>
                    <a:pt x="455940" y="163895"/>
                    <a:pt x="457703" y="163999"/>
                  </a:cubicBezTo>
                  <a:cubicBezTo>
                    <a:pt x="489341" y="164829"/>
                    <a:pt x="519216" y="171986"/>
                    <a:pt x="546497" y="185264"/>
                  </a:cubicBezTo>
                  <a:lnTo>
                    <a:pt x="562990" y="193251"/>
                  </a:lnTo>
                  <a:lnTo>
                    <a:pt x="569629" y="176239"/>
                  </a:lnTo>
                  <a:cubicBezTo>
                    <a:pt x="611122" y="69189"/>
                    <a:pt x="705517" y="0"/>
                    <a:pt x="810182" y="0"/>
                  </a:cubicBezTo>
                  <a:cubicBezTo>
                    <a:pt x="812360" y="0"/>
                    <a:pt x="814435" y="0"/>
                    <a:pt x="816613" y="104"/>
                  </a:cubicBezTo>
                  <a:cubicBezTo>
                    <a:pt x="947834" y="3216"/>
                    <a:pt x="1056648" y="114623"/>
                    <a:pt x="1069822" y="259121"/>
                  </a:cubicBezTo>
                  <a:lnTo>
                    <a:pt x="1071066" y="273021"/>
                  </a:lnTo>
                  <a:lnTo>
                    <a:pt x="1084966" y="274369"/>
                  </a:lnTo>
                  <a:cubicBezTo>
                    <a:pt x="1178843" y="283290"/>
                    <a:pt x="1250107" y="377686"/>
                    <a:pt x="1247306" y="489300"/>
                  </a:cubicBezTo>
                  <a:cubicBezTo>
                    <a:pt x="1244816" y="603301"/>
                    <a:pt x="1164632" y="695933"/>
                    <a:pt x="1068577" y="695933"/>
                  </a:cubicBezTo>
                  <a:cubicBezTo>
                    <a:pt x="1067228" y="695933"/>
                    <a:pt x="1065983" y="695933"/>
                    <a:pt x="1064635" y="695933"/>
                  </a:cubicBezTo>
                  <a:cubicBezTo>
                    <a:pt x="1062042" y="695829"/>
                    <a:pt x="1054262" y="695829"/>
                    <a:pt x="1042229" y="695829"/>
                  </a:cubicBezTo>
                  <a:cubicBezTo>
                    <a:pt x="980094" y="695829"/>
                    <a:pt x="797942" y="696452"/>
                    <a:pt x="621702" y="697074"/>
                  </a:cubicBezTo>
                  <a:cubicBezTo>
                    <a:pt x="445463" y="697800"/>
                    <a:pt x="263311" y="698423"/>
                    <a:pt x="201176" y="698423"/>
                  </a:cubicBezTo>
                  <a:close/>
                </a:path>
              </a:pathLst>
            </a:custGeom>
            <a:solidFill>
              <a:schemeClr val="lt1"/>
            </a:solidFill>
            <a:ln w="25400" cap="flat" cmpd="sng">
              <a:solidFill>
                <a:schemeClr val="accent2"/>
              </a:solidFill>
              <a:prstDash val="solid"/>
              <a:miter lim="800000"/>
              <a:headEnd type="none" w="sm" len="sm"/>
              <a:tailEnd type="none" w="sm" len="sm"/>
            </a:ln>
          </p:spPr>
          <p:txBody>
            <a:bodyPr spcFirstLastPara="1" wrap="square" lIns="91401" tIns="45688" rIns="91401" bIns="45688"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200"/>
                <a:buFontTx/>
                <a:buNone/>
                <a:tabLst/>
                <a:defRPr/>
              </a:pPr>
              <a:endParaRPr kumimoji="0"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sym typeface="Arial"/>
              </a:endParaRPr>
            </a:p>
          </p:txBody>
        </p:sp>
        <p:sp>
          <p:nvSpPr>
            <p:cNvPr id="8345" name="Google Shape;7914;p109">
              <a:extLst>
                <a:ext uri="{FF2B5EF4-FFF2-40B4-BE49-F238E27FC236}">
                  <a16:creationId xmlns:a16="http://schemas.microsoft.com/office/drawing/2014/main" id="{7A5830C2-5B19-A8A2-0C8E-7F3064AB3E54}"/>
                </a:ext>
              </a:extLst>
            </p:cNvPr>
            <p:cNvSpPr txBox="1"/>
            <p:nvPr/>
          </p:nvSpPr>
          <p:spPr>
            <a:xfrm>
              <a:off x="9418983" y="2524678"/>
              <a:ext cx="1337255" cy="276984"/>
            </a:xfrm>
            <a:prstGeom prst="rect">
              <a:avLst/>
            </a:prstGeom>
            <a:noFill/>
            <a:ln>
              <a:noFill/>
            </a:ln>
          </p:spPr>
          <p:txBody>
            <a:bodyPr spcFirstLastPara="1" wrap="square" lIns="0" tIns="0" rIns="0" bIns="91401" anchor="t" anchorCtr="0">
              <a:spAutoFit/>
            </a:bodyPr>
            <a:lstStyle/>
            <a:p>
              <a:pPr marL="0" marR="0" lvl="0" indent="0" algn="ctr" defTabSz="914400" rtl="0" eaLnBrk="1" fontAlgn="auto" latinLnBrk="0" hangingPunct="1">
                <a:lnSpc>
                  <a:spcPct val="100000"/>
                </a:lnSpc>
                <a:spcBef>
                  <a:spcPts val="0"/>
                </a:spcBef>
                <a:spcAft>
                  <a:spcPts val="0"/>
                </a:spcAft>
                <a:buClr>
                  <a:srgbClr val="1B1E35"/>
                </a:buClr>
                <a:buSzPts val="1200"/>
                <a:buFontTx/>
                <a:buNone/>
                <a:tabLst/>
                <a:defRPr/>
              </a:pPr>
              <a:r>
                <a:rPr kumimoji="0" lang="en-US" sz="1200" b="0" i="0" u="none" strike="noStrike" kern="1200" cap="none" spc="0" normalizeH="0" baseline="0" noProof="0" dirty="0">
                  <a:ln>
                    <a:noFill/>
                  </a:ln>
                  <a:solidFill>
                    <a:srgbClr val="1B1E35"/>
                  </a:solidFill>
                  <a:effectLst/>
                  <a:uLnTx/>
                  <a:uFillTx/>
                  <a:latin typeface="Arial" panose="020B0604020202020204" pitchFamily="34" charset="0"/>
                  <a:ea typeface="+mn-ea"/>
                  <a:cs typeface="+mn-cs"/>
                  <a:sym typeface="Arial"/>
                </a:rPr>
                <a:t>Internet/WAN</a:t>
              </a:r>
              <a:endParaRPr kumimoji="0" sz="1799"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a:endParaRPr>
            </a:p>
          </p:txBody>
        </p:sp>
      </p:grpSp>
    </p:spTree>
    <p:extLst>
      <p:ext uri="{BB962C8B-B14F-4D97-AF65-F5344CB8AC3E}">
        <p14:creationId xmlns:p14="http://schemas.microsoft.com/office/powerpoint/2010/main" val="18587420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346"/>
                                        </p:tgtEl>
                                        <p:attrNameLst>
                                          <p:attrName>style.visibility</p:attrName>
                                        </p:attrNameLst>
                                      </p:cBhvr>
                                      <p:to>
                                        <p:strVal val="visible"/>
                                      </p:to>
                                    </p:set>
                                    <p:animEffect transition="in" filter="dissolve">
                                      <p:cBhvr>
                                        <p:cTn id="7" dur="500"/>
                                        <p:tgtEl>
                                          <p:spTgt spid="834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8347"/>
                                        </p:tgtEl>
                                        <p:attrNameLst>
                                          <p:attrName>style.visibility</p:attrName>
                                        </p:attrNameLst>
                                      </p:cBhvr>
                                      <p:to>
                                        <p:strVal val="visible"/>
                                      </p:to>
                                    </p:set>
                                    <p:animEffect transition="in" filter="dissolve">
                                      <p:cBhvr>
                                        <p:cTn id="12" dur="500"/>
                                        <p:tgtEl>
                                          <p:spTgt spid="834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8348"/>
                                        </p:tgtEl>
                                        <p:attrNameLst>
                                          <p:attrName>style.visibility</p:attrName>
                                        </p:attrNameLst>
                                      </p:cBhvr>
                                      <p:to>
                                        <p:strVal val="visible"/>
                                      </p:to>
                                    </p:set>
                                    <p:animEffect transition="in" filter="dissolve">
                                      <p:cBhvr>
                                        <p:cTn id="17" dur="500"/>
                                        <p:tgtEl>
                                          <p:spTgt spid="83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VMware 2025 Light">
  <a:themeElements>
    <a:clrScheme name="VMware-Light">
      <a:dk1>
        <a:srgbClr val="000000"/>
      </a:dk1>
      <a:lt1>
        <a:srgbClr val="FFFFFF"/>
      </a:lt1>
      <a:dk2>
        <a:srgbClr val="1B1D36"/>
      </a:dk2>
      <a:lt2>
        <a:srgbClr val="EEEEEE"/>
      </a:lt2>
      <a:accent1>
        <a:srgbClr val="007B8C"/>
      </a:accent1>
      <a:accent2>
        <a:srgbClr val="005C8A"/>
      </a:accent2>
      <a:accent3>
        <a:srgbClr val="0098C7"/>
      </a:accent3>
      <a:accent4>
        <a:srgbClr val="61A60E"/>
      </a:accent4>
      <a:accent5>
        <a:srgbClr val="6C4B94"/>
      </a:accent5>
      <a:accent6>
        <a:srgbClr val="F3BA16"/>
      </a:accent6>
      <a:hlink>
        <a:srgbClr val="0098C7"/>
      </a:hlink>
      <a:folHlink>
        <a:srgbClr val="6C4B9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2"/>
        </a:solidFill>
        <a:ln w="12700">
          <a:noFill/>
          <a:miter lim="800000"/>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800" dirty="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bwMode="gray">
        <a:ln w="12700">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800" dirty="0" smtClean="0">
            <a:solidFill>
              <a:schemeClr val="tx2"/>
            </a:solidFill>
          </a:defRPr>
        </a:defPPr>
      </a:lstStyle>
    </a:txDef>
  </a:objectDefaults>
  <a:extraClrSchemeLst/>
  <a:custClrLst>
    <a:custClr name="Orange">
      <a:srgbClr val="E68C28"/>
    </a:custClr>
    <a:custClr name="Red">
      <a:srgbClr val="CC092F"/>
    </a:custClr>
    <a:custClr name="Light Grey">
      <a:srgbClr val="E2E3E4"/>
    </a:custClr>
    <a:custClr name="Cool Grey 7">
      <a:srgbClr val="97999B"/>
    </a:custClr>
    <a:custClr name="Dark Grey">
      <a:srgbClr val="53565A"/>
    </a:custClr>
    <a:custClr name="2nd Green">
      <a:srgbClr val="23800A"/>
    </a:custClr>
    <a:custClr name="2nd Blue">
      <a:srgbClr val="007DA3"/>
    </a:custClr>
    <a:custClr name="187 Red">
      <a:srgbClr val="A6192E"/>
    </a:custClr>
  </a:custClrLst>
  <a:extLst>
    <a:ext uri="{05A4C25C-085E-4340-85A3-A5531E510DB2}">
      <thm15:themeFamily xmlns:thm15="http://schemas.microsoft.com/office/thememl/2012/main" name="bc-vmw-ppt-template-light-arial-2025.potx" id="{58448B0C-B9AF-4F14-9BEF-A2168841E3C9}" vid="{8A53EF31-A125-46D4-9CD1-4968F9927A64}"/>
    </a:ext>
  </a:extLst>
</a:theme>
</file>

<file path=ppt/theme/theme2.xml><?xml version="1.0" encoding="utf-8"?>
<a:theme xmlns:a="http://schemas.openxmlformats.org/drawingml/2006/main" name="Office Theme">
  <a:themeElements>
    <a:clrScheme name="VMware">
      <a:dk1>
        <a:srgbClr val="717074"/>
      </a:dk1>
      <a:lt1>
        <a:sysClr val="window" lastClr="FFFFFF"/>
      </a:lt1>
      <a:dk2>
        <a:srgbClr val="000000"/>
      </a:dk2>
      <a:lt2>
        <a:srgbClr val="C6C6C8"/>
      </a:lt2>
      <a:accent1>
        <a:srgbClr val="0095D3"/>
      </a:accent1>
      <a:accent2>
        <a:srgbClr val="89CBDF"/>
      </a:accent2>
      <a:accent3>
        <a:srgbClr val="006990"/>
      </a:accent3>
      <a:accent4>
        <a:srgbClr val="6DB33F"/>
      </a:accent4>
      <a:accent5>
        <a:srgbClr val="C2CD23"/>
      </a:accent5>
      <a:accent6>
        <a:srgbClr val="387C2C"/>
      </a:accent6>
      <a:hlink>
        <a:srgbClr val="0095D3"/>
      </a:hlink>
      <a:folHlink>
        <a:srgbClr val="89CBDF"/>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VMware">
      <a:dk1>
        <a:srgbClr val="717074"/>
      </a:dk1>
      <a:lt1>
        <a:sysClr val="window" lastClr="FFFFFF"/>
      </a:lt1>
      <a:dk2>
        <a:srgbClr val="000000"/>
      </a:dk2>
      <a:lt2>
        <a:srgbClr val="C6C6C8"/>
      </a:lt2>
      <a:accent1>
        <a:srgbClr val="0095D3"/>
      </a:accent1>
      <a:accent2>
        <a:srgbClr val="89CBDF"/>
      </a:accent2>
      <a:accent3>
        <a:srgbClr val="006990"/>
      </a:accent3>
      <a:accent4>
        <a:srgbClr val="6DB33F"/>
      </a:accent4>
      <a:accent5>
        <a:srgbClr val="C2CD23"/>
      </a:accent5>
      <a:accent6>
        <a:srgbClr val="387C2C"/>
      </a:accent6>
      <a:hlink>
        <a:srgbClr val="0095D3"/>
      </a:hlink>
      <a:folHlink>
        <a:srgbClr val="89CBDF"/>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ff83b573-1131-4ec9-87e0-8de43cb2141f">
      <Terms xmlns="http://schemas.microsoft.com/office/infopath/2007/PartnerControls"/>
    </lcf76f155ced4ddcb4097134ff3c332f>
    <TaxCatchAll xmlns="78c16552-cbf3-4f1f-97ed-388b5d2a083d" xsi:nil="true"/>
    <SharedWithUsers xmlns="b91cd729-8792-47cd-b03b-259374444807">
      <UserInfo>
        <DisplayName>Juanly Cabrera</DisplayName>
        <AccountId>17</AccountId>
        <AccountType/>
      </UserInfo>
      <UserInfo>
        <DisplayName>Andre Fernandes</DisplayName>
        <AccountId>20</AccountId>
        <AccountType/>
      </UserInfo>
    </SharedWithUsers>
    <MigrationWizIdSecurityGroups xmlns="ff83b573-1131-4ec9-87e0-8de43cb2141f" xsi:nil="true"/>
    <_ip_UnifiedCompliancePolicyUIAction xmlns="http://schemas.microsoft.com/sharepoint/v3" xsi:nil="true"/>
    <MigrationWizIdPermissions xmlns="ff83b573-1131-4ec9-87e0-8de43cb2141f" xsi:nil="true"/>
    <MigrationWizId xmlns="ff83b573-1131-4ec9-87e0-8de43cb2141f" xsi:nil="true"/>
    <MigrationWizIdDocumentLibraryPermissions xmlns="ff83b573-1131-4ec9-87e0-8de43cb2141f" xsi:nil="true"/>
    <_ip_UnifiedCompliancePolicyProperties xmlns="http://schemas.microsoft.com/sharepoint/v3" xsi:nil="true"/>
    <MigrationWizIdPermissionLevels xmlns="ff83b573-1131-4ec9-87e0-8de43cb2141f"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88D0C854358DC418D143DF91B0F9F69" ma:contentTypeVersion="25" ma:contentTypeDescription="Create a new document." ma:contentTypeScope="" ma:versionID="86d1ae78601d406bc59f7b48175c4925">
  <xsd:schema xmlns:xsd="http://www.w3.org/2001/XMLSchema" xmlns:xs="http://www.w3.org/2001/XMLSchema" xmlns:p="http://schemas.microsoft.com/office/2006/metadata/properties" xmlns:ns1="http://schemas.microsoft.com/sharepoint/v3" xmlns:ns2="ff83b573-1131-4ec9-87e0-8de43cb2141f" xmlns:ns3="b91cd729-8792-47cd-b03b-259374444807" xmlns:ns4="78c16552-cbf3-4f1f-97ed-388b5d2a083d" targetNamespace="http://schemas.microsoft.com/office/2006/metadata/properties" ma:root="true" ma:fieldsID="87232950fb7e83d3727f6e525efdb9c3" ns1:_="" ns2:_="" ns3:_="" ns4:_="">
    <xsd:import namespace="http://schemas.microsoft.com/sharepoint/v3"/>
    <xsd:import namespace="ff83b573-1131-4ec9-87e0-8de43cb2141f"/>
    <xsd:import namespace="b91cd729-8792-47cd-b03b-259374444807"/>
    <xsd:import namespace="78c16552-cbf3-4f1f-97ed-388b5d2a083d"/>
    <xsd:element name="properties">
      <xsd:complexType>
        <xsd:sequence>
          <xsd:element name="documentManagement">
            <xsd:complexType>
              <xsd:all>
                <xsd:element ref="ns2:MigrationWizId" minOccurs="0"/>
                <xsd:element ref="ns2:MigrationWizIdPermissions" minOccurs="0"/>
                <xsd:element ref="ns2:MigrationWizIdPermissionLevels" minOccurs="0"/>
                <xsd:element ref="ns2:MigrationWizIdDocumentLibraryPermissions" minOccurs="0"/>
                <xsd:element ref="ns2:MigrationWizIdSecurityGroups" minOccurs="0"/>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lcf76f155ced4ddcb4097134ff3c332f" minOccurs="0"/>
                <xsd:element ref="ns4:TaxCatchAll" minOccurs="0"/>
                <xsd:element ref="ns2:MediaServiceSearchProperties" minOccurs="0"/>
                <xsd:element ref="ns2:MediaServiceObjectDetectorVersions" minOccurs="0"/>
                <xsd:element ref="ns2:MediaServiceLocation"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31" nillable="true" ma:displayName="Unified Compliance Policy Properties" ma:hidden="true" ma:internalName="_ip_UnifiedCompliancePolicyProperties">
      <xsd:simpleType>
        <xsd:restriction base="dms:Note"/>
      </xsd:simpleType>
    </xsd:element>
    <xsd:element name="_ip_UnifiedCompliancePolicyUIAction" ma:index="3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f83b573-1131-4ec9-87e0-8de43cb2141f" elementFormDefault="qualified">
    <xsd:import namespace="http://schemas.microsoft.com/office/2006/documentManagement/types"/>
    <xsd:import namespace="http://schemas.microsoft.com/office/infopath/2007/PartnerControls"/>
    <xsd:element name="MigrationWizId" ma:index="8" nillable="true" ma:displayName="MigrationWizId" ma:internalName="MigrationWizId">
      <xsd:simpleType>
        <xsd:restriction base="dms:Text"/>
      </xsd:simpleType>
    </xsd:element>
    <xsd:element name="MigrationWizIdPermissions" ma:index="9" nillable="true" ma:displayName="MigrationWizIdPermissions" ma:internalName="MigrationWizIdPermissions">
      <xsd:simpleType>
        <xsd:restriction base="dms:Text"/>
      </xsd:simpleType>
    </xsd:element>
    <xsd:element name="MigrationWizIdPermissionLevels" ma:index="10" nillable="true" ma:displayName="MigrationWizIdPermissionLevels" ma:internalName="MigrationWizIdPermissionLevels">
      <xsd:simpleType>
        <xsd:restriction base="dms:Text"/>
      </xsd:simpleType>
    </xsd:element>
    <xsd:element name="MigrationWizIdDocumentLibraryPermissions" ma:index="11" nillable="true" ma:displayName="MigrationWizIdDocumentLibraryPermissions" ma:internalName="MigrationWizIdDocumentLibraryPermissions">
      <xsd:simpleType>
        <xsd:restriction base="dms:Text"/>
      </xsd:simpleType>
    </xsd:element>
    <xsd:element name="MigrationWizIdSecurityGroups" ma:index="12" nillable="true" ma:displayName="MigrationWizIdSecurityGroups" ma:internalName="MigrationWizIdSecurityGroups">
      <xsd:simpleType>
        <xsd:restriction base="dms:Text"/>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AutoTags" ma:index="19" nillable="true" ma:displayName="Tags" ma:internalName="MediaServiceAutoTags"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DateTaken" ma:index="23" nillable="true" ma:displayName="MediaServiceDateTaken" ma:hidden="true" ma:internalName="MediaServiceDateTaken"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element name="lcf76f155ced4ddcb4097134ff3c332f" ma:index="26" nillable="true" ma:taxonomy="true" ma:internalName="lcf76f155ced4ddcb4097134ff3c332f" ma:taxonomyFieldName="MediaServiceImageTags" ma:displayName="Image Tags" ma:readOnly="false" ma:fieldId="{5cf76f15-5ced-4ddc-b409-7134ff3c332f}" ma:taxonomyMulti="true" ma:sspId="35e516c6-d7bc-4be5-8458-55365016f2bc" ma:termSetId="09814cd3-568e-fe90-9814-8d621ff8fb84" ma:anchorId="fba54fb3-c3e1-fe81-a776-ca4b69148c4d" ma:open="true" ma:isKeyword="false">
      <xsd:complexType>
        <xsd:sequence>
          <xsd:element ref="pc:Terms" minOccurs="0" maxOccurs="1"/>
        </xsd:sequence>
      </xsd:complexType>
    </xsd:element>
    <xsd:element name="MediaServiceSearchProperties" ma:index="28" nillable="true" ma:displayName="MediaServiceSearchProperties" ma:hidden="true" ma:internalName="MediaServiceSearchProperties" ma:readOnly="true">
      <xsd:simpleType>
        <xsd:restriction base="dms:Note"/>
      </xsd:simpleType>
    </xsd:element>
    <xsd:element name="MediaServiceObjectDetectorVersions" ma:index="29" nillable="true" ma:displayName="MediaServiceObjectDetectorVersions" ma:hidden="true" ma:indexed="true" ma:internalName="MediaServiceObjectDetectorVersions" ma:readOnly="true">
      <xsd:simpleType>
        <xsd:restriction base="dms:Text"/>
      </xsd:simpleType>
    </xsd:element>
    <xsd:element name="MediaServiceLocation" ma:index="3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91cd729-8792-47cd-b03b-259374444807"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8c16552-cbf3-4f1f-97ed-388b5d2a083d" elementFormDefault="qualified">
    <xsd:import namespace="http://schemas.microsoft.com/office/2006/documentManagement/types"/>
    <xsd:import namespace="http://schemas.microsoft.com/office/infopath/2007/PartnerControls"/>
    <xsd:element name="TaxCatchAll" ma:index="27" nillable="true" ma:displayName="Taxonomy Catch All Column" ma:hidden="true" ma:list="{62e8767f-5054-4ecc-a981-a992a2f0e90f}" ma:internalName="TaxCatchAll" ma:showField="CatchAllData" ma:web="78c16552-cbf3-4f1f-97ed-388b5d2a083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1634573-F7D8-4ECC-B5FF-91D1E5D2E650}">
  <ds:schemaRefs>
    <ds:schemaRef ds:uri="http://schemas.openxmlformats.org/package/2006/metadata/core-properties"/>
    <ds:schemaRef ds:uri="http://schemas.microsoft.com/office/2006/documentManagement/types"/>
    <ds:schemaRef ds:uri="34d4d772-b3f2-47fc-9a2d-2126f9957ae8"/>
    <ds:schemaRef ds:uri="http://purl.org/dc/terms/"/>
    <ds:schemaRef ds:uri="http://purl.org/dc/elements/1.1/"/>
    <ds:schemaRef ds:uri="d345b56e-75a0-4ca8-9b4b-110cb999efd5"/>
    <ds:schemaRef ds:uri="http://schemas.microsoft.com/office/infopath/2007/PartnerControls"/>
    <ds:schemaRef ds:uri="http://schemas.microsoft.com/office/2006/metadata/properties"/>
    <ds:schemaRef ds:uri="http://www.w3.org/XML/1998/namespace"/>
    <ds:schemaRef ds:uri="http://purl.org/dc/dcmitype/"/>
  </ds:schemaRefs>
</ds:datastoreItem>
</file>

<file path=customXml/itemProps2.xml><?xml version="1.0" encoding="utf-8"?>
<ds:datastoreItem xmlns:ds="http://schemas.openxmlformats.org/officeDocument/2006/customXml" ds:itemID="{BAD99180-4DF7-4231-B572-5E5D5B192DA4}">
  <ds:schemaRefs>
    <ds:schemaRef ds:uri="http://schemas.microsoft.com/sharepoint/v3/contenttype/forms"/>
  </ds:schemaRefs>
</ds:datastoreItem>
</file>

<file path=customXml/itemProps3.xml><?xml version="1.0" encoding="utf-8"?>
<ds:datastoreItem xmlns:ds="http://schemas.openxmlformats.org/officeDocument/2006/customXml" ds:itemID="{7759C6B4-C55E-4A6F-9936-EA8D172DE1DC}"/>
</file>

<file path=docProps/app.xml><?xml version="1.0" encoding="utf-8"?>
<Properties xmlns="http://schemas.openxmlformats.org/officeDocument/2006/extended-properties" xmlns:vt="http://schemas.openxmlformats.org/officeDocument/2006/docPropsVTypes">
  <Template>VMware 2025 Light</Template>
  <TotalTime>69954</TotalTime>
  <Words>15349</Words>
  <Application>Microsoft Office PowerPoint</Application>
  <PresentationFormat>Custom</PresentationFormat>
  <Paragraphs>1228</Paragraphs>
  <Slides>31</Slides>
  <Notes>31</Notes>
  <HiddenSlides>2</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31</vt:i4>
      </vt:variant>
    </vt:vector>
  </HeadingPairs>
  <TitlesOfParts>
    <vt:vector size="43" baseType="lpstr">
      <vt:lpstr>Arial</vt:lpstr>
      <vt:lpstr>Calibri</vt:lpstr>
      <vt:lpstr>Camphor Std</vt:lpstr>
      <vt:lpstr>Google Sans</vt:lpstr>
      <vt:lpstr>Helvetica Neue</vt:lpstr>
      <vt:lpstr>Metropolis</vt:lpstr>
      <vt:lpstr>Metropolis-Regular</vt:lpstr>
      <vt:lpstr>Open Sans</vt:lpstr>
      <vt:lpstr>Open Sans Light</vt:lpstr>
      <vt:lpstr>Roboto</vt:lpstr>
      <vt:lpstr>System Font Regular</vt:lpstr>
      <vt:lpstr>VMware 2025 Light</vt:lpstr>
      <vt:lpstr>VMware Cloud Foundation 9</vt:lpstr>
      <vt:lpstr>Delivering the Modern Private Cloud</vt:lpstr>
      <vt:lpstr>PowerPoint Presentation</vt:lpstr>
      <vt:lpstr>PowerPoint Presentation</vt:lpstr>
      <vt:lpstr>Modernize Infrastructure VCF Automation</vt:lpstr>
      <vt:lpstr>The VCF Automation Solution Overview</vt:lpstr>
      <vt:lpstr>PowerPoint Presentation</vt:lpstr>
      <vt:lpstr>Supervisor Services</vt:lpstr>
      <vt:lpstr>VCF Automation Governance &amp; Consumption Models</vt:lpstr>
      <vt:lpstr>A view into the VCF Private Cloud Experience for each Persona</vt:lpstr>
      <vt:lpstr>Modern Service Provider Experience</vt:lpstr>
      <vt:lpstr>Built-in Guidance for Creating Your Modern Private Cloud</vt:lpstr>
      <vt:lpstr>Streamline Organizational Resource Management and Operations</vt:lpstr>
      <vt:lpstr>Streamlined processes for efficient Organization Management</vt:lpstr>
      <vt:lpstr>Modern Infrastructure and Multi-tenancy Enables More Use Cases</vt:lpstr>
      <vt:lpstr>Provide Out-of-the-Box IaaS Services </vt:lpstr>
      <vt:lpstr>Enforce Infrastructure Governance</vt:lpstr>
      <vt:lpstr>Enforce Best Practices for Resource and Security Configurations</vt:lpstr>
      <vt:lpstr>Balancing Access and Efficiency for Optimal Resource Management</vt:lpstr>
      <vt:lpstr>Simplify the Content Management Experience</vt:lpstr>
      <vt:lpstr>Support Network Governance and Enable Self-service Networking</vt:lpstr>
      <vt:lpstr>Add-on Services</vt:lpstr>
      <vt:lpstr>Delivering the Modern Private Cloud</vt:lpstr>
      <vt:lpstr>PowerPoint Presentation</vt:lpstr>
      <vt:lpstr>Resources</vt:lpstr>
      <vt:lpstr>Get hands-on experience with VMware Cloud Foundation</vt:lpstr>
      <vt:lpstr>VMware Cloud Foundation Resources</vt:lpstr>
      <vt:lpstr>VMware Cloud Foundation Training Path</vt:lpstr>
      <vt:lpstr>PowerPoint Presentation</vt:lpstr>
      <vt:lpstr>Converged Software Bill of Materials</vt:lpstr>
      <vt:lpstr>VCF Edge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Andrew Firth</dc:creator>
  <cp:keywords>VMware</cp:keywords>
  <cp:lastModifiedBy>Brent Douglas</cp:lastModifiedBy>
  <cp:revision>172</cp:revision>
  <dcterms:created xsi:type="dcterms:W3CDTF">2025-03-25T00:49:55Z</dcterms:created>
  <dcterms:modified xsi:type="dcterms:W3CDTF">2026-04-27T16:51:47Z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0x010100D88D0C854358DC418D143DF91B0F9F69</vt:lpwstr>
  </property>
  <property fmtid="{D5CDD505-2E9C-101B-9397-08002B2CF9AE}" pid="3" name="MediaServiceImageTags">
    <vt:lpwstr/>
  </property>
</Properties>
</file>